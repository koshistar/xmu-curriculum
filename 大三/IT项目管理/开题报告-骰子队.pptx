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sldIdLst>
    <p:sldId id="257" r:id="rId4"/>
    <p:sldId id="302" r:id="rId6"/>
    <p:sldId id="258" r:id="rId7"/>
    <p:sldId id="312" r:id="rId8"/>
    <p:sldId id="311" r:id="rId9"/>
    <p:sldId id="304" r:id="rId10"/>
    <p:sldId id="307" r:id="rId11"/>
    <p:sldId id="306" r:id="rId12"/>
    <p:sldId id="314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6E774E"/>
    <a:srgbClr val="C66951"/>
    <a:srgbClr val="BF974D"/>
    <a:srgbClr val="5252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0150" autoAdjust="0"/>
  </p:normalViewPr>
  <p:slideViewPr>
    <p:cSldViewPr snapToGrid="0">
      <p:cViewPr>
        <p:scale>
          <a:sx n="75" d="100"/>
          <a:sy n="75" d="100"/>
        </p:scale>
        <p:origin x="86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196E47-5640-41B2-B548-1D564618FA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0FF87-A0D6-4BA5-9C7F-B883F79142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00FF87-A0D6-4BA5-9C7F-B883F79142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00FF87-A0D6-4BA5-9C7F-B883F79142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00FF87-A0D6-4BA5-9C7F-B883F79142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00FF87-A0D6-4BA5-9C7F-B883F79142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00FF87-A0D6-4BA5-9C7F-B883F79142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00FF87-A0D6-4BA5-9C7F-B883F79142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803275" y="265430"/>
            <a:ext cx="8340725" cy="461010"/>
          </a:xfrm>
          <a:custGeom>
            <a:avLst/>
            <a:gdLst>
              <a:gd name="connsiteX0" fmla="*/ 0 w 11095139"/>
              <a:gd name="connsiteY0" fmla="*/ 0 h 739466"/>
              <a:gd name="connsiteX1" fmla="*/ 3652449 w 11095139"/>
              <a:gd name="connsiteY1" fmla="*/ 0 h 739466"/>
              <a:gd name="connsiteX2" fmla="*/ 4459114 w 11095139"/>
              <a:gd name="connsiteY2" fmla="*/ 0 h 739466"/>
              <a:gd name="connsiteX3" fmla="*/ 11095139 w 11095139"/>
              <a:gd name="connsiteY3" fmla="*/ 0 h 739466"/>
              <a:gd name="connsiteX4" fmla="*/ 11095139 w 11095139"/>
              <a:gd name="connsiteY4" fmla="*/ 739466 h 739466"/>
              <a:gd name="connsiteX5" fmla="*/ 4459114 w 11095139"/>
              <a:gd name="connsiteY5" fmla="*/ 739466 h 739466"/>
              <a:gd name="connsiteX6" fmla="*/ 3701895 w 11095139"/>
              <a:gd name="connsiteY6" fmla="*/ 739466 h 739466"/>
              <a:gd name="connsiteX7" fmla="*/ 3699253 w 11095139"/>
              <a:gd name="connsiteY7" fmla="*/ 739466 h 739466"/>
              <a:gd name="connsiteX8" fmla="*/ 3668028 w 11095139"/>
              <a:gd name="connsiteY8" fmla="*/ 739466 h 739466"/>
              <a:gd name="connsiteX9" fmla="*/ 3628313 w 11095139"/>
              <a:gd name="connsiteY9" fmla="*/ 739466 h 739466"/>
              <a:gd name="connsiteX10" fmla="*/ 3606367 w 11095139"/>
              <a:gd name="connsiteY10" fmla="*/ 739466 h 739466"/>
              <a:gd name="connsiteX11" fmla="*/ 3599001 w 11095139"/>
              <a:gd name="connsiteY11" fmla="*/ 739466 h 739466"/>
              <a:gd name="connsiteX12" fmla="*/ 3596380 w 11095139"/>
              <a:gd name="connsiteY12" fmla="*/ 739466 h 739466"/>
              <a:gd name="connsiteX13" fmla="*/ 3587934 w 11095139"/>
              <a:gd name="connsiteY13" fmla="*/ 739466 h 739466"/>
              <a:gd name="connsiteX14" fmla="*/ 3579477 w 11095139"/>
              <a:gd name="connsiteY14" fmla="*/ 739466 h 739466"/>
              <a:gd name="connsiteX15" fmla="*/ 3578164 w 11095139"/>
              <a:gd name="connsiteY15" fmla="*/ 739466 h 739466"/>
              <a:gd name="connsiteX16" fmla="*/ 3557549 w 11095139"/>
              <a:gd name="connsiteY16" fmla="*/ 739466 h 739466"/>
              <a:gd name="connsiteX17" fmla="*/ 3548293 w 11095139"/>
              <a:gd name="connsiteY17" fmla="*/ 739466 h 739466"/>
              <a:gd name="connsiteX18" fmla="*/ 3546289 w 11095139"/>
              <a:gd name="connsiteY18" fmla="*/ 739466 h 739466"/>
              <a:gd name="connsiteX19" fmla="*/ 0 w 11095139"/>
              <a:gd name="connsiteY19" fmla="*/ 739466 h 739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095139" h="739466">
                <a:moveTo>
                  <a:pt x="0" y="0"/>
                </a:moveTo>
                <a:lnTo>
                  <a:pt x="3652449" y="0"/>
                </a:lnTo>
                <a:lnTo>
                  <a:pt x="4459114" y="0"/>
                </a:lnTo>
                <a:lnTo>
                  <a:pt x="11095139" y="0"/>
                </a:lnTo>
                <a:lnTo>
                  <a:pt x="11095139" y="739466"/>
                </a:lnTo>
                <a:lnTo>
                  <a:pt x="4459114" y="739466"/>
                </a:lnTo>
                <a:lnTo>
                  <a:pt x="3701895" y="739466"/>
                </a:lnTo>
                <a:lnTo>
                  <a:pt x="3699253" y="739466"/>
                </a:lnTo>
                <a:lnTo>
                  <a:pt x="3668028" y="739466"/>
                </a:lnTo>
                <a:lnTo>
                  <a:pt x="3628313" y="739466"/>
                </a:lnTo>
                <a:lnTo>
                  <a:pt x="3606367" y="739466"/>
                </a:lnTo>
                <a:lnTo>
                  <a:pt x="3599001" y="739466"/>
                </a:lnTo>
                <a:lnTo>
                  <a:pt x="3596380" y="739466"/>
                </a:lnTo>
                <a:lnTo>
                  <a:pt x="3587934" y="739466"/>
                </a:lnTo>
                <a:lnTo>
                  <a:pt x="3579477" y="739466"/>
                </a:lnTo>
                <a:lnTo>
                  <a:pt x="3578164" y="739466"/>
                </a:lnTo>
                <a:lnTo>
                  <a:pt x="3557549" y="739466"/>
                </a:lnTo>
                <a:lnTo>
                  <a:pt x="3548293" y="739466"/>
                </a:lnTo>
                <a:lnTo>
                  <a:pt x="3546289" y="739466"/>
                </a:lnTo>
                <a:lnTo>
                  <a:pt x="0" y="739466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algn="r"/>
            <a:endParaRPr lang="zh-CN" altLang="en-US" sz="11500" dirty="0">
              <a:solidFill>
                <a:schemeClr val="accent1"/>
              </a:solidFill>
              <a:latin typeface="Bloody Impact" panose="02000506000000020004" pitchFamily="2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7979410" y="329565"/>
            <a:ext cx="1087755" cy="337185"/>
          </a:xfrm>
          <a:prstGeom prst="rect">
            <a:avLst/>
          </a:prstGeom>
        </p:spPr>
        <p:txBody>
          <a:bodyPr wrap="square">
            <a:spAutoFit/>
          </a:bodyPr>
          <a:p>
            <a:pPr algn="r"/>
            <a:r>
              <a:rPr lang="en-US" altLang="zh-CN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LOGO</a:t>
            </a:r>
            <a:endParaRPr lang="en-US" altLang="zh-CN" sz="16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/>
    </mc:Choice>
    <mc:Fallback>
      <p:transition spd="slow" advClick="0" advTm="3000"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/>
    </mc:Choice>
    <mc:Fallback>
      <p:transition spd="slow" advClick="0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5F55C5E9-444D-4DCC-9B4A-4DE6D021F3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BE2F1039-8781-4F1C-80C8-FF8759DFA2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/>
    </mc:Choice>
    <mc:Fallback>
      <p:transition spd="slow" advClick="0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5F55C5E9-444D-4DCC-9B4A-4DE6D021F3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BE2F1039-8781-4F1C-80C8-FF8759DFA2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/>
    </mc:Choice>
    <mc:Fallback>
      <p:transition spd="slow" advClick="0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5F55C5E9-444D-4DCC-9B4A-4DE6D021F3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BE2F1039-8781-4F1C-80C8-FF8759DFA2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/>
    </mc:Choice>
    <mc:Fallback>
      <p:transition spd="slow" advClick="0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slow" p14:dur="1500" advClick="0" advTm="3000"/>
    </mc:Choice>
    <mc:Fallback>
      <p:transition spd="slow" advClick="0" advTm="3000"/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mc:AlternateContent xmlns:mc="http://schemas.openxmlformats.org/markup-compatibility/2006">
    <mc:Choice xmlns:p14="http://schemas.microsoft.com/office/powerpoint/2010/main" Requires="p14">
      <p:transition spd="slow" p14:dur="1500" advClick="0" advTm="3000"/>
    </mc:Choice>
    <mc:Fallback>
      <p:transition spd="slow" advClick="0" advTm="3000"/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image" Target="../media/image4.png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9" Type="http://schemas.openxmlformats.org/officeDocument/2006/relationships/slideLayout" Target="../slideLayouts/slideLayout1.xml"/><Relationship Id="rId28" Type="http://schemas.openxmlformats.org/officeDocument/2006/relationships/image" Target="../media/image4.png"/><Relationship Id="rId27" Type="http://schemas.openxmlformats.org/officeDocument/2006/relationships/tags" Target="../tags/tag58.xml"/><Relationship Id="rId26" Type="http://schemas.openxmlformats.org/officeDocument/2006/relationships/tags" Target="../tags/tag57.xml"/><Relationship Id="rId25" Type="http://schemas.openxmlformats.org/officeDocument/2006/relationships/tags" Target="../tags/tag56.xml"/><Relationship Id="rId24" Type="http://schemas.openxmlformats.org/officeDocument/2006/relationships/tags" Target="../tags/tag55.xml"/><Relationship Id="rId23" Type="http://schemas.openxmlformats.org/officeDocument/2006/relationships/tags" Target="../tags/tag54.xml"/><Relationship Id="rId22" Type="http://schemas.openxmlformats.org/officeDocument/2006/relationships/tags" Target="../tags/tag53.xml"/><Relationship Id="rId21" Type="http://schemas.openxmlformats.org/officeDocument/2006/relationships/tags" Target="../tags/tag52.xml"/><Relationship Id="rId20" Type="http://schemas.openxmlformats.org/officeDocument/2006/relationships/tags" Target="../tags/tag51.xml"/><Relationship Id="rId2" Type="http://schemas.openxmlformats.org/officeDocument/2006/relationships/tags" Target="../tags/tag33.xml"/><Relationship Id="rId19" Type="http://schemas.openxmlformats.org/officeDocument/2006/relationships/tags" Target="../tags/tag50.xml"/><Relationship Id="rId18" Type="http://schemas.openxmlformats.org/officeDocument/2006/relationships/tags" Target="../tags/tag49.xml"/><Relationship Id="rId17" Type="http://schemas.openxmlformats.org/officeDocument/2006/relationships/tags" Target="../tags/tag48.xml"/><Relationship Id="rId16" Type="http://schemas.openxmlformats.org/officeDocument/2006/relationships/tags" Target="../tags/tag47.xml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tags" Target="../tags/tag3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9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79.xml"/><Relationship Id="rId2" Type="http://schemas.openxmlformats.org/officeDocument/2006/relationships/tags" Target="../tags/tag61.xml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tags" Target="../tags/tag6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0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92.xml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tags" Target="../tags/tag8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image" Target="../media/image5.png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tags" Target="../tags/tag9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8" Type="http://schemas.openxmlformats.org/officeDocument/2006/relationships/slideLayout" Target="../slideLayouts/slideLayout1.xml"/><Relationship Id="rId27" Type="http://schemas.openxmlformats.org/officeDocument/2006/relationships/tags" Target="../tags/tag135.xml"/><Relationship Id="rId26" Type="http://schemas.openxmlformats.org/officeDocument/2006/relationships/tags" Target="../tags/tag134.xml"/><Relationship Id="rId25" Type="http://schemas.openxmlformats.org/officeDocument/2006/relationships/tags" Target="../tags/tag133.xml"/><Relationship Id="rId24" Type="http://schemas.openxmlformats.org/officeDocument/2006/relationships/tags" Target="../tags/tag132.xml"/><Relationship Id="rId23" Type="http://schemas.openxmlformats.org/officeDocument/2006/relationships/tags" Target="../tags/tag131.xml"/><Relationship Id="rId22" Type="http://schemas.openxmlformats.org/officeDocument/2006/relationships/tags" Target="../tags/tag130.xml"/><Relationship Id="rId21" Type="http://schemas.openxmlformats.org/officeDocument/2006/relationships/tags" Target="../tags/tag129.xml"/><Relationship Id="rId20" Type="http://schemas.openxmlformats.org/officeDocument/2006/relationships/tags" Target="../tags/tag128.xml"/><Relationship Id="rId2" Type="http://schemas.openxmlformats.org/officeDocument/2006/relationships/tags" Target="../tags/tag110.xml"/><Relationship Id="rId19" Type="http://schemas.openxmlformats.org/officeDocument/2006/relationships/tags" Target="../tags/tag127.xml"/><Relationship Id="rId18" Type="http://schemas.openxmlformats.org/officeDocument/2006/relationships/tags" Target="../tags/tag126.xml"/><Relationship Id="rId17" Type="http://schemas.openxmlformats.org/officeDocument/2006/relationships/tags" Target="../tags/tag125.xml"/><Relationship Id="rId16" Type="http://schemas.openxmlformats.org/officeDocument/2006/relationships/tags" Target="../tags/tag124.xml"/><Relationship Id="rId15" Type="http://schemas.openxmlformats.org/officeDocument/2006/relationships/tags" Target="../tags/tag123.xml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tags" Target="../tags/tag10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22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3020" y="-8890"/>
            <a:ext cx="9209405" cy="5161915"/>
          </a:xfrm>
          <a:prstGeom prst="rect">
            <a:avLst/>
          </a:prstGeom>
        </p:spPr>
      </p:pic>
      <p:sp>
        <p:nvSpPr>
          <p:cNvPr id="9" name="Заголовок 1"/>
          <p:cNvSpPr txBox="1"/>
          <p:nvPr/>
        </p:nvSpPr>
        <p:spPr>
          <a:xfrm>
            <a:off x="48895" y="1871980"/>
            <a:ext cx="5414010" cy="158178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indent="0" algn="l" defTabSz="914400" rtl="0" fontAlgn="auto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100" normalizeH="0" baseline="0" noProof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屏幕识别配音助手</a:t>
            </a:r>
            <a:endParaRPr kumimoji="0" lang="zh-CN" altLang="en-US" sz="2800" b="1" i="0" u="none" strike="noStrike" kern="1200" cap="none" spc="10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100" normalizeH="0" baseline="0" noProof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开题汇报</a:t>
            </a:r>
            <a:endParaRPr kumimoji="0" lang="zh-CN" altLang="en-US" sz="2800" b="1" i="0" u="none" strike="noStrike" kern="1200" cap="none" spc="10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TextBox 54"/>
          <p:cNvSpPr txBox="1"/>
          <p:nvPr/>
        </p:nvSpPr>
        <p:spPr>
          <a:xfrm>
            <a:off x="462915" y="3659505"/>
            <a:ext cx="4139565" cy="1320800"/>
          </a:xfrm>
          <a:prstGeom prst="rect">
            <a:avLst/>
          </a:prstGeom>
          <a:noFill/>
        </p:spPr>
        <p:txBody>
          <a:bodyPr wrap="square" lIns="91412" tIns="45706" rIns="91412" bIns="45706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小组：骰子队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  <a:p>
            <a:pPr algn="l"/>
            <a:endParaRPr lang="zh-CN" altLang="en-US" sz="16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  <a:p>
            <a:pPr algn="l"/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成员：马鑫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  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刘宇轩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  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梁艺馨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  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王婧晋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  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杨子祺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  <a:p>
            <a:pPr algn="l"/>
            <a:endParaRPr lang="zh-CN" altLang="en-US" sz="1600" dirty="0" smtClean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  <a:p>
            <a:pPr algn="l"/>
            <a:r>
              <a:rPr lang="zh-CN" altLang="en-US" sz="1600" dirty="0" smtClean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汇报人：马鑫</a:t>
            </a:r>
            <a:endParaRPr lang="zh-CN" altLang="en-US" sz="1600" dirty="0" smtClean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1" name="图片 80" descr="2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" y="-41910"/>
            <a:ext cx="8580755" cy="5200015"/>
          </a:xfrm>
          <a:prstGeom prst="rect">
            <a:avLst/>
          </a:prstGeom>
        </p:spPr>
      </p:pic>
      <p:grpSp>
        <p:nvGrpSpPr>
          <p:cNvPr id="64" name="组合 63"/>
          <p:cNvGrpSpPr/>
          <p:nvPr>
            <p:custDataLst>
              <p:tags r:id="rId2"/>
            </p:custDataLst>
          </p:nvPr>
        </p:nvGrpSpPr>
        <p:grpSpPr>
          <a:xfrm rot="0">
            <a:off x="5421630" y="1232147"/>
            <a:ext cx="672046" cy="665285"/>
            <a:chOff x="6989618" y="1818470"/>
            <a:chExt cx="817418" cy="872546"/>
          </a:xfrm>
        </p:grpSpPr>
        <p:sp>
          <p:nvSpPr>
            <p:cNvPr id="65" name="椭圆 64"/>
            <p:cNvSpPr/>
            <p:nvPr>
              <p:custDataLst>
                <p:tags r:id="rId3"/>
              </p:custDataLst>
            </p:nvPr>
          </p:nvSpPr>
          <p:spPr>
            <a:xfrm>
              <a:off x="6989618" y="1873598"/>
              <a:ext cx="817418" cy="817418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>
              <p:custDataLst>
                <p:tags r:id="rId4"/>
              </p:custDataLst>
            </p:nvPr>
          </p:nvSpPr>
          <p:spPr>
            <a:xfrm>
              <a:off x="7145955" y="1818470"/>
              <a:ext cx="332509" cy="8461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60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1</a:t>
              </a:r>
              <a:endParaRPr lang="zh-CN" altLang="en-US" sz="3600" dirty="0">
                <a:solidFill>
                  <a:schemeClr val="bg1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</p:grpSp>
      <p:grpSp>
        <p:nvGrpSpPr>
          <p:cNvPr id="67" name="组合 66"/>
          <p:cNvGrpSpPr/>
          <p:nvPr>
            <p:custDataLst>
              <p:tags r:id="rId5"/>
            </p:custDataLst>
          </p:nvPr>
        </p:nvGrpSpPr>
        <p:grpSpPr>
          <a:xfrm rot="0">
            <a:off x="5421630" y="2181829"/>
            <a:ext cx="672046" cy="659005"/>
            <a:chOff x="6989618" y="3063473"/>
            <a:chExt cx="817418" cy="864291"/>
          </a:xfrm>
        </p:grpSpPr>
        <p:sp>
          <p:nvSpPr>
            <p:cNvPr id="68" name="椭圆 67"/>
            <p:cNvSpPr/>
            <p:nvPr>
              <p:custDataLst>
                <p:tags r:id="rId6"/>
              </p:custDataLst>
            </p:nvPr>
          </p:nvSpPr>
          <p:spPr>
            <a:xfrm>
              <a:off x="6989618" y="3110346"/>
              <a:ext cx="817418" cy="817418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>
              <p:custDataLst>
                <p:tags r:id="rId7"/>
              </p:custDataLst>
            </p:nvPr>
          </p:nvSpPr>
          <p:spPr>
            <a:xfrm>
              <a:off x="7145955" y="3063473"/>
              <a:ext cx="332509" cy="846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60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2</a:t>
              </a:r>
              <a:endParaRPr lang="zh-CN" altLang="en-US" sz="3600" dirty="0">
                <a:solidFill>
                  <a:schemeClr val="bg1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</p:grpSp>
      <p:grpSp>
        <p:nvGrpSpPr>
          <p:cNvPr id="70" name="组合 69"/>
          <p:cNvGrpSpPr/>
          <p:nvPr>
            <p:custDataLst>
              <p:tags r:id="rId8"/>
            </p:custDataLst>
          </p:nvPr>
        </p:nvGrpSpPr>
        <p:grpSpPr>
          <a:xfrm rot="0">
            <a:off x="5421630" y="3130897"/>
            <a:ext cx="672046" cy="671626"/>
            <a:chOff x="6989618" y="4307684"/>
            <a:chExt cx="817418" cy="880843"/>
          </a:xfrm>
        </p:grpSpPr>
        <p:sp>
          <p:nvSpPr>
            <p:cNvPr id="71" name="椭圆 70"/>
            <p:cNvSpPr/>
            <p:nvPr>
              <p:custDataLst>
                <p:tags r:id="rId9"/>
              </p:custDataLst>
            </p:nvPr>
          </p:nvSpPr>
          <p:spPr>
            <a:xfrm>
              <a:off x="6989618" y="4371109"/>
              <a:ext cx="817418" cy="817418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>
              <p:custDataLst>
                <p:tags r:id="rId10"/>
              </p:custDataLst>
            </p:nvPr>
          </p:nvSpPr>
          <p:spPr>
            <a:xfrm>
              <a:off x="7145955" y="4307684"/>
              <a:ext cx="332509" cy="846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60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3</a:t>
              </a:r>
              <a:endParaRPr lang="zh-CN" altLang="en-US" sz="3600" dirty="0">
                <a:solidFill>
                  <a:schemeClr val="bg1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</p:grpSp>
      <p:grpSp>
        <p:nvGrpSpPr>
          <p:cNvPr id="73" name="组合 72"/>
          <p:cNvGrpSpPr/>
          <p:nvPr>
            <p:custDataLst>
              <p:tags r:id="rId11"/>
            </p:custDataLst>
          </p:nvPr>
        </p:nvGrpSpPr>
        <p:grpSpPr>
          <a:xfrm rot="0">
            <a:off x="5421630" y="4105207"/>
            <a:ext cx="672046" cy="659005"/>
            <a:chOff x="6989618" y="5584999"/>
            <a:chExt cx="817418" cy="864291"/>
          </a:xfrm>
        </p:grpSpPr>
        <p:sp>
          <p:nvSpPr>
            <p:cNvPr id="74" name="椭圆 73"/>
            <p:cNvSpPr/>
            <p:nvPr>
              <p:custDataLst>
                <p:tags r:id="rId12"/>
              </p:custDataLst>
            </p:nvPr>
          </p:nvSpPr>
          <p:spPr>
            <a:xfrm>
              <a:off x="6989618" y="5631872"/>
              <a:ext cx="817418" cy="817418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5" name="文本框 74"/>
            <p:cNvSpPr txBox="1"/>
            <p:nvPr>
              <p:custDataLst>
                <p:tags r:id="rId13"/>
              </p:custDataLst>
            </p:nvPr>
          </p:nvSpPr>
          <p:spPr>
            <a:xfrm>
              <a:off x="7115253" y="5584999"/>
              <a:ext cx="332509" cy="846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60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4</a:t>
              </a:r>
              <a:endParaRPr lang="zh-CN" altLang="en-US" sz="3600" dirty="0">
                <a:solidFill>
                  <a:schemeClr val="bg1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</p:grpSp>
      <p:sp>
        <p:nvSpPr>
          <p:cNvPr id="76" name="文本框 75"/>
          <p:cNvSpPr txBox="1"/>
          <p:nvPr>
            <p:custDataLst>
              <p:tags r:id="rId14"/>
            </p:custDataLst>
          </p:nvPr>
        </p:nvSpPr>
        <p:spPr>
          <a:xfrm>
            <a:off x="6479866" y="1444558"/>
            <a:ext cx="1481026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项目概述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>
            <p:custDataLst>
              <p:tags r:id="rId15"/>
            </p:custDataLst>
          </p:nvPr>
        </p:nvSpPr>
        <p:spPr>
          <a:xfrm>
            <a:off x="6481445" y="2420620"/>
            <a:ext cx="1917065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用户画像与需求分析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16"/>
            </p:custDataLst>
          </p:nvPr>
        </p:nvSpPr>
        <p:spPr>
          <a:xfrm>
            <a:off x="6480175" y="3395980"/>
            <a:ext cx="2180590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可行性分析与技术路线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17"/>
            </p:custDataLst>
          </p:nvPr>
        </p:nvSpPr>
        <p:spPr>
          <a:xfrm>
            <a:off x="6480175" y="4335145"/>
            <a:ext cx="1917700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任务结构分解与进度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5916295" y="188595"/>
            <a:ext cx="26581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目   录</a:t>
            </a:r>
            <a:endParaRPr lang="zh-CN" altLang="en-US" sz="4400" b="1" dirty="0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810" y="-13970"/>
            <a:ext cx="9152255" cy="517144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1529864" y="1312900"/>
            <a:ext cx="6082197" cy="1881927"/>
            <a:chOff x="322" y="1348"/>
            <a:chExt cx="13112" cy="4156"/>
          </a:xfrm>
        </p:grpSpPr>
        <p:grpSp>
          <p:nvGrpSpPr>
            <p:cNvPr id="12" name="组合 11"/>
            <p:cNvGrpSpPr/>
            <p:nvPr/>
          </p:nvGrpSpPr>
          <p:grpSpPr>
            <a:xfrm>
              <a:off x="5543" y="1348"/>
              <a:ext cx="2783" cy="2290"/>
              <a:chOff x="1010522" y="1576941"/>
              <a:chExt cx="711868" cy="585688"/>
            </a:xfrm>
          </p:grpSpPr>
          <p:sp>
            <p:nvSpPr>
              <p:cNvPr id="13" name="椭圆 12"/>
              <p:cNvSpPr/>
              <p:nvPr/>
            </p:nvSpPr>
            <p:spPr>
              <a:xfrm>
                <a:off x="1059543" y="1576941"/>
                <a:ext cx="585688" cy="585688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0"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p>
                <a:pPr algn="ctr"/>
                <a:endParaRPr lang="zh-CN" altLang="en-US" sz="3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1010522" y="1649740"/>
                <a:ext cx="711868" cy="46878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en-US" altLang="zh-CN" sz="4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01</a:t>
                </a:r>
                <a:endParaRPr lang="en-US" altLang="zh-CN" sz="4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322" y="3943"/>
              <a:ext cx="13112" cy="156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rtlCol="0" anchor="ctr" anchorCtr="0">
              <a:spAutoFit/>
            </a:bodyPr>
            <a:p>
              <a:pPr algn="ctr"/>
              <a:r>
                <a:rPr lang="zh-CN" altLang="en-US" sz="40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项目概述</a:t>
              </a:r>
              <a:endParaRPr lang="zh-CN" altLang="en-US" sz="40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9"/>
          <p:cNvGrpSpPr/>
          <p:nvPr>
            <p:custDataLst>
              <p:tags r:id="rId1"/>
            </p:custDataLst>
          </p:nvPr>
        </p:nvGrpSpPr>
        <p:grpSpPr>
          <a:xfrm>
            <a:off x="3007995" y="2171065"/>
            <a:ext cx="5286375" cy="933450"/>
            <a:chOff x="648100" y="3562350"/>
            <a:chExt cx="3771500" cy="914400"/>
          </a:xfrm>
        </p:grpSpPr>
        <p:sp>
          <p:nvSpPr>
            <p:cNvPr id="31" name="Rectangle 30"/>
            <p:cNvSpPr/>
            <p:nvPr>
              <p:custDataLst>
                <p:tags r:id="rId2"/>
              </p:custDataLst>
            </p:nvPr>
          </p:nvSpPr>
          <p:spPr>
            <a:xfrm>
              <a:off x="800500" y="3562350"/>
              <a:ext cx="3619100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2" name="Rectangle 31"/>
            <p:cNvSpPr/>
            <p:nvPr>
              <p:custDataLst>
                <p:tags r:id="rId3"/>
              </p:custDataLst>
            </p:nvPr>
          </p:nvSpPr>
          <p:spPr>
            <a:xfrm>
              <a:off x="648100" y="3562350"/>
              <a:ext cx="152400" cy="9144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" name="Group 32"/>
          <p:cNvGrpSpPr/>
          <p:nvPr>
            <p:custDataLst>
              <p:tags r:id="rId4"/>
            </p:custDataLst>
          </p:nvPr>
        </p:nvGrpSpPr>
        <p:grpSpPr>
          <a:xfrm>
            <a:off x="3007995" y="3123565"/>
            <a:ext cx="5286375" cy="941705"/>
            <a:chOff x="648100" y="3562350"/>
            <a:chExt cx="3771500" cy="914400"/>
          </a:xfrm>
        </p:grpSpPr>
        <p:sp>
          <p:nvSpPr>
            <p:cNvPr id="34" name="Rectangle 33"/>
            <p:cNvSpPr/>
            <p:nvPr>
              <p:custDataLst>
                <p:tags r:id="rId5"/>
              </p:custDataLst>
            </p:nvPr>
          </p:nvSpPr>
          <p:spPr>
            <a:xfrm>
              <a:off x="800500" y="3562350"/>
              <a:ext cx="3619100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5" name="Rectangle 34"/>
            <p:cNvSpPr/>
            <p:nvPr>
              <p:custDataLst>
                <p:tags r:id="rId6"/>
              </p:custDataLst>
            </p:nvPr>
          </p:nvSpPr>
          <p:spPr>
            <a:xfrm>
              <a:off x="648100" y="3562350"/>
              <a:ext cx="15240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" name="Group 35"/>
          <p:cNvGrpSpPr/>
          <p:nvPr>
            <p:custDataLst>
              <p:tags r:id="rId7"/>
            </p:custDataLst>
          </p:nvPr>
        </p:nvGrpSpPr>
        <p:grpSpPr>
          <a:xfrm>
            <a:off x="3007995" y="4084320"/>
            <a:ext cx="5286375" cy="933450"/>
            <a:chOff x="648100" y="3562350"/>
            <a:chExt cx="3771500" cy="914400"/>
          </a:xfrm>
        </p:grpSpPr>
        <p:sp>
          <p:nvSpPr>
            <p:cNvPr id="37" name="Rectangle 36"/>
            <p:cNvSpPr/>
            <p:nvPr>
              <p:custDataLst>
                <p:tags r:id="rId8"/>
              </p:custDataLst>
            </p:nvPr>
          </p:nvSpPr>
          <p:spPr>
            <a:xfrm>
              <a:off x="800500" y="3562350"/>
              <a:ext cx="3619100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8" name="Rectangle 37"/>
            <p:cNvSpPr/>
            <p:nvPr>
              <p:custDataLst>
                <p:tags r:id="rId9"/>
              </p:custDataLst>
            </p:nvPr>
          </p:nvSpPr>
          <p:spPr>
            <a:xfrm>
              <a:off x="648100" y="3562350"/>
              <a:ext cx="15240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9" name="TextBox 38"/>
          <p:cNvSpPr txBox="1"/>
          <p:nvPr>
            <p:custDataLst>
              <p:tags r:id="rId10"/>
            </p:custDataLst>
          </p:nvPr>
        </p:nvSpPr>
        <p:spPr>
          <a:xfrm>
            <a:off x="3392805" y="2373630"/>
            <a:ext cx="4777105" cy="5715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lnSpc>
                <a:spcPct val="120000"/>
              </a:lnSpc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有声阅读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的市场需求今年来呈上升态势。据统计，过去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15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年，全球有声书市场已成长为年产值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70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多亿美元的产业。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TextBox 39"/>
          <p:cNvSpPr txBox="1"/>
          <p:nvPr>
            <p:custDataLst>
              <p:tags r:id="rId11"/>
            </p:custDataLst>
          </p:nvPr>
        </p:nvSpPr>
        <p:spPr>
          <a:xfrm>
            <a:off x="3392805" y="3312160"/>
            <a:ext cx="4732020" cy="3695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未来几年，</a:t>
            </a: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AI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工具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将助力音频开发不足的语言的有声书数量增加。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TextBox 40"/>
          <p:cNvSpPr txBox="1"/>
          <p:nvPr>
            <p:custDataLst>
              <p:tags r:id="rId12"/>
            </p:custDataLst>
          </p:nvPr>
        </p:nvSpPr>
        <p:spPr>
          <a:xfrm>
            <a:off x="3392805" y="4193540"/>
            <a:ext cx="4732655" cy="4533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我国盲人游戏玩家比例占盲人总数的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25-30%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，美国和欧洲等地区的盲人游戏玩家占比更高，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游戏配音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为推进游戏无障碍化起到至关重要的作用。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909320" y="241300"/>
            <a:ext cx="3213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>
                <a:solidFill>
                  <a:schemeClr val="bg1"/>
                </a:solidFill>
              </a:rPr>
              <a:t>项目概述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1520" y="183515"/>
            <a:ext cx="1085850" cy="556895"/>
          </a:xfrm>
          <a:prstGeom prst="rect">
            <a:avLst/>
          </a:prstGeom>
        </p:spPr>
      </p:pic>
      <p:sp>
        <p:nvSpPr>
          <p:cNvPr id="8" name="Rectangle 30"/>
          <p:cNvSpPr/>
          <p:nvPr>
            <p:custDataLst>
              <p:tags r:id="rId14"/>
            </p:custDataLst>
          </p:nvPr>
        </p:nvSpPr>
        <p:spPr>
          <a:xfrm>
            <a:off x="909955" y="874395"/>
            <a:ext cx="7533005" cy="10242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en-US" sz="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TextBox 38"/>
          <p:cNvSpPr txBox="1"/>
          <p:nvPr>
            <p:custDataLst>
              <p:tags r:id="rId15"/>
            </p:custDataLst>
          </p:nvPr>
        </p:nvSpPr>
        <p:spPr>
          <a:xfrm>
            <a:off x="1378585" y="1326515"/>
            <a:ext cx="6639560" cy="6369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提供一个便携的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屏幕文本配音</a:t>
            </a: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AI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工具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，面向电子书阅读、游戏娱乐、无障碍使用场景，为用户提供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高度自定义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的听觉阅读与游戏陪伴体验。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84885" y="928370"/>
            <a:ext cx="124396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800" b="1">
                <a:solidFill>
                  <a:srgbClr val="6E774E"/>
                </a:solidFill>
                <a:ea typeface="等线" panose="02010600030101010101" charset="-122"/>
                <a:sym typeface="+mn-ea"/>
              </a:rPr>
              <a:t>项目目</a:t>
            </a:r>
            <a:r>
              <a:rPr lang="zh-CN" altLang="en-US" sz="2000" b="1">
                <a:solidFill>
                  <a:srgbClr val="6E774E"/>
                </a:solidFill>
                <a:ea typeface="等线" panose="02010600030101010101" charset="-122"/>
                <a:sym typeface="+mn-ea"/>
              </a:rPr>
              <a:t>标</a:t>
            </a:r>
            <a:endParaRPr lang="zh-CN" altLang="en-US" sz="2000" b="1">
              <a:solidFill>
                <a:srgbClr val="6E774E"/>
              </a:solidFill>
              <a:ea typeface="等线" panose="02010600030101010101" charset="-122"/>
              <a:sym typeface="+mn-ea"/>
            </a:endParaRPr>
          </a:p>
        </p:txBody>
      </p:sp>
      <p:sp>
        <p:nvSpPr>
          <p:cNvPr id="12" name="Rectangle 30"/>
          <p:cNvSpPr/>
          <p:nvPr>
            <p:custDataLst>
              <p:tags r:id="rId16"/>
            </p:custDataLst>
          </p:nvPr>
        </p:nvSpPr>
        <p:spPr>
          <a:xfrm>
            <a:off x="910590" y="2165350"/>
            <a:ext cx="2046605" cy="28530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en-US" sz="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09320" y="2774315"/>
            <a:ext cx="2007870" cy="1640205"/>
          </a:xfrm>
          <a:prstGeom prst="rect">
            <a:avLst/>
          </a:prstGeom>
        </p:spPr>
        <p:txBody>
          <a:bodyPr>
            <a:noAutofit/>
          </a:bodyPr>
          <a:p>
            <a:pPr algn="ctr" defTabSz="266700">
              <a:lnSpc>
                <a:spcPct val="115000"/>
              </a:lnSpc>
            </a:pPr>
            <a:r>
              <a:rPr lang="zh-CN" altLang="en-US" sz="1800" b="1">
                <a:solidFill>
                  <a:srgbClr val="6E774E"/>
                </a:solidFill>
                <a:ea typeface="等线" panose="02010600030101010101" charset="-122"/>
              </a:rPr>
              <a:t>建设背景</a:t>
            </a:r>
            <a:endParaRPr lang="zh-CN" altLang="en-US" sz="1800" b="1">
              <a:solidFill>
                <a:srgbClr val="6E774E"/>
              </a:solidFill>
              <a:ea typeface="等线" panose="02010600030101010101" charset="-122"/>
            </a:endParaRPr>
          </a:p>
          <a:p>
            <a:pPr algn="ctr" defTabSz="266700">
              <a:lnSpc>
                <a:spcPct val="115000"/>
              </a:lnSpc>
            </a:pPr>
            <a:r>
              <a:rPr lang="en-US" altLang="zh-CN" sz="1600" b="1">
                <a:ea typeface="等线" panose="02010600030101010101" charset="-122"/>
              </a:rPr>
              <a:t>=</a:t>
            </a:r>
            <a:endParaRPr lang="zh-CN" altLang="en-US" sz="1600" b="1">
              <a:ea typeface="等线" panose="02010600030101010101" charset="-122"/>
            </a:endParaRPr>
          </a:p>
          <a:p>
            <a:pPr algn="ctr" defTabSz="266700">
              <a:lnSpc>
                <a:spcPct val="115000"/>
              </a:lnSpc>
            </a:pPr>
            <a:r>
              <a:rPr lang="zh-CN" sz="1600" b="1">
                <a:ea typeface="等线" panose="02010600030101010101" charset="-122"/>
              </a:rPr>
              <a:t>迎合市场需求</a:t>
            </a:r>
            <a:endParaRPr lang="zh-CN" sz="1600" b="1">
              <a:ea typeface="等线" panose="02010600030101010101" charset="-122"/>
            </a:endParaRPr>
          </a:p>
          <a:p>
            <a:pPr algn="ctr" defTabSz="266700">
              <a:lnSpc>
                <a:spcPct val="115000"/>
              </a:lnSpc>
            </a:pPr>
            <a:r>
              <a:rPr lang="en-US" altLang="zh-CN" sz="1600" b="1">
                <a:ea typeface="等线" panose="02010600030101010101" charset="-122"/>
              </a:rPr>
              <a:t>+</a:t>
            </a:r>
            <a:endParaRPr lang="en-US" altLang="zh-CN" sz="1600" b="1">
              <a:ea typeface="等线" panose="02010600030101010101" charset="-122"/>
            </a:endParaRPr>
          </a:p>
          <a:p>
            <a:pPr algn="ctr" defTabSz="266700">
              <a:lnSpc>
                <a:spcPct val="115000"/>
              </a:lnSpc>
            </a:pPr>
            <a:r>
              <a:rPr lang="zh-CN" altLang="en-US" sz="1600" b="1">
                <a:ea typeface="等线" panose="02010600030101010101" charset="-122"/>
              </a:rPr>
              <a:t>推进游戏无障碍化</a:t>
            </a:r>
            <a:endParaRPr lang="zh-CN" altLang="en-US" sz="1600" b="1">
              <a:ea typeface="等线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810" y="-13970"/>
            <a:ext cx="9152255" cy="517144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1529864" y="1312900"/>
            <a:ext cx="6082197" cy="1881927"/>
            <a:chOff x="322" y="1348"/>
            <a:chExt cx="13112" cy="4156"/>
          </a:xfrm>
        </p:grpSpPr>
        <p:grpSp>
          <p:nvGrpSpPr>
            <p:cNvPr id="12" name="组合 11"/>
            <p:cNvGrpSpPr/>
            <p:nvPr/>
          </p:nvGrpSpPr>
          <p:grpSpPr>
            <a:xfrm>
              <a:off x="5543" y="1348"/>
              <a:ext cx="2783" cy="2290"/>
              <a:chOff x="1010522" y="1576941"/>
              <a:chExt cx="711868" cy="585688"/>
            </a:xfrm>
          </p:grpSpPr>
          <p:sp>
            <p:nvSpPr>
              <p:cNvPr id="13" name="椭圆 12"/>
              <p:cNvSpPr/>
              <p:nvPr/>
            </p:nvSpPr>
            <p:spPr>
              <a:xfrm>
                <a:off x="1059543" y="1576941"/>
                <a:ext cx="585688" cy="585688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0"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p>
                <a:pPr algn="ctr"/>
                <a:endParaRPr lang="zh-CN" altLang="en-US" sz="3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1010522" y="1649751"/>
                <a:ext cx="711868" cy="46876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en-US" altLang="zh-CN" sz="4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02</a:t>
                </a:r>
                <a:endParaRPr lang="en-US" altLang="zh-CN" sz="4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322" y="3943"/>
              <a:ext cx="13112" cy="156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rtlCol="0" anchor="ctr" anchorCtr="0">
              <a:spAutoFit/>
            </a:bodyPr>
            <a:p>
              <a:pPr algn="ctr"/>
              <a:r>
                <a:rPr lang="zh-CN" altLang="en-US" sz="40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用户画像与需求分析</a:t>
              </a:r>
              <a:endParaRPr lang="zh-CN" altLang="en-US" sz="40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Group 21"/>
          <p:cNvGrpSpPr/>
          <p:nvPr>
            <p:custDataLst>
              <p:tags r:id="rId1"/>
            </p:custDataLst>
          </p:nvPr>
        </p:nvGrpSpPr>
        <p:grpSpPr>
          <a:xfrm>
            <a:off x="3873013" y="1503610"/>
            <a:ext cx="601204" cy="2312728"/>
            <a:chOff x="4190247" y="1319474"/>
            <a:chExt cx="825953" cy="2964863"/>
          </a:xfrm>
        </p:grpSpPr>
        <p:grpSp>
          <p:nvGrpSpPr>
            <p:cNvPr id="8" name="Group 22"/>
            <p:cNvGrpSpPr/>
            <p:nvPr/>
          </p:nvGrpSpPr>
          <p:grpSpPr>
            <a:xfrm>
              <a:off x="4293709" y="1319474"/>
              <a:ext cx="621191" cy="1626036"/>
              <a:chOff x="4293709" y="1319474"/>
              <a:chExt cx="1052370" cy="2754694"/>
            </a:xfrm>
          </p:grpSpPr>
          <p:grpSp>
            <p:nvGrpSpPr>
              <p:cNvPr id="19" name="Group 32"/>
              <p:cNvGrpSpPr/>
              <p:nvPr/>
            </p:nvGrpSpPr>
            <p:grpSpPr>
              <a:xfrm>
                <a:off x="4293709" y="1319474"/>
                <a:ext cx="1051608" cy="1576761"/>
                <a:chOff x="3531837" y="2075264"/>
                <a:chExt cx="1051608" cy="1576761"/>
              </a:xfrm>
            </p:grpSpPr>
            <p:sp>
              <p:nvSpPr>
                <p:cNvPr id="24" name="Freeform 37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3531837" y="2075266"/>
                  <a:ext cx="304800" cy="1576759"/>
                </a:xfrm>
                <a:custGeom>
                  <a:avLst/>
                  <a:gdLst>
                    <a:gd name="connsiteX0" fmla="*/ 303644 w 304800"/>
                    <a:gd name="connsiteY0" fmla="*/ 0 h 1576759"/>
                    <a:gd name="connsiteX1" fmla="*/ 304800 w 304800"/>
                    <a:gd name="connsiteY1" fmla="*/ 0 h 1576759"/>
                    <a:gd name="connsiteX2" fmla="*/ 304800 w 304800"/>
                    <a:gd name="connsiteY2" fmla="*/ 1192125 h 1576759"/>
                    <a:gd name="connsiteX3" fmla="*/ 0 w 304800"/>
                    <a:gd name="connsiteY3" fmla="*/ 1576759 h 1576759"/>
                    <a:gd name="connsiteX4" fmla="*/ 0 w 304800"/>
                    <a:gd name="connsiteY4" fmla="*/ 375069 h 1576759"/>
                    <a:gd name="connsiteX5" fmla="*/ 3947 w 304800"/>
                    <a:gd name="connsiteY5" fmla="*/ 378196 h 1576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4800" h="1576759">
                      <a:moveTo>
                        <a:pt x="303644" y="0"/>
                      </a:moveTo>
                      <a:lnTo>
                        <a:pt x="304800" y="0"/>
                      </a:lnTo>
                      <a:lnTo>
                        <a:pt x="304800" y="1192125"/>
                      </a:lnTo>
                      <a:lnTo>
                        <a:pt x="0" y="1576759"/>
                      </a:lnTo>
                      <a:lnTo>
                        <a:pt x="0" y="375069"/>
                      </a:lnTo>
                      <a:lnTo>
                        <a:pt x="3947" y="378196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>
                        <a:lumMod val="75000"/>
                      </a:schemeClr>
                    </a:gs>
                    <a:gs pos="100000">
                      <a:schemeClr val="accent1">
                        <a:lumMod val="75000"/>
                      </a:schemeClr>
                    </a:gs>
                    <a:gs pos="35000">
                      <a:schemeClr val="accent1"/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sz="1280">
                    <a:solidFill>
                      <a:prstClr val="white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Freeform 38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3832013" y="2075265"/>
                  <a:ext cx="445945" cy="1194737"/>
                </a:xfrm>
                <a:custGeom>
                  <a:avLst/>
                  <a:gdLst>
                    <a:gd name="connsiteX0" fmla="*/ 0 w 445945"/>
                    <a:gd name="connsiteY0" fmla="*/ 0 h 1194737"/>
                    <a:gd name="connsiteX1" fmla="*/ 445945 w 445945"/>
                    <a:gd name="connsiteY1" fmla="*/ 0 h 1194737"/>
                    <a:gd name="connsiteX2" fmla="*/ 445945 w 445945"/>
                    <a:gd name="connsiteY2" fmla="*/ 1194737 h 1194737"/>
                    <a:gd name="connsiteX3" fmla="*/ 0 w 445945"/>
                    <a:gd name="connsiteY3" fmla="*/ 1194737 h 1194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5945" h="1194737">
                      <a:moveTo>
                        <a:pt x="0" y="0"/>
                      </a:moveTo>
                      <a:lnTo>
                        <a:pt x="445945" y="0"/>
                      </a:lnTo>
                      <a:lnTo>
                        <a:pt x="445945" y="1194737"/>
                      </a:lnTo>
                      <a:lnTo>
                        <a:pt x="0" y="1194737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sz="1280">
                    <a:solidFill>
                      <a:prstClr val="white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Freeform 39"/>
                <p:cNvSpPr/>
                <p:nvPr>
                  <p:custDataLst>
                    <p:tags r:id="rId4"/>
                  </p:custDataLst>
                </p:nvPr>
              </p:nvSpPr>
              <p:spPr>
                <a:xfrm flipH="1">
                  <a:off x="4278645" y="2075264"/>
                  <a:ext cx="304800" cy="1576759"/>
                </a:xfrm>
                <a:custGeom>
                  <a:avLst/>
                  <a:gdLst>
                    <a:gd name="connsiteX0" fmla="*/ 303644 w 304800"/>
                    <a:gd name="connsiteY0" fmla="*/ 0 h 1576759"/>
                    <a:gd name="connsiteX1" fmla="*/ 304800 w 304800"/>
                    <a:gd name="connsiteY1" fmla="*/ 0 h 1576759"/>
                    <a:gd name="connsiteX2" fmla="*/ 304800 w 304800"/>
                    <a:gd name="connsiteY2" fmla="*/ 1192125 h 1576759"/>
                    <a:gd name="connsiteX3" fmla="*/ 0 w 304800"/>
                    <a:gd name="connsiteY3" fmla="*/ 1576759 h 1576759"/>
                    <a:gd name="connsiteX4" fmla="*/ 0 w 304800"/>
                    <a:gd name="connsiteY4" fmla="*/ 375069 h 1576759"/>
                    <a:gd name="connsiteX5" fmla="*/ 3947 w 304800"/>
                    <a:gd name="connsiteY5" fmla="*/ 378196 h 1576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4800" h="1576759">
                      <a:moveTo>
                        <a:pt x="303644" y="0"/>
                      </a:moveTo>
                      <a:lnTo>
                        <a:pt x="304800" y="0"/>
                      </a:lnTo>
                      <a:lnTo>
                        <a:pt x="304800" y="1192125"/>
                      </a:lnTo>
                      <a:lnTo>
                        <a:pt x="0" y="1576759"/>
                      </a:lnTo>
                      <a:lnTo>
                        <a:pt x="0" y="375069"/>
                      </a:lnTo>
                      <a:lnTo>
                        <a:pt x="3947" y="378196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  <a:gs pos="35000">
                      <a:schemeClr val="accent1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sz="1280">
                    <a:solidFill>
                      <a:prstClr val="white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0" name="Group 33"/>
              <p:cNvGrpSpPr/>
              <p:nvPr/>
            </p:nvGrpSpPr>
            <p:grpSpPr>
              <a:xfrm>
                <a:off x="4294471" y="2497407"/>
                <a:ext cx="1051608" cy="1576761"/>
                <a:chOff x="3531837" y="2075264"/>
                <a:chExt cx="1051608" cy="1576761"/>
              </a:xfrm>
            </p:grpSpPr>
            <p:sp>
              <p:nvSpPr>
                <p:cNvPr id="21" name="Freeform 34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3531837" y="2075266"/>
                  <a:ext cx="304800" cy="1576759"/>
                </a:xfrm>
                <a:custGeom>
                  <a:avLst/>
                  <a:gdLst>
                    <a:gd name="connsiteX0" fmla="*/ 303644 w 304800"/>
                    <a:gd name="connsiteY0" fmla="*/ 0 h 1576759"/>
                    <a:gd name="connsiteX1" fmla="*/ 304800 w 304800"/>
                    <a:gd name="connsiteY1" fmla="*/ 0 h 1576759"/>
                    <a:gd name="connsiteX2" fmla="*/ 304800 w 304800"/>
                    <a:gd name="connsiteY2" fmla="*/ 1192125 h 1576759"/>
                    <a:gd name="connsiteX3" fmla="*/ 0 w 304800"/>
                    <a:gd name="connsiteY3" fmla="*/ 1576759 h 1576759"/>
                    <a:gd name="connsiteX4" fmla="*/ 0 w 304800"/>
                    <a:gd name="connsiteY4" fmla="*/ 375069 h 1576759"/>
                    <a:gd name="connsiteX5" fmla="*/ 3947 w 304800"/>
                    <a:gd name="connsiteY5" fmla="*/ 378196 h 1576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4800" h="1576759">
                      <a:moveTo>
                        <a:pt x="303644" y="0"/>
                      </a:moveTo>
                      <a:lnTo>
                        <a:pt x="304800" y="0"/>
                      </a:lnTo>
                      <a:lnTo>
                        <a:pt x="304800" y="1192125"/>
                      </a:lnTo>
                      <a:lnTo>
                        <a:pt x="0" y="1576759"/>
                      </a:lnTo>
                      <a:lnTo>
                        <a:pt x="0" y="375069"/>
                      </a:lnTo>
                      <a:lnTo>
                        <a:pt x="3947" y="378196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  <a:gs pos="35000">
                      <a:schemeClr val="accent2"/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sz="1280">
                    <a:solidFill>
                      <a:prstClr val="white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2" name="Freeform 35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3832013" y="2075265"/>
                  <a:ext cx="445945" cy="1194737"/>
                </a:xfrm>
                <a:custGeom>
                  <a:avLst/>
                  <a:gdLst>
                    <a:gd name="connsiteX0" fmla="*/ 0 w 445945"/>
                    <a:gd name="connsiteY0" fmla="*/ 0 h 1194737"/>
                    <a:gd name="connsiteX1" fmla="*/ 445945 w 445945"/>
                    <a:gd name="connsiteY1" fmla="*/ 0 h 1194737"/>
                    <a:gd name="connsiteX2" fmla="*/ 445945 w 445945"/>
                    <a:gd name="connsiteY2" fmla="*/ 1194737 h 1194737"/>
                    <a:gd name="connsiteX3" fmla="*/ 0 w 445945"/>
                    <a:gd name="connsiteY3" fmla="*/ 1194737 h 1194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5945" h="1194737">
                      <a:moveTo>
                        <a:pt x="0" y="0"/>
                      </a:moveTo>
                      <a:lnTo>
                        <a:pt x="445945" y="0"/>
                      </a:lnTo>
                      <a:lnTo>
                        <a:pt x="445945" y="1194737"/>
                      </a:lnTo>
                      <a:lnTo>
                        <a:pt x="0" y="1194737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sz="1280">
                    <a:solidFill>
                      <a:prstClr val="white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Freeform 36"/>
                <p:cNvSpPr/>
                <p:nvPr>
                  <p:custDataLst>
                    <p:tags r:id="rId7"/>
                  </p:custDataLst>
                </p:nvPr>
              </p:nvSpPr>
              <p:spPr>
                <a:xfrm flipH="1">
                  <a:off x="4278645" y="2075264"/>
                  <a:ext cx="304800" cy="1576759"/>
                </a:xfrm>
                <a:custGeom>
                  <a:avLst/>
                  <a:gdLst>
                    <a:gd name="connsiteX0" fmla="*/ 303644 w 304800"/>
                    <a:gd name="connsiteY0" fmla="*/ 0 h 1576759"/>
                    <a:gd name="connsiteX1" fmla="*/ 304800 w 304800"/>
                    <a:gd name="connsiteY1" fmla="*/ 0 h 1576759"/>
                    <a:gd name="connsiteX2" fmla="*/ 304800 w 304800"/>
                    <a:gd name="connsiteY2" fmla="*/ 1192125 h 1576759"/>
                    <a:gd name="connsiteX3" fmla="*/ 0 w 304800"/>
                    <a:gd name="connsiteY3" fmla="*/ 1576759 h 1576759"/>
                    <a:gd name="connsiteX4" fmla="*/ 0 w 304800"/>
                    <a:gd name="connsiteY4" fmla="*/ 375069 h 1576759"/>
                    <a:gd name="connsiteX5" fmla="*/ 3947 w 304800"/>
                    <a:gd name="connsiteY5" fmla="*/ 378196 h 1576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4800" h="1576759">
                      <a:moveTo>
                        <a:pt x="303644" y="0"/>
                      </a:moveTo>
                      <a:lnTo>
                        <a:pt x="304800" y="0"/>
                      </a:lnTo>
                      <a:lnTo>
                        <a:pt x="304800" y="1192125"/>
                      </a:lnTo>
                      <a:lnTo>
                        <a:pt x="0" y="1576759"/>
                      </a:lnTo>
                      <a:lnTo>
                        <a:pt x="0" y="375069"/>
                      </a:lnTo>
                      <a:lnTo>
                        <a:pt x="3947" y="378196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100000">
                      <a:schemeClr val="accent2"/>
                    </a:gs>
                    <a:gs pos="35000">
                      <a:schemeClr val="accent2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sz="1280">
                    <a:solidFill>
                      <a:prstClr val="white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3" name="Freeform 23"/>
            <p:cNvSpPr/>
            <p:nvPr>
              <p:custDataLst>
                <p:tags r:id="rId8"/>
              </p:custDataLst>
            </p:nvPr>
          </p:nvSpPr>
          <p:spPr>
            <a:xfrm>
              <a:off x="4292842" y="2713520"/>
              <a:ext cx="179917" cy="930727"/>
            </a:xfrm>
            <a:custGeom>
              <a:avLst/>
              <a:gdLst>
                <a:gd name="connsiteX0" fmla="*/ 303644 w 304800"/>
                <a:gd name="connsiteY0" fmla="*/ 0 h 1576759"/>
                <a:gd name="connsiteX1" fmla="*/ 304800 w 304800"/>
                <a:gd name="connsiteY1" fmla="*/ 0 h 1576759"/>
                <a:gd name="connsiteX2" fmla="*/ 304800 w 304800"/>
                <a:gd name="connsiteY2" fmla="*/ 1192125 h 1576759"/>
                <a:gd name="connsiteX3" fmla="*/ 0 w 304800"/>
                <a:gd name="connsiteY3" fmla="*/ 1576759 h 1576759"/>
                <a:gd name="connsiteX4" fmla="*/ 0 w 304800"/>
                <a:gd name="connsiteY4" fmla="*/ 375069 h 1576759"/>
                <a:gd name="connsiteX5" fmla="*/ 3947 w 304800"/>
                <a:gd name="connsiteY5" fmla="*/ 378196 h 157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00" h="1576759">
                  <a:moveTo>
                    <a:pt x="303644" y="0"/>
                  </a:moveTo>
                  <a:lnTo>
                    <a:pt x="304800" y="0"/>
                  </a:lnTo>
                  <a:lnTo>
                    <a:pt x="304800" y="1192125"/>
                  </a:lnTo>
                  <a:lnTo>
                    <a:pt x="0" y="1576759"/>
                  </a:lnTo>
                  <a:lnTo>
                    <a:pt x="0" y="375069"/>
                  </a:lnTo>
                  <a:lnTo>
                    <a:pt x="3947" y="378196"/>
                  </a:lnTo>
                  <a:close/>
                </a:path>
              </a:pathLst>
            </a:custGeom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3">
                    <a:lumMod val="75000"/>
                  </a:schemeClr>
                </a:gs>
                <a:gs pos="35000">
                  <a:schemeClr val="accent3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28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10" name="Freeform 24"/>
            <p:cNvSpPr/>
            <p:nvPr>
              <p:custDataLst>
                <p:tags r:id="rId9"/>
              </p:custDataLst>
            </p:nvPr>
          </p:nvSpPr>
          <p:spPr>
            <a:xfrm>
              <a:off x="4470029" y="2713520"/>
              <a:ext cx="263231" cy="705227"/>
            </a:xfrm>
            <a:custGeom>
              <a:avLst/>
              <a:gdLst>
                <a:gd name="connsiteX0" fmla="*/ 0 w 445945"/>
                <a:gd name="connsiteY0" fmla="*/ 0 h 1194737"/>
                <a:gd name="connsiteX1" fmla="*/ 445945 w 445945"/>
                <a:gd name="connsiteY1" fmla="*/ 0 h 1194737"/>
                <a:gd name="connsiteX2" fmla="*/ 445945 w 445945"/>
                <a:gd name="connsiteY2" fmla="*/ 1194737 h 1194737"/>
                <a:gd name="connsiteX3" fmla="*/ 0 w 445945"/>
                <a:gd name="connsiteY3" fmla="*/ 1194737 h 1194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945" h="1194737">
                  <a:moveTo>
                    <a:pt x="0" y="0"/>
                  </a:moveTo>
                  <a:lnTo>
                    <a:pt x="445945" y="0"/>
                  </a:lnTo>
                  <a:lnTo>
                    <a:pt x="445945" y="1194737"/>
                  </a:lnTo>
                  <a:lnTo>
                    <a:pt x="0" y="119473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28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11" name="Freeform 25"/>
            <p:cNvSpPr/>
            <p:nvPr>
              <p:custDataLst>
                <p:tags r:id="rId10"/>
              </p:custDataLst>
            </p:nvPr>
          </p:nvSpPr>
          <p:spPr>
            <a:xfrm flipH="1">
              <a:off x="4733666" y="2713519"/>
              <a:ext cx="179917" cy="930727"/>
            </a:xfrm>
            <a:custGeom>
              <a:avLst/>
              <a:gdLst>
                <a:gd name="connsiteX0" fmla="*/ 303644 w 304800"/>
                <a:gd name="connsiteY0" fmla="*/ 0 h 1576759"/>
                <a:gd name="connsiteX1" fmla="*/ 304800 w 304800"/>
                <a:gd name="connsiteY1" fmla="*/ 0 h 1576759"/>
                <a:gd name="connsiteX2" fmla="*/ 304800 w 304800"/>
                <a:gd name="connsiteY2" fmla="*/ 1192125 h 1576759"/>
                <a:gd name="connsiteX3" fmla="*/ 0 w 304800"/>
                <a:gd name="connsiteY3" fmla="*/ 1576759 h 1576759"/>
                <a:gd name="connsiteX4" fmla="*/ 0 w 304800"/>
                <a:gd name="connsiteY4" fmla="*/ 375069 h 1576759"/>
                <a:gd name="connsiteX5" fmla="*/ 3947 w 304800"/>
                <a:gd name="connsiteY5" fmla="*/ 378196 h 157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00" h="1576759">
                  <a:moveTo>
                    <a:pt x="303644" y="0"/>
                  </a:moveTo>
                  <a:lnTo>
                    <a:pt x="304800" y="0"/>
                  </a:lnTo>
                  <a:lnTo>
                    <a:pt x="304800" y="1192125"/>
                  </a:lnTo>
                  <a:lnTo>
                    <a:pt x="0" y="1576759"/>
                  </a:lnTo>
                  <a:lnTo>
                    <a:pt x="0" y="375069"/>
                  </a:lnTo>
                  <a:lnTo>
                    <a:pt x="3947" y="37819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3"/>
                </a:gs>
                <a:gs pos="35000">
                  <a:schemeClr val="accent3">
                    <a:lumMod val="60000"/>
                    <a:lumOff val="40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28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grpSp>
          <p:nvGrpSpPr>
            <p:cNvPr id="12" name="Group 26"/>
            <p:cNvGrpSpPr/>
            <p:nvPr/>
          </p:nvGrpSpPr>
          <p:grpSpPr>
            <a:xfrm>
              <a:off x="4469832" y="3408828"/>
              <a:ext cx="263878" cy="759478"/>
              <a:chOff x="4469832" y="3408828"/>
              <a:chExt cx="263878" cy="759478"/>
            </a:xfrm>
            <a:solidFill>
              <a:schemeClr val="accent4">
                <a:lumMod val="75000"/>
              </a:schemeClr>
            </a:solidFill>
          </p:grpSpPr>
          <p:sp>
            <p:nvSpPr>
              <p:cNvPr id="17" name="Freeform 30"/>
              <p:cNvSpPr/>
              <p:nvPr>
                <p:custDataLst>
                  <p:tags r:id="rId11"/>
                </p:custDataLst>
              </p:nvPr>
            </p:nvSpPr>
            <p:spPr>
              <a:xfrm>
                <a:off x="4470479" y="3408828"/>
                <a:ext cx="263231" cy="705227"/>
              </a:xfrm>
              <a:custGeom>
                <a:avLst/>
                <a:gdLst>
                  <a:gd name="connsiteX0" fmla="*/ 0 w 445945"/>
                  <a:gd name="connsiteY0" fmla="*/ 0 h 1194737"/>
                  <a:gd name="connsiteX1" fmla="*/ 445945 w 445945"/>
                  <a:gd name="connsiteY1" fmla="*/ 0 h 1194737"/>
                  <a:gd name="connsiteX2" fmla="*/ 445945 w 445945"/>
                  <a:gd name="connsiteY2" fmla="*/ 1194737 h 1194737"/>
                  <a:gd name="connsiteX3" fmla="*/ 0 w 445945"/>
                  <a:gd name="connsiteY3" fmla="*/ 1194737 h 1194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5945" h="1194737">
                    <a:moveTo>
                      <a:pt x="0" y="0"/>
                    </a:moveTo>
                    <a:lnTo>
                      <a:pt x="445945" y="0"/>
                    </a:lnTo>
                    <a:lnTo>
                      <a:pt x="445945" y="1194737"/>
                    </a:lnTo>
                    <a:lnTo>
                      <a:pt x="0" y="119473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8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8" name="Freeform 31"/>
              <p:cNvSpPr/>
              <p:nvPr>
                <p:custDataLst>
                  <p:tags r:id="rId12"/>
                </p:custDataLst>
              </p:nvPr>
            </p:nvSpPr>
            <p:spPr>
              <a:xfrm>
                <a:off x="4469832" y="4115863"/>
                <a:ext cx="263231" cy="52443"/>
              </a:xfrm>
              <a:custGeom>
                <a:avLst/>
                <a:gdLst>
                  <a:gd name="connsiteX0" fmla="*/ 0 w 413533"/>
                  <a:gd name="connsiteY0" fmla="*/ 0 h 82388"/>
                  <a:gd name="connsiteX1" fmla="*/ 413533 w 413533"/>
                  <a:gd name="connsiteY1" fmla="*/ 0 h 82388"/>
                  <a:gd name="connsiteX2" fmla="*/ 410293 w 413533"/>
                  <a:gd name="connsiteY2" fmla="*/ 4444 h 82388"/>
                  <a:gd name="connsiteX3" fmla="*/ 206766 w 413533"/>
                  <a:gd name="connsiteY3" fmla="*/ 82388 h 82388"/>
                  <a:gd name="connsiteX4" fmla="*/ 3240 w 413533"/>
                  <a:gd name="connsiteY4" fmla="*/ 4444 h 82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3533" h="82388">
                    <a:moveTo>
                      <a:pt x="0" y="0"/>
                    </a:moveTo>
                    <a:lnTo>
                      <a:pt x="413533" y="0"/>
                    </a:lnTo>
                    <a:lnTo>
                      <a:pt x="410293" y="4444"/>
                    </a:lnTo>
                    <a:cubicBezTo>
                      <a:pt x="358206" y="52602"/>
                      <a:pt x="286248" y="82388"/>
                      <a:pt x="206766" y="82388"/>
                    </a:cubicBezTo>
                    <a:cubicBezTo>
                      <a:pt x="127284" y="82388"/>
                      <a:pt x="55327" y="52602"/>
                      <a:pt x="3240" y="44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8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3" name="Freeform 27"/>
            <p:cNvSpPr/>
            <p:nvPr>
              <p:custDataLst>
                <p:tags r:id="rId13"/>
              </p:custDataLst>
            </p:nvPr>
          </p:nvSpPr>
          <p:spPr>
            <a:xfrm rot="20560681">
              <a:off x="4190247" y="3451727"/>
              <a:ext cx="399216" cy="720509"/>
            </a:xfrm>
            <a:custGeom>
              <a:avLst/>
              <a:gdLst>
                <a:gd name="connsiteX0" fmla="*/ 398565 w 399216"/>
                <a:gd name="connsiteY0" fmla="*/ 0 h 720509"/>
                <a:gd name="connsiteX1" fmla="*/ 399216 w 399216"/>
                <a:gd name="connsiteY1" fmla="*/ 203 h 720509"/>
                <a:gd name="connsiteX2" fmla="*/ 189700 w 399216"/>
                <a:gd name="connsiteY2" fmla="*/ 671975 h 720509"/>
                <a:gd name="connsiteX3" fmla="*/ 187218 w 399216"/>
                <a:gd name="connsiteY3" fmla="*/ 673667 h 720509"/>
                <a:gd name="connsiteX4" fmla="*/ 189945 w 399216"/>
                <a:gd name="connsiteY4" fmla="*/ 673667 h 720509"/>
                <a:gd name="connsiteX5" fmla="*/ 188471 w 399216"/>
                <a:gd name="connsiteY5" fmla="*/ 676194 h 720509"/>
                <a:gd name="connsiteX6" fmla="*/ 95893 w 399216"/>
                <a:gd name="connsiteY6" fmla="*/ 720509 h 720509"/>
                <a:gd name="connsiteX7" fmla="*/ 3316 w 399216"/>
                <a:gd name="connsiteY7" fmla="*/ 676194 h 720509"/>
                <a:gd name="connsiteX8" fmla="*/ 3158 w 399216"/>
                <a:gd name="connsiteY8" fmla="*/ 675923 h 720509"/>
                <a:gd name="connsiteX9" fmla="*/ 0 w 399216"/>
                <a:gd name="connsiteY9" fmla="*/ 675934 h 720509"/>
                <a:gd name="connsiteX10" fmla="*/ 161540 w 399216"/>
                <a:gd name="connsiteY10" fmla="*/ 157989 h 720509"/>
                <a:gd name="connsiteX11" fmla="*/ 163215 w 399216"/>
                <a:gd name="connsiteY11" fmla="*/ 160445 h 720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9216" h="720509">
                  <a:moveTo>
                    <a:pt x="398565" y="0"/>
                  </a:moveTo>
                  <a:lnTo>
                    <a:pt x="399216" y="203"/>
                  </a:lnTo>
                  <a:lnTo>
                    <a:pt x="189700" y="671975"/>
                  </a:lnTo>
                  <a:lnTo>
                    <a:pt x="187218" y="673667"/>
                  </a:lnTo>
                  <a:lnTo>
                    <a:pt x="189945" y="673667"/>
                  </a:lnTo>
                  <a:lnTo>
                    <a:pt x="188471" y="676194"/>
                  </a:lnTo>
                  <a:cubicBezTo>
                    <a:pt x="164779" y="703574"/>
                    <a:pt x="132047" y="720509"/>
                    <a:pt x="95893" y="720509"/>
                  </a:cubicBezTo>
                  <a:cubicBezTo>
                    <a:pt x="59739" y="720509"/>
                    <a:pt x="27009" y="703574"/>
                    <a:pt x="3316" y="676194"/>
                  </a:cubicBezTo>
                  <a:lnTo>
                    <a:pt x="3158" y="675923"/>
                  </a:lnTo>
                  <a:lnTo>
                    <a:pt x="0" y="675934"/>
                  </a:lnTo>
                  <a:lnTo>
                    <a:pt x="161540" y="157989"/>
                  </a:lnTo>
                  <a:lnTo>
                    <a:pt x="163215" y="160445"/>
                  </a:lnTo>
                  <a:close/>
                </a:path>
              </a:pathLst>
            </a:custGeom>
            <a:gradFill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4">
                    <a:lumMod val="75000"/>
                  </a:schemeClr>
                </a:gs>
                <a:gs pos="35000">
                  <a:schemeClr val="accent4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28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14" name="Freeform 28"/>
            <p:cNvSpPr/>
            <p:nvPr>
              <p:custDataLst>
                <p:tags r:id="rId14"/>
              </p:custDataLst>
            </p:nvPr>
          </p:nvSpPr>
          <p:spPr>
            <a:xfrm rot="1039319" flipH="1">
              <a:off x="4616984" y="3446769"/>
              <a:ext cx="399216" cy="720509"/>
            </a:xfrm>
            <a:custGeom>
              <a:avLst/>
              <a:gdLst>
                <a:gd name="connsiteX0" fmla="*/ 398565 w 399216"/>
                <a:gd name="connsiteY0" fmla="*/ 0 h 720509"/>
                <a:gd name="connsiteX1" fmla="*/ 399216 w 399216"/>
                <a:gd name="connsiteY1" fmla="*/ 203 h 720509"/>
                <a:gd name="connsiteX2" fmla="*/ 189700 w 399216"/>
                <a:gd name="connsiteY2" fmla="*/ 671975 h 720509"/>
                <a:gd name="connsiteX3" fmla="*/ 187218 w 399216"/>
                <a:gd name="connsiteY3" fmla="*/ 673667 h 720509"/>
                <a:gd name="connsiteX4" fmla="*/ 189945 w 399216"/>
                <a:gd name="connsiteY4" fmla="*/ 673667 h 720509"/>
                <a:gd name="connsiteX5" fmla="*/ 188471 w 399216"/>
                <a:gd name="connsiteY5" fmla="*/ 676194 h 720509"/>
                <a:gd name="connsiteX6" fmla="*/ 95893 w 399216"/>
                <a:gd name="connsiteY6" fmla="*/ 720509 h 720509"/>
                <a:gd name="connsiteX7" fmla="*/ 3316 w 399216"/>
                <a:gd name="connsiteY7" fmla="*/ 676194 h 720509"/>
                <a:gd name="connsiteX8" fmla="*/ 3158 w 399216"/>
                <a:gd name="connsiteY8" fmla="*/ 675923 h 720509"/>
                <a:gd name="connsiteX9" fmla="*/ 0 w 399216"/>
                <a:gd name="connsiteY9" fmla="*/ 675934 h 720509"/>
                <a:gd name="connsiteX10" fmla="*/ 161540 w 399216"/>
                <a:gd name="connsiteY10" fmla="*/ 157989 h 720509"/>
                <a:gd name="connsiteX11" fmla="*/ 163215 w 399216"/>
                <a:gd name="connsiteY11" fmla="*/ 160445 h 720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9216" h="720509">
                  <a:moveTo>
                    <a:pt x="398565" y="0"/>
                  </a:moveTo>
                  <a:lnTo>
                    <a:pt x="399216" y="203"/>
                  </a:lnTo>
                  <a:lnTo>
                    <a:pt x="189700" y="671975"/>
                  </a:lnTo>
                  <a:lnTo>
                    <a:pt x="187218" y="673667"/>
                  </a:lnTo>
                  <a:lnTo>
                    <a:pt x="189945" y="673667"/>
                  </a:lnTo>
                  <a:lnTo>
                    <a:pt x="188471" y="676194"/>
                  </a:lnTo>
                  <a:cubicBezTo>
                    <a:pt x="164779" y="703574"/>
                    <a:pt x="132047" y="720509"/>
                    <a:pt x="95893" y="720509"/>
                  </a:cubicBezTo>
                  <a:cubicBezTo>
                    <a:pt x="59739" y="720509"/>
                    <a:pt x="27009" y="703574"/>
                    <a:pt x="3316" y="676194"/>
                  </a:cubicBezTo>
                  <a:lnTo>
                    <a:pt x="3158" y="675923"/>
                  </a:lnTo>
                  <a:lnTo>
                    <a:pt x="0" y="675934"/>
                  </a:lnTo>
                  <a:lnTo>
                    <a:pt x="161540" y="157989"/>
                  </a:lnTo>
                  <a:lnTo>
                    <a:pt x="163215" y="160445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4"/>
                </a:gs>
                <a:gs pos="35000">
                  <a:schemeClr val="accent4">
                    <a:lumMod val="60000"/>
                    <a:lumOff val="40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28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15" name="Oval 29"/>
            <p:cNvSpPr/>
            <p:nvPr>
              <p:custDataLst>
                <p:tags r:id="rId15"/>
              </p:custDataLst>
            </p:nvPr>
          </p:nvSpPr>
          <p:spPr>
            <a:xfrm>
              <a:off x="4292842" y="4040090"/>
              <a:ext cx="612414" cy="244247"/>
            </a:xfrm>
            <a:prstGeom prst="ellipse">
              <a:avLst/>
            </a:prstGeom>
            <a:solidFill>
              <a:srgbClr val="F2A1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28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7" name="Group 40"/>
          <p:cNvGrpSpPr/>
          <p:nvPr>
            <p:custDataLst>
              <p:tags r:id="rId16"/>
            </p:custDataLst>
          </p:nvPr>
        </p:nvGrpSpPr>
        <p:grpSpPr>
          <a:xfrm>
            <a:off x="4345161" y="1946431"/>
            <a:ext cx="2098696" cy="527230"/>
            <a:chOff x="6361675" y="1939003"/>
            <a:chExt cx="2515805" cy="589758"/>
          </a:xfrm>
        </p:grpSpPr>
        <p:sp>
          <p:nvSpPr>
            <p:cNvPr id="28" name="Freeform 26"/>
            <p:cNvSpPr/>
            <p:nvPr>
              <p:custDataLst>
                <p:tags r:id="rId17"/>
              </p:custDataLst>
            </p:nvPr>
          </p:nvSpPr>
          <p:spPr bwMode="auto">
            <a:xfrm flipH="1">
              <a:off x="6361675" y="1939003"/>
              <a:ext cx="2515805" cy="589758"/>
            </a:xfrm>
            <a:custGeom>
              <a:avLst/>
              <a:gdLst>
                <a:gd name="T0" fmla="*/ 3799 w 3804"/>
                <a:gd name="T1" fmla="*/ 0 h 1355"/>
                <a:gd name="T2" fmla="*/ 372 w 3804"/>
                <a:gd name="T3" fmla="*/ 0 h 1355"/>
                <a:gd name="T4" fmla="*/ 0 w 3804"/>
                <a:gd name="T5" fmla="*/ 679 h 1355"/>
                <a:gd name="T6" fmla="*/ 372 w 3804"/>
                <a:gd name="T7" fmla="*/ 1355 h 1355"/>
                <a:gd name="T8" fmla="*/ 3804 w 3804"/>
                <a:gd name="T9" fmla="*/ 1355 h 1355"/>
                <a:gd name="T10" fmla="*/ 3799 w 3804"/>
                <a:gd name="T11" fmla="*/ 0 h 1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04" h="1355">
                  <a:moveTo>
                    <a:pt x="3799" y="0"/>
                  </a:moveTo>
                  <a:lnTo>
                    <a:pt x="372" y="0"/>
                  </a:lnTo>
                  <a:lnTo>
                    <a:pt x="0" y="679"/>
                  </a:lnTo>
                  <a:lnTo>
                    <a:pt x="372" y="1355"/>
                  </a:lnTo>
                  <a:lnTo>
                    <a:pt x="3804" y="1355"/>
                  </a:lnTo>
                  <a:lnTo>
                    <a:pt x="37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68575" tIns="34287" rIns="68575" bIns="34287" numCol="1" anchor="t" anchorCtr="0" compatLnSpc="1"/>
            <a:lstStyle/>
            <a:p>
              <a:endParaRPr lang="id-ID" sz="128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29" name="Content Placeholder 2"/>
            <p:cNvSpPr txBox="1"/>
            <p:nvPr>
              <p:custDataLst>
                <p:tags r:id="rId18"/>
              </p:custDataLst>
            </p:nvPr>
          </p:nvSpPr>
          <p:spPr>
            <a:xfrm>
              <a:off x="6751752" y="2069407"/>
              <a:ext cx="2125728" cy="328948"/>
            </a:xfrm>
            <a:prstGeom prst="rect">
              <a:avLst/>
            </a:prstGeom>
          </p:spPr>
          <p:txBody>
            <a:bodyPr vert="horz" lIns="68575" tIns="34287" rIns="68575" bIns="34287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 smtClean="0">
                  <a:solidFill>
                    <a:prstClr val="white"/>
                  </a:solidFill>
                  <a:cs typeface="+mn-ea"/>
                  <a:sym typeface="+mn-lt"/>
                </a:rPr>
                <a:t>核心用户</a:t>
              </a:r>
              <a:endParaRPr lang="zh-CN" altLang="en-US" sz="2000" b="1" dirty="0" smtClean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" name="Group 56"/>
          <p:cNvGrpSpPr/>
          <p:nvPr>
            <p:custDataLst>
              <p:tags r:id="rId19"/>
            </p:custDataLst>
          </p:nvPr>
        </p:nvGrpSpPr>
        <p:grpSpPr>
          <a:xfrm>
            <a:off x="2059919" y="2400300"/>
            <a:ext cx="2098696" cy="527230"/>
            <a:chOff x="3314519" y="2544196"/>
            <a:chExt cx="2515805" cy="589758"/>
          </a:xfrm>
        </p:grpSpPr>
        <p:sp>
          <p:nvSpPr>
            <p:cNvPr id="31" name="Freeform 26"/>
            <p:cNvSpPr/>
            <p:nvPr>
              <p:custDataLst>
                <p:tags r:id="rId20"/>
              </p:custDataLst>
            </p:nvPr>
          </p:nvSpPr>
          <p:spPr bwMode="auto">
            <a:xfrm>
              <a:off x="3314519" y="2544196"/>
              <a:ext cx="2515805" cy="589758"/>
            </a:xfrm>
            <a:custGeom>
              <a:avLst/>
              <a:gdLst>
                <a:gd name="T0" fmla="*/ 3799 w 3804"/>
                <a:gd name="T1" fmla="*/ 0 h 1355"/>
                <a:gd name="T2" fmla="*/ 372 w 3804"/>
                <a:gd name="T3" fmla="*/ 0 h 1355"/>
                <a:gd name="T4" fmla="*/ 0 w 3804"/>
                <a:gd name="T5" fmla="*/ 679 h 1355"/>
                <a:gd name="T6" fmla="*/ 372 w 3804"/>
                <a:gd name="T7" fmla="*/ 1355 h 1355"/>
                <a:gd name="T8" fmla="*/ 3804 w 3804"/>
                <a:gd name="T9" fmla="*/ 1355 h 1355"/>
                <a:gd name="T10" fmla="*/ 3799 w 3804"/>
                <a:gd name="T11" fmla="*/ 0 h 1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04" h="1355">
                  <a:moveTo>
                    <a:pt x="3799" y="0"/>
                  </a:moveTo>
                  <a:lnTo>
                    <a:pt x="372" y="0"/>
                  </a:lnTo>
                  <a:lnTo>
                    <a:pt x="0" y="679"/>
                  </a:lnTo>
                  <a:lnTo>
                    <a:pt x="372" y="1355"/>
                  </a:lnTo>
                  <a:lnTo>
                    <a:pt x="3804" y="1355"/>
                  </a:lnTo>
                  <a:lnTo>
                    <a:pt x="37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68575" tIns="34287" rIns="68575" bIns="34287" numCol="1" anchor="t" anchorCtr="0" compatLnSpc="1"/>
            <a:lstStyle/>
            <a:p>
              <a:endParaRPr lang="id-ID" sz="128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32" name="Content Placeholder 2"/>
            <p:cNvSpPr txBox="1"/>
            <p:nvPr>
              <p:custDataLst>
                <p:tags r:id="rId21"/>
              </p:custDataLst>
            </p:nvPr>
          </p:nvSpPr>
          <p:spPr>
            <a:xfrm>
              <a:off x="3327731" y="2674601"/>
              <a:ext cx="2125728" cy="328948"/>
            </a:xfrm>
            <a:prstGeom prst="rect">
              <a:avLst/>
            </a:prstGeom>
          </p:spPr>
          <p:txBody>
            <a:bodyPr vert="horz" lIns="68575" tIns="34287" rIns="68575" bIns="34287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zh-CN" altLang="en-US" sz="2000" dirty="0" smtClean="0">
                  <a:solidFill>
                    <a:prstClr val="white"/>
                  </a:solidFill>
                  <a:cs typeface="+mn-ea"/>
                  <a:sym typeface="+mn-lt"/>
                </a:rPr>
                <a:t>次要用户</a:t>
              </a:r>
              <a:endParaRPr lang="zh-CN" altLang="en-US" sz="2000" dirty="0" smtClean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" name="Group 59"/>
          <p:cNvGrpSpPr/>
          <p:nvPr>
            <p:custDataLst>
              <p:tags r:id="rId22"/>
            </p:custDataLst>
          </p:nvPr>
        </p:nvGrpSpPr>
        <p:grpSpPr>
          <a:xfrm>
            <a:off x="4345161" y="2876373"/>
            <a:ext cx="2098696" cy="527230"/>
            <a:chOff x="6361675" y="3178994"/>
            <a:chExt cx="2515805" cy="589758"/>
          </a:xfrm>
        </p:grpSpPr>
        <p:sp>
          <p:nvSpPr>
            <p:cNvPr id="34" name="Freeform 26"/>
            <p:cNvSpPr/>
            <p:nvPr>
              <p:custDataLst>
                <p:tags r:id="rId23"/>
              </p:custDataLst>
            </p:nvPr>
          </p:nvSpPr>
          <p:spPr bwMode="auto">
            <a:xfrm flipH="1">
              <a:off x="6361675" y="3178994"/>
              <a:ext cx="2515805" cy="589758"/>
            </a:xfrm>
            <a:custGeom>
              <a:avLst/>
              <a:gdLst>
                <a:gd name="T0" fmla="*/ 3799 w 3804"/>
                <a:gd name="T1" fmla="*/ 0 h 1355"/>
                <a:gd name="T2" fmla="*/ 372 w 3804"/>
                <a:gd name="T3" fmla="*/ 0 h 1355"/>
                <a:gd name="T4" fmla="*/ 0 w 3804"/>
                <a:gd name="T5" fmla="*/ 679 h 1355"/>
                <a:gd name="T6" fmla="*/ 372 w 3804"/>
                <a:gd name="T7" fmla="*/ 1355 h 1355"/>
                <a:gd name="T8" fmla="*/ 3804 w 3804"/>
                <a:gd name="T9" fmla="*/ 1355 h 1355"/>
                <a:gd name="T10" fmla="*/ 3799 w 3804"/>
                <a:gd name="T11" fmla="*/ 0 h 1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04" h="1355">
                  <a:moveTo>
                    <a:pt x="3799" y="0"/>
                  </a:moveTo>
                  <a:lnTo>
                    <a:pt x="372" y="0"/>
                  </a:lnTo>
                  <a:lnTo>
                    <a:pt x="0" y="679"/>
                  </a:lnTo>
                  <a:lnTo>
                    <a:pt x="372" y="1355"/>
                  </a:lnTo>
                  <a:lnTo>
                    <a:pt x="3804" y="1355"/>
                  </a:lnTo>
                  <a:lnTo>
                    <a:pt x="37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68575" tIns="34287" rIns="68575" bIns="34287" numCol="1" anchor="t" anchorCtr="0" compatLnSpc="1"/>
            <a:lstStyle/>
            <a:p>
              <a:endParaRPr lang="id-ID" sz="128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35" name="Content Placeholder 2"/>
            <p:cNvSpPr txBox="1"/>
            <p:nvPr>
              <p:custDataLst>
                <p:tags r:id="rId24"/>
              </p:custDataLst>
            </p:nvPr>
          </p:nvSpPr>
          <p:spPr>
            <a:xfrm>
              <a:off x="6732740" y="3309399"/>
              <a:ext cx="2125728" cy="328948"/>
            </a:xfrm>
            <a:prstGeom prst="rect">
              <a:avLst/>
            </a:prstGeom>
          </p:spPr>
          <p:txBody>
            <a:bodyPr vert="horz" lIns="68575" tIns="34287" rIns="68575" bIns="34287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 smtClean="0">
                  <a:solidFill>
                    <a:prstClr val="white"/>
                  </a:solidFill>
                  <a:cs typeface="+mn-ea"/>
                  <a:sym typeface="+mn-lt"/>
                </a:rPr>
                <a:t>边缘用户</a:t>
              </a:r>
              <a:endParaRPr lang="zh-CN" altLang="en-US" sz="2000" dirty="0" smtClean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6" name="TextBox 63"/>
          <p:cNvSpPr txBox="1"/>
          <p:nvPr>
            <p:custDataLst>
              <p:tags r:id="rId25"/>
            </p:custDataLst>
          </p:nvPr>
        </p:nvSpPr>
        <p:spPr>
          <a:xfrm>
            <a:off x="6443980" y="1386840"/>
            <a:ext cx="2651125" cy="1384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eaLnBrk="1" hangingPunct="1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游戏玩家、文本阅读用户</a:t>
            </a:r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171450" indent="-171450" algn="l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注重听觉体验的游戏玩家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l"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需求：不干扰游戏，适配游戏画面；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171450" indent="-171450" algn="l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注重视听结合的文本阅读用户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l"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需求：个性化、音色自然、情绪识别。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TextBox 64"/>
          <p:cNvSpPr txBox="1"/>
          <p:nvPr>
            <p:custDataLst>
              <p:tags r:id="rId26"/>
            </p:custDataLst>
          </p:nvPr>
        </p:nvSpPr>
        <p:spPr>
          <a:xfrm>
            <a:off x="6444111" y="2876850"/>
            <a:ext cx="1851157" cy="11074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eaLnBrk="1" hangingPunct="1">
              <a:lnSpc>
                <a:spcPct val="150000"/>
              </a:lnSpc>
            </a:pPr>
            <a:r>
              <a:rPr lang="zh-CN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老年用户</a:t>
            </a:r>
            <a:endParaRPr lang="zh-CN" sz="12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l"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视力衰退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l"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需求：大字体界面、一键操作。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" name="TextBox 65"/>
          <p:cNvSpPr txBox="1"/>
          <p:nvPr>
            <p:custDataLst>
              <p:tags r:id="rId27"/>
            </p:custDataLst>
          </p:nvPr>
        </p:nvSpPr>
        <p:spPr>
          <a:xfrm>
            <a:off x="300533" y="2199665"/>
            <a:ext cx="1759833" cy="11074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eaLnBrk="1" hangingPunct="1">
              <a:lnSpc>
                <a:spcPct val="150000"/>
              </a:lnSpc>
            </a:pPr>
            <a:r>
              <a:rPr lang="zh-CN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视障人群</a:t>
            </a:r>
            <a:endParaRPr lang="zh-CN" sz="12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indent="0" algn="l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依赖听觉获取屏幕信息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171450" indent="-171450" algn="l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需求：语音清晰、识别准确、操作简单。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351520" y="183515"/>
            <a:ext cx="1115695" cy="556895"/>
          </a:xfrm>
          <a:prstGeom prst="rect">
            <a:avLst/>
          </a:prstGeom>
        </p:spPr>
      </p:pic>
      <p:sp>
        <p:nvSpPr>
          <p:cNvPr id="41" name="文本框 40"/>
          <p:cNvSpPr txBox="1"/>
          <p:nvPr userDrawn="1"/>
        </p:nvSpPr>
        <p:spPr>
          <a:xfrm>
            <a:off x="909320" y="241300"/>
            <a:ext cx="3213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>
                <a:solidFill>
                  <a:schemeClr val="bg1"/>
                </a:solidFill>
              </a:rPr>
              <a:t>用户画像与需求分析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857375" y="923868"/>
            <a:ext cx="3119120" cy="398780"/>
            <a:chOff x="1868930" y="4032828"/>
            <a:chExt cx="3119120" cy="398780"/>
          </a:xfrm>
        </p:grpSpPr>
        <p:grpSp>
          <p:nvGrpSpPr>
            <p:cNvPr id="54" name="组合 53"/>
            <p:cNvGrpSpPr/>
            <p:nvPr/>
          </p:nvGrpSpPr>
          <p:grpSpPr>
            <a:xfrm>
              <a:off x="1868930" y="4098093"/>
              <a:ext cx="417263" cy="228018"/>
              <a:chOff x="1868930" y="4098093"/>
              <a:chExt cx="417263" cy="228018"/>
            </a:xfrm>
          </p:grpSpPr>
          <p:sp>
            <p:nvSpPr>
              <p:cNvPr id="55" name="燕尾形 54"/>
              <p:cNvSpPr/>
              <p:nvPr/>
            </p:nvSpPr>
            <p:spPr>
              <a:xfrm>
                <a:off x="1868930" y="4098093"/>
                <a:ext cx="228018" cy="228018"/>
              </a:xfrm>
              <a:prstGeom prst="chevron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6" name="燕尾形 55"/>
              <p:cNvSpPr/>
              <p:nvPr/>
            </p:nvSpPr>
            <p:spPr>
              <a:xfrm>
                <a:off x="2058175" y="4098093"/>
                <a:ext cx="228018" cy="228018"/>
              </a:xfrm>
              <a:prstGeom prst="chevron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7" name="TextBox 36"/>
            <p:cNvSpPr txBox="1"/>
            <p:nvPr/>
          </p:nvSpPr>
          <p:spPr>
            <a:xfrm>
              <a:off x="2566795" y="4032828"/>
              <a:ext cx="2421255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用户画像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1520" y="183515"/>
            <a:ext cx="3652520" cy="556895"/>
          </a:xfrm>
          <a:prstGeom prst="rect">
            <a:avLst/>
          </a:prstGeom>
        </p:spPr>
      </p:pic>
      <p:graphicFrame>
        <p:nvGraphicFramePr>
          <p:cNvPr id="11" name="表格 10"/>
          <p:cNvGraphicFramePr/>
          <p:nvPr>
            <p:custDataLst>
              <p:tags r:id="rId2"/>
            </p:custDataLst>
          </p:nvPr>
        </p:nvGraphicFramePr>
        <p:xfrm>
          <a:off x="1022985" y="1604010"/>
          <a:ext cx="6891020" cy="2843530"/>
        </p:xfrm>
        <a:graphic>
          <a:graphicData uri="http://schemas.openxmlformats.org/drawingml/2006/table">
            <a:tbl>
              <a:tblPr/>
              <a:tblGrid>
                <a:gridCol w="1130300"/>
                <a:gridCol w="4956175"/>
                <a:gridCol w="804545"/>
              </a:tblGrid>
              <a:tr h="405130"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 b="1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模块</a:t>
                      </a:r>
                      <a:endParaRPr lang="zh-CN" altLang="en-US" sz="1400" b="1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974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 b="1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问题内容</a:t>
                      </a:r>
                      <a:endParaRPr lang="zh-CN" altLang="en-US" sz="1400" b="1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974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 b="1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题型</a:t>
                      </a:r>
                      <a:endParaRPr lang="zh-CN" altLang="en-US" sz="1400" b="1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974D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基本信息</a:t>
                      </a:r>
                      <a:endParaRPr lang="zh-CN" altLang="en-US" sz="1400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974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年龄、职业、日常使用电子设备时长、是否有实力或听力障碍</a:t>
                      </a:r>
                      <a:endParaRPr lang="zh-CN" altLang="en-US" sz="1400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E774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单选</a:t>
                      </a:r>
                      <a:endParaRPr lang="zh-CN" altLang="en-US" sz="1400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E774E"/>
                    </a:solidFill>
                  </a:tcPr>
                </a:tc>
              </a:tr>
              <a:tr h="483870"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使用场景</a:t>
                      </a:r>
                      <a:endParaRPr lang="zh-CN" altLang="en-US" sz="1400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974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需要文本配音的场景，如阅读、游戏、办公、学习、其他</a:t>
                      </a:r>
                      <a:endParaRPr lang="zh-CN" altLang="en-US" sz="1400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E774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多选</a:t>
                      </a:r>
                      <a:endParaRPr lang="zh-CN" altLang="en-US" sz="1400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E774E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功能需求</a:t>
                      </a:r>
                      <a:endParaRPr lang="zh-CN" altLang="en-US" sz="1400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974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最需要的功能，如区域识别、实时捕获、多音色、情绪识别、智能回复、其他</a:t>
                      </a:r>
                      <a:endParaRPr lang="zh-CN" altLang="en-US" sz="1400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E774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多选</a:t>
                      </a:r>
                      <a:endParaRPr lang="zh-CN" altLang="en-US" sz="1400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E774E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体验需求</a:t>
                      </a:r>
                      <a:endParaRPr lang="zh-CN" altLang="en-US" sz="1400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974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能接受的延迟、能否接受开源模型、对付费的意愿与期望区间</a:t>
                      </a:r>
                      <a:endParaRPr lang="zh-CN" altLang="en-US" sz="1400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E774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单选、开放</a:t>
                      </a:r>
                      <a:endParaRPr lang="zh-CN" altLang="en-US" sz="1400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E774E"/>
                    </a:solidFill>
                  </a:tcPr>
                </a:tc>
              </a:tr>
              <a:tr h="426720"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反馈建议</a:t>
                      </a:r>
                      <a:endParaRPr lang="zh-CN" altLang="en-US" sz="1400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974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对屏幕配音工具的其他需求</a:t>
                      </a:r>
                      <a:endParaRPr lang="zh-CN" altLang="en-US" sz="1400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E774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开放</a:t>
                      </a:r>
                      <a:endParaRPr lang="zh-CN" altLang="en-US" sz="1400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E774E"/>
                    </a:solidFill>
                  </a:tcPr>
                </a:tc>
              </a:tr>
            </a:tbl>
          </a:graphicData>
        </a:graphic>
      </p:graphicFrame>
      <p:sp>
        <p:nvSpPr>
          <p:cNvPr id="15" name="文本框 14"/>
          <p:cNvSpPr txBox="1"/>
          <p:nvPr userDrawn="1"/>
        </p:nvSpPr>
        <p:spPr>
          <a:xfrm>
            <a:off x="909320" y="241300"/>
            <a:ext cx="3213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>
                <a:solidFill>
                  <a:schemeClr val="bg1"/>
                </a:solidFill>
              </a:rPr>
              <a:t>用户画像与需求分析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857375" y="923868"/>
            <a:ext cx="3119120" cy="398780"/>
            <a:chOff x="1868930" y="4032828"/>
            <a:chExt cx="3119120" cy="398780"/>
          </a:xfrm>
        </p:grpSpPr>
        <p:grpSp>
          <p:nvGrpSpPr>
            <p:cNvPr id="54" name="组合 53"/>
            <p:cNvGrpSpPr/>
            <p:nvPr/>
          </p:nvGrpSpPr>
          <p:grpSpPr>
            <a:xfrm>
              <a:off x="1868930" y="4098093"/>
              <a:ext cx="417263" cy="228018"/>
              <a:chOff x="1868930" y="4098093"/>
              <a:chExt cx="417263" cy="228018"/>
            </a:xfrm>
          </p:grpSpPr>
          <p:sp>
            <p:nvSpPr>
              <p:cNvPr id="55" name="燕尾形 54"/>
              <p:cNvSpPr/>
              <p:nvPr/>
            </p:nvSpPr>
            <p:spPr>
              <a:xfrm>
                <a:off x="1868930" y="4098093"/>
                <a:ext cx="228018" cy="228018"/>
              </a:xfrm>
              <a:prstGeom prst="chevron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6" name="燕尾形 55"/>
              <p:cNvSpPr/>
              <p:nvPr/>
            </p:nvSpPr>
            <p:spPr>
              <a:xfrm>
                <a:off x="2058175" y="4098093"/>
                <a:ext cx="228018" cy="228018"/>
              </a:xfrm>
              <a:prstGeom prst="chevron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7" name="TextBox 36"/>
            <p:cNvSpPr txBox="1"/>
            <p:nvPr/>
          </p:nvSpPr>
          <p:spPr>
            <a:xfrm>
              <a:off x="2566795" y="4032828"/>
              <a:ext cx="2421255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调查问卷设计表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3" name="组合 52"/>
          <p:cNvGrpSpPr/>
          <p:nvPr/>
        </p:nvGrpSpPr>
        <p:grpSpPr>
          <a:xfrm>
            <a:off x="857375" y="923868"/>
            <a:ext cx="2017395" cy="398780"/>
            <a:chOff x="1868930" y="4032828"/>
            <a:chExt cx="2017395" cy="398780"/>
          </a:xfrm>
        </p:grpSpPr>
        <p:grpSp>
          <p:nvGrpSpPr>
            <p:cNvPr id="54" name="组合 53"/>
            <p:cNvGrpSpPr/>
            <p:nvPr/>
          </p:nvGrpSpPr>
          <p:grpSpPr>
            <a:xfrm>
              <a:off x="1868930" y="4098093"/>
              <a:ext cx="417263" cy="228018"/>
              <a:chOff x="1868930" y="4098093"/>
              <a:chExt cx="417263" cy="228018"/>
            </a:xfrm>
          </p:grpSpPr>
          <p:sp>
            <p:nvSpPr>
              <p:cNvPr id="55" name="燕尾形 54"/>
              <p:cNvSpPr/>
              <p:nvPr/>
            </p:nvSpPr>
            <p:spPr>
              <a:xfrm>
                <a:off x="1868930" y="4098093"/>
                <a:ext cx="228018" cy="228018"/>
              </a:xfrm>
              <a:prstGeom prst="chevron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6" name="燕尾形 55"/>
              <p:cNvSpPr/>
              <p:nvPr/>
            </p:nvSpPr>
            <p:spPr>
              <a:xfrm>
                <a:off x="2058175" y="4098093"/>
                <a:ext cx="228018" cy="228018"/>
              </a:xfrm>
              <a:prstGeom prst="chevron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7" name="TextBox 36"/>
            <p:cNvSpPr txBox="1"/>
            <p:nvPr/>
          </p:nvSpPr>
          <p:spPr>
            <a:xfrm>
              <a:off x="2566795" y="4032828"/>
              <a:ext cx="131953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调研方案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8" name="Group 29"/>
          <p:cNvGrpSpPr/>
          <p:nvPr>
            <p:custDataLst>
              <p:tags r:id="rId1"/>
            </p:custDataLst>
          </p:nvPr>
        </p:nvGrpSpPr>
        <p:grpSpPr>
          <a:xfrm>
            <a:off x="889635" y="1397000"/>
            <a:ext cx="6968490" cy="629285"/>
            <a:chOff x="648100" y="3562350"/>
            <a:chExt cx="3771500" cy="914400"/>
          </a:xfrm>
        </p:grpSpPr>
        <p:sp>
          <p:nvSpPr>
            <p:cNvPr id="33" name="Rectangle 30"/>
            <p:cNvSpPr/>
            <p:nvPr>
              <p:custDataLst>
                <p:tags r:id="rId2"/>
              </p:custDataLst>
            </p:nvPr>
          </p:nvSpPr>
          <p:spPr>
            <a:xfrm>
              <a:off x="800500" y="3562350"/>
              <a:ext cx="3619100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6" name="Rectangle 31"/>
            <p:cNvSpPr/>
            <p:nvPr>
              <p:custDataLst>
                <p:tags r:id="rId3"/>
              </p:custDataLst>
            </p:nvPr>
          </p:nvSpPr>
          <p:spPr>
            <a:xfrm>
              <a:off x="648100" y="3562350"/>
              <a:ext cx="152400" cy="9144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2" name="Group 32"/>
          <p:cNvGrpSpPr/>
          <p:nvPr>
            <p:custDataLst>
              <p:tags r:id="rId4"/>
            </p:custDataLst>
          </p:nvPr>
        </p:nvGrpSpPr>
        <p:grpSpPr>
          <a:xfrm>
            <a:off x="889635" y="2104390"/>
            <a:ext cx="6968490" cy="607695"/>
            <a:chOff x="648100" y="3562350"/>
            <a:chExt cx="3771500" cy="914400"/>
          </a:xfrm>
        </p:grpSpPr>
        <p:sp>
          <p:nvSpPr>
            <p:cNvPr id="43" name="Rectangle 33"/>
            <p:cNvSpPr/>
            <p:nvPr>
              <p:custDataLst>
                <p:tags r:id="rId5"/>
              </p:custDataLst>
            </p:nvPr>
          </p:nvSpPr>
          <p:spPr>
            <a:xfrm>
              <a:off x="800500" y="3562350"/>
              <a:ext cx="3619100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4" name="Rectangle 34"/>
            <p:cNvSpPr/>
            <p:nvPr>
              <p:custDataLst>
                <p:tags r:id="rId6"/>
              </p:custDataLst>
            </p:nvPr>
          </p:nvSpPr>
          <p:spPr>
            <a:xfrm>
              <a:off x="648100" y="3562350"/>
              <a:ext cx="15240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5" name="Group 35"/>
          <p:cNvGrpSpPr/>
          <p:nvPr>
            <p:custDataLst>
              <p:tags r:id="rId7"/>
            </p:custDataLst>
          </p:nvPr>
        </p:nvGrpSpPr>
        <p:grpSpPr>
          <a:xfrm>
            <a:off x="889635" y="2775585"/>
            <a:ext cx="6968490" cy="687705"/>
            <a:chOff x="648100" y="3562350"/>
            <a:chExt cx="3771500" cy="914400"/>
          </a:xfrm>
        </p:grpSpPr>
        <p:sp>
          <p:nvSpPr>
            <p:cNvPr id="46" name="Rectangle 36"/>
            <p:cNvSpPr/>
            <p:nvPr>
              <p:custDataLst>
                <p:tags r:id="rId8"/>
              </p:custDataLst>
            </p:nvPr>
          </p:nvSpPr>
          <p:spPr>
            <a:xfrm>
              <a:off x="800500" y="3562350"/>
              <a:ext cx="3619100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8" name="Rectangle 37"/>
            <p:cNvSpPr/>
            <p:nvPr>
              <p:custDataLst>
                <p:tags r:id="rId9"/>
              </p:custDataLst>
            </p:nvPr>
          </p:nvSpPr>
          <p:spPr>
            <a:xfrm>
              <a:off x="648100" y="3562350"/>
              <a:ext cx="15240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9" name="TextBox 38"/>
          <p:cNvSpPr txBox="1"/>
          <p:nvPr>
            <p:custDataLst>
              <p:tags r:id="rId10"/>
            </p:custDataLst>
          </p:nvPr>
        </p:nvSpPr>
        <p:spPr>
          <a:xfrm>
            <a:off x="1274445" y="1599565"/>
            <a:ext cx="6296660" cy="5715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lnSpc>
                <a:spcPct val="120000"/>
              </a:lnSpc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调研对象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：核心用户与次要用户，样本量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100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份左右。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0" name="TextBox 39"/>
          <p:cNvSpPr txBox="1"/>
          <p:nvPr>
            <p:custDataLst>
              <p:tags r:id="rId11"/>
            </p:custDataLst>
          </p:nvPr>
        </p:nvSpPr>
        <p:spPr>
          <a:xfrm>
            <a:off x="1274445" y="2216150"/>
            <a:ext cx="6237605" cy="3695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lnSpc>
                <a:spcPct val="120000"/>
              </a:lnSpc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调研方式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：线上问卷、线下访谈。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" name="TextBox 40"/>
          <p:cNvSpPr txBox="1"/>
          <p:nvPr>
            <p:custDataLst>
              <p:tags r:id="rId12"/>
            </p:custDataLst>
          </p:nvPr>
        </p:nvSpPr>
        <p:spPr>
          <a:xfrm>
            <a:off x="1273810" y="2900045"/>
            <a:ext cx="6238240" cy="4533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lnSpc>
                <a:spcPct val="120000"/>
              </a:lnSpc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调研流程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：发放问卷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→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回收筛选有效问卷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→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数据统计分析；对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5~10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名核心用户深入访谈，挖掘隐性需求；输出用户调研报告，指导功能开发。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61" name="Group 29"/>
          <p:cNvGrpSpPr/>
          <p:nvPr>
            <p:custDataLst>
              <p:tags r:id="rId13"/>
            </p:custDataLst>
          </p:nvPr>
        </p:nvGrpSpPr>
        <p:grpSpPr>
          <a:xfrm>
            <a:off x="889635" y="3520440"/>
            <a:ext cx="6968490" cy="629285"/>
            <a:chOff x="648100" y="3562350"/>
            <a:chExt cx="3771500" cy="914400"/>
          </a:xfrm>
        </p:grpSpPr>
        <p:sp>
          <p:nvSpPr>
            <p:cNvPr id="62" name="Rectangle 30"/>
            <p:cNvSpPr/>
            <p:nvPr>
              <p:custDataLst>
                <p:tags r:id="rId14"/>
              </p:custDataLst>
            </p:nvPr>
          </p:nvSpPr>
          <p:spPr>
            <a:xfrm>
              <a:off x="800500" y="3562350"/>
              <a:ext cx="3619100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3" name="Rectangle 31"/>
            <p:cNvSpPr/>
            <p:nvPr>
              <p:custDataLst>
                <p:tags r:id="rId15"/>
              </p:custDataLst>
            </p:nvPr>
          </p:nvSpPr>
          <p:spPr>
            <a:xfrm>
              <a:off x="648100" y="3562350"/>
              <a:ext cx="152400" cy="9144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64" name="Group 32"/>
          <p:cNvGrpSpPr/>
          <p:nvPr>
            <p:custDataLst>
              <p:tags r:id="rId16"/>
            </p:custDataLst>
          </p:nvPr>
        </p:nvGrpSpPr>
        <p:grpSpPr>
          <a:xfrm>
            <a:off x="889635" y="4227830"/>
            <a:ext cx="6968490" cy="607695"/>
            <a:chOff x="648100" y="3562350"/>
            <a:chExt cx="3771500" cy="914400"/>
          </a:xfrm>
        </p:grpSpPr>
        <p:sp>
          <p:nvSpPr>
            <p:cNvPr id="65" name="Rectangle 33"/>
            <p:cNvSpPr/>
            <p:nvPr>
              <p:custDataLst>
                <p:tags r:id="rId17"/>
              </p:custDataLst>
            </p:nvPr>
          </p:nvSpPr>
          <p:spPr>
            <a:xfrm>
              <a:off x="800500" y="3562350"/>
              <a:ext cx="3619100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6" name="Rectangle 34"/>
            <p:cNvSpPr/>
            <p:nvPr>
              <p:custDataLst>
                <p:tags r:id="rId18"/>
              </p:custDataLst>
            </p:nvPr>
          </p:nvSpPr>
          <p:spPr>
            <a:xfrm>
              <a:off x="648100" y="3562350"/>
              <a:ext cx="15240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70" name="TextBox 38"/>
          <p:cNvSpPr txBox="1"/>
          <p:nvPr>
            <p:custDataLst>
              <p:tags r:id="rId19"/>
            </p:custDataLst>
          </p:nvPr>
        </p:nvSpPr>
        <p:spPr>
          <a:xfrm>
            <a:off x="1274445" y="3723005"/>
            <a:ext cx="6296660" cy="5715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结合项目特性，对项目进行可行性分析，形成报告。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1" name="TextBox 39"/>
          <p:cNvSpPr txBox="1"/>
          <p:nvPr>
            <p:custDataLst>
              <p:tags r:id="rId20"/>
            </p:custDataLst>
          </p:nvPr>
        </p:nvSpPr>
        <p:spPr>
          <a:xfrm>
            <a:off x="1274445" y="4339590"/>
            <a:ext cx="6237605" cy="3695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分析市场可行性，要给出用户需求调查表及调查方案。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909320" y="241300"/>
            <a:ext cx="3213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用户画像与需求分析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 userDrawn="1"/>
        </p:nvSpPr>
        <p:spPr>
          <a:xfrm>
            <a:off x="909320" y="241300"/>
            <a:ext cx="3213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用户画像与需求分析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1520" y="183515"/>
            <a:ext cx="3652520" cy="556895"/>
          </a:xfrm>
          <a:prstGeom prst="rect">
            <a:avLst/>
          </a:prstGeom>
        </p:spPr>
      </p:pic>
      <p:grpSp>
        <p:nvGrpSpPr>
          <p:cNvPr id="53" name="组合 52"/>
          <p:cNvGrpSpPr/>
          <p:nvPr/>
        </p:nvGrpSpPr>
        <p:grpSpPr>
          <a:xfrm>
            <a:off x="857375" y="923868"/>
            <a:ext cx="2634615" cy="398780"/>
            <a:chOff x="1868930" y="4032828"/>
            <a:chExt cx="2634615" cy="398780"/>
          </a:xfrm>
        </p:grpSpPr>
        <p:grpSp>
          <p:nvGrpSpPr>
            <p:cNvPr id="54" name="组合 53"/>
            <p:cNvGrpSpPr/>
            <p:nvPr/>
          </p:nvGrpSpPr>
          <p:grpSpPr>
            <a:xfrm>
              <a:off x="1868930" y="4098093"/>
              <a:ext cx="417263" cy="228018"/>
              <a:chOff x="1868930" y="4098093"/>
              <a:chExt cx="417263" cy="228018"/>
            </a:xfrm>
          </p:grpSpPr>
          <p:sp>
            <p:nvSpPr>
              <p:cNvPr id="55" name="燕尾形 54"/>
              <p:cNvSpPr/>
              <p:nvPr/>
            </p:nvSpPr>
            <p:spPr>
              <a:xfrm>
                <a:off x="1868930" y="4098093"/>
                <a:ext cx="228018" cy="228018"/>
              </a:xfrm>
              <a:prstGeom prst="chevron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6" name="燕尾形 55"/>
              <p:cNvSpPr/>
              <p:nvPr/>
            </p:nvSpPr>
            <p:spPr>
              <a:xfrm>
                <a:off x="2058175" y="4098093"/>
                <a:ext cx="228018" cy="228018"/>
              </a:xfrm>
              <a:prstGeom prst="chevron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7" name="TextBox 36"/>
            <p:cNvSpPr txBox="1"/>
            <p:nvPr/>
          </p:nvSpPr>
          <p:spPr>
            <a:xfrm>
              <a:off x="2566795" y="4032828"/>
              <a:ext cx="193675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需求调查表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1200150" y="1854200"/>
          <a:ext cx="6929120" cy="2304415"/>
        </p:xfrm>
        <a:graphic>
          <a:graphicData uri="http://schemas.openxmlformats.org/drawingml/2006/table">
            <a:tbl>
              <a:tblPr/>
              <a:tblGrid>
                <a:gridCol w="2524760"/>
                <a:gridCol w="4404360"/>
              </a:tblGrid>
              <a:tr h="587375"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600" b="1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问题</a:t>
                      </a:r>
                      <a:endParaRPr lang="zh-CN" altLang="en-US" sz="1600" b="1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974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600" b="1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选项</a:t>
                      </a:r>
                      <a:endParaRPr lang="zh-CN" altLang="en-US" sz="1600" b="1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974D"/>
                    </a:solidFill>
                  </a:tcPr>
                </a:tc>
              </a:tr>
              <a:tr h="572770"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配音功能主要使用场景</a:t>
                      </a:r>
                      <a:endParaRPr lang="zh-CN" altLang="en-US" sz="1600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E774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电子书、游戏、办公、学习、其他</a:t>
                      </a:r>
                      <a:endParaRPr lang="zh-CN" altLang="en-US" sz="1600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E774E"/>
                    </a:solidFill>
                  </a:tcPr>
                </a:tc>
              </a:tr>
              <a:tr h="572135"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最需要的功能</a:t>
                      </a:r>
                      <a:endParaRPr lang="zh-CN" altLang="en-US" sz="1600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E774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区域识别、实时捕获、多音色、情绪识别、智能回复、其他</a:t>
                      </a:r>
                      <a:endParaRPr lang="zh-CN" altLang="en-US" sz="1600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E774E"/>
                    </a:solidFill>
                  </a:tcPr>
                </a:tc>
              </a:tr>
              <a:tr h="572135"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使用偏好</a:t>
                      </a:r>
                      <a:endParaRPr lang="zh-CN" altLang="en-US" sz="1600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E774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一键启动默认配置、使用快捷键操作</a:t>
                      </a:r>
                      <a:endParaRPr lang="zh-CN" altLang="en-US" sz="1600">
                        <a:solidFill>
                          <a:schemeClr val="bg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9525" anchor="t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E774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3" name="组合 52"/>
          <p:cNvGrpSpPr/>
          <p:nvPr/>
        </p:nvGrpSpPr>
        <p:grpSpPr>
          <a:xfrm>
            <a:off x="857375" y="923868"/>
            <a:ext cx="2017395" cy="398780"/>
            <a:chOff x="1868930" y="4032828"/>
            <a:chExt cx="2017395" cy="398780"/>
          </a:xfrm>
        </p:grpSpPr>
        <p:grpSp>
          <p:nvGrpSpPr>
            <p:cNvPr id="54" name="组合 53"/>
            <p:cNvGrpSpPr/>
            <p:nvPr/>
          </p:nvGrpSpPr>
          <p:grpSpPr>
            <a:xfrm>
              <a:off x="1868930" y="4098093"/>
              <a:ext cx="417263" cy="228018"/>
              <a:chOff x="1868930" y="4098093"/>
              <a:chExt cx="417263" cy="228018"/>
            </a:xfrm>
          </p:grpSpPr>
          <p:sp>
            <p:nvSpPr>
              <p:cNvPr id="55" name="燕尾形 54"/>
              <p:cNvSpPr/>
              <p:nvPr/>
            </p:nvSpPr>
            <p:spPr>
              <a:xfrm>
                <a:off x="1868930" y="4098093"/>
                <a:ext cx="228018" cy="228018"/>
              </a:xfrm>
              <a:prstGeom prst="chevron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6" name="燕尾形 55"/>
              <p:cNvSpPr/>
              <p:nvPr/>
            </p:nvSpPr>
            <p:spPr>
              <a:xfrm>
                <a:off x="2058175" y="4098093"/>
                <a:ext cx="228018" cy="228018"/>
              </a:xfrm>
              <a:prstGeom prst="chevron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7" name="TextBox 36"/>
            <p:cNvSpPr txBox="1"/>
            <p:nvPr/>
          </p:nvSpPr>
          <p:spPr>
            <a:xfrm>
              <a:off x="2566795" y="4032828"/>
              <a:ext cx="131953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调查方案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8" name="Group 29"/>
          <p:cNvGrpSpPr/>
          <p:nvPr>
            <p:custDataLst>
              <p:tags r:id="rId1"/>
            </p:custDataLst>
          </p:nvPr>
        </p:nvGrpSpPr>
        <p:grpSpPr>
          <a:xfrm>
            <a:off x="1529715" y="1776730"/>
            <a:ext cx="6053455" cy="629285"/>
            <a:chOff x="648100" y="3562350"/>
            <a:chExt cx="3771500" cy="914400"/>
          </a:xfrm>
        </p:grpSpPr>
        <p:sp>
          <p:nvSpPr>
            <p:cNvPr id="33" name="Rectangle 30"/>
            <p:cNvSpPr/>
            <p:nvPr>
              <p:custDataLst>
                <p:tags r:id="rId2"/>
              </p:custDataLst>
            </p:nvPr>
          </p:nvSpPr>
          <p:spPr>
            <a:xfrm>
              <a:off x="800500" y="3562350"/>
              <a:ext cx="3619100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6" name="Rectangle 31"/>
            <p:cNvSpPr/>
            <p:nvPr>
              <p:custDataLst>
                <p:tags r:id="rId3"/>
              </p:custDataLst>
            </p:nvPr>
          </p:nvSpPr>
          <p:spPr>
            <a:xfrm>
              <a:off x="648100" y="3562350"/>
              <a:ext cx="152400" cy="9144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2" name="Group 32"/>
          <p:cNvGrpSpPr/>
          <p:nvPr>
            <p:custDataLst>
              <p:tags r:id="rId4"/>
            </p:custDataLst>
          </p:nvPr>
        </p:nvGrpSpPr>
        <p:grpSpPr>
          <a:xfrm>
            <a:off x="1529715" y="2484120"/>
            <a:ext cx="6053455" cy="607695"/>
            <a:chOff x="648100" y="3562350"/>
            <a:chExt cx="3771500" cy="914400"/>
          </a:xfrm>
        </p:grpSpPr>
        <p:sp>
          <p:nvSpPr>
            <p:cNvPr id="43" name="Rectangle 33"/>
            <p:cNvSpPr/>
            <p:nvPr>
              <p:custDataLst>
                <p:tags r:id="rId5"/>
              </p:custDataLst>
            </p:nvPr>
          </p:nvSpPr>
          <p:spPr>
            <a:xfrm>
              <a:off x="800500" y="3562350"/>
              <a:ext cx="3619100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4" name="Rectangle 34"/>
            <p:cNvSpPr/>
            <p:nvPr>
              <p:custDataLst>
                <p:tags r:id="rId6"/>
              </p:custDataLst>
            </p:nvPr>
          </p:nvSpPr>
          <p:spPr>
            <a:xfrm>
              <a:off x="648100" y="3562350"/>
              <a:ext cx="15240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5" name="Group 35"/>
          <p:cNvGrpSpPr/>
          <p:nvPr>
            <p:custDataLst>
              <p:tags r:id="rId7"/>
            </p:custDataLst>
          </p:nvPr>
        </p:nvGrpSpPr>
        <p:grpSpPr>
          <a:xfrm>
            <a:off x="1529715" y="3155315"/>
            <a:ext cx="6053455" cy="687705"/>
            <a:chOff x="648100" y="3562350"/>
            <a:chExt cx="3771500" cy="914400"/>
          </a:xfrm>
        </p:grpSpPr>
        <p:sp>
          <p:nvSpPr>
            <p:cNvPr id="46" name="Rectangle 36"/>
            <p:cNvSpPr/>
            <p:nvPr>
              <p:custDataLst>
                <p:tags r:id="rId8"/>
              </p:custDataLst>
            </p:nvPr>
          </p:nvSpPr>
          <p:spPr>
            <a:xfrm>
              <a:off x="800500" y="3562350"/>
              <a:ext cx="3619100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8" name="Rectangle 37"/>
            <p:cNvSpPr/>
            <p:nvPr>
              <p:custDataLst>
                <p:tags r:id="rId9"/>
              </p:custDataLst>
            </p:nvPr>
          </p:nvSpPr>
          <p:spPr>
            <a:xfrm>
              <a:off x="648100" y="3562350"/>
              <a:ext cx="15240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9" name="TextBox 38"/>
          <p:cNvSpPr txBox="1"/>
          <p:nvPr>
            <p:custDataLst>
              <p:tags r:id="rId10"/>
            </p:custDataLst>
          </p:nvPr>
        </p:nvSpPr>
        <p:spPr>
          <a:xfrm>
            <a:off x="1914525" y="1979295"/>
            <a:ext cx="5469890" cy="5715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lnSpc>
                <a:spcPct val="120000"/>
              </a:lnSpc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调研对象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：游戏玩家、电子书读者、无障碍需求用户。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0" name="TextBox 39"/>
          <p:cNvSpPr txBox="1"/>
          <p:nvPr>
            <p:custDataLst>
              <p:tags r:id="rId11"/>
            </p:custDataLst>
          </p:nvPr>
        </p:nvSpPr>
        <p:spPr>
          <a:xfrm>
            <a:off x="1914525" y="2595880"/>
            <a:ext cx="5418455" cy="3695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lnSpc>
                <a:spcPct val="120000"/>
              </a:lnSpc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调研方式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：线上问卷、线下访谈。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" name="TextBox 40"/>
          <p:cNvSpPr txBox="1"/>
          <p:nvPr>
            <p:custDataLst>
              <p:tags r:id="rId12"/>
            </p:custDataLst>
          </p:nvPr>
        </p:nvSpPr>
        <p:spPr>
          <a:xfrm>
            <a:off x="1913890" y="3279775"/>
            <a:ext cx="5419090" cy="4533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lnSpc>
                <a:spcPct val="120000"/>
              </a:lnSpc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调研结果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：收集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100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份左右调查问卷，输出用户调研报告。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909320" y="241300"/>
            <a:ext cx="3213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用户画像与需求分析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810" y="-13970"/>
            <a:ext cx="9152255" cy="517144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1529864" y="1312900"/>
            <a:ext cx="6082197" cy="1881927"/>
            <a:chOff x="322" y="1348"/>
            <a:chExt cx="13112" cy="4156"/>
          </a:xfrm>
        </p:grpSpPr>
        <p:grpSp>
          <p:nvGrpSpPr>
            <p:cNvPr id="12" name="组合 11"/>
            <p:cNvGrpSpPr/>
            <p:nvPr/>
          </p:nvGrpSpPr>
          <p:grpSpPr>
            <a:xfrm>
              <a:off x="5543" y="1348"/>
              <a:ext cx="2783" cy="2290"/>
              <a:chOff x="1010522" y="1576941"/>
              <a:chExt cx="711868" cy="585688"/>
            </a:xfrm>
          </p:grpSpPr>
          <p:sp>
            <p:nvSpPr>
              <p:cNvPr id="13" name="椭圆 12"/>
              <p:cNvSpPr/>
              <p:nvPr/>
            </p:nvSpPr>
            <p:spPr>
              <a:xfrm>
                <a:off x="1059543" y="1576941"/>
                <a:ext cx="585688" cy="585688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0"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p>
                <a:pPr algn="ctr"/>
                <a:endParaRPr lang="zh-CN" altLang="en-US" sz="3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1010522" y="1649751"/>
                <a:ext cx="711868" cy="46876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en-US" altLang="zh-CN" sz="4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03</a:t>
                </a:r>
                <a:endParaRPr lang="en-US" altLang="zh-CN" sz="4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322" y="3943"/>
              <a:ext cx="13112" cy="156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rtlCol="0" anchor="ctr" anchorCtr="0">
              <a:spAutoFit/>
            </a:bodyPr>
            <a:p>
              <a:pPr algn="ctr"/>
              <a:r>
                <a:rPr lang="zh-CN" altLang="en-US" sz="40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可行性分析与技术路线</a:t>
              </a:r>
              <a:endParaRPr lang="zh-CN" altLang="en-US" sz="40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 userDrawn="1"/>
        </p:nvSpPr>
        <p:spPr>
          <a:xfrm>
            <a:off x="909320" y="241300"/>
            <a:ext cx="3213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>
                <a:solidFill>
                  <a:schemeClr val="bg1"/>
                </a:solidFill>
              </a:rPr>
              <a:t>可行性分析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cxnSp>
        <p:nvCxnSpPr>
          <p:cNvPr id="17" name="直接连接符 16"/>
          <p:cNvCxnSpPr/>
          <p:nvPr/>
        </p:nvCxnSpPr>
        <p:spPr>
          <a:xfrm flipH="1">
            <a:off x="3088463" y="1894669"/>
            <a:ext cx="4850722" cy="0"/>
          </a:xfrm>
          <a:prstGeom prst="line">
            <a:avLst/>
          </a:prstGeom>
          <a:ln w="3175">
            <a:solidFill>
              <a:srgbClr val="4144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3828506" y="2764663"/>
            <a:ext cx="4110680" cy="0"/>
          </a:xfrm>
          <a:prstGeom prst="line">
            <a:avLst/>
          </a:prstGeom>
          <a:ln w="3175">
            <a:solidFill>
              <a:srgbClr val="4144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>
            <a:off x="2595660" y="3634656"/>
            <a:ext cx="5343525" cy="1270"/>
          </a:xfrm>
          <a:prstGeom prst="line">
            <a:avLst/>
          </a:prstGeom>
          <a:ln w="3175">
            <a:solidFill>
              <a:srgbClr val="4144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3088463" y="4504650"/>
            <a:ext cx="4850722" cy="0"/>
          </a:xfrm>
          <a:prstGeom prst="line">
            <a:avLst/>
          </a:prstGeom>
          <a:ln w="3175">
            <a:solidFill>
              <a:srgbClr val="4144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流程图: 决策 20"/>
          <p:cNvSpPr/>
          <p:nvPr/>
        </p:nvSpPr>
        <p:spPr>
          <a:xfrm>
            <a:off x="2322869" y="1764484"/>
            <a:ext cx="1237566" cy="1157384"/>
          </a:xfrm>
          <a:prstGeom prst="flowChartDecisi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 dirty="0">
              <a:cs typeface="+mn-ea"/>
              <a:sym typeface="+mn-lt"/>
            </a:endParaRPr>
          </a:p>
        </p:txBody>
      </p:sp>
      <p:sp>
        <p:nvSpPr>
          <p:cNvPr id="22" name="流程图: 决策 21"/>
          <p:cNvSpPr/>
          <p:nvPr/>
        </p:nvSpPr>
        <p:spPr>
          <a:xfrm>
            <a:off x="2165333" y="3054350"/>
            <a:ext cx="1503107" cy="1464289"/>
          </a:xfrm>
          <a:prstGeom prst="flowChartDecisi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 dirty="0">
              <a:cs typeface="+mn-ea"/>
              <a:sym typeface="+mn-lt"/>
            </a:endParaRPr>
          </a:p>
        </p:txBody>
      </p:sp>
      <p:sp>
        <p:nvSpPr>
          <p:cNvPr id="23" name="流程图: 决策 22"/>
          <p:cNvSpPr/>
          <p:nvPr/>
        </p:nvSpPr>
        <p:spPr>
          <a:xfrm>
            <a:off x="925761" y="2055295"/>
            <a:ext cx="1887623" cy="1838874"/>
          </a:xfrm>
          <a:prstGeom prst="flowChartDecisi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 dirty="0">
              <a:cs typeface="+mn-ea"/>
              <a:sym typeface="+mn-lt"/>
            </a:endParaRPr>
          </a:p>
        </p:txBody>
      </p:sp>
      <p:sp>
        <p:nvSpPr>
          <p:cNvPr id="24" name="流程图: 决策 23"/>
          <p:cNvSpPr/>
          <p:nvPr/>
        </p:nvSpPr>
        <p:spPr>
          <a:xfrm>
            <a:off x="3011090" y="2528918"/>
            <a:ext cx="1010690" cy="945209"/>
          </a:xfrm>
          <a:prstGeom prst="flowChartDecisi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500"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224220" y="1124887"/>
            <a:ext cx="4000729" cy="77025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30000"/>
              </a:lnSpc>
            </a:pPr>
            <a:r>
              <a:rPr 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市场可行性</a:t>
            </a:r>
            <a:endParaRPr lang="zh-CN" sz="16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全球有声书市场超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70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亿美元，呈增长趋势，且国内盲人游戏玩家占盲人总数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25%-30%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，游戏无障碍需求强烈，项目具有实际的项目可行空间。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828166" y="2010191"/>
            <a:ext cx="4000729" cy="77025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30000"/>
              </a:lnSpc>
            </a:pPr>
            <a:r>
              <a:rPr 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经济可行性</a:t>
            </a:r>
            <a:endParaRPr lang="zh-CN" sz="16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大模型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api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方面，使用优质模型需要开通付费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API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服务，预计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50~100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元。算力方面，本地设备部署开源模型，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元。调研采用线上问卷，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元。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964056" y="2862762"/>
            <a:ext cx="4000729" cy="77025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30000"/>
              </a:lnSpc>
            </a:pPr>
            <a:r>
              <a:rPr 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技术可行性</a:t>
            </a:r>
            <a:endParaRPr lang="zh-CN" sz="16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整个技术路线采用成熟稳定的现有技术框架与开发工具，技术实现路径清晰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，可顺利完成项目流程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668085" y="3554797"/>
            <a:ext cx="4000729" cy="94996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30000"/>
              </a:lnSpc>
            </a:pPr>
            <a:r>
              <a:rPr 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人员可行性</a:t>
            </a:r>
            <a:endParaRPr lang="zh-CN" sz="16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项目经理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文本转音频：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名；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	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前端开发：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名；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大模型接入与训练：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名；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		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屏幕识别开发：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名；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调研与测试：全员协助。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 userDrawn="1"/>
        </p:nvSpPr>
        <p:spPr>
          <a:xfrm>
            <a:off x="909320" y="241300"/>
            <a:ext cx="3213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>
                <a:solidFill>
                  <a:schemeClr val="bg1"/>
                </a:solidFill>
              </a:rPr>
              <a:t>技术路线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07" name="Freeform 21"/>
          <p:cNvSpPr/>
          <p:nvPr/>
        </p:nvSpPr>
        <p:spPr bwMode="auto">
          <a:xfrm>
            <a:off x="1952" y="1762827"/>
            <a:ext cx="7280517" cy="2393530"/>
          </a:xfrm>
          <a:custGeom>
            <a:avLst/>
            <a:gdLst>
              <a:gd name="T0" fmla="*/ 0 w 2828"/>
              <a:gd name="T1" fmla="*/ 856 h 1032"/>
              <a:gd name="T2" fmla="*/ 660 w 2828"/>
              <a:gd name="T3" fmla="*/ 540 h 1032"/>
              <a:gd name="T4" fmla="*/ 1232 w 2828"/>
              <a:gd name="T5" fmla="*/ 720 h 1032"/>
              <a:gd name="T6" fmla="*/ 1772 w 2828"/>
              <a:gd name="T7" fmla="*/ 320 h 1032"/>
              <a:gd name="T8" fmla="*/ 2315 w 2828"/>
              <a:gd name="T9" fmla="*/ 479 h 1032"/>
              <a:gd name="T10" fmla="*/ 2828 w 2828"/>
              <a:gd name="T11" fmla="*/ 0 h 1032"/>
              <a:gd name="connsiteX0" fmla="*/ 0 w 10000"/>
              <a:gd name="connsiteY0" fmla="*/ 8295 h 8580"/>
              <a:gd name="connsiteX1" fmla="*/ 2348 w 10000"/>
              <a:gd name="connsiteY1" fmla="*/ 3545 h 8580"/>
              <a:gd name="connsiteX2" fmla="*/ 4356 w 10000"/>
              <a:gd name="connsiteY2" fmla="*/ 6977 h 8580"/>
              <a:gd name="connsiteX3" fmla="*/ 6266 w 10000"/>
              <a:gd name="connsiteY3" fmla="*/ 3101 h 8580"/>
              <a:gd name="connsiteX4" fmla="*/ 8186 w 10000"/>
              <a:gd name="connsiteY4" fmla="*/ 4641 h 8580"/>
              <a:gd name="connsiteX5" fmla="*/ 10000 w 10000"/>
              <a:gd name="connsiteY5" fmla="*/ 0 h 8580"/>
              <a:gd name="connsiteX0-1" fmla="*/ 0 w 10000"/>
              <a:gd name="connsiteY0-2" fmla="*/ 9668 h 10374"/>
              <a:gd name="connsiteX1-3" fmla="*/ 2348 w 10000"/>
              <a:gd name="connsiteY1-4" fmla="*/ 4132 h 10374"/>
              <a:gd name="connsiteX2-5" fmla="*/ 4356 w 10000"/>
              <a:gd name="connsiteY2-6" fmla="*/ 10374 h 10374"/>
              <a:gd name="connsiteX3-7" fmla="*/ 6266 w 10000"/>
              <a:gd name="connsiteY3-8" fmla="*/ 3614 h 10374"/>
              <a:gd name="connsiteX4-9" fmla="*/ 8186 w 10000"/>
              <a:gd name="connsiteY4-10" fmla="*/ 5409 h 10374"/>
              <a:gd name="connsiteX5-11" fmla="*/ 10000 w 10000"/>
              <a:gd name="connsiteY5-12" fmla="*/ 0 h 10374"/>
              <a:gd name="connsiteX0-13" fmla="*/ 0 w 10000"/>
              <a:gd name="connsiteY0-14" fmla="*/ 9668 h 10376"/>
              <a:gd name="connsiteX1-15" fmla="*/ 2348 w 10000"/>
              <a:gd name="connsiteY1-16" fmla="*/ 4132 h 10376"/>
              <a:gd name="connsiteX2-17" fmla="*/ 4356 w 10000"/>
              <a:gd name="connsiteY2-18" fmla="*/ 10374 h 10376"/>
              <a:gd name="connsiteX3-19" fmla="*/ 5821 w 10000"/>
              <a:gd name="connsiteY3-20" fmla="*/ 3248 h 10376"/>
              <a:gd name="connsiteX4-21" fmla="*/ 8186 w 10000"/>
              <a:gd name="connsiteY4-22" fmla="*/ 5409 h 10376"/>
              <a:gd name="connsiteX5-23" fmla="*/ 10000 w 10000"/>
              <a:gd name="connsiteY5-24" fmla="*/ 0 h 10376"/>
              <a:gd name="connsiteX0-25" fmla="*/ 0 w 10000"/>
              <a:gd name="connsiteY0-26" fmla="*/ 9668 h 10376"/>
              <a:gd name="connsiteX1-27" fmla="*/ 2348 w 10000"/>
              <a:gd name="connsiteY1-28" fmla="*/ 4132 h 10376"/>
              <a:gd name="connsiteX2-29" fmla="*/ 4356 w 10000"/>
              <a:gd name="connsiteY2-30" fmla="*/ 10374 h 10376"/>
              <a:gd name="connsiteX3-31" fmla="*/ 5821 w 10000"/>
              <a:gd name="connsiteY3-32" fmla="*/ 3248 h 10376"/>
              <a:gd name="connsiteX4-33" fmla="*/ 8186 w 10000"/>
              <a:gd name="connsiteY4-34" fmla="*/ 5409 h 10376"/>
              <a:gd name="connsiteX5-35" fmla="*/ 10000 w 10000"/>
              <a:gd name="connsiteY5-36" fmla="*/ 0 h 10376"/>
              <a:gd name="connsiteX0-37" fmla="*/ 0 w 10000"/>
              <a:gd name="connsiteY0-38" fmla="*/ 9668 h 10376"/>
              <a:gd name="connsiteX1-39" fmla="*/ 2348 w 10000"/>
              <a:gd name="connsiteY1-40" fmla="*/ 4132 h 10376"/>
              <a:gd name="connsiteX2-41" fmla="*/ 4356 w 10000"/>
              <a:gd name="connsiteY2-42" fmla="*/ 10374 h 10376"/>
              <a:gd name="connsiteX3-43" fmla="*/ 5821 w 10000"/>
              <a:gd name="connsiteY3-44" fmla="*/ 3248 h 10376"/>
              <a:gd name="connsiteX4-45" fmla="*/ 8631 w 10000"/>
              <a:gd name="connsiteY4-46" fmla="*/ 7651 h 10376"/>
              <a:gd name="connsiteX5-47" fmla="*/ 10000 w 10000"/>
              <a:gd name="connsiteY5-48" fmla="*/ 0 h 10376"/>
              <a:gd name="connsiteX0-49" fmla="*/ 0 w 10000"/>
              <a:gd name="connsiteY0-50" fmla="*/ 9668 h 10376"/>
              <a:gd name="connsiteX1-51" fmla="*/ 2348 w 10000"/>
              <a:gd name="connsiteY1-52" fmla="*/ 4132 h 10376"/>
              <a:gd name="connsiteX2-53" fmla="*/ 4356 w 10000"/>
              <a:gd name="connsiteY2-54" fmla="*/ 10374 h 10376"/>
              <a:gd name="connsiteX3-55" fmla="*/ 5821 w 10000"/>
              <a:gd name="connsiteY3-56" fmla="*/ 3248 h 10376"/>
              <a:gd name="connsiteX4-57" fmla="*/ 8631 w 10000"/>
              <a:gd name="connsiteY4-58" fmla="*/ 7651 h 10376"/>
              <a:gd name="connsiteX5-59" fmla="*/ 10000 w 10000"/>
              <a:gd name="connsiteY5-60" fmla="*/ 0 h 10376"/>
              <a:gd name="connsiteX0-61" fmla="*/ 0 w 10000"/>
              <a:gd name="connsiteY0-62" fmla="*/ 9668 h 10395"/>
              <a:gd name="connsiteX1-63" fmla="*/ 2363 w 10000"/>
              <a:gd name="connsiteY1-64" fmla="*/ 5595 h 10395"/>
              <a:gd name="connsiteX2-65" fmla="*/ 4356 w 10000"/>
              <a:gd name="connsiteY2-66" fmla="*/ 10374 h 10395"/>
              <a:gd name="connsiteX3-67" fmla="*/ 5821 w 10000"/>
              <a:gd name="connsiteY3-68" fmla="*/ 3248 h 10395"/>
              <a:gd name="connsiteX4-69" fmla="*/ 8631 w 10000"/>
              <a:gd name="connsiteY4-70" fmla="*/ 7651 h 10395"/>
              <a:gd name="connsiteX5-71" fmla="*/ 10000 w 10000"/>
              <a:gd name="connsiteY5-72" fmla="*/ 0 h 10395"/>
              <a:gd name="connsiteX0-73" fmla="*/ 0 w 9911"/>
              <a:gd name="connsiteY0-74" fmla="*/ 6552 h 10397"/>
              <a:gd name="connsiteX1-75" fmla="*/ 2274 w 9911"/>
              <a:gd name="connsiteY1-76" fmla="*/ 5595 h 10397"/>
              <a:gd name="connsiteX2-77" fmla="*/ 4267 w 9911"/>
              <a:gd name="connsiteY2-78" fmla="*/ 10374 h 10397"/>
              <a:gd name="connsiteX3-79" fmla="*/ 5732 w 9911"/>
              <a:gd name="connsiteY3-80" fmla="*/ 3248 h 10397"/>
              <a:gd name="connsiteX4-81" fmla="*/ 8542 w 9911"/>
              <a:gd name="connsiteY4-82" fmla="*/ 7651 h 10397"/>
              <a:gd name="connsiteX5-83" fmla="*/ 9911 w 9911"/>
              <a:gd name="connsiteY5-84" fmla="*/ 0 h 10397"/>
              <a:gd name="connsiteX0-85" fmla="*/ 0 w 10000"/>
              <a:gd name="connsiteY0-86" fmla="*/ 6302 h 9983"/>
              <a:gd name="connsiteX1-87" fmla="*/ 2294 w 10000"/>
              <a:gd name="connsiteY1-88" fmla="*/ 5381 h 9983"/>
              <a:gd name="connsiteX2-89" fmla="*/ 4305 w 10000"/>
              <a:gd name="connsiteY2-90" fmla="*/ 9978 h 9983"/>
              <a:gd name="connsiteX3-91" fmla="*/ 6172 w 10000"/>
              <a:gd name="connsiteY3-92" fmla="*/ 4304 h 9983"/>
              <a:gd name="connsiteX4-93" fmla="*/ 8619 w 10000"/>
              <a:gd name="connsiteY4-94" fmla="*/ 7359 h 9983"/>
              <a:gd name="connsiteX5-95" fmla="*/ 10000 w 10000"/>
              <a:gd name="connsiteY5-96" fmla="*/ 0 h 9983"/>
              <a:gd name="connsiteX0-97" fmla="*/ 0 w 10000"/>
              <a:gd name="connsiteY0-98" fmla="*/ 6313 h 10000"/>
              <a:gd name="connsiteX1-99" fmla="*/ 2294 w 10000"/>
              <a:gd name="connsiteY1-100" fmla="*/ 5390 h 10000"/>
              <a:gd name="connsiteX2-101" fmla="*/ 4305 w 10000"/>
              <a:gd name="connsiteY2-102" fmla="*/ 9995 h 10000"/>
              <a:gd name="connsiteX3-103" fmla="*/ 6172 w 10000"/>
              <a:gd name="connsiteY3-104" fmla="*/ 4311 h 10000"/>
              <a:gd name="connsiteX4-105" fmla="*/ 8619 w 10000"/>
              <a:gd name="connsiteY4-106" fmla="*/ 7372 h 10000"/>
              <a:gd name="connsiteX5-107" fmla="*/ 10000 w 10000"/>
              <a:gd name="connsiteY5-108" fmla="*/ 0 h 10000"/>
              <a:gd name="connsiteX0-109" fmla="*/ 0 w 10000"/>
              <a:gd name="connsiteY0-110" fmla="*/ 6313 h 10000"/>
              <a:gd name="connsiteX1-111" fmla="*/ 2294 w 10000"/>
              <a:gd name="connsiteY1-112" fmla="*/ 5390 h 10000"/>
              <a:gd name="connsiteX2-113" fmla="*/ 4305 w 10000"/>
              <a:gd name="connsiteY2-114" fmla="*/ 9995 h 10000"/>
              <a:gd name="connsiteX3-115" fmla="*/ 6172 w 10000"/>
              <a:gd name="connsiteY3-116" fmla="*/ 4311 h 10000"/>
              <a:gd name="connsiteX4-117" fmla="*/ 9038 w 10000"/>
              <a:gd name="connsiteY4-118" fmla="*/ 7690 h 10000"/>
              <a:gd name="connsiteX5-119" fmla="*/ 10000 w 10000"/>
              <a:gd name="connsiteY5-120" fmla="*/ 0 h 10000"/>
              <a:gd name="connsiteX0-121" fmla="*/ 0 w 10000"/>
              <a:gd name="connsiteY0-122" fmla="*/ 6313 h 10000"/>
              <a:gd name="connsiteX1-123" fmla="*/ 2294 w 10000"/>
              <a:gd name="connsiteY1-124" fmla="*/ 5390 h 10000"/>
              <a:gd name="connsiteX2-125" fmla="*/ 4305 w 10000"/>
              <a:gd name="connsiteY2-126" fmla="*/ 9995 h 10000"/>
              <a:gd name="connsiteX3-127" fmla="*/ 6172 w 10000"/>
              <a:gd name="connsiteY3-128" fmla="*/ 4311 h 10000"/>
              <a:gd name="connsiteX4-129" fmla="*/ 9038 w 10000"/>
              <a:gd name="connsiteY4-130" fmla="*/ 7690 h 10000"/>
              <a:gd name="connsiteX5-131" fmla="*/ 10000 w 10000"/>
              <a:gd name="connsiteY5-132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000" h="10000">
                <a:moveTo>
                  <a:pt x="0" y="6313"/>
                </a:moveTo>
                <a:cubicBezTo>
                  <a:pt x="1498" y="8227"/>
                  <a:pt x="1577" y="4777"/>
                  <a:pt x="2294" y="5390"/>
                </a:cubicBezTo>
                <a:cubicBezTo>
                  <a:pt x="3012" y="6004"/>
                  <a:pt x="3659" y="10174"/>
                  <a:pt x="4305" y="9995"/>
                </a:cubicBezTo>
                <a:cubicBezTo>
                  <a:pt x="4951" y="9816"/>
                  <a:pt x="5383" y="4695"/>
                  <a:pt x="6172" y="4311"/>
                </a:cubicBezTo>
                <a:cubicBezTo>
                  <a:pt x="6961" y="3927"/>
                  <a:pt x="7900" y="9595"/>
                  <a:pt x="9038" y="7690"/>
                </a:cubicBezTo>
                <a:cubicBezTo>
                  <a:pt x="9937" y="7559"/>
                  <a:pt x="8623" y="1047"/>
                  <a:pt x="10000" y="0"/>
                </a:cubicBezTo>
              </a:path>
            </a:pathLst>
          </a:custGeom>
          <a:noFill/>
          <a:ln w="15875" cap="flat">
            <a:solidFill>
              <a:schemeClr val="tx1">
                <a:lumMod val="65000"/>
                <a:lumOff val="35000"/>
              </a:schemeClr>
            </a:solidFill>
            <a:prstDash val="dash"/>
            <a:miter lim="800000"/>
          </a:ln>
        </p:spPr>
        <p:txBody>
          <a:bodyPr vert="horz" wrap="square" lIns="68580" tIns="34290" rIns="68580" bIns="34290" numCol="1" anchor="t" anchorCtr="0" compatLnSpc="1"/>
          <a:p>
            <a:endParaRPr lang="en-US" sz="135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8" name="Details"/>
          <p:cNvSpPr txBox="1"/>
          <p:nvPr/>
        </p:nvSpPr>
        <p:spPr>
          <a:xfrm>
            <a:off x="737259" y="3699547"/>
            <a:ext cx="1582032" cy="761747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p>
            <a:pPr algn="ctr" eaLnBrk="1" hangingPunct="1"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MSS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PyAutoGUI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 eaLnBrk="1" hangingPunct="1">
              <a:lnSpc>
                <a:spcPct val="150000"/>
              </a:lnSpc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图像识别大模型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0" name="TextBox 8"/>
          <p:cNvSpPr txBox="1"/>
          <p:nvPr/>
        </p:nvSpPr>
        <p:spPr>
          <a:xfrm>
            <a:off x="736984" y="3685237"/>
            <a:ext cx="1582032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id-ID" sz="13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屏幕区域捕获</a:t>
            </a:r>
            <a:endParaRPr lang="zh-CN" altLang="id-ID" sz="135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3" name="Details"/>
          <p:cNvSpPr txBox="1"/>
          <p:nvPr/>
        </p:nvSpPr>
        <p:spPr>
          <a:xfrm>
            <a:off x="2312035" y="2807970"/>
            <a:ext cx="1358900" cy="424815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p>
            <a:pPr algn="ctr" eaLnBrk="1" hangingPunct="1">
              <a:lnSpc>
                <a:spcPct val="150000"/>
              </a:lnSpc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完成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OCR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文本识别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4" name="TextBox 10"/>
          <p:cNvSpPr txBox="1"/>
          <p:nvPr/>
        </p:nvSpPr>
        <p:spPr>
          <a:xfrm>
            <a:off x="2319016" y="2612462"/>
            <a:ext cx="1358708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id-ID" sz="13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图像文本识别</a:t>
            </a:r>
            <a:endParaRPr lang="zh-CN" altLang="id-ID" sz="135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5" name="Details"/>
          <p:cNvSpPr txBox="1"/>
          <p:nvPr/>
        </p:nvSpPr>
        <p:spPr>
          <a:xfrm>
            <a:off x="3879552" y="3685260"/>
            <a:ext cx="1493726" cy="623248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p>
            <a:pPr algn="ctr" eaLnBrk="1" hangingPunct="1"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Qwen3-TTS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GLM-TTS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GPT-Sovit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INDEX-TTS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6" name="TextBox 12"/>
          <p:cNvSpPr txBox="1"/>
          <p:nvPr/>
        </p:nvSpPr>
        <p:spPr>
          <a:xfrm>
            <a:off x="3792855" y="3500755"/>
            <a:ext cx="1710690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3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集成</a:t>
            </a:r>
            <a:r>
              <a:rPr lang="en-US" altLang="zh-CN" sz="13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TTS</a:t>
            </a:r>
            <a:r>
              <a:rPr lang="zh-CN" altLang="en-US" sz="13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并输出配音</a:t>
            </a:r>
            <a:endParaRPr lang="zh-CN" altLang="en-US" sz="135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7" name="Details"/>
          <p:cNvSpPr txBox="1"/>
          <p:nvPr/>
        </p:nvSpPr>
        <p:spPr>
          <a:xfrm>
            <a:off x="5172541" y="2429792"/>
            <a:ext cx="1358708" cy="623248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p>
            <a:pPr algn="ctr" eaLnBrk="1" hangingPunct="1"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DeepSeek-V3.2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 eaLnBrk="1" hangingPunct="1"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Qwen3.6-Plus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8" name="TextBox 14"/>
          <p:cNvSpPr txBox="1"/>
          <p:nvPr/>
        </p:nvSpPr>
        <p:spPr>
          <a:xfrm>
            <a:off x="5136071" y="2011549"/>
            <a:ext cx="1358708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id-ID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接入大模型</a:t>
            </a:r>
            <a:endParaRPr lang="zh-CN" altLang="id-ID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id-ID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实现智能回复</a:t>
            </a:r>
            <a:endParaRPr lang="id-ID" sz="135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9" name="Details"/>
          <p:cNvSpPr txBox="1"/>
          <p:nvPr/>
        </p:nvSpPr>
        <p:spPr>
          <a:xfrm>
            <a:off x="7431815" y="2537332"/>
            <a:ext cx="1358708" cy="623248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p>
            <a:pPr algn="ctr" eaLnBrk="1" hangingPunct="1">
              <a:lnSpc>
                <a:spcPct val="150000"/>
              </a:lnSpc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测试可能存在的问题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 eaLnBrk="1" hangingPunct="1">
              <a:lnSpc>
                <a:spcPct val="150000"/>
              </a:lnSpc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优化延迟与体验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0" name="TextBox 16"/>
          <p:cNvSpPr txBox="1"/>
          <p:nvPr/>
        </p:nvSpPr>
        <p:spPr>
          <a:xfrm>
            <a:off x="7425191" y="2371820"/>
            <a:ext cx="1358708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id-ID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测试优化</a:t>
            </a:r>
            <a:endParaRPr lang="id-ID" sz="135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1" name="AutoShape 60"/>
          <p:cNvSpPr/>
          <p:nvPr/>
        </p:nvSpPr>
        <p:spPr bwMode="auto">
          <a:xfrm>
            <a:off x="4204792" y="2471639"/>
            <a:ext cx="260339" cy="260337"/>
          </a:xfrm>
          <a:custGeom>
            <a:avLst/>
            <a:gdLst>
              <a:gd name="T0" fmla="*/ 197644 w 21600"/>
              <a:gd name="T1" fmla="*/ 197644 h 21592"/>
              <a:gd name="T2" fmla="*/ 197644 w 21600"/>
              <a:gd name="T3" fmla="*/ 197644 h 21592"/>
              <a:gd name="T4" fmla="*/ 197644 w 21600"/>
              <a:gd name="T5" fmla="*/ 197644 h 21592"/>
              <a:gd name="T6" fmla="*/ 197644 w 21600"/>
              <a:gd name="T7" fmla="*/ 197644 h 2159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592">
                <a:moveTo>
                  <a:pt x="16719" y="11484"/>
                </a:moveTo>
                <a:cubicBezTo>
                  <a:pt x="16972" y="11823"/>
                  <a:pt x="17102" y="12217"/>
                  <a:pt x="17111" y="12666"/>
                </a:cubicBezTo>
                <a:cubicBezTo>
                  <a:pt x="17118" y="13118"/>
                  <a:pt x="16986" y="13503"/>
                  <a:pt x="16719" y="13825"/>
                </a:cubicBezTo>
                <a:lnTo>
                  <a:pt x="10660" y="21039"/>
                </a:lnTo>
                <a:cubicBezTo>
                  <a:pt x="10393" y="21361"/>
                  <a:pt x="10061" y="21530"/>
                  <a:pt x="9664" y="21548"/>
                </a:cubicBezTo>
                <a:cubicBezTo>
                  <a:pt x="9270" y="21568"/>
                  <a:pt x="8950" y="21398"/>
                  <a:pt x="8704" y="21039"/>
                </a:cubicBezTo>
                <a:lnTo>
                  <a:pt x="991" y="10768"/>
                </a:lnTo>
                <a:cubicBezTo>
                  <a:pt x="721" y="10408"/>
                  <a:pt x="488" y="9960"/>
                  <a:pt x="293" y="9416"/>
                </a:cubicBezTo>
                <a:cubicBezTo>
                  <a:pt x="98" y="8878"/>
                  <a:pt x="0" y="8375"/>
                  <a:pt x="0" y="7918"/>
                </a:cubicBezTo>
                <a:lnTo>
                  <a:pt x="0" y="1668"/>
                </a:lnTo>
                <a:cubicBezTo>
                  <a:pt x="0" y="1216"/>
                  <a:pt x="134" y="825"/>
                  <a:pt x="401" y="497"/>
                </a:cubicBezTo>
                <a:cubicBezTo>
                  <a:pt x="671" y="166"/>
                  <a:pt x="1003" y="0"/>
                  <a:pt x="1392" y="0"/>
                </a:cubicBezTo>
                <a:lnTo>
                  <a:pt x="6619" y="0"/>
                </a:lnTo>
                <a:cubicBezTo>
                  <a:pt x="6811" y="0"/>
                  <a:pt x="7016" y="28"/>
                  <a:pt x="7237" y="83"/>
                </a:cubicBezTo>
                <a:cubicBezTo>
                  <a:pt x="7456" y="138"/>
                  <a:pt x="7677" y="224"/>
                  <a:pt x="7899" y="336"/>
                </a:cubicBezTo>
                <a:cubicBezTo>
                  <a:pt x="8120" y="451"/>
                  <a:pt x="8332" y="580"/>
                  <a:pt x="8524" y="724"/>
                </a:cubicBezTo>
                <a:cubicBezTo>
                  <a:pt x="8719" y="865"/>
                  <a:pt x="8880" y="1021"/>
                  <a:pt x="9005" y="1185"/>
                </a:cubicBezTo>
                <a:lnTo>
                  <a:pt x="16719" y="11484"/>
                </a:lnTo>
                <a:close/>
                <a:moveTo>
                  <a:pt x="3603" y="5922"/>
                </a:moveTo>
                <a:cubicBezTo>
                  <a:pt x="3964" y="5922"/>
                  <a:pt x="4279" y="5761"/>
                  <a:pt x="4548" y="5441"/>
                </a:cubicBezTo>
                <a:cubicBezTo>
                  <a:pt x="4815" y="5116"/>
                  <a:pt x="4952" y="4740"/>
                  <a:pt x="4952" y="4311"/>
                </a:cubicBezTo>
                <a:cubicBezTo>
                  <a:pt x="4952" y="3862"/>
                  <a:pt x="4815" y="3477"/>
                  <a:pt x="4548" y="3160"/>
                </a:cubicBezTo>
                <a:cubicBezTo>
                  <a:pt x="4281" y="2844"/>
                  <a:pt x="3966" y="2686"/>
                  <a:pt x="3603" y="2686"/>
                </a:cubicBezTo>
                <a:cubicBezTo>
                  <a:pt x="3227" y="2686"/>
                  <a:pt x="2908" y="2844"/>
                  <a:pt x="2643" y="3160"/>
                </a:cubicBezTo>
                <a:cubicBezTo>
                  <a:pt x="2378" y="3477"/>
                  <a:pt x="2246" y="3862"/>
                  <a:pt x="2246" y="4311"/>
                </a:cubicBezTo>
                <a:cubicBezTo>
                  <a:pt x="2246" y="4739"/>
                  <a:pt x="2378" y="5116"/>
                  <a:pt x="2643" y="5441"/>
                </a:cubicBezTo>
                <a:cubicBezTo>
                  <a:pt x="2905" y="5761"/>
                  <a:pt x="3225" y="5922"/>
                  <a:pt x="3603" y="5922"/>
                </a:cubicBezTo>
                <a:moveTo>
                  <a:pt x="21198" y="11510"/>
                </a:moveTo>
                <a:cubicBezTo>
                  <a:pt x="21465" y="11852"/>
                  <a:pt x="21599" y="12252"/>
                  <a:pt x="21599" y="12709"/>
                </a:cubicBezTo>
                <a:cubicBezTo>
                  <a:pt x="21599" y="13167"/>
                  <a:pt x="21465" y="13558"/>
                  <a:pt x="21198" y="13880"/>
                </a:cubicBezTo>
                <a:lnTo>
                  <a:pt x="15163" y="21093"/>
                </a:lnTo>
                <a:cubicBezTo>
                  <a:pt x="14896" y="21415"/>
                  <a:pt x="14564" y="21582"/>
                  <a:pt x="14174" y="21591"/>
                </a:cubicBezTo>
                <a:cubicBezTo>
                  <a:pt x="13782" y="21600"/>
                  <a:pt x="13450" y="21433"/>
                  <a:pt x="13183" y="21093"/>
                </a:cubicBezTo>
                <a:lnTo>
                  <a:pt x="13044" y="20903"/>
                </a:lnTo>
                <a:lnTo>
                  <a:pt x="18963" y="13825"/>
                </a:lnTo>
                <a:cubicBezTo>
                  <a:pt x="19230" y="13503"/>
                  <a:pt x="19365" y="13118"/>
                  <a:pt x="19360" y="12660"/>
                </a:cubicBezTo>
                <a:cubicBezTo>
                  <a:pt x="19355" y="12206"/>
                  <a:pt x="19223" y="11812"/>
                  <a:pt x="18963" y="11484"/>
                </a:cubicBezTo>
                <a:lnTo>
                  <a:pt x="11247" y="1185"/>
                </a:lnTo>
                <a:cubicBezTo>
                  <a:pt x="11009" y="865"/>
                  <a:pt x="10689" y="604"/>
                  <a:pt x="10282" y="408"/>
                </a:cubicBezTo>
                <a:cubicBezTo>
                  <a:pt x="9873" y="210"/>
                  <a:pt x="9484" y="83"/>
                  <a:pt x="9109" y="28"/>
                </a:cubicBezTo>
                <a:lnTo>
                  <a:pt x="11112" y="28"/>
                </a:lnTo>
                <a:cubicBezTo>
                  <a:pt x="11502" y="28"/>
                  <a:pt x="11935" y="141"/>
                  <a:pt x="12406" y="365"/>
                </a:cubicBezTo>
                <a:cubicBezTo>
                  <a:pt x="12878" y="589"/>
                  <a:pt x="13236" y="874"/>
                  <a:pt x="13481" y="1213"/>
                </a:cubicBezTo>
                <a:lnTo>
                  <a:pt x="21198" y="115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28575" tIns="28575" rIns="28575" bIns="28575" anchor="ctr"/>
          <a:p>
            <a:endParaRPr lang="en-US" sz="135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42" name="Group 24"/>
          <p:cNvGrpSpPr/>
          <p:nvPr/>
        </p:nvGrpSpPr>
        <p:grpSpPr>
          <a:xfrm rot="3232968">
            <a:off x="7594482" y="633868"/>
            <a:ext cx="963409" cy="1998363"/>
            <a:chOff x="5126663" y="2187809"/>
            <a:chExt cx="1913732" cy="3969583"/>
          </a:xfrm>
        </p:grpSpPr>
        <p:sp>
          <p:nvSpPr>
            <p:cNvPr id="143" name="Freeform 25"/>
            <p:cNvSpPr/>
            <p:nvPr/>
          </p:nvSpPr>
          <p:spPr bwMode="auto">
            <a:xfrm flipH="1">
              <a:off x="6138840" y="3972256"/>
              <a:ext cx="455430" cy="789683"/>
            </a:xfrm>
            <a:custGeom>
              <a:avLst/>
              <a:gdLst>
                <a:gd name="connsiteX0" fmla="*/ 543760 w 543760"/>
                <a:gd name="connsiteY0" fmla="*/ 0 h 942840"/>
                <a:gd name="connsiteX1" fmla="*/ 543760 w 543760"/>
                <a:gd name="connsiteY1" fmla="*/ 274116 h 942840"/>
                <a:gd name="connsiteX2" fmla="*/ 543032 w 543760"/>
                <a:gd name="connsiteY2" fmla="*/ 275222 h 942840"/>
                <a:gd name="connsiteX3" fmla="*/ 448269 w 543760"/>
                <a:gd name="connsiteY3" fmla="*/ 725805 h 942840"/>
                <a:gd name="connsiteX4" fmla="*/ 465736 w 543760"/>
                <a:gd name="connsiteY4" fmla="*/ 859919 h 942840"/>
                <a:gd name="connsiteX5" fmla="*/ 0 w 543760"/>
                <a:gd name="connsiteY5" fmla="*/ 859919 h 942840"/>
                <a:gd name="connsiteX6" fmla="*/ 7182 w 543760"/>
                <a:gd name="connsiteY6" fmla="*/ 817684 h 942840"/>
                <a:gd name="connsiteX7" fmla="*/ 531957 w 543760"/>
                <a:gd name="connsiteY7" fmla="*/ 4466 h 942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3760" h="942840">
                  <a:moveTo>
                    <a:pt x="543760" y="0"/>
                  </a:moveTo>
                  <a:lnTo>
                    <a:pt x="543760" y="274116"/>
                  </a:lnTo>
                  <a:lnTo>
                    <a:pt x="543032" y="275222"/>
                  </a:lnTo>
                  <a:cubicBezTo>
                    <a:pt x="471318" y="402054"/>
                    <a:pt x="439122" y="557264"/>
                    <a:pt x="448269" y="725805"/>
                  </a:cubicBezTo>
                  <a:lnTo>
                    <a:pt x="465736" y="859919"/>
                  </a:lnTo>
                  <a:cubicBezTo>
                    <a:pt x="310491" y="859919"/>
                    <a:pt x="240970" y="1046493"/>
                    <a:pt x="0" y="859919"/>
                  </a:cubicBezTo>
                  <a:lnTo>
                    <a:pt x="7182" y="817684"/>
                  </a:lnTo>
                  <a:cubicBezTo>
                    <a:pt x="85742" y="435772"/>
                    <a:pt x="282081" y="132322"/>
                    <a:pt x="531957" y="4466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>
              <a:noFill/>
              <a:round/>
            </a:ln>
          </p:spPr>
          <p:txBody>
            <a:bodyPr vert="horz" wrap="square" lIns="68580" tIns="34290" rIns="68580" bIns="34290" numCol="1" rtlCol="0" anchor="t" anchorCtr="0" compatLnSpc="1"/>
            <a:p>
              <a:pPr algn="ctr"/>
              <a:endParaRPr lang="en-AU" sz="13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4" name="Freeform 26"/>
            <p:cNvSpPr/>
            <p:nvPr/>
          </p:nvSpPr>
          <p:spPr bwMode="auto">
            <a:xfrm>
              <a:off x="5600154" y="3972256"/>
              <a:ext cx="455430" cy="789683"/>
            </a:xfrm>
            <a:custGeom>
              <a:avLst/>
              <a:gdLst>
                <a:gd name="connsiteX0" fmla="*/ 543760 w 543760"/>
                <a:gd name="connsiteY0" fmla="*/ 0 h 942840"/>
                <a:gd name="connsiteX1" fmla="*/ 543760 w 543760"/>
                <a:gd name="connsiteY1" fmla="*/ 274116 h 942840"/>
                <a:gd name="connsiteX2" fmla="*/ 543032 w 543760"/>
                <a:gd name="connsiteY2" fmla="*/ 275222 h 942840"/>
                <a:gd name="connsiteX3" fmla="*/ 448269 w 543760"/>
                <a:gd name="connsiteY3" fmla="*/ 725805 h 942840"/>
                <a:gd name="connsiteX4" fmla="*/ 465736 w 543760"/>
                <a:gd name="connsiteY4" fmla="*/ 859919 h 942840"/>
                <a:gd name="connsiteX5" fmla="*/ 0 w 543760"/>
                <a:gd name="connsiteY5" fmla="*/ 859919 h 942840"/>
                <a:gd name="connsiteX6" fmla="*/ 7182 w 543760"/>
                <a:gd name="connsiteY6" fmla="*/ 817684 h 942840"/>
                <a:gd name="connsiteX7" fmla="*/ 531957 w 543760"/>
                <a:gd name="connsiteY7" fmla="*/ 4466 h 942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3760" h="942840">
                  <a:moveTo>
                    <a:pt x="543760" y="0"/>
                  </a:moveTo>
                  <a:lnTo>
                    <a:pt x="543760" y="274116"/>
                  </a:lnTo>
                  <a:lnTo>
                    <a:pt x="543032" y="275222"/>
                  </a:lnTo>
                  <a:cubicBezTo>
                    <a:pt x="471318" y="402054"/>
                    <a:pt x="439122" y="557264"/>
                    <a:pt x="448269" y="725805"/>
                  </a:cubicBezTo>
                  <a:lnTo>
                    <a:pt x="465736" y="859919"/>
                  </a:lnTo>
                  <a:cubicBezTo>
                    <a:pt x="310491" y="859919"/>
                    <a:pt x="240970" y="1046493"/>
                    <a:pt x="0" y="859919"/>
                  </a:cubicBezTo>
                  <a:lnTo>
                    <a:pt x="7182" y="817684"/>
                  </a:lnTo>
                  <a:cubicBezTo>
                    <a:pt x="85742" y="435772"/>
                    <a:pt x="282081" y="132322"/>
                    <a:pt x="531957" y="4466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>
              <a:noFill/>
              <a:round/>
            </a:ln>
          </p:spPr>
          <p:txBody>
            <a:bodyPr vert="horz" wrap="square" lIns="68580" tIns="34290" rIns="68580" bIns="34290" numCol="1" rtlCol="0" anchor="t" anchorCtr="0" compatLnSpc="1"/>
            <a:p>
              <a:pPr algn="ctr"/>
              <a:endParaRPr lang="en-AU" sz="13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5" name="Freeform 27"/>
            <p:cNvSpPr/>
            <p:nvPr/>
          </p:nvSpPr>
          <p:spPr bwMode="auto">
            <a:xfrm>
              <a:off x="5394268" y="2187809"/>
              <a:ext cx="1385846" cy="2338858"/>
            </a:xfrm>
            <a:custGeom>
              <a:avLst/>
              <a:gdLst>
                <a:gd name="connsiteX0" fmla="*/ 827314 w 1654628"/>
                <a:gd name="connsiteY0" fmla="*/ 0 h 2707937"/>
                <a:gd name="connsiteX1" fmla="*/ 1654628 w 1654628"/>
                <a:gd name="connsiteY1" fmla="*/ 1516743 h 2707937"/>
                <a:gd name="connsiteX2" fmla="*/ 1353563 w 1654628"/>
                <a:gd name="connsiteY2" fmla="*/ 2687136 h 2707937"/>
                <a:gd name="connsiteX3" fmla="*/ 1338390 w 1654628"/>
                <a:gd name="connsiteY3" fmla="*/ 2707937 h 2707937"/>
                <a:gd name="connsiteX4" fmla="*/ 316239 w 1654628"/>
                <a:gd name="connsiteY4" fmla="*/ 2707937 h 2707937"/>
                <a:gd name="connsiteX5" fmla="*/ 301066 w 1654628"/>
                <a:gd name="connsiteY5" fmla="*/ 2687136 h 2707937"/>
                <a:gd name="connsiteX6" fmla="*/ 0 w 1654628"/>
                <a:gd name="connsiteY6" fmla="*/ 1516743 h 2707937"/>
                <a:gd name="connsiteX7" fmla="*/ 827314 w 1654628"/>
                <a:gd name="connsiteY7" fmla="*/ 0 h 2707937"/>
                <a:gd name="connsiteX0-1" fmla="*/ 827314 w 1654628"/>
                <a:gd name="connsiteY0-2" fmla="*/ 0 h 2758737"/>
                <a:gd name="connsiteX1-3" fmla="*/ 1654628 w 1654628"/>
                <a:gd name="connsiteY1-4" fmla="*/ 1516743 h 2758737"/>
                <a:gd name="connsiteX2-5" fmla="*/ 1353563 w 1654628"/>
                <a:gd name="connsiteY2-6" fmla="*/ 2687136 h 2758737"/>
                <a:gd name="connsiteX3-7" fmla="*/ 1338390 w 1654628"/>
                <a:gd name="connsiteY3-8" fmla="*/ 2707937 h 2758737"/>
                <a:gd name="connsiteX4-9" fmla="*/ 316239 w 1654628"/>
                <a:gd name="connsiteY4-10" fmla="*/ 2707937 h 2758737"/>
                <a:gd name="connsiteX5-11" fmla="*/ 301066 w 1654628"/>
                <a:gd name="connsiteY5-12" fmla="*/ 2687136 h 2758737"/>
                <a:gd name="connsiteX6-13" fmla="*/ 0 w 1654628"/>
                <a:gd name="connsiteY6-14" fmla="*/ 1516743 h 2758737"/>
                <a:gd name="connsiteX7-15" fmla="*/ 827314 w 1654628"/>
                <a:gd name="connsiteY7-16" fmla="*/ 0 h 2758737"/>
                <a:gd name="connsiteX0-17" fmla="*/ 827314 w 1654628"/>
                <a:gd name="connsiteY0-18" fmla="*/ 0 h 2792475"/>
                <a:gd name="connsiteX1-19" fmla="*/ 1654628 w 1654628"/>
                <a:gd name="connsiteY1-20" fmla="*/ 1516743 h 2792475"/>
                <a:gd name="connsiteX2-21" fmla="*/ 1353563 w 1654628"/>
                <a:gd name="connsiteY2-22" fmla="*/ 2687136 h 2792475"/>
                <a:gd name="connsiteX3-23" fmla="*/ 1338390 w 1654628"/>
                <a:gd name="connsiteY3-24" fmla="*/ 2707937 h 2792475"/>
                <a:gd name="connsiteX4-25" fmla="*/ 316239 w 1654628"/>
                <a:gd name="connsiteY4-26" fmla="*/ 2707937 h 2792475"/>
                <a:gd name="connsiteX5-27" fmla="*/ 301066 w 1654628"/>
                <a:gd name="connsiteY5-28" fmla="*/ 2687136 h 2792475"/>
                <a:gd name="connsiteX6-29" fmla="*/ 0 w 1654628"/>
                <a:gd name="connsiteY6-30" fmla="*/ 1516743 h 2792475"/>
                <a:gd name="connsiteX7-31" fmla="*/ 827314 w 1654628"/>
                <a:gd name="connsiteY7-32" fmla="*/ 0 h 27924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1654628" h="2792475">
                  <a:moveTo>
                    <a:pt x="827314" y="0"/>
                  </a:moveTo>
                  <a:cubicBezTo>
                    <a:pt x="1284227" y="0"/>
                    <a:pt x="1654628" y="679069"/>
                    <a:pt x="1654628" y="1516743"/>
                  </a:cubicBezTo>
                  <a:cubicBezTo>
                    <a:pt x="1654628" y="1987935"/>
                    <a:pt x="1537431" y="2408943"/>
                    <a:pt x="1353563" y="2687136"/>
                  </a:cubicBezTo>
                  <a:lnTo>
                    <a:pt x="1338390" y="2707937"/>
                  </a:lnTo>
                  <a:cubicBezTo>
                    <a:pt x="997673" y="2822237"/>
                    <a:pt x="653781" y="2819062"/>
                    <a:pt x="316239" y="2707937"/>
                  </a:cubicBezTo>
                  <a:lnTo>
                    <a:pt x="301066" y="2687136"/>
                  </a:lnTo>
                  <a:cubicBezTo>
                    <a:pt x="117197" y="2408943"/>
                    <a:pt x="0" y="1987935"/>
                    <a:pt x="0" y="1516743"/>
                  </a:cubicBezTo>
                  <a:cubicBezTo>
                    <a:pt x="0" y="679069"/>
                    <a:pt x="370401" y="0"/>
                    <a:pt x="827314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38100">
              <a:noFill/>
              <a:round/>
            </a:ln>
          </p:spPr>
          <p:txBody>
            <a:bodyPr vert="horz" wrap="square" lIns="68580" tIns="34290" rIns="68580" bIns="34290" numCol="1" rtlCol="0" anchor="t" anchorCtr="0" compatLnSpc="1"/>
            <a:p>
              <a:pPr algn="ctr"/>
              <a:endParaRPr lang="en-AU" sz="13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6" name="Freeform 28"/>
            <p:cNvSpPr/>
            <p:nvPr/>
          </p:nvSpPr>
          <p:spPr bwMode="auto">
            <a:xfrm>
              <a:off x="5126663" y="4081713"/>
              <a:ext cx="455430" cy="789683"/>
            </a:xfrm>
            <a:custGeom>
              <a:avLst/>
              <a:gdLst>
                <a:gd name="connsiteX0" fmla="*/ 543760 w 543760"/>
                <a:gd name="connsiteY0" fmla="*/ 0 h 942840"/>
                <a:gd name="connsiteX1" fmla="*/ 543760 w 543760"/>
                <a:gd name="connsiteY1" fmla="*/ 274116 h 942840"/>
                <a:gd name="connsiteX2" fmla="*/ 543032 w 543760"/>
                <a:gd name="connsiteY2" fmla="*/ 275222 h 942840"/>
                <a:gd name="connsiteX3" fmla="*/ 448269 w 543760"/>
                <a:gd name="connsiteY3" fmla="*/ 725805 h 942840"/>
                <a:gd name="connsiteX4" fmla="*/ 465736 w 543760"/>
                <a:gd name="connsiteY4" fmla="*/ 859919 h 942840"/>
                <a:gd name="connsiteX5" fmla="*/ 0 w 543760"/>
                <a:gd name="connsiteY5" fmla="*/ 859919 h 942840"/>
                <a:gd name="connsiteX6" fmla="*/ 7182 w 543760"/>
                <a:gd name="connsiteY6" fmla="*/ 817684 h 942840"/>
                <a:gd name="connsiteX7" fmla="*/ 531957 w 543760"/>
                <a:gd name="connsiteY7" fmla="*/ 4466 h 942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3760" h="942840">
                  <a:moveTo>
                    <a:pt x="543760" y="0"/>
                  </a:moveTo>
                  <a:lnTo>
                    <a:pt x="543760" y="274116"/>
                  </a:lnTo>
                  <a:lnTo>
                    <a:pt x="543032" y="275222"/>
                  </a:lnTo>
                  <a:cubicBezTo>
                    <a:pt x="471318" y="402054"/>
                    <a:pt x="439122" y="557264"/>
                    <a:pt x="448269" y="725805"/>
                  </a:cubicBezTo>
                  <a:lnTo>
                    <a:pt x="465736" y="859919"/>
                  </a:lnTo>
                  <a:cubicBezTo>
                    <a:pt x="310491" y="859919"/>
                    <a:pt x="240970" y="1046493"/>
                    <a:pt x="0" y="859919"/>
                  </a:cubicBezTo>
                  <a:lnTo>
                    <a:pt x="7182" y="817684"/>
                  </a:lnTo>
                  <a:cubicBezTo>
                    <a:pt x="85742" y="435772"/>
                    <a:pt x="282081" y="132322"/>
                    <a:pt x="531957" y="4466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>
              <a:noFill/>
              <a:round/>
            </a:ln>
          </p:spPr>
          <p:txBody>
            <a:bodyPr vert="horz" wrap="square" lIns="68580" tIns="34290" rIns="68580" bIns="34290" numCol="1" rtlCol="0" anchor="t" anchorCtr="0" compatLnSpc="1"/>
            <a:p>
              <a:pPr algn="ctr"/>
              <a:endParaRPr lang="en-AU" sz="13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147" name="Group 29"/>
            <p:cNvGrpSpPr/>
            <p:nvPr/>
          </p:nvGrpSpPr>
          <p:grpSpPr>
            <a:xfrm>
              <a:off x="5405305" y="4827761"/>
              <a:ext cx="1407588" cy="1329631"/>
              <a:chOff x="747326" y="1429014"/>
              <a:chExt cx="2765988" cy="2612799"/>
            </a:xfrm>
          </p:grpSpPr>
          <p:sp>
            <p:nvSpPr>
              <p:cNvPr id="210" name="Oval 12"/>
              <p:cNvSpPr/>
              <p:nvPr/>
            </p:nvSpPr>
            <p:spPr bwMode="auto">
              <a:xfrm>
                <a:off x="747326" y="1429014"/>
                <a:ext cx="2765988" cy="2612799"/>
              </a:xfrm>
              <a:custGeom>
                <a:avLst/>
                <a:gdLst>
                  <a:gd name="connsiteX0" fmla="*/ 0 w 1654628"/>
                  <a:gd name="connsiteY0" fmla="*/ 1516743 h 3033486"/>
                  <a:gd name="connsiteX1" fmla="*/ 827314 w 1654628"/>
                  <a:gd name="connsiteY1" fmla="*/ 0 h 3033486"/>
                  <a:gd name="connsiteX2" fmla="*/ 1654628 w 1654628"/>
                  <a:gd name="connsiteY2" fmla="*/ 1516743 h 3033486"/>
                  <a:gd name="connsiteX3" fmla="*/ 827314 w 1654628"/>
                  <a:gd name="connsiteY3" fmla="*/ 3033486 h 3033486"/>
                  <a:gd name="connsiteX4" fmla="*/ 0 w 1654628"/>
                  <a:gd name="connsiteY4" fmla="*/ 1516743 h 3033486"/>
                  <a:gd name="connsiteX0-1" fmla="*/ 764 w 1655392"/>
                  <a:gd name="connsiteY0-2" fmla="*/ 1516743 h 1897210"/>
                  <a:gd name="connsiteX1-3" fmla="*/ 828078 w 1655392"/>
                  <a:gd name="connsiteY1-4" fmla="*/ 0 h 1897210"/>
                  <a:gd name="connsiteX2-5" fmla="*/ 1655392 w 1655392"/>
                  <a:gd name="connsiteY2-6" fmla="*/ 1516743 h 1897210"/>
                  <a:gd name="connsiteX3-7" fmla="*/ 723303 w 1655392"/>
                  <a:gd name="connsiteY3-8" fmla="*/ 1547586 h 1897210"/>
                  <a:gd name="connsiteX4-9" fmla="*/ 764 w 1655392"/>
                  <a:gd name="connsiteY4-10" fmla="*/ 1516743 h 1897210"/>
                  <a:gd name="connsiteX0-11" fmla="*/ 414 w 1655042"/>
                  <a:gd name="connsiteY0-12" fmla="*/ 1516743 h 2285064"/>
                  <a:gd name="connsiteX1-13" fmla="*/ 827728 w 1655042"/>
                  <a:gd name="connsiteY1-14" fmla="*/ 0 h 2285064"/>
                  <a:gd name="connsiteX2-15" fmla="*/ 1655042 w 1655042"/>
                  <a:gd name="connsiteY2-16" fmla="*/ 1516743 h 2285064"/>
                  <a:gd name="connsiteX3-17" fmla="*/ 722953 w 1655042"/>
                  <a:gd name="connsiteY3-18" fmla="*/ 1547586 h 2285064"/>
                  <a:gd name="connsiteX4-19" fmla="*/ 414 w 1655042"/>
                  <a:gd name="connsiteY4-20" fmla="*/ 1516743 h 2285064"/>
                  <a:gd name="connsiteX0-21" fmla="*/ 442 w 1682607"/>
                  <a:gd name="connsiteY0-22" fmla="*/ 1516743 h 2173241"/>
                  <a:gd name="connsiteX1-23" fmla="*/ 827756 w 1682607"/>
                  <a:gd name="connsiteY1-24" fmla="*/ 0 h 2173241"/>
                  <a:gd name="connsiteX2-25" fmla="*/ 1655070 w 1682607"/>
                  <a:gd name="connsiteY2-26" fmla="*/ 1516743 h 2173241"/>
                  <a:gd name="connsiteX3-27" fmla="*/ 1414964 w 1682607"/>
                  <a:gd name="connsiteY3-28" fmla="*/ 2173204 h 2173241"/>
                  <a:gd name="connsiteX4-29" fmla="*/ 722981 w 1682607"/>
                  <a:gd name="connsiteY4-30" fmla="*/ 1547586 h 2173241"/>
                  <a:gd name="connsiteX5" fmla="*/ 442 w 1682607"/>
                  <a:gd name="connsiteY5" fmla="*/ 1516743 h 2173241"/>
                  <a:gd name="connsiteX0-31" fmla="*/ 408 w 1668837"/>
                  <a:gd name="connsiteY0-32" fmla="*/ 1516743 h 1662718"/>
                  <a:gd name="connsiteX1-33" fmla="*/ 827722 w 1668837"/>
                  <a:gd name="connsiteY1-34" fmla="*/ 0 h 1662718"/>
                  <a:gd name="connsiteX2-35" fmla="*/ 1655036 w 1668837"/>
                  <a:gd name="connsiteY2-36" fmla="*/ 1516743 h 1662718"/>
                  <a:gd name="connsiteX3-37" fmla="*/ 1148230 w 1668837"/>
                  <a:gd name="connsiteY3-38" fmla="*/ 1030204 h 1662718"/>
                  <a:gd name="connsiteX4-39" fmla="*/ 722947 w 1668837"/>
                  <a:gd name="connsiteY4-40" fmla="*/ 1547586 h 1662718"/>
                  <a:gd name="connsiteX5-41" fmla="*/ 408 w 1668837"/>
                  <a:gd name="connsiteY5-42" fmla="*/ 1516743 h 1662718"/>
                  <a:gd name="connsiteX0-43" fmla="*/ 1048 w 1669477"/>
                  <a:gd name="connsiteY0-44" fmla="*/ 1516743 h 1606292"/>
                  <a:gd name="connsiteX1-45" fmla="*/ 828362 w 1669477"/>
                  <a:gd name="connsiteY1-46" fmla="*/ 0 h 1606292"/>
                  <a:gd name="connsiteX2-47" fmla="*/ 1655676 w 1669477"/>
                  <a:gd name="connsiteY2-48" fmla="*/ 1516743 h 1606292"/>
                  <a:gd name="connsiteX3-49" fmla="*/ 1148870 w 1669477"/>
                  <a:gd name="connsiteY3-50" fmla="*/ 1030204 h 1606292"/>
                  <a:gd name="connsiteX4-51" fmla="*/ 666437 w 1669477"/>
                  <a:gd name="connsiteY4-52" fmla="*/ 1242786 h 1606292"/>
                  <a:gd name="connsiteX5-53" fmla="*/ 1048 w 1669477"/>
                  <a:gd name="connsiteY5-54" fmla="*/ 1516743 h 1606292"/>
                  <a:gd name="connsiteX0-55" fmla="*/ 722 w 1669151"/>
                  <a:gd name="connsiteY0-56" fmla="*/ 1516743 h 1691393"/>
                  <a:gd name="connsiteX1-57" fmla="*/ 828036 w 1669151"/>
                  <a:gd name="connsiteY1-58" fmla="*/ 0 h 1691393"/>
                  <a:gd name="connsiteX2-59" fmla="*/ 1655350 w 1669151"/>
                  <a:gd name="connsiteY2-60" fmla="*/ 1516743 h 1691393"/>
                  <a:gd name="connsiteX3-61" fmla="*/ 1148544 w 1669151"/>
                  <a:gd name="connsiteY3-62" fmla="*/ 1030204 h 1691393"/>
                  <a:gd name="connsiteX4-63" fmla="*/ 666111 w 1669151"/>
                  <a:gd name="connsiteY4-64" fmla="*/ 1242786 h 1691393"/>
                  <a:gd name="connsiteX5-65" fmla="*/ 722 w 1669151"/>
                  <a:gd name="connsiteY5-66" fmla="*/ 1516743 h 169139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41" y="connsiteY5-42"/>
                  </a:cxn>
                </a:cxnLst>
                <a:rect l="l" t="t" r="r" b="b"/>
                <a:pathLst>
                  <a:path w="1669151" h="1691393">
                    <a:moveTo>
                      <a:pt x="722" y="1516743"/>
                    </a:moveTo>
                    <a:cubicBezTo>
                      <a:pt x="27710" y="1309612"/>
                      <a:pt x="371123" y="0"/>
                      <a:pt x="828036" y="0"/>
                    </a:cubicBezTo>
                    <a:cubicBezTo>
                      <a:pt x="1284949" y="0"/>
                      <a:pt x="1557482" y="1154542"/>
                      <a:pt x="1655350" y="1516743"/>
                    </a:cubicBezTo>
                    <a:cubicBezTo>
                      <a:pt x="1753218" y="1878944"/>
                      <a:pt x="1303892" y="1025064"/>
                      <a:pt x="1148544" y="1030204"/>
                    </a:cubicBezTo>
                    <a:cubicBezTo>
                      <a:pt x="993196" y="1035344"/>
                      <a:pt x="619290" y="2361846"/>
                      <a:pt x="666111" y="1242786"/>
                    </a:cubicBezTo>
                    <a:cubicBezTo>
                      <a:pt x="712932" y="123726"/>
                      <a:pt x="-26266" y="1723874"/>
                      <a:pt x="722" y="1516743"/>
                    </a:cubicBezTo>
                    <a:close/>
                  </a:path>
                </a:pathLst>
              </a:custGeom>
              <a:solidFill>
                <a:srgbClr val="C00000"/>
              </a:solidFill>
              <a:ln w="9525">
                <a:noFill/>
                <a:round/>
              </a:ln>
            </p:spPr>
            <p:txBody>
              <a:bodyPr vert="horz" wrap="square" lIns="68580" tIns="34290" rIns="68580" bIns="34290" numCol="1" rtlCol="0" anchor="t" anchorCtr="0" compatLnSpc="1"/>
              <a:p>
                <a:pPr algn="ctr"/>
                <a:endParaRPr lang="en-AU" sz="13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1" name="Oval 12"/>
              <p:cNvSpPr/>
              <p:nvPr/>
            </p:nvSpPr>
            <p:spPr bwMode="auto">
              <a:xfrm>
                <a:off x="1345929" y="1441632"/>
                <a:ext cx="1598411" cy="1357223"/>
              </a:xfrm>
              <a:custGeom>
                <a:avLst/>
                <a:gdLst>
                  <a:gd name="connsiteX0" fmla="*/ 0 w 1654628"/>
                  <a:gd name="connsiteY0" fmla="*/ 1516743 h 3033486"/>
                  <a:gd name="connsiteX1" fmla="*/ 827314 w 1654628"/>
                  <a:gd name="connsiteY1" fmla="*/ 0 h 3033486"/>
                  <a:gd name="connsiteX2" fmla="*/ 1654628 w 1654628"/>
                  <a:gd name="connsiteY2" fmla="*/ 1516743 h 3033486"/>
                  <a:gd name="connsiteX3" fmla="*/ 827314 w 1654628"/>
                  <a:gd name="connsiteY3" fmla="*/ 3033486 h 3033486"/>
                  <a:gd name="connsiteX4" fmla="*/ 0 w 1654628"/>
                  <a:gd name="connsiteY4" fmla="*/ 1516743 h 3033486"/>
                  <a:gd name="connsiteX0-1" fmla="*/ 764 w 1655392"/>
                  <a:gd name="connsiteY0-2" fmla="*/ 1516743 h 1897210"/>
                  <a:gd name="connsiteX1-3" fmla="*/ 828078 w 1655392"/>
                  <a:gd name="connsiteY1-4" fmla="*/ 0 h 1897210"/>
                  <a:gd name="connsiteX2-5" fmla="*/ 1655392 w 1655392"/>
                  <a:gd name="connsiteY2-6" fmla="*/ 1516743 h 1897210"/>
                  <a:gd name="connsiteX3-7" fmla="*/ 723303 w 1655392"/>
                  <a:gd name="connsiteY3-8" fmla="*/ 1547586 h 1897210"/>
                  <a:gd name="connsiteX4-9" fmla="*/ 764 w 1655392"/>
                  <a:gd name="connsiteY4-10" fmla="*/ 1516743 h 1897210"/>
                  <a:gd name="connsiteX0-11" fmla="*/ 414 w 1655042"/>
                  <a:gd name="connsiteY0-12" fmla="*/ 1516743 h 2285064"/>
                  <a:gd name="connsiteX1-13" fmla="*/ 827728 w 1655042"/>
                  <a:gd name="connsiteY1-14" fmla="*/ 0 h 2285064"/>
                  <a:gd name="connsiteX2-15" fmla="*/ 1655042 w 1655042"/>
                  <a:gd name="connsiteY2-16" fmla="*/ 1516743 h 2285064"/>
                  <a:gd name="connsiteX3-17" fmla="*/ 722953 w 1655042"/>
                  <a:gd name="connsiteY3-18" fmla="*/ 1547586 h 2285064"/>
                  <a:gd name="connsiteX4-19" fmla="*/ 414 w 1655042"/>
                  <a:gd name="connsiteY4-20" fmla="*/ 1516743 h 2285064"/>
                  <a:gd name="connsiteX0-21" fmla="*/ 442 w 1682607"/>
                  <a:gd name="connsiteY0-22" fmla="*/ 1516743 h 2173241"/>
                  <a:gd name="connsiteX1-23" fmla="*/ 827756 w 1682607"/>
                  <a:gd name="connsiteY1-24" fmla="*/ 0 h 2173241"/>
                  <a:gd name="connsiteX2-25" fmla="*/ 1655070 w 1682607"/>
                  <a:gd name="connsiteY2-26" fmla="*/ 1516743 h 2173241"/>
                  <a:gd name="connsiteX3-27" fmla="*/ 1414964 w 1682607"/>
                  <a:gd name="connsiteY3-28" fmla="*/ 2173204 h 2173241"/>
                  <a:gd name="connsiteX4-29" fmla="*/ 722981 w 1682607"/>
                  <a:gd name="connsiteY4-30" fmla="*/ 1547586 h 2173241"/>
                  <a:gd name="connsiteX5" fmla="*/ 442 w 1682607"/>
                  <a:gd name="connsiteY5" fmla="*/ 1516743 h 2173241"/>
                  <a:gd name="connsiteX0-31" fmla="*/ 408 w 1668837"/>
                  <a:gd name="connsiteY0-32" fmla="*/ 1516743 h 1662718"/>
                  <a:gd name="connsiteX1-33" fmla="*/ 827722 w 1668837"/>
                  <a:gd name="connsiteY1-34" fmla="*/ 0 h 1662718"/>
                  <a:gd name="connsiteX2-35" fmla="*/ 1655036 w 1668837"/>
                  <a:gd name="connsiteY2-36" fmla="*/ 1516743 h 1662718"/>
                  <a:gd name="connsiteX3-37" fmla="*/ 1148230 w 1668837"/>
                  <a:gd name="connsiteY3-38" fmla="*/ 1030204 h 1662718"/>
                  <a:gd name="connsiteX4-39" fmla="*/ 722947 w 1668837"/>
                  <a:gd name="connsiteY4-40" fmla="*/ 1547586 h 1662718"/>
                  <a:gd name="connsiteX5-41" fmla="*/ 408 w 1668837"/>
                  <a:gd name="connsiteY5-42" fmla="*/ 1516743 h 1662718"/>
                  <a:gd name="connsiteX0-43" fmla="*/ 1048 w 1669477"/>
                  <a:gd name="connsiteY0-44" fmla="*/ 1516743 h 1606292"/>
                  <a:gd name="connsiteX1-45" fmla="*/ 828362 w 1669477"/>
                  <a:gd name="connsiteY1-46" fmla="*/ 0 h 1606292"/>
                  <a:gd name="connsiteX2-47" fmla="*/ 1655676 w 1669477"/>
                  <a:gd name="connsiteY2-48" fmla="*/ 1516743 h 1606292"/>
                  <a:gd name="connsiteX3-49" fmla="*/ 1148870 w 1669477"/>
                  <a:gd name="connsiteY3-50" fmla="*/ 1030204 h 1606292"/>
                  <a:gd name="connsiteX4-51" fmla="*/ 666437 w 1669477"/>
                  <a:gd name="connsiteY4-52" fmla="*/ 1242786 h 1606292"/>
                  <a:gd name="connsiteX5-53" fmla="*/ 1048 w 1669477"/>
                  <a:gd name="connsiteY5-54" fmla="*/ 1516743 h 1606292"/>
                  <a:gd name="connsiteX0-55" fmla="*/ 722 w 1669151"/>
                  <a:gd name="connsiteY0-56" fmla="*/ 1516743 h 1691393"/>
                  <a:gd name="connsiteX1-57" fmla="*/ 828036 w 1669151"/>
                  <a:gd name="connsiteY1-58" fmla="*/ 0 h 1691393"/>
                  <a:gd name="connsiteX2-59" fmla="*/ 1655350 w 1669151"/>
                  <a:gd name="connsiteY2-60" fmla="*/ 1516743 h 1691393"/>
                  <a:gd name="connsiteX3-61" fmla="*/ 1148544 w 1669151"/>
                  <a:gd name="connsiteY3-62" fmla="*/ 1030204 h 1691393"/>
                  <a:gd name="connsiteX4-63" fmla="*/ 666111 w 1669151"/>
                  <a:gd name="connsiteY4-64" fmla="*/ 1242786 h 1691393"/>
                  <a:gd name="connsiteX5-65" fmla="*/ 722 w 1669151"/>
                  <a:gd name="connsiteY5-66" fmla="*/ 1516743 h 169139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41" y="connsiteY5-42"/>
                  </a:cxn>
                </a:cxnLst>
                <a:rect l="l" t="t" r="r" b="b"/>
                <a:pathLst>
                  <a:path w="1669151" h="1691393">
                    <a:moveTo>
                      <a:pt x="722" y="1516743"/>
                    </a:moveTo>
                    <a:cubicBezTo>
                      <a:pt x="27710" y="1309612"/>
                      <a:pt x="371123" y="0"/>
                      <a:pt x="828036" y="0"/>
                    </a:cubicBezTo>
                    <a:cubicBezTo>
                      <a:pt x="1284949" y="0"/>
                      <a:pt x="1557482" y="1154542"/>
                      <a:pt x="1655350" y="1516743"/>
                    </a:cubicBezTo>
                    <a:cubicBezTo>
                      <a:pt x="1753218" y="1878944"/>
                      <a:pt x="1303892" y="1025064"/>
                      <a:pt x="1148544" y="1030204"/>
                    </a:cubicBezTo>
                    <a:cubicBezTo>
                      <a:pt x="993196" y="1035344"/>
                      <a:pt x="619290" y="2361846"/>
                      <a:pt x="666111" y="1242786"/>
                    </a:cubicBezTo>
                    <a:cubicBezTo>
                      <a:pt x="712932" y="123726"/>
                      <a:pt x="-26266" y="1723874"/>
                      <a:pt x="722" y="1516743"/>
                    </a:cubicBezTo>
                    <a:close/>
                  </a:path>
                </a:pathLst>
              </a:custGeom>
              <a:solidFill>
                <a:srgbClr val="FFFF00"/>
              </a:solidFill>
              <a:ln w="9525">
                <a:noFill/>
                <a:round/>
              </a:ln>
            </p:spPr>
            <p:txBody>
              <a:bodyPr vert="horz" wrap="square" lIns="68580" tIns="34290" rIns="68580" bIns="34290" numCol="1" rtlCol="0" anchor="t" anchorCtr="0" compatLnSpc="1"/>
              <a:p>
                <a:pPr algn="ctr"/>
                <a:endParaRPr lang="en-AU" sz="13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48" name="Freeform 30"/>
            <p:cNvSpPr/>
            <p:nvPr/>
          </p:nvSpPr>
          <p:spPr bwMode="auto">
            <a:xfrm flipH="1">
              <a:off x="6584965" y="4081713"/>
              <a:ext cx="455430" cy="789683"/>
            </a:xfrm>
            <a:custGeom>
              <a:avLst/>
              <a:gdLst>
                <a:gd name="connsiteX0" fmla="*/ 543760 w 543760"/>
                <a:gd name="connsiteY0" fmla="*/ 0 h 942840"/>
                <a:gd name="connsiteX1" fmla="*/ 543760 w 543760"/>
                <a:gd name="connsiteY1" fmla="*/ 274116 h 942840"/>
                <a:gd name="connsiteX2" fmla="*/ 543032 w 543760"/>
                <a:gd name="connsiteY2" fmla="*/ 275222 h 942840"/>
                <a:gd name="connsiteX3" fmla="*/ 448269 w 543760"/>
                <a:gd name="connsiteY3" fmla="*/ 725805 h 942840"/>
                <a:gd name="connsiteX4" fmla="*/ 465736 w 543760"/>
                <a:gd name="connsiteY4" fmla="*/ 859919 h 942840"/>
                <a:gd name="connsiteX5" fmla="*/ 0 w 543760"/>
                <a:gd name="connsiteY5" fmla="*/ 859919 h 942840"/>
                <a:gd name="connsiteX6" fmla="*/ 7182 w 543760"/>
                <a:gd name="connsiteY6" fmla="*/ 817684 h 942840"/>
                <a:gd name="connsiteX7" fmla="*/ 531957 w 543760"/>
                <a:gd name="connsiteY7" fmla="*/ 4466 h 942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3760" h="942840">
                  <a:moveTo>
                    <a:pt x="543760" y="0"/>
                  </a:moveTo>
                  <a:lnTo>
                    <a:pt x="543760" y="274116"/>
                  </a:lnTo>
                  <a:lnTo>
                    <a:pt x="543032" y="275222"/>
                  </a:lnTo>
                  <a:cubicBezTo>
                    <a:pt x="471318" y="402054"/>
                    <a:pt x="439122" y="557264"/>
                    <a:pt x="448269" y="725805"/>
                  </a:cubicBezTo>
                  <a:lnTo>
                    <a:pt x="465736" y="859919"/>
                  </a:lnTo>
                  <a:cubicBezTo>
                    <a:pt x="310491" y="859919"/>
                    <a:pt x="240970" y="1046493"/>
                    <a:pt x="0" y="859919"/>
                  </a:cubicBezTo>
                  <a:lnTo>
                    <a:pt x="7182" y="817684"/>
                  </a:lnTo>
                  <a:cubicBezTo>
                    <a:pt x="85742" y="435772"/>
                    <a:pt x="282081" y="132322"/>
                    <a:pt x="531957" y="4466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>
              <a:noFill/>
              <a:round/>
            </a:ln>
          </p:spPr>
          <p:txBody>
            <a:bodyPr vert="horz" wrap="square" lIns="68580" tIns="34290" rIns="68580" bIns="34290" numCol="1" rtlCol="0" anchor="t" anchorCtr="0" compatLnSpc="1"/>
            <a:p>
              <a:pPr algn="ctr"/>
              <a:endParaRPr lang="en-AU" sz="13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9" name="Freeform 31"/>
            <p:cNvSpPr/>
            <p:nvPr/>
          </p:nvSpPr>
          <p:spPr bwMode="auto">
            <a:xfrm>
              <a:off x="6110403" y="2190030"/>
              <a:ext cx="671548" cy="2335070"/>
            </a:xfrm>
            <a:custGeom>
              <a:avLst/>
              <a:gdLst>
                <a:gd name="connsiteX0" fmla="*/ 0 w 671548"/>
                <a:gd name="connsiteY0" fmla="*/ 0 h 2335070"/>
                <a:gd name="connsiteX1" fmla="*/ 49473 w 671548"/>
                <a:gd name="connsiteY1" fmla="*/ 4580 h 2335070"/>
                <a:gd name="connsiteX2" fmla="*/ 671548 w 671548"/>
                <a:gd name="connsiteY2" fmla="*/ 1268380 h 2335070"/>
                <a:gd name="connsiteX3" fmla="*/ 419389 w 671548"/>
                <a:gd name="connsiteY3" fmla="*/ 2248652 h 2335070"/>
                <a:gd name="connsiteX4" fmla="*/ 406681 w 671548"/>
                <a:gd name="connsiteY4" fmla="*/ 2266074 h 2335070"/>
                <a:gd name="connsiteX5" fmla="*/ 192279 w 671548"/>
                <a:gd name="connsiteY5" fmla="*/ 2319549 h 2335070"/>
                <a:gd name="connsiteX6" fmla="*/ 0 w 671548"/>
                <a:gd name="connsiteY6" fmla="*/ 2335070 h 233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1548" h="2335070">
                  <a:moveTo>
                    <a:pt x="0" y="0"/>
                  </a:moveTo>
                  <a:lnTo>
                    <a:pt x="49473" y="4580"/>
                  </a:lnTo>
                  <a:cubicBezTo>
                    <a:pt x="398883" y="69635"/>
                    <a:pt x="671548" y="610630"/>
                    <a:pt x="671548" y="1268380"/>
                  </a:cubicBezTo>
                  <a:cubicBezTo>
                    <a:pt x="671548" y="1663031"/>
                    <a:pt x="573389" y="2015649"/>
                    <a:pt x="419389" y="2248652"/>
                  </a:cubicBezTo>
                  <a:lnTo>
                    <a:pt x="406681" y="2266074"/>
                  </a:lnTo>
                  <a:cubicBezTo>
                    <a:pt x="335338" y="2290007"/>
                    <a:pt x="263830" y="2307791"/>
                    <a:pt x="192279" y="2319549"/>
                  </a:cubicBezTo>
                  <a:lnTo>
                    <a:pt x="0" y="233507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38100">
              <a:noFill/>
              <a:round/>
            </a:ln>
          </p:spPr>
          <p:txBody>
            <a:bodyPr vert="horz" wrap="square" lIns="68580" tIns="34290" rIns="68580" bIns="34290" numCol="1" rtlCol="0" anchor="t" anchorCtr="0" compatLnSpc="1"/>
            <a:p>
              <a:pPr algn="ctr"/>
              <a:endParaRPr lang="en-AU" sz="13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0" name="Freeform 32"/>
            <p:cNvSpPr/>
            <p:nvPr/>
          </p:nvSpPr>
          <p:spPr bwMode="auto">
            <a:xfrm>
              <a:off x="5652889" y="2991257"/>
              <a:ext cx="805392" cy="355699"/>
            </a:xfrm>
            <a:custGeom>
              <a:avLst/>
              <a:gdLst>
                <a:gd name="connsiteX0" fmla="*/ 676155 w 1352310"/>
                <a:gd name="connsiteY0" fmla="*/ 0 h 1293586"/>
                <a:gd name="connsiteX1" fmla="*/ 1261154 w 1352310"/>
                <a:gd name="connsiteY1" fmla="*/ 444244 h 1293586"/>
                <a:gd name="connsiteX2" fmla="*/ 1352310 w 1352310"/>
                <a:gd name="connsiteY2" fmla="*/ 646793 h 1293586"/>
                <a:gd name="connsiteX3" fmla="*/ 1261154 w 1352310"/>
                <a:gd name="connsiteY3" fmla="*/ 849342 h 1293586"/>
                <a:gd name="connsiteX4" fmla="*/ 676155 w 1352310"/>
                <a:gd name="connsiteY4" fmla="*/ 1293586 h 1293586"/>
                <a:gd name="connsiteX5" fmla="*/ 91156 w 1352310"/>
                <a:gd name="connsiteY5" fmla="*/ 849342 h 1293586"/>
                <a:gd name="connsiteX6" fmla="*/ 0 w 1352310"/>
                <a:gd name="connsiteY6" fmla="*/ 646793 h 1293586"/>
                <a:gd name="connsiteX7" fmla="*/ 91156 w 1352310"/>
                <a:gd name="connsiteY7" fmla="*/ 444244 h 1293586"/>
                <a:gd name="connsiteX8" fmla="*/ 676155 w 1352310"/>
                <a:gd name="connsiteY8" fmla="*/ 0 h 1293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2310" h="1293586">
                  <a:moveTo>
                    <a:pt x="676155" y="0"/>
                  </a:moveTo>
                  <a:cubicBezTo>
                    <a:pt x="904612" y="0"/>
                    <a:pt x="1111440" y="169767"/>
                    <a:pt x="1261154" y="444244"/>
                  </a:cubicBezTo>
                  <a:lnTo>
                    <a:pt x="1352310" y="646793"/>
                  </a:lnTo>
                  <a:lnTo>
                    <a:pt x="1261154" y="849342"/>
                  </a:lnTo>
                  <a:cubicBezTo>
                    <a:pt x="1111440" y="1123819"/>
                    <a:pt x="904612" y="1293586"/>
                    <a:pt x="676155" y="1293586"/>
                  </a:cubicBezTo>
                  <a:cubicBezTo>
                    <a:pt x="447699" y="1293586"/>
                    <a:pt x="240870" y="1123819"/>
                    <a:pt x="91156" y="849342"/>
                  </a:cubicBezTo>
                  <a:lnTo>
                    <a:pt x="0" y="646793"/>
                  </a:lnTo>
                  <a:lnTo>
                    <a:pt x="91156" y="444244"/>
                  </a:lnTo>
                  <a:cubicBezTo>
                    <a:pt x="240870" y="169767"/>
                    <a:pt x="447699" y="0"/>
                    <a:pt x="676155" y="0"/>
                  </a:cubicBezTo>
                  <a:close/>
                </a:path>
              </a:pathLst>
            </a:custGeom>
            <a:solidFill>
              <a:srgbClr val="663300"/>
            </a:solidFill>
            <a:ln w="38100">
              <a:solidFill>
                <a:schemeClr val="bg1"/>
              </a:solidFill>
              <a:round/>
            </a:ln>
          </p:spPr>
          <p:txBody>
            <a:bodyPr vert="horz" wrap="square" lIns="68580" tIns="34290" rIns="68580" bIns="34290" numCol="1" rtlCol="0" anchor="t" anchorCtr="0" compatLnSpc="1"/>
            <a:p>
              <a:pPr algn="ctr"/>
              <a:endParaRPr lang="en-AU" sz="13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08" name="Freeform 33"/>
            <p:cNvSpPr/>
            <p:nvPr/>
          </p:nvSpPr>
          <p:spPr bwMode="auto">
            <a:xfrm>
              <a:off x="5757111" y="4490893"/>
              <a:ext cx="660158" cy="155818"/>
            </a:xfrm>
            <a:custGeom>
              <a:avLst/>
              <a:gdLst>
                <a:gd name="connsiteX0" fmla="*/ 0 w 894577"/>
                <a:gd name="connsiteY0" fmla="*/ 0 h 79777"/>
                <a:gd name="connsiteX1" fmla="*/ 894577 w 894577"/>
                <a:gd name="connsiteY1" fmla="*/ 0 h 79777"/>
                <a:gd name="connsiteX2" fmla="*/ 864276 w 894577"/>
                <a:gd name="connsiteY2" fmla="*/ 28075 h 79777"/>
                <a:gd name="connsiteX3" fmla="*/ 447288 w 894577"/>
                <a:gd name="connsiteY3" fmla="*/ 79777 h 79777"/>
                <a:gd name="connsiteX4" fmla="*/ 30301 w 894577"/>
                <a:gd name="connsiteY4" fmla="*/ 28075 h 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4577" h="79777">
                  <a:moveTo>
                    <a:pt x="0" y="0"/>
                  </a:moveTo>
                  <a:lnTo>
                    <a:pt x="894577" y="0"/>
                  </a:lnTo>
                  <a:lnTo>
                    <a:pt x="864276" y="28075"/>
                  </a:lnTo>
                  <a:cubicBezTo>
                    <a:pt x="795575" y="58459"/>
                    <a:pt x="634741" y="79777"/>
                    <a:pt x="447288" y="79777"/>
                  </a:cubicBezTo>
                  <a:cubicBezTo>
                    <a:pt x="259836" y="79777"/>
                    <a:pt x="99002" y="58459"/>
                    <a:pt x="30301" y="28075"/>
                  </a:cubicBezTo>
                  <a:close/>
                </a:path>
              </a:pathLst>
            </a:custGeom>
            <a:solidFill>
              <a:srgbClr val="663300"/>
            </a:solidFill>
            <a:ln>
              <a:noFill/>
            </a:ln>
          </p:spPr>
          <p:txBody>
            <a:bodyPr vert="horz" wrap="square" lIns="68580" tIns="34290" rIns="68580" bIns="34290" numCol="1" rtlCol="0" anchor="t" anchorCtr="0" compatLnSpc="1"/>
            <a:p>
              <a:pPr algn="ctr"/>
              <a:endParaRPr lang="en-AU" sz="13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09" name="Freeform 34"/>
            <p:cNvSpPr/>
            <p:nvPr/>
          </p:nvSpPr>
          <p:spPr bwMode="auto">
            <a:xfrm>
              <a:off x="5712561" y="4476555"/>
              <a:ext cx="749260" cy="92248"/>
            </a:xfrm>
            <a:custGeom>
              <a:avLst/>
              <a:gdLst>
                <a:gd name="connsiteX0" fmla="*/ 0 w 894577"/>
                <a:gd name="connsiteY0" fmla="*/ 0 h 79777"/>
                <a:gd name="connsiteX1" fmla="*/ 894577 w 894577"/>
                <a:gd name="connsiteY1" fmla="*/ 0 h 79777"/>
                <a:gd name="connsiteX2" fmla="*/ 864276 w 894577"/>
                <a:gd name="connsiteY2" fmla="*/ 28075 h 79777"/>
                <a:gd name="connsiteX3" fmla="*/ 447288 w 894577"/>
                <a:gd name="connsiteY3" fmla="*/ 79777 h 79777"/>
                <a:gd name="connsiteX4" fmla="*/ 30301 w 894577"/>
                <a:gd name="connsiteY4" fmla="*/ 28075 h 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4577" h="79777">
                  <a:moveTo>
                    <a:pt x="0" y="0"/>
                  </a:moveTo>
                  <a:lnTo>
                    <a:pt x="894577" y="0"/>
                  </a:lnTo>
                  <a:lnTo>
                    <a:pt x="864276" y="28075"/>
                  </a:lnTo>
                  <a:cubicBezTo>
                    <a:pt x="795575" y="58459"/>
                    <a:pt x="634741" y="79777"/>
                    <a:pt x="447288" y="79777"/>
                  </a:cubicBezTo>
                  <a:cubicBezTo>
                    <a:pt x="259836" y="79777"/>
                    <a:pt x="99002" y="58459"/>
                    <a:pt x="30301" y="28075"/>
                  </a:cubicBezTo>
                  <a:close/>
                </a:path>
              </a:pathLst>
            </a:custGeom>
            <a:solidFill>
              <a:srgbClr val="CC6600"/>
            </a:solidFill>
            <a:ln>
              <a:noFill/>
            </a:ln>
          </p:spPr>
          <p:txBody>
            <a:bodyPr vert="horz" wrap="square" lIns="68580" tIns="34290" rIns="68580" bIns="34290" numCol="1" rtlCol="0" anchor="t" anchorCtr="0" compatLnSpc="1"/>
            <a:p>
              <a:pPr algn="ctr"/>
              <a:endParaRPr lang="en-AU" sz="13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12" name="Group 2"/>
          <p:cNvGrpSpPr/>
          <p:nvPr/>
        </p:nvGrpSpPr>
        <p:grpSpPr>
          <a:xfrm>
            <a:off x="1103449" y="2593697"/>
            <a:ext cx="842670" cy="968586"/>
            <a:chOff x="1471265" y="3458262"/>
            <a:chExt cx="1123560" cy="1291448"/>
          </a:xfrm>
        </p:grpSpPr>
        <p:sp>
          <p:nvSpPr>
            <p:cNvPr id="213" name="Hexagon 40"/>
            <p:cNvSpPr/>
            <p:nvPr/>
          </p:nvSpPr>
          <p:spPr>
            <a:xfrm rot="5400000">
              <a:off x="1387321" y="3542206"/>
              <a:ext cx="1291448" cy="112356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14" name="Group 51"/>
            <p:cNvGrpSpPr/>
            <p:nvPr/>
          </p:nvGrpSpPr>
          <p:grpSpPr>
            <a:xfrm>
              <a:off x="1863912" y="3839124"/>
              <a:ext cx="311150" cy="366712"/>
              <a:chOff x="5721350" y="1593384"/>
              <a:chExt cx="311150" cy="366712"/>
            </a:xfrm>
            <a:solidFill>
              <a:schemeClr val="bg1"/>
            </a:solidFill>
          </p:grpSpPr>
          <p:sp>
            <p:nvSpPr>
              <p:cNvPr id="215" name="Freeform 52"/>
              <p:cNvSpPr/>
              <p:nvPr/>
            </p:nvSpPr>
            <p:spPr bwMode="auto">
              <a:xfrm>
                <a:off x="5721350" y="1680696"/>
                <a:ext cx="311150" cy="279400"/>
              </a:xfrm>
              <a:custGeom>
                <a:avLst/>
                <a:gdLst>
                  <a:gd name="T0" fmla="*/ 19 w 184"/>
                  <a:gd name="T1" fmla="*/ 16 h 165"/>
                  <a:gd name="T2" fmla="*/ 2 w 184"/>
                  <a:gd name="T3" fmla="*/ 50 h 165"/>
                  <a:gd name="T4" fmla="*/ 0 w 184"/>
                  <a:gd name="T5" fmla="*/ 60 h 165"/>
                  <a:gd name="T6" fmla="*/ 0 w 184"/>
                  <a:gd name="T7" fmla="*/ 61 h 165"/>
                  <a:gd name="T8" fmla="*/ 0 w 184"/>
                  <a:gd name="T9" fmla="*/ 70 h 165"/>
                  <a:gd name="T10" fmla="*/ 1 w 184"/>
                  <a:gd name="T11" fmla="*/ 77 h 165"/>
                  <a:gd name="T12" fmla="*/ 8 w 184"/>
                  <a:gd name="T13" fmla="*/ 107 h 165"/>
                  <a:gd name="T14" fmla="*/ 28 w 184"/>
                  <a:gd name="T15" fmla="*/ 144 h 165"/>
                  <a:gd name="T16" fmla="*/ 29 w 184"/>
                  <a:gd name="T17" fmla="*/ 145 h 165"/>
                  <a:gd name="T18" fmla="*/ 41 w 184"/>
                  <a:gd name="T19" fmla="*/ 158 h 165"/>
                  <a:gd name="T20" fmla="*/ 44 w 184"/>
                  <a:gd name="T21" fmla="*/ 161 h 165"/>
                  <a:gd name="T22" fmla="*/ 64 w 184"/>
                  <a:gd name="T23" fmla="*/ 163 h 165"/>
                  <a:gd name="T24" fmla="*/ 65 w 184"/>
                  <a:gd name="T25" fmla="*/ 163 h 165"/>
                  <a:gd name="T26" fmla="*/ 74 w 184"/>
                  <a:gd name="T27" fmla="*/ 160 h 165"/>
                  <a:gd name="T28" fmla="*/ 81 w 184"/>
                  <a:gd name="T29" fmla="*/ 157 h 165"/>
                  <a:gd name="T30" fmla="*/ 92 w 184"/>
                  <a:gd name="T31" fmla="*/ 156 h 165"/>
                  <a:gd name="T32" fmla="*/ 93 w 184"/>
                  <a:gd name="T33" fmla="*/ 156 h 165"/>
                  <a:gd name="T34" fmla="*/ 104 w 184"/>
                  <a:gd name="T35" fmla="*/ 157 h 165"/>
                  <a:gd name="T36" fmla="*/ 110 w 184"/>
                  <a:gd name="T37" fmla="*/ 160 h 165"/>
                  <a:gd name="T38" fmla="*/ 120 w 184"/>
                  <a:gd name="T39" fmla="*/ 163 h 165"/>
                  <a:gd name="T40" fmla="*/ 120 w 184"/>
                  <a:gd name="T41" fmla="*/ 163 h 165"/>
                  <a:gd name="T42" fmla="*/ 140 w 184"/>
                  <a:gd name="T43" fmla="*/ 161 h 165"/>
                  <a:gd name="T44" fmla="*/ 144 w 184"/>
                  <a:gd name="T45" fmla="*/ 158 h 165"/>
                  <a:gd name="T46" fmla="*/ 156 w 184"/>
                  <a:gd name="T47" fmla="*/ 145 h 165"/>
                  <a:gd name="T48" fmla="*/ 157 w 184"/>
                  <a:gd name="T49" fmla="*/ 144 h 165"/>
                  <a:gd name="T50" fmla="*/ 177 w 184"/>
                  <a:gd name="T51" fmla="*/ 107 h 165"/>
                  <a:gd name="T52" fmla="*/ 184 w 184"/>
                  <a:gd name="T53" fmla="*/ 77 h 165"/>
                  <a:gd name="T54" fmla="*/ 184 w 184"/>
                  <a:gd name="T55" fmla="*/ 70 h 165"/>
                  <a:gd name="T56" fmla="*/ 184 w 184"/>
                  <a:gd name="T57" fmla="*/ 61 h 165"/>
                  <a:gd name="T58" fmla="*/ 184 w 184"/>
                  <a:gd name="T59" fmla="*/ 60 h 165"/>
                  <a:gd name="T60" fmla="*/ 183 w 184"/>
                  <a:gd name="T61" fmla="*/ 50 h 165"/>
                  <a:gd name="T62" fmla="*/ 166 w 184"/>
                  <a:gd name="T63" fmla="*/ 16 h 165"/>
                  <a:gd name="T64" fmla="*/ 162 w 184"/>
                  <a:gd name="T65" fmla="*/ 12 h 165"/>
                  <a:gd name="T66" fmla="*/ 136 w 184"/>
                  <a:gd name="T67" fmla="*/ 1 h 165"/>
                  <a:gd name="T68" fmla="*/ 107 w 184"/>
                  <a:gd name="T69" fmla="*/ 5 h 165"/>
                  <a:gd name="T70" fmla="*/ 92 w 184"/>
                  <a:gd name="T71" fmla="*/ 10 h 165"/>
                  <a:gd name="T72" fmla="*/ 77 w 184"/>
                  <a:gd name="T73" fmla="*/ 5 h 165"/>
                  <a:gd name="T74" fmla="*/ 49 w 184"/>
                  <a:gd name="T75" fmla="*/ 1 h 165"/>
                  <a:gd name="T76" fmla="*/ 23 w 184"/>
                  <a:gd name="T77" fmla="*/ 12 h 165"/>
                  <a:gd name="T78" fmla="*/ 19 w 184"/>
                  <a:gd name="T79" fmla="*/ 16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84" h="165">
                    <a:moveTo>
                      <a:pt x="19" y="16"/>
                    </a:moveTo>
                    <a:cubicBezTo>
                      <a:pt x="9" y="25"/>
                      <a:pt x="4" y="37"/>
                      <a:pt x="2" y="50"/>
                    </a:cubicBezTo>
                    <a:cubicBezTo>
                      <a:pt x="1" y="53"/>
                      <a:pt x="1" y="56"/>
                      <a:pt x="0" y="60"/>
                    </a:cubicBezTo>
                    <a:cubicBezTo>
                      <a:pt x="0" y="60"/>
                      <a:pt x="0" y="60"/>
                      <a:pt x="0" y="61"/>
                    </a:cubicBezTo>
                    <a:cubicBezTo>
                      <a:pt x="0" y="64"/>
                      <a:pt x="0" y="67"/>
                      <a:pt x="0" y="70"/>
                    </a:cubicBezTo>
                    <a:cubicBezTo>
                      <a:pt x="0" y="73"/>
                      <a:pt x="1" y="75"/>
                      <a:pt x="1" y="77"/>
                    </a:cubicBezTo>
                    <a:cubicBezTo>
                      <a:pt x="2" y="87"/>
                      <a:pt x="4" y="98"/>
                      <a:pt x="8" y="107"/>
                    </a:cubicBezTo>
                    <a:cubicBezTo>
                      <a:pt x="13" y="121"/>
                      <a:pt x="19" y="133"/>
                      <a:pt x="28" y="144"/>
                    </a:cubicBezTo>
                    <a:cubicBezTo>
                      <a:pt x="28" y="144"/>
                      <a:pt x="28" y="145"/>
                      <a:pt x="29" y="145"/>
                    </a:cubicBezTo>
                    <a:cubicBezTo>
                      <a:pt x="32" y="150"/>
                      <a:pt x="36" y="155"/>
                      <a:pt x="41" y="158"/>
                    </a:cubicBezTo>
                    <a:cubicBezTo>
                      <a:pt x="42" y="159"/>
                      <a:pt x="43" y="160"/>
                      <a:pt x="44" y="161"/>
                    </a:cubicBezTo>
                    <a:cubicBezTo>
                      <a:pt x="50" y="165"/>
                      <a:pt x="57" y="165"/>
                      <a:pt x="64" y="163"/>
                    </a:cubicBezTo>
                    <a:cubicBezTo>
                      <a:pt x="64" y="163"/>
                      <a:pt x="65" y="163"/>
                      <a:pt x="65" y="163"/>
                    </a:cubicBezTo>
                    <a:cubicBezTo>
                      <a:pt x="68" y="162"/>
                      <a:pt x="71" y="161"/>
                      <a:pt x="74" y="160"/>
                    </a:cubicBezTo>
                    <a:cubicBezTo>
                      <a:pt x="76" y="159"/>
                      <a:pt x="78" y="158"/>
                      <a:pt x="81" y="157"/>
                    </a:cubicBezTo>
                    <a:cubicBezTo>
                      <a:pt x="84" y="156"/>
                      <a:pt x="92" y="156"/>
                      <a:pt x="92" y="156"/>
                    </a:cubicBezTo>
                    <a:cubicBezTo>
                      <a:pt x="92" y="156"/>
                      <a:pt x="93" y="156"/>
                      <a:pt x="93" y="156"/>
                    </a:cubicBezTo>
                    <a:cubicBezTo>
                      <a:pt x="97" y="156"/>
                      <a:pt x="100" y="156"/>
                      <a:pt x="104" y="157"/>
                    </a:cubicBezTo>
                    <a:cubicBezTo>
                      <a:pt x="106" y="158"/>
                      <a:pt x="108" y="159"/>
                      <a:pt x="110" y="160"/>
                    </a:cubicBezTo>
                    <a:cubicBezTo>
                      <a:pt x="113" y="161"/>
                      <a:pt x="117" y="162"/>
                      <a:pt x="120" y="163"/>
                    </a:cubicBezTo>
                    <a:cubicBezTo>
                      <a:pt x="120" y="163"/>
                      <a:pt x="120" y="163"/>
                      <a:pt x="120" y="163"/>
                    </a:cubicBezTo>
                    <a:cubicBezTo>
                      <a:pt x="127" y="165"/>
                      <a:pt x="134" y="165"/>
                      <a:pt x="140" y="161"/>
                    </a:cubicBezTo>
                    <a:cubicBezTo>
                      <a:pt x="142" y="160"/>
                      <a:pt x="143" y="159"/>
                      <a:pt x="144" y="158"/>
                    </a:cubicBezTo>
                    <a:cubicBezTo>
                      <a:pt x="149" y="155"/>
                      <a:pt x="152" y="150"/>
                      <a:pt x="156" y="145"/>
                    </a:cubicBezTo>
                    <a:cubicBezTo>
                      <a:pt x="156" y="145"/>
                      <a:pt x="157" y="144"/>
                      <a:pt x="157" y="144"/>
                    </a:cubicBezTo>
                    <a:cubicBezTo>
                      <a:pt x="165" y="133"/>
                      <a:pt x="172" y="121"/>
                      <a:pt x="177" y="107"/>
                    </a:cubicBezTo>
                    <a:cubicBezTo>
                      <a:pt x="180" y="98"/>
                      <a:pt x="183" y="87"/>
                      <a:pt x="184" y="77"/>
                    </a:cubicBezTo>
                    <a:cubicBezTo>
                      <a:pt x="184" y="75"/>
                      <a:pt x="184" y="73"/>
                      <a:pt x="184" y="70"/>
                    </a:cubicBezTo>
                    <a:cubicBezTo>
                      <a:pt x="184" y="67"/>
                      <a:pt x="184" y="64"/>
                      <a:pt x="184" y="61"/>
                    </a:cubicBezTo>
                    <a:cubicBezTo>
                      <a:pt x="184" y="60"/>
                      <a:pt x="184" y="60"/>
                      <a:pt x="184" y="60"/>
                    </a:cubicBezTo>
                    <a:cubicBezTo>
                      <a:pt x="184" y="56"/>
                      <a:pt x="184" y="53"/>
                      <a:pt x="183" y="50"/>
                    </a:cubicBezTo>
                    <a:cubicBezTo>
                      <a:pt x="181" y="37"/>
                      <a:pt x="175" y="25"/>
                      <a:pt x="166" y="16"/>
                    </a:cubicBezTo>
                    <a:cubicBezTo>
                      <a:pt x="164" y="15"/>
                      <a:pt x="163" y="14"/>
                      <a:pt x="162" y="12"/>
                    </a:cubicBezTo>
                    <a:cubicBezTo>
                      <a:pt x="154" y="6"/>
                      <a:pt x="145" y="3"/>
                      <a:pt x="136" y="1"/>
                    </a:cubicBezTo>
                    <a:cubicBezTo>
                      <a:pt x="126" y="0"/>
                      <a:pt x="116" y="2"/>
                      <a:pt x="107" y="5"/>
                    </a:cubicBezTo>
                    <a:cubicBezTo>
                      <a:pt x="102" y="7"/>
                      <a:pt x="92" y="10"/>
                      <a:pt x="92" y="10"/>
                    </a:cubicBezTo>
                    <a:cubicBezTo>
                      <a:pt x="92" y="10"/>
                      <a:pt x="82" y="7"/>
                      <a:pt x="77" y="5"/>
                    </a:cubicBezTo>
                    <a:cubicBezTo>
                      <a:pt x="68" y="2"/>
                      <a:pt x="59" y="0"/>
                      <a:pt x="49" y="1"/>
                    </a:cubicBezTo>
                    <a:cubicBezTo>
                      <a:pt x="39" y="3"/>
                      <a:pt x="30" y="6"/>
                      <a:pt x="23" y="12"/>
                    </a:cubicBezTo>
                    <a:cubicBezTo>
                      <a:pt x="22" y="14"/>
                      <a:pt x="20" y="15"/>
                      <a:pt x="19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p>
                <a:endParaRPr lang="en-US" sz="13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6" name="Freeform 53"/>
              <p:cNvSpPr/>
              <p:nvPr/>
            </p:nvSpPr>
            <p:spPr bwMode="auto">
              <a:xfrm>
                <a:off x="5802313" y="1593384"/>
                <a:ext cx="76200" cy="85725"/>
              </a:xfrm>
              <a:custGeom>
                <a:avLst/>
                <a:gdLst>
                  <a:gd name="T0" fmla="*/ 14 w 45"/>
                  <a:gd name="T1" fmla="*/ 37 h 50"/>
                  <a:gd name="T2" fmla="*/ 32 w 45"/>
                  <a:gd name="T3" fmla="*/ 48 h 50"/>
                  <a:gd name="T4" fmla="*/ 43 w 45"/>
                  <a:gd name="T5" fmla="*/ 50 h 50"/>
                  <a:gd name="T6" fmla="*/ 44 w 45"/>
                  <a:gd name="T7" fmla="*/ 48 h 50"/>
                  <a:gd name="T8" fmla="*/ 35 w 45"/>
                  <a:gd name="T9" fmla="*/ 19 h 50"/>
                  <a:gd name="T10" fmla="*/ 4 w 45"/>
                  <a:gd name="T11" fmla="*/ 0 h 50"/>
                  <a:gd name="T12" fmla="*/ 2 w 45"/>
                  <a:gd name="T13" fmla="*/ 0 h 50"/>
                  <a:gd name="T14" fmla="*/ 1 w 45"/>
                  <a:gd name="T15" fmla="*/ 0 h 50"/>
                  <a:gd name="T16" fmla="*/ 1 w 45"/>
                  <a:gd name="T17" fmla="*/ 12 h 50"/>
                  <a:gd name="T18" fmla="*/ 14 w 45"/>
                  <a:gd name="T19" fmla="*/ 37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5" h="50">
                    <a:moveTo>
                      <a:pt x="14" y="37"/>
                    </a:moveTo>
                    <a:cubicBezTo>
                      <a:pt x="19" y="42"/>
                      <a:pt x="25" y="46"/>
                      <a:pt x="32" y="48"/>
                    </a:cubicBezTo>
                    <a:cubicBezTo>
                      <a:pt x="36" y="49"/>
                      <a:pt x="39" y="50"/>
                      <a:pt x="43" y="50"/>
                    </a:cubicBezTo>
                    <a:cubicBezTo>
                      <a:pt x="44" y="50"/>
                      <a:pt x="44" y="49"/>
                      <a:pt x="44" y="48"/>
                    </a:cubicBezTo>
                    <a:cubicBezTo>
                      <a:pt x="45" y="37"/>
                      <a:pt x="41" y="28"/>
                      <a:pt x="35" y="19"/>
                    </a:cubicBezTo>
                    <a:cubicBezTo>
                      <a:pt x="27" y="9"/>
                      <a:pt x="17" y="3"/>
                      <a:pt x="4" y="0"/>
                    </a:cubicBezTo>
                    <a:cubicBezTo>
                      <a:pt x="4" y="0"/>
                      <a:pt x="3" y="0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0" y="4"/>
                      <a:pt x="1" y="8"/>
                      <a:pt x="1" y="12"/>
                    </a:cubicBezTo>
                    <a:cubicBezTo>
                      <a:pt x="3" y="22"/>
                      <a:pt x="8" y="30"/>
                      <a:pt x="14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p>
                <a:endParaRPr lang="en-US" sz="13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17" name="Group 3"/>
          <p:cNvGrpSpPr/>
          <p:nvPr/>
        </p:nvGrpSpPr>
        <p:grpSpPr>
          <a:xfrm>
            <a:off x="2695227" y="3562283"/>
            <a:ext cx="842670" cy="968586"/>
            <a:chOff x="3593636" y="4749710"/>
            <a:chExt cx="1123560" cy="1291448"/>
          </a:xfrm>
        </p:grpSpPr>
        <p:sp>
          <p:nvSpPr>
            <p:cNvPr id="218" name="Hexagon 48"/>
            <p:cNvSpPr/>
            <p:nvPr/>
          </p:nvSpPr>
          <p:spPr>
            <a:xfrm rot="5400000">
              <a:off x="3509692" y="4833654"/>
              <a:ext cx="1291448" cy="112356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19" name="Group 54"/>
            <p:cNvGrpSpPr/>
            <p:nvPr/>
          </p:nvGrpSpPr>
          <p:grpSpPr>
            <a:xfrm>
              <a:off x="3992141" y="5180549"/>
              <a:ext cx="342247" cy="429769"/>
              <a:chOff x="1292225" y="3378200"/>
              <a:chExt cx="415925" cy="522288"/>
            </a:xfrm>
            <a:solidFill>
              <a:schemeClr val="bg1"/>
            </a:solidFill>
          </p:grpSpPr>
          <p:sp>
            <p:nvSpPr>
              <p:cNvPr id="220" name="Freeform 66"/>
              <p:cNvSpPr/>
              <p:nvPr/>
            </p:nvSpPr>
            <p:spPr bwMode="auto">
              <a:xfrm>
                <a:off x="1363663" y="3448050"/>
                <a:ext cx="273050" cy="271463"/>
              </a:xfrm>
              <a:custGeom>
                <a:avLst/>
                <a:gdLst>
                  <a:gd name="T0" fmla="*/ 77 w 122"/>
                  <a:gd name="T1" fmla="*/ 101 h 121"/>
                  <a:gd name="T2" fmla="*/ 77 w 122"/>
                  <a:gd name="T3" fmla="*/ 121 h 121"/>
                  <a:gd name="T4" fmla="*/ 122 w 122"/>
                  <a:gd name="T5" fmla="*/ 62 h 121"/>
                  <a:gd name="T6" fmla="*/ 61 w 122"/>
                  <a:gd name="T7" fmla="*/ 0 h 121"/>
                  <a:gd name="T8" fmla="*/ 0 w 122"/>
                  <a:gd name="T9" fmla="*/ 62 h 121"/>
                  <a:gd name="T10" fmla="*/ 45 w 122"/>
                  <a:gd name="T11" fmla="*/ 121 h 121"/>
                  <a:gd name="T12" fmla="*/ 45 w 122"/>
                  <a:gd name="T13" fmla="*/ 101 h 121"/>
                  <a:gd name="T14" fmla="*/ 18 w 122"/>
                  <a:gd name="T15" fmla="*/ 62 h 121"/>
                  <a:gd name="T16" fmla="*/ 61 w 122"/>
                  <a:gd name="T17" fmla="*/ 19 h 121"/>
                  <a:gd name="T18" fmla="*/ 104 w 122"/>
                  <a:gd name="T19" fmla="*/ 62 h 121"/>
                  <a:gd name="T20" fmla="*/ 77 w 122"/>
                  <a:gd name="T21" fmla="*/ 10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2" h="121">
                    <a:moveTo>
                      <a:pt x="77" y="101"/>
                    </a:moveTo>
                    <a:cubicBezTo>
                      <a:pt x="77" y="121"/>
                      <a:pt x="77" y="121"/>
                      <a:pt x="77" y="121"/>
                    </a:cubicBezTo>
                    <a:cubicBezTo>
                      <a:pt x="103" y="114"/>
                      <a:pt x="122" y="90"/>
                      <a:pt x="122" y="62"/>
                    </a:cubicBezTo>
                    <a:cubicBezTo>
                      <a:pt x="122" y="28"/>
                      <a:pt x="95" y="0"/>
                      <a:pt x="61" y="0"/>
                    </a:cubicBezTo>
                    <a:cubicBezTo>
                      <a:pt x="27" y="0"/>
                      <a:pt x="0" y="28"/>
                      <a:pt x="0" y="62"/>
                    </a:cubicBezTo>
                    <a:cubicBezTo>
                      <a:pt x="0" y="90"/>
                      <a:pt x="19" y="114"/>
                      <a:pt x="45" y="12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30" y="95"/>
                      <a:pt x="18" y="80"/>
                      <a:pt x="18" y="62"/>
                    </a:cubicBezTo>
                    <a:cubicBezTo>
                      <a:pt x="18" y="38"/>
                      <a:pt x="37" y="19"/>
                      <a:pt x="61" y="19"/>
                    </a:cubicBezTo>
                    <a:cubicBezTo>
                      <a:pt x="85" y="19"/>
                      <a:pt x="104" y="38"/>
                      <a:pt x="104" y="62"/>
                    </a:cubicBezTo>
                    <a:cubicBezTo>
                      <a:pt x="104" y="80"/>
                      <a:pt x="93" y="95"/>
                      <a:pt x="77" y="1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p>
                <a:endParaRPr lang="en-US" sz="13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21" name="Freeform 67"/>
              <p:cNvSpPr/>
              <p:nvPr/>
            </p:nvSpPr>
            <p:spPr bwMode="auto">
              <a:xfrm>
                <a:off x="1292225" y="3378200"/>
                <a:ext cx="415925" cy="412750"/>
              </a:xfrm>
              <a:custGeom>
                <a:avLst/>
                <a:gdLst>
                  <a:gd name="T0" fmla="*/ 186 w 186"/>
                  <a:gd name="T1" fmla="*/ 93 h 184"/>
                  <a:gd name="T2" fmla="*/ 93 w 186"/>
                  <a:gd name="T3" fmla="*/ 0 h 184"/>
                  <a:gd name="T4" fmla="*/ 0 w 186"/>
                  <a:gd name="T5" fmla="*/ 93 h 184"/>
                  <a:gd name="T6" fmla="*/ 77 w 186"/>
                  <a:gd name="T7" fmla="*/ 184 h 184"/>
                  <a:gd name="T8" fmla="*/ 77 w 186"/>
                  <a:gd name="T9" fmla="*/ 165 h 184"/>
                  <a:gd name="T10" fmla="*/ 19 w 186"/>
                  <a:gd name="T11" fmla="*/ 93 h 184"/>
                  <a:gd name="T12" fmla="*/ 93 w 186"/>
                  <a:gd name="T13" fmla="*/ 18 h 184"/>
                  <a:gd name="T14" fmla="*/ 167 w 186"/>
                  <a:gd name="T15" fmla="*/ 93 h 184"/>
                  <a:gd name="T16" fmla="*/ 109 w 186"/>
                  <a:gd name="T17" fmla="*/ 165 h 184"/>
                  <a:gd name="T18" fmla="*/ 109 w 186"/>
                  <a:gd name="T19" fmla="*/ 184 h 184"/>
                  <a:gd name="T20" fmla="*/ 186 w 186"/>
                  <a:gd name="T21" fmla="*/ 93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6" h="184">
                    <a:moveTo>
                      <a:pt x="186" y="93"/>
                    </a:moveTo>
                    <a:cubicBezTo>
                      <a:pt x="186" y="41"/>
                      <a:pt x="144" y="0"/>
                      <a:pt x="93" y="0"/>
                    </a:cubicBezTo>
                    <a:cubicBezTo>
                      <a:pt x="42" y="0"/>
                      <a:pt x="0" y="41"/>
                      <a:pt x="0" y="93"/>
                    </a:cubicBezTo>
                    <a:cubicBezTo>
                      <a:pt x="0" y="139"/>
                      <a:pt x="34" y="177"/>
                      <a:pt x="77" y="184"/>
                    </a:cubicBezTo>
                    <a:cubicBezTo>
                      <a:pt x="77" y="165"/>
                      <a:pt x="77" y="165"/>
                      <a:pt x="77" y="165"/>
                    </a:cubicBezTo>
                    <a:cubicBezTo>
                      <a:pt x="44" y="158"/>
                      <a:pt x="19" y="128"/>
                      <a:pt x="19" y="93"/>
                    </a:cubicBezTo>
                    <a:cubicBezTo>
                      <a:pt x="19" y="52"/>
                      <a:pt x="52" y="18"/>
                      <a:pt x="93" y="18"/>
                    </a:cubicBezTo>
                    <a:cubicBezTo>
                      <a:pt x="134" y="18"/>
                      <a:pt x="167" y="52"/>
                      <a:pt x="167" y="93"/>
                    </a:cubicBezTo>
                    <a:cubicBezTo>
                      <a:pt x="167" y="128"/>
                      <a:pt x="142" y="158"/>
                      <a:pt x="109" y="165"/>
                    </a:cubicBezTo>
                    <a:cubicBezTo>
                      <a:pt x="109" y="184"/>
                      <a:pt x="109" y="184"/>
                      <a:pt x="109" y="184"/>
                    </a:cubicBezTo>
                    <a:cubicBezTo>
                      <a:pt x="153" y="177"/>
                      <a:pt x="186" y="139"/>
                      <a:pt x="186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p>
                <a:endParaRPr lang="en-US" sz="13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22" name="Freeform 68"/>
              <p:cNvSpPr>
                <a:spLocks noEditPoints="1"/>
              </p:cNvSpPr>
              <p:nvPr/>
            </p:nvSpPr>
            <p:spPr bwMode="auto">
              <a:xfrm>
                <a:off x="1431925" y="3517900"/>
                <a:ext cx="134937" cy="382588"/>
              </a:xfrm>
              <a:custGeom>
                <a:avLst/>
                <a:gdLst>
                  <a:gd name="T0" fmla="*/ 21 w 60"/>
                  <a:gd name="T1" fmla="*/ 91 h 171"/>
                  <a:gd name="T2" fmla="*/ 21 w 60"/>
                  <a:gd name="T3" fmla="*/ 104 h 171"/>
                  <a:gd name="T4" fmla="*/ 21 w 60"/>
                  <a:gd name="T5" fmla="*/ 123 h 171"/>
                  <a:gd name="T6" fmla="*/ 21 w 60"/>
                  <a:gd name="T7" fmla="*/ 171 h 171"/>
                  <a:gd name="T8" fmla="*/ 40 w 60"/>
                  <a:gd name="T9" fmla="*/ 171 h 171"/>
                  <a:gd name="T10" fmla="*/ 40 w 60"/>
                  <a:gd name="T11" fmla="*/ 123 h 171"/>
                  <a:gd name="T12" fmla="*/ 40 w 60"/>
                  <a:gd name="T13" fmla="*/ 104 h 171"/>
                  <a:gd name="T14" fmla="*/ 40 w 60"/>
                  <a:gd name="T15" fmla="*/ 91 h 171"/>
                  <a:gd name="T16" fmla="*/ 40 w 60"/>
                  <a:gd name="T17" fmla="*/ 72 h 171"/>
                  <a:gd name="T18" fmla="*/ 40 w 60"/>
                  <a:gd name="T19" fmla="*/ 59 h 171"/>
                  <a:gd name="T20" fmla="*/ 43 w 60"/>
                  <a:gd name="T21" fmla="*/ 58 h 171"/>
                  <a:gd name="T22" fmla="*/ 46 w 60"/>
                  <a:gd name="T23" fmla="*/ 57 h 171"/>
                  <a:gd name="T24" fmla="*/ 60 w 60"/>
                  <a:gd name="T25" fmla="*/ 31 h 171"/>
                  <a:gd name="T26" fmla="*/ 30 w 60"/>
                  <a:gd name="T27" fmla="*/ 0 h 171"/>
                  <a:gd name="T28" fmla="*/ 0 w 60"/>
                  <a:gd name="T29" fmla="*/ 31 h 171"/>
                  <a:gd name="T30" fmla="*/ 14 w 60"/>
                  <a:gd name="T31" fmla="*/ 57 h 171"/>
                  <a:gd name="T32" fmla="*/ 17 w 60"/>
                  <a:gd name="T33" fmla="*/ 58 h 171"/>
                  <a:gd name="T34" fmla="*/ 21 w 60"/>
                  <a:gd name="T35" fmla="*/ 59 h 171"/>
                  <a:gd name="T36" fmla="*/ 21 w 60"/>
                  <a:gd name="T37" fmla="*/ 72 h 171"/>
                  <a:gd name="T38" fmla="*/ 21 w 60"/>
                  <a:gd name="T39" fmla="*/ 91 h 171"/>
                  <a:gd name="T40" fmla="*/ 19 w 60"/>
                  <a:gd name="T41" fmla="*/ 28 h 171"/>
                  <a:gd name="T42" fmla="*/ 20 w 60"/>
                  <a:gd name="T43" fmla="*/ 24 h 171"/>
                  <a:gd name="T44" fmla="*/ 30 w 60"/>
                  <a:gd name="T45" fmla="*/ 19 h 171"/>
                  <a:gd name="T46" fmla="*/ 40 w 60"/>
                  <a:gd name="T47" fmla="*/ 24 h 171"/>
                  <a:gd name="T48" fmla="*/ 41 w 60"/>
                  <a:gd name="T49" fmla="*/ 28 h 171"/>
                  <a:gd name="T50" fmla="*/ 42 w 60"/>
                  <a:gd name="T51" fmla="*/ 31 h 171"/>
                  <a:gd name="T52" fmla="*/ 40 w 60"/>
                  <a:gd name="T53" fmla="*/ 38 h 171"/>
                  <a:gd name="T54" fmla="*/ 30 w 60"/>
                  <a:gd name="T55" fmla="*/ 42 h 171"/>
                  <a:gd name="T56" fmla="*/ 21 w 60"/>
                  <a:gd name="T57" fmla="*/ 38 h 171"/>
                  <a:gd name="T58" fmla="*/ 18 w 60"/>
                  <a:gd name="T59" fmla="*/ 31 h 171"/>
                  <a:gd name="T60" fmla="*/ 19 w 60"/>
                  <a:gd name="T61" fmla="*/ 2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60" h="171">
                    <a:moveTo>
                      <a:pt x="21" y="91"/>
                    </a:moveTo>
                    <a:cubicBezTo>
                      <a:pt x="21" y="104"/>
                      <a:pt x="21" y="104"/>
                      <a:pt x="21" y="104"/>
                    </a:cubicBezTo>
                    <a:cubicBezTo>
                      <a:pt x="21" y="123"/>
                      <a:pt x="21" y="123"/>
                      <a:pt x="21" y="123"/>
                    </a:cubicBezTo>
                    <a:cubicBezTo>
                      <a:pt x="21" y="171"/>
                      <a:pt x="21" y="171"/>
                      <a:pt x="21" y="171"/>
                    </a:cubicBezTo>
                    <a:cubicBezTo>
                      <a:pt x="40" y="171"/>
                      <a:pt x="40" y="171"/>
                      <a:pt x="40" y="171"/>
                    </a:cubicBezTo>
                    <a:cubicBezTo>
                      <a:pt x="40" y="123"/>
                      <a:pt x="40" y="123"/>
                      <a:pt x="40" y="123"/>
                    </a:cubicBezTo>
                    <a:cubicBezTo>
                      <a:pt x="40" y="104"/>
                      <a:pt x="40" y="104"/>
                      <a:pt x="40" y="104"/>
                    </a:cubicBezTo>
                    <a:cubicBezTo>
                      <a:pt x="40" y="91"/>
                      <a:pt x="40" y="91"/>
                      <a:pt x="40" y="91"/>
                    </a:cubicBezTo>
                    <a:cubicBezTo>
                      <a:pt x="40" y="72"/>
                      <a:pt x="40" y="72"/>
                      <a:pt x="40" y="72"/>
                    </a:cubicBezTo>
                    <a:cubicBezTo>
                      <a:pt x="40" y="59"/>
                      <a:pt x="40" y="59"/>
                      <a:pt x="40" y="59"/>
                    </a:cubicBezTo>
                    <a:cubicBezTo>
                      <a:pt x="41" y="59"/>
                      <a:pt x="42" y="59"/>
                      <a:pt x="43" y="58"/>
                    </a:cubicBezTo>
                    <a:cubicBezTo>
                      <a:pt x="44" y="58"/>
                      <a:pt x="45" y="57"/>
                      <a:pt x="46" y="57"/>
                    </a:cubicBezTo>
                    <a:cubicBezTo>
                      <a:pt x="55" y="51"/>
                      <a:pt x="60" y="42"/>
                      <a:pt x="60" y="31"/>
                    </a:cubicBezTo>
                    <a:cubicBezTo>
                      <a:pt x="60" y="14"/>
                      <a:pt x="47" y="0"/>
                      <a:pt x="30" y="0"/>
                    </a:cubicBezTo>
                    <a:cubicBezTo>
                      <a:pt x="13" y="0"/>
                      <a:pt x="0" y="14"/>
                      <a:pt x="0" y="31"/>
                    </a:cubicBezTo>
                    <a:cubicBezTo>
                      <a:pt x="0" y="42"/>
                      <a:pt x="6" y="51"/>
                      <a:pt x="14" y="57"/>
                    </a:cubicBezTo>
                    <a:cubicBezTo>
                      <a:pt x="15" y="57"/>
                      <a:pt x="16" y="58"/>
                      <a:pt x="17" y="58"/>
                    </a:cubicBezTo>
                    <a:cubicBezTo>
                      <a:pt x="19" y="59"/>
                      <a:pt x="20" y="59"/>
                      <a:pt x="21" y="59"/>
                    </a:cubicBezTo>
                    <a:cubicBezTo>
                      <a:pt x="21" y="72"/>
                      <a:pt x="21" y="72"/>
                      <a:pt x="21" y="72"/>
                    </a:cubicBezTo>
                    <a:lnTo>
                      <a:pt x="21" y="91"/>
                    </a:lnTo>
                    <a:close/>
                    <a:moveTo>
                      <a:pt x="19" y="28"/>
                    </a:moveTo>
                    <a:cubicBezTo>
                      <a:pt x="19" y="26"/>
                      <a:pt x="20" y="25"/>
                      <a:pt x="20" y="24"/>
                    </a:cubicBezTo>
                    <a:cubicBezTo>
                      <a:pt x="22" y="21"/>
                      <a:pt x="26" y="19"/>
                      <a:pt x="30" y="19"/>
                    </a:cubicBezTo>
                    <a:cubicBezTo>
                      <a:pt x="34" y="19"/>
                      <a:pt x="38" y="21"/>
                      <a:pt x="40" y="24"/>
                    </a:cubicBezTo>
                    <a:cubicBezTo>
                      <a:pt x="41" y="25"/>
                      <a:pt x="41" y="26"/>
                      <a:pt x="41" y="28"/>
                    </a:cubicBezTo>
                    <a:cubicBezTo>
                      <a:pt x="42" y="29"/>
                      <a:pt x="42" y="30"/>
                      <a:pt x="42" y="31"/>
                    </a:cubicBezTo>
                    <a:cubicBezTo>
                      <a:pt x="42" y="33"/>
                      <a:pt x="41" y="36"/>
                      <a:pt x="40" y="38"/>
                    </a:cubicBezTo>
                    <a:cubicBezTo>
                      <a:pt x="37" y="40"/>
                      <a:pt x="34" y="42"/>
                      <a:pt x="30" y="42"/>
                    </a:cubicBezTo>
                    <a:cubicBezTo>
                      <a:pt x="26" y="42"/>
                      <a:pt x="23" y="40"/>
                      <a:pt x="21" y="38"/>
                    </a:cubicBezTo>
                    <a:cubicBezTo>
                      <a:pt x="19" y="36"/>
                      <a:pt x="18" y="33"/>
                      <a:pt x="18" y="31"/>
                    </a:cubicBezTo>
                    <a:cubicBezTo>
                      <a:pt x="18" y="30"/>
                      <a:pt x="19" y="29"/>
                      <a:pt x="19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p>
                <a:endParaRPr lang="en-US" sz="13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23" name="Group 4"/>
          <p:cNvGrpSpPr/>
          <p:nvPr/>
        </p:nvGrpSpPr>
        <p:grpSpPr>
          <a:xfrm>
            <a:off x="4192958" y="2336273"/>
            <a:ext cx="842670" cy="968586"/>
            <a:chOff x="5590611" y="3115031"/>
            <a:chExt cx="1123560" cy="1291448"/>
          </a:xfrm>
        </p:grpSpPr>
        <p:sp>
          <p:nvSpPr>
            <p:cNvPr id="224" name="Hexagon 49"/>
            <p:cNvSpPr/>
            <p:nvPr/>
          </p:nvSpPr>
          <p:spPr>
            <a:xfrm rot="5400000">
              <a:off x="5506667" y="3198975"/>
              <a:ext cx="1291448" cy="112356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25" name="Group 58"/>
            <p:cNvGrpSpPr/>
            <p:nvPr/>
          </p:nvGrpSpPr>
          <p:grpSpPr>
            <a:xfrm>
              <a:off x="5963176" y="3483537"/>
              <a:ext cx="413883" cy="416719"/>
              <a:chOff x="2547938" y="975519"/>
              <a:chExt cx="463549" cy="466725"/>
            </a:xfrm>
            <a:solidFill>
              <a:schemeClr val="bg1"/>
            </a:solidFill>
          </p:grpSpPr>
          <p:sp>
            <p:nvSpPr>
              <p:cNvPr id="226" name="Freeform 33"/>
              <p:cNvSpPr/>
              <p:nvPr/>
            </p:nvSpPr>
            <p:spPr bwMode="auto">
              <a:xfrm>
                <a:off x="2551113" y="1420019"/>
                <a:ext cx="450850" cy="22225"/>
              </a:xfrm>
              <a:custGeom>
                <a:avLst/>
                <a:gdLst>
                  <a:gd name="T0" fmla="*/ 284 w 284"/>
                  <a:gd name="T1" fmla="*/ 0 h 14"/>
                  <a:gd name="T2" fmla="*/ 0 w 284"/>
                  <a:gd name="T3" fmla="*/ 0 h 14"/>
                  <a:gd name="T4" fmla="*/ 5 w 284"/>
                  <a:gd name="T5" fmla="*/ 14 h 14"/>
                  <a:gd name="T6" fmla="*/ 279 w 284"/>
                  <a:gd name="T7" fmla="*/ 14 h 14"/>
                  <a:gd name="T8" fmla="*/ 284 w 284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4" h="14">
                    <a:moveTo>
                      <a:pt x="284" y="0"/>
                    </a:moveTo>
                    <a:lnTo>
                      <a:pt x="0" y="0"/>
                    </a:lnTo>
                    <a:lnTo>
                      <a:pt x="5" y="14"/>
                    </a:lnTo>
                    <a:lnTo>
                      <a:pt x="279" y="14"/>
                    </a:lnTo>
                    <a:lnTo>
                      <a:pt x="28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p>
                <a:endParaRPr lang="en-US" sz="13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27" name="Freeform 34"/>
              <p:cNvSpPr/>
              <p:nvPr/>
            </p:nvSpPr>
            <p:spPr bwMode="auto">
              <a:xfrm>
                <a:off x="2547938" y="975519"/>
                <a:ext cx="455612" cy="431800"/>
              </a:xfrm>
              <a:custGeom>
                <a:avLst/>
                <a:gdLst>
                  <a:gd name="T0" fmla="*/ 0 w 241"/>
                  <a:gd name="T1" fmla="*/ 228 h 228"/>
                  <a:gd name="T2" fmla="*/ 241 w 241"/>
                  <a:gd name="T3" fmla="*/ 228 h 228"/>
                  <a:gd name="T4" fmla="*/ 241 w 241"/>
                  <a:gd name="T5" fmla="*/ 71 h 228"/>
                  <a:gd name="T6" fmla="*/ 239 w 241"/>
                  <a:gd name="T7" fmla="*/ 71 h 228"/>
                  <a:gd name="T8" fmla="*/ 236 w 241"/>
                  <a:gd name="T9" fmla="*/ 74 h 228"/>
                  <a:gd name="T10" fmla="*/ 231 w 241"/>
                  <a:gd name="T11" fmla="*/ 79 h 228"/>
                  <a:gd name="T12" fmla="*/ 231 w 241"/>
                  <a:gd name="T13" fmla="*/ 79 h 228"/>
                  <a:gd name="T14" fmla="*/ 231 w 241"/>
                  <a:gd name="T15" fmla="*/ 79 h 228"/>
                  <a:gd name="T16" fmla="*/ 212 w 241"/>
                  <a:gd name="T17" fmla="*/ 98 h 228"/>
                  <a:gd name="T18" fmla="*/ 212 w 241"/>
                  <a:gd name="T19" fmla="*/ 204 h 228"/>
                  <a:gd name="T20" fmla="*/ 29 w 241"/>
                  <a:gd name="T21" fmla="*/ 204 h 228"/>
                  <a:gd name="T22" fmla="*/ 29 w 241"/>
                  <a:gd name="T23" fmla="*/ 95 h 228"/>
                  <a:gd name="T24" fmla="*/ 161 w 241"/>
                  <a:gd name="T25" fmla="*/ 95 h 228"/>
                  <a:gd name="T26" fmla="*/ 185 w 241"/>
                  <a:gd name="T27" fmla="*/ 71 h 228"/>
                  <a:gd name="T28" fmla="*/ 135 w 241"/>
                  <a:gd name="T29" fmla="*/ 71 h 228"/>
                  <a:gd name="T30" fmla="*/ 135 w 241"/>
                  <a:gd name="T31" fmla="*/ 68 h 228"/>
                  <a:gd name="T32" fmla="*/ 135 w 241"/>
                  <a:gd name="T33" fmla="*/ 65 h 228"/>
                  <a:gd name="T34" fmla="*/ 183 w 241"/>
                  <a:gd name="T35" fmla="*/ 15 h 228"/>
                  <a:gd name="T36" fmla="*/ 171 w 241"/>
                  <a:gd name="T37" fmla="*/ 8 h 228"/>
                  <a:gd name="T38" fmla="*/ 135 w 241"/>
                  <a:gd name="T39" fmla="*/ 37 h 228"/>
                  <a:gd name="T40" fmla="*/ 122 w 241"/>
                  <a:gd name="T41" fmla="*/ 65 h 228"/>
                  <a:gd name="T42" fmla="*/ 122 w 241"/>
                  <a:gd name="T43" fmla="*/ 68 h 228"/>
                  <a:gd name="T44" fmla="*/ 122 w 241"/>
                  <a:gd name="T45" fmla="*/ 71 h 228"/>
                  <a:gd name="T46" fmla="*/ 0 w 241"/>
                  <a:gd name="T47" fmla="*/ 71 h 228"/>
                  <a:gd name="T48" fmla="*/ 0 w 241"/>
                  <a:gd name="T49" fmla="*/ 228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41" h="228">
                    <a:moveTo>
                      <a:pt x="0" y="228"/>
                    </a:moveTo>
                    <a:cubicBezTo>
                      <a:pt x="241" y="228"/>
                      <a:pt x="241" y="228"/>
                      <a:pt x="241" y="228"/>
                    </a:cubicBezTo>
                    <a:cubicBezTo>
                      <a:pt x="241" y="71"/>
                      <a:pt x="241" y="71"/>
                      <a:pt x="241" y="71"/>
                    </a:cubicBezTo>
                    <a:cubicBezTo>
                      <a:pt x="239" y="71"/>
                      <a:pt x="239" y="71"/>
                      <a:pt x="239" y="71"/>
                    </a:cubicBezTo>
                    <a:cubicBezTo>
                      <a:pt x="236" y="74"/>
                      <a:pt x="236" y="74"/>
                      <a:pt x="236" y="74"/>
                    </a:cubicBezTo>
                    <a:cubicBezTo>
                      <a:pt x="231" y="79"/>
                      <a:pt x="231" y="79"/>
                      <a:pt x="231" y="79"/>
                    </a:cubicBezTo>
                    <a:cubicBezTo>
                      <a:pt x="231" y="79"/>
                      <a:pt x="231" y="79"/>
                      <a:pt x="231" y="79"/>
                    </a:cubicBezTo>
                    <a:cubicBezTo>
                      <a:pt x="231" y="79"/>
                      <a:pt x="231" y="79"/>
                      <a:pt x="231" y="79"/>
                    </a:cubicBezTo>
                    <a:cubicBezTo>
                      <a:pt x="212" y="98"/>
                      <a:pt x="212" y="98"/>
                      <a:pt x="212" y="98"/>
                    </a:cubicBezTo>
                    <a:cubicBezTo>
                      <a:pt x="212" y="204"/>
                      <a:pt x="212" y="204"/>
                      <a:pt x="212" y="204"/>
                    </a:cubicBezTo>
                    <a:cubicBezTo>
                      <a:pt x="29" y="204"/>
                      <a:pt x="29" y="204"/>
                      <a:pt x="29" y="204"/>
                    </a:cubicBezTo>
                    <a:cubicBezTo>
                      <a:pt x="29" y="95"/>
                      <a:pt x="29" y="95"/>
                      <a:pt x="29" y="95"/>
                    </a:cubicBezTo>
                    <a:cubicBezTo>
                      <a:pt x="161" y="95"/>
                      <a:pt x="161" y="95"/>
                      <a:pt x="161" y="95"/>
                    </a:cubicBezTo>
                    <a:cubicBezTo>
                      <a:pt x="185" y="71"/>
                      <a:pt x="185" y="71"/>
                      <a:pt x="185" y="71"/>
                    </a:cubicBezTo>
                    <a:cubicBezTo>
                      <a:pt x="135" y="71"/>
                      <a:pt x="135" y="71"/>
                      <a:pt x="135" y="71"/>
                    </a:cubicBezTo>
                    <a:cubicBezTo>
                      <a:pt x="135" y="70"/>
                      <a:pt x="135" y="69"/>
                      <a:pt x="135" y="68"/>
                    </a:cubicBezTo>
                    <a:cubicBezTo>
                      <a:pt x="135" y="67"/>
                      <a:pt x="135" y="66"/>
                      <a:pt x="135" y="65"/>
                    </a:cubicBezTo>
                    <a:cubicBezTo>
                      <a:pt x="138" y="41"/>
                      <a:pt x="172" y="36"/>
                      <a:pt x="183" y="15"/>
                    </a:cubicBezTo>
                    <a:cubicBezTo>
                      <a:pt x="187" y="7"/>
                      <a:pt x="175" y="0"/>
                      <a:pt x="171" y="8"/>
                    </a:cubicBezTo>
                    <a:cubicBezTo>
                      <a:pt x="164" y="22"/>
                      <a:pt x="147" y="27"/>
                      <a:pt x="135" y="37"/>
                    </a:cubicBezTo>
                    <a:cubicBezTo>
                      <a:pt x="127" y="44"/>
                      <a:pt x="123" y="54"/>
                      <a:pt x="122" y="65"/>
                    </a:cubicBezTo>
                    <a:cubicBezTo>
                      <a:pt x="122" y="66"/>
                      <a:pt x="122" y="67"/>
                      <a:pt x="122" y="68"/>
                    </a:cubicBezTo>
                    <a:cubicBezTo>
                      <a:pt x="122" y="69"/>
                      <a:pt x="122" y="70"/>
                      <a:pt x="122" y="71"/>
                    </a:cubicBezTo>
                    <a:cubicBezTo>
                      <a:pt x="0" y="71"/>
                      <a:pt x="0" y="71"/>
                      <a:pt x="0" y="71"/>
                    </a:cubicBezTo>
                    <a:lnTo>
                      <a:pt x="0" y="2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p>
                <a:endParaRPr lang="en-US" sz="13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28" name="Freeform 35"/>
              <p:cNvSpPr/>
              <p:nvPr/>
            </p:nvSpPr>
            <p:spPr bwMode="auto">
              <a:xfrm>
                <a:off x="2768600" y="1083469"/>
                <a:ext cx="206375" cy="206375"/>
              </a:xfrm>
              <a:custGeom>
                <a:avLst/>
                <a:gdLst>
                  <a:gd name="T0" fmla="*/ 0 w 130"/>
                  <a:gd name="T1" fmla="*/ 130 h 130"/>
                  <a:gd name="T2" fmla="*/ 29 w 130"/>
                  <a:gd name="T3" fmla="*/ 123 h 130"/>
                  <a:gd name="T4" fmla="*/ 105 w 130"/>
                  <a:gd name="T5" fmla="*/ 45 h 130"/>
                  <a:gd name="T6" fmla="*/ 130 w 130"/>
                  <a:gd name="T7" fmla="*/ 20 h 130"/>
                  <a:gd name="T8" fmla="*/ 127 w 130"/>
                  <a:gd name="T9" fmla="*/ 17 h 130"/>
                  <a:gd name="T10" fmla="*/ 122 w 130"/>
                  <a:gd name="T11" fmla="*/ 13 h 130"/>
                  <a:gd name="T12" fmla="*/ 118 w 130"/>
                  <a:gd name="T13" fmla="*/ 10 h 130"/>
                  <a:gd name="T14" fmla="*/ 110 w 130"/>
                  <a:gd name="T15" fmla="*/ 0 h 130"/>
                  <a:gd name="T16" fmla="*/ 102 w 130"/>
                  <a:gd name="T17" fmla="*/ 10 h 130"/>
                  <a:gd name="T18" fmla="*/ 97 w 130"/>
                  <a:gd name="T19" fmla="*/ 13 h 130"/>
                  <a:gd name="T20" fmla="*/ 93 w 130"/>
                  <a:gd name="T21" fmla="*/ 17 h 130"/>
                  <a:gd name="T22" fmla="*/ 65 w 130"/>
                  <a:gd name="T23" fmla="*/ 45 h 130"/>
                  <a:gd name="T24" fmla="*/ 9 w 130"/>
                  <a:gd name="T25" fmla="*/ 103 h 130"/>
                  <a:gd name="T26" fmla="*/ 0 w 130"/>
                  <a:gd name="T2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0" h="130">
                    <a:moveTo>
                      <a:pt x="0" y="130"/>
                    </a:moveTo>
                    <a:lnTo>
                      <a:pt x="29" y="123"/>
                    </a:lnTo>
                    <a:lnTo>
                      <a:pt x="105" y="45"/>
                    </a:lnTo>
                    <a:lnTo>
                      <a:pt x="130" y="20"/>
                    </a:lnTo>
                    <a:lnTo>
                      <a:pt x="127" y="17"/>
                    </a:lnTo>
                    <a:lnTo>
                      <a:pt x="122" y="13"/>
                    </a:lnTo>
                    <a:lnTo>
                      <a:pt x="118" y="10"/>
                    </a:lnTo>
                    <a:lnTo>
                      <a:pt x="110" y="0"/>
                    </a:lnTo>
                    <a:lnTo>
                      <a:pt x="102" y="10"/>
                    </a:lnTo>
                    <a:lnTo>
                      <a:pt x="97" y="13"/>
                    </a:lnTo>
                    <a:lnTo>
                      <a:pt x="93" y="17"/>
                    </a:lnTo>
                    <a:lnTo>
                      <a:pt x="65" y="45"/>
                    </a:lnTo>
                    <a:lnTo>
                      <a:pt x="9" y="103"/>
                    </a:lnTo>
                    <a:lnTo>
                      <a:pt x="0" y="1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p>
                <a:endParaRPr lang="en-US" sz="13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29" name="Freeform 36"/>
              <p:cNvSpPr/>
              <p:nvPr/>
            </p:nvSpPr>
            <p:spPr bwMode="auto">
              <a:xfrm>
                <a:off x="2952750" y="1048544"/>
                <a:ext cx="58737" cy="57150"/>
              </a:xfrm>
              <a:custGeom>
                <a:avLst/>
                <a:gdLst>
                  <a:gd name="T0" fmla="*/ 17 w 37"/>
                  <a:gd name="T1" fmla="*/ 0 h 36"/>
                  <a:gd name="T2" fmla="*/ 0 w 37"/>
                  <a:gd name="T3" fmla="*/ 16 h 36"/>
                  <a:gd name="T4" fmla="*/ 16 w 37"/>
                  <a:gd name="T5" fmla="*/ 32 h 36"/>
                  <a:gd name="T6" fmla="*/ 19 w 37"/>
                  <a:gd name="T7" fmla="*/ 35 h 36"/>
                  <a:gd name="T8" fmla="*/ 20 w 37"/>
                  <a:gd name="T9" fmla="*/ 36 h 36"/>
                  <a:gd name="T10" fmla="*/ 21 w 37"/>
                  <a:gd name="T11" fmla="*/ 35 h 36"/>
                  <a:gd name="T12" fmla="*/ 26 w 37"/>
                  <a:gd name="T13" fmla="*/ 32 h 36"/>
                  <a:gd name="T14" fmla="*/ 37 w 37"/>
                  <a:gd name="T15" fmla="*/ 21 h 36"/>
                  <a:gd name="T16" fmla="*/ 17 w 37"/>
                  <a:gd name="T1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7" h="36">
                    <a:moveTo>
                      <a:pt x="17" y="0"/>
                    </a:moveTo>
                    <a:lnTo>
                      <a:pt x="0" y="16"/>
                    </a:lnTo>
                    <a:lnTo>
                      <a:pt x="16" y="32"/>
                    </a:lnTo>
                    <a:lnTo>
                      <a:pt x="19" y="35"/>
                    </a:lnTo>
                    <a:lnTo>
                      <a:pt x="20" y="36"/>
                    </a:lnTo>
                    <a:lnTo>
                      <a:pt x="21" y="35"/>
                    </a:lnTo>
                    <a:lnTo>
                      <a:pt x="26" y="32"/>
                    </a:lnTo>
                    <a:lnTo>
                      <a:pt x="37" y="21"/>
                    </a:lnTo>
                    <a:lnTo>
                      <a:pt x="1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p>
                <a:endParaRPr lang="en-US" sz="13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30" name="Group 5"/>
          <p:cNvGrpSpPr/>
          <p:nvPr/>
        </p:nvGrpSpPr>
        <p:grpSpPr>
          <a:xfrm>
            <a:off x="5981367" y="3082388"/>
            <a:ext cx="842670" cy="968586"/>
            <a:chOff x="7975156" y="4109851"/>
            <a:chExt cx="1123560" cy="1291448"/>
          </a:xfrm>
        </p:grpSpPr>
        <p:sp>
          <p:nvSpPr>
            <p:cNvPr id="231" name="Hexagon 50"/>
            <p:cNvSpPr/>
            <p:nvPr/>
          </p:nvSpPr>
          <p:spPr>
            <a:xfrm rot="5400000">
              <a:off x="7891212" y="4193795"/>
              <a:ext cx="1291448" cy="112356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2" name="Freeform 63"/>
            <p:cNvSpPr>
              <a:spLocks noEditPoints="1"/>
            </p:cNvSpPr>
            <p:nvPr/>
          </p:nvSpPr>
          <p:spPr bwMode="auto">
            <a:xfrm>
              <a:off x="8364692" y="4583225"/>
              <a:ext cx="344488" cy="344488"/>
            </a:xfrm>
            <a:custGeom>
              <a:avLst/>
              <a:gdLst>
                <a:gd name="T0" fmla="*/ 102 w 203"/>
                <a:gd name="T1" fmla="*/ 203 h 203"/>
                <a:gd name="T2" fmla="*/ 203 w 203"/>
                <a:gd name="T3" fmla="*/ 102 h 203"/>
                <a:gd name="T4" fmla="*/ 102 w 203"/>
                <a:gd name="T5" fmla="*/ 0 h 203"/>
                <a:gd name="T6" fmla="*/ 0 w 203"/>
                <a:gd name="T7" fmla="*/ 102 h 203"/>
                <a:gd name="T8" fmla="*/ 102 w 203"/>
                <a:gd name="T9" fmla="*/ 203 h 203"/>
                <a:gd name="T10" fmla="*/ 40 w 203"/>
                <a:gd name="T11" fmla="*/ 172 h 203"/>
                <a:gd name="T12" fmla="*/ 32 w 203"/>
                <a:gd name="T13" fmla="*/ 163 h 203"/>
                <a:gd name="T14" fmla="*/ 51 w 203"/>
                <a:gd name="T15" fmla="*/ 144 h 203"/>
                <a:gd name="T16" fmla="*/ 59 w 203"/>
                <a:gd name="T17" fmla="*/ 152 h 203"/>
                <a:gd name="T18" fmla="*/ 40 w 203"/>
                <a:gd name="T19" fmla="*/ 172 h 203"/>
                <a:gd name="T20" fmla="*/ 107 w 203"/>
                <a:gd name="T21" fmla="*/ 195 h 203"/>
                <a:gd name="T22" fmla="*/ 96 w 203"/>
                <a:gd name="T23" fmla="*/ 195 h 203"/>
                <a:gd name="T24" fmla="*/ 96 w 203"/>
                <a:gd name="T25" fmla="*/ 168 h 203"/>
                <a:gd name="T26" fmla="*/ 107 w 203"/>
                <a:gd name="T27" fmla="*/ 168 h 203"/>
                <a:gd name="T28" fmla="*/ 107 w 203"/>
                <a:gd name="T29" fmla="*/ 195 h 203"/>
                <a:gd name="T30" fmla="*/ 195 w 203"/>
                <a:gd name="T31" fmla="*/ 96 h 203"/>
                <a:gd name="T32" fmla="*/ 195 w 203"/>
                <a:gd name="T33" fmla="*/ 107 h 203"/>
                <a:gd name="T34" fmla="*/ 168 w 203"/>
                <a:gd name="T35" fmla="*/ 107 h 203"/>
                <a:gd name="T36" fmla="*/ 168 w 203"/>
                <a:gd name="T37" fmla="*/ 96 h 203"/>
                <a:gd name="T38" fmla="*/ 195 w 203"/>
                <a:gd name="T39" fmla="*/ 96 h 203"/>
                <a:gd name="T40" fmla="*/ 163 w 203"/>
                <a:gd name="T41" fmla="*/ 32 h 203"/>
                <a:gd name="T42" fmla="*/ 172 w 203"/>
                <a:gd name="T43" fmla="*/ 40 h 203"/>
                <a:gd name="T44" fmla="*/ 152 w 203"/>
                <a:gd name="T45" fmla="*/ 59 h 203"/>
                <a:gd name="T46" fmla="*/ 144 w 203"/>
                <a:gd name="T47" fmla="*/ 51 h 203"/>
                <a:gd name="T48" fmla="*/ 163 w 203"/>
                <a:gd name="T49" fmla="*/ 32 h 203"/>
                <a:gd name="T50" fmla="*/ 152 w 203"/>
                <a:gd name="T51" fmla="*/ 144 h 203"/>
                <a:gd name="T52" fmla="*/ 172 w 203"/>
                <a:gd name="T53" fmla="*/ 163 h 203"/>
                <a:gd name="T54" fmla="*/ 163 w 203"/>
                <a:gd name="T55" fmla="*/ 172 h 203"/>
                <a:gd name="T56" fmla="*/ 144 w 203"/>
                <a:gd name="T57" fmla="*/ 152 h 203"/>
                <a:gd name="T58" fmla="*/ 152 w 203"/>
                <a:gd name="T59" fmla="*/ 144 h 203"/>
                <a:gd name="T60" fmla="*/ 96 w 203"/>
                <a:gd name="T61" fmla="*/ 9 h 203"/>
                <a:gd name="T62" fmla="*/ 107 w 203"/>
                <a:gd name="T63" fmla="*/ 9 h 203"/>
                <a:gd name="T64" fmla="*/ 107 w 203"/>
                <a:gd name="T65" fmla="*/ 36 h 203"/>
                <a:gd name="T66" fmla="*/ 96 w 203"/>
                <a:gd name="T67" fmla="*/ 36 h 203"/>
                <a:gd name="T68" fmla="*/ 96 w 203"/>
                <a:gd name="T69" fmla="*/ 9 h 203"/>
                <a:gd name="T70" fmla="*/ 85 w 203"/>
                <a:gd name="T71" fmla="*/ 78 h 203"/>
                <a:gd name="T72" fmla="*/ 103 w 203"/>
                <a:gd name="T73" fmla="*/ 95 h 203"/>
                <a:gd name="T74" fmla="*/ 135 w 203"/>
                <a:gd name="T75" fmla="*/ 63 h 203"/>
                <a:gd name="T76" fmla="*/ 143 w 203"/>
                <a:gd name="T77" fmla="*/ 72 h 203"/>
                <a:gd name="T78" fmla="*/ 103 w 203"/>
                <a:gd name="T79" fmla="*/ 111 h 203"/>
                <a:gd name="T80" fmla="*/ 77 w 203"/>
                <a:gd name="T81" fmla="*/ 86 h 203"/>
                <a:gd name="T82" fmla="*/ 85 w 203"/>
                <a:gd name="T83" fmla="*/ 78 h 203"/>
                <a:gd name="T84" fmla="*/ 40 w 203"/>
                <a:gd name="T85" fmla="*/ 32 h 203"/>
                <a:gd name="T86" fmla="*/ 59 w 203"/>
                <a:gd name="T87" fmla="*/ 51 h 203"/>
                <a:gd name="T88" fmla="*/ 51 w 203"/>
                <a:gd name="T89" fmla="*/ 59 h 203"/>
                <a:gd name="T90" fmla="*/ 32 w 203"/>
                <a:gd name="T91" fmla="*/ 40 h 203"/>
                <a:gd name="T92" fmla="*/ 40 w 203"/>
                <a:gd name="T93" fmla="*/ 32 h 203"/>
                <a:gd name="T94" fmla="*/ 36 w 203"/>
                <a:gd name="T95" fmla="*/ 96 h 203"/>
                <a:gd name="T96" fmla="*/ 36 w 203"/>
                <a:gd name="T97" fmla="*/ 107 h 203"/>
                <a:gd name="T98" fmla="*/ 9 w 203"/>
                <a:gd name="T99" fmla="*/ 107 h 203"/>
                <a:gd name="T100" fmla="*/ 9 w 203"/>
                <a:gd name="T101" fmla="*/ 96 h 203"/>
                <a:gd name="T102" fmla="*/ 36 w 203"/>
                <a:gd name="T103" fmla="*/ 96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3" h="203">
                  <a:moveTo>
                    <a:pt x="102" y="203"/>
                  </a:moveTo>
                  <a:cubicBezTo>
                    <a:pt x="158" y="203"/>
                    <a:pt x="203" y="158"/>
                    <a:pt x="203" y="102"/>
                  </a:cubicBezTo>
                  <a:cubicBezTo>
                    <a:pt x="203" y="45"/>
                    <a:pt x="158" y="0"/>
                    <a:pt x="102" y="0"/>
                  </a:cubicBezTo>
                  <a:cubicBezTo>
                    <a:pt x="45" y="0"/>
                    <a:pt x="0" y="45"/>
                    <a:pt x="0" y="102"/>
                  </a:cubicBezTo>
                  <a:cubicBezTo>
                    <a:pt x="0" y="158"/>
                    <a:pt x="45" y="203"/>
                    <a:pt x="102" y="203"/>
                  </a:cubicBezTo>
                  <a:close/>
                  <a:moveTo>
                    <a:pt x="40" y="172"/>
                  </a:moveTo>
                  <a:cubicBezTo>
                    <a:pt x="32" y="163"/>
                    <a:pt x="32" y="163"/>
                    <a:pt x="32" y="163"/>
                  </a:cubicBezTo>
                  <a:cubicBezTo>
                    <a:pt x="51" y="144"/>
                    <a:pt x="51" y="144"/>
                    <a:pt x="51" y="144"/>
                  </a:cubicBezTo>
                  <a:cubicBezTo>
                    <a:pt x="59" y="152"/>
                    <a:pt x="59" y="152"/>
                    <a:pt x="59" y="152"/>
                  </a:cubicBezTo>
                  <a:lnTo>
                    <a:pt x="40" y="172"/>
                  </a:lnTo>
                  <a:close/>
                  <a:moveTo>
                    <a:pt x="107" y="195"/>
                  </a:moveTo>
                  <a:cubicBezTo>
                    <a:pt x="96" y="195"/>
                    <a:pt x="96" y="195"/>
                    <a:pt x="96" y="195"/>
                  </a:cubicBezTo>
                  <a:cubicBezTo>
                    <a:pt x="96" y="168"/>
                    <a:pt x="96" y="168"/>
                    <a:pt x="96" y="168"/>
                  </a:cubicBezTo>
                  <a:cubicBezTo>
                    <a:pt x="107" y="168"/>
                    <a:pt x="107" y="168"/>
                    <a:pt x="107" y="168"/>
                  </a:cubicBezTo>
                  <a:lnTo>
                    <a:pt x="107" y="195"/>
                  </a:lnTo>
                  <a:close/>
                  <a:moveTo>
                    <a:pt x="195" y="96"/>
                  </a:moveTo>
                  <a:cubicBezTo>
                    <a:pt x="195" y="107"/>
                    <a:pt x="195" y="107"/>
                    <a:pt x="195" y="107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8" y="96"/>
                    <a:pt x="168" y="96"/>
                    <a:pt x="168" y="96"/>
                  </a:cubicBezTo>
                  <a:lnTo>
                    <a:pt x="195" y="96"/>
                  </a:lnTo>
                  <a:close/>
                  <a:moveTo>
                    <a:pt x="163" y="32"/>
                  </a:moveTo>
                  <a:cubicBezTo>
                    <a:pt x="172" y="40"/>
                    <a:pt x="172" y="40"/>
                    <a:pt x="172" y="40"/>
                  </a:cubicBezTo>
                  <a:cubicBezTo>
                    <a:pt x="152" y="59"/>
                    <a:pt x="152" y="59"/>
                    <a:pt x="152" y="59"/>
                  </a:cubicBezTo>
                  <a:cubicBezTo>
                    <a:pt x="144" y="51"/>
                    <a:pt x="144" y="51"/>
                    <a:pt x="144" y="51"/>
                  </a:cubicBezTo>
                  <a:lnTo>
                    <a:pt x="163" y="32"/>
                  </a:lnTo>
                  <a:close/>
                  <a:moveTo>
                    <a:pt x="152" y="144"/>
                  </a:moveTo>
                  <a:cubicBezTo>
                    <a:pt x="172" y="163"/>
                    <a:pt x="172" y="163"/>
                    <a:pt x="172" y="163"/>
                  </a:cubicBezTo>
                  <a:cubicBezTo>
                    <a:pt x="163" y="172"/>
                    <a:pt x="163" y="172"/>
                    <a:pt x="163" y="172"/>
                  </a:cubicBezTo>
                  <a:cubicBezTo>
                    <a:pt x="144" y="152"/>
                    <a:pt x="144" y="152"/>
                    <a:pt x="144" y="152"/>
                  </a:cubicBezTo>
                  <a:lnTo>
                    <a:pt x="152" y="144"/>
                  </a:lnTo>
                  <a:close/>
                  <a:moveTo>
                    <a:pt x="96" y="9"/>
                  </a:moveTo>
                  <a:cubicBezTo>
                    <a:pt x="107" y="9"/>
                    <a:pt x="107" y="9"/>
                    <a:pt x="107" y="9"/>
                  </a:cubicBezTo>
                  <a:cubicBezTo>
                    <a:pt x="107" y="36"/>
                    <a:pt x="107" y="36"/>
                    <a:pt x="107" y="36"/>
                  </a:cubicBezTo>
                  <a:cubicBezTo>
                    <a:pt x="96" y="36"/>
                    <a:pt x="96" y="36"/>
                    <a:pt x="96" y="36"/>
                  </a:cubicBezTo>
                  <a:lnTo>
                    <a:pt x="96" y="9"/>
                  </a:lnTo>
                  <a:close/>
                  <a:moveTo>
                    <a:pt x="85" y="78"/>
                  </a:moveTo>
                  <a:cubicBezTo>
                    <a:pt x="103" y="95"/>
                    <a:pt x="103" y="95"/>
                    <a:pt x="103" y="95"/>
                  </a:cubicBezTo>
                  <a:cubicBezTo>
                    <a:pt x="135" y="63"/>
                    <a:pt x="135" y="63"/>
                    <a:pt x="135" y="63"/>
                  </a:cubicBezTo>
                  <a:cubicBezTo>
                    <a:pt x="143" y="72"/>
                    <a:pt x="143" y="72"/>
                    <a:pt x="143" y="72"/>
                  </a:cubicBezTo>
                  <a:cubicBezTo>
                    <a:pt x="103" y="111"/>
                    <a:pt x="103" y="111"/>
                    <a:pt x="103" y="111"/>
                  </a:cubicBezTo>
                  <a:cubicBezTo>
                    <a:pt x="77" y="86"/>
                    <a:pt x="77" y="86"/>
                    <a:pt x="77" y="86"/>
                  </a:cubicBezTo>
                  <a:lnTo>
                    <a:pt x="85" y="78"/>
                  </a:lnTo>
                  <a:close/>
                  <a:moveTo>
                    <a:pt x="40" y="32"/>
                  </a:moveTo>
                  <a:cubicBezTo>
                    <a:pt x="59" y="51"/>
                    <a:pt x="59" y="51"/>
                    <a:pt x="59" y="51"/>
                  </a:cubicBezTo>
                  <a:cubicBezTo>
                    <a:pt x="51" y="59"/>
                    <a:pt x="51" y="59"/>
                    <a:pt x="51" y="59"/>
                  </a:cubicBezTo>
                  <a:cubicBezTo>
                    <a:pt x="32" y="40"/>
                    <a:pt x="32" y="40"/>
                    <a:pt x="32" y="40"/>
                  </a:cubicBezTo>
                  <a:lnTo>
                    <a:pt x="40" y="32"/>
                  </a:lnTo>
                  <a:close/>
                  <a:moveTo>
                    <a:pt x="36" y="96"/>
                  </a:moveTo>
                  <a:cubicBezTo>
                    <a:pt x="36" y="107"/>
                    <a:pt x="36" y="107"/>
                    <a:pt x="36" y="107"/>
                  </a:cubicBezTo>
                  <a:cubicBezTo>
                    <a:pt x="9" y="107"/>
                    <a:pt x="9" y="107"/>
                    <a:pt x="9" y="107"/>
                  </a:cubicBezTo>
                  <a:cubicBezTo>
                    <a:pt x="9" y="96"/>
                    <a:pt x="9" y="96"/>
                    <a:pt x="9" y="96"/>
                  </a:cubicBezTo>
                  <a:lnTo>
                    <a:pt x="36" y="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endParaRPr lang="en-US" sz="13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" name="Details"/>
          <p:cNvSpPr txBox="1"/>
          <p:nvPr/>
        </p:nvSpPr>
        <p:spPr>
          <a:xfrm>
            <a:off x="6867525" y="3885565"/>
            <a:ext cx="1315720" cy="622935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p>
            <a:pPr algn="ctr" eaLnBrk="1" hangingPunct="1">
              <a:lnSpc>
                <a:spcPct val="150000"/>
              </a:lnSpc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使用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Python GUI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 eaLnBrk="1" hangingPunct="1">
              <a:lnSpc>
                <a:spcPct val="150000"/>
              </a:lnSpc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开发前端页面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TextBox 16"/>
          <p:cNvSpPr txBox="1"/>
          <p:nvPr/>
        </p:nvSpPr>
        <p:spPr>
          <a:xfrm>
            <a:off x="6824481" y="3751675"/>
            <a:ext cx="1358708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id-ID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前端页面</a:t>
            </a:r>
            <a:endParaRPr lang="id-ID" sz="135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108" grpId="1"/>
      <p:bldP spid="130" grpId="1"/>
      <p:bldP spid="133" grpId="1"/>
      <p:bldP spid="134" grpId="1"/>
      <p:bldP spid="135" grpId="1"/>
      <p:bldP spid="136" grpId="1"/>
      <p:bldP spid="137" grpId="1"/>
      <p:bldP spid="138" grpId="1"/>
      <p:bldP spid="3" grpId="1"/>
      <p:bldP spid="4" grpId="1"/>
      <p:bldP spid="139" grpId="1"/>
      <p:bldP spid="140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810" y="-13970"/>
            <a:ext cx="9152255" cy="517144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1529864" y="1312900"/>
            <a:ext cx="6082197" cy="1881927"/>
            <a:chOff x="322" y="1348"/>
            <a:chExt cx="13112" cy="4156"/>
          </a:xfrm>
        </p:grpSpPr>
        <p:grpSp>
          <p:nvGrpSpPr>
            <p:cNvPr id="12" name="组合 11"/>
            <p:cNvGrpSpPr/>
            <p:nvPr/>
          </p:nvGrpSpPr>
          <p:grpSpPr>
            <a:xfrm>
              <a:off x="5543" y="1348"/>
              <a:ext cx="2783" cy="2290"/>
              <a:chOff x="1010522" y="1576941"/>
              <a:chExt cx="711868" cy="585688"/>
            </a:xfrm>
          </p:grpSpPr>
          <p:sp>
            <p:nvSpPr>
              <p:cNvPr id="13" name="椭圆 12"/>
              <p:cNvSpPr/>
              <p:nvPr/>
            </p:nvSpPr>
            <p:spPr>
              <a:xfrm>
                <a:off x="1059543" y="1576941"/>
                <a:ext cx="585688" cy="585688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0"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p>
                <a:pPr algn="ctr"/>
                <a:endParaRPr lang="zh-CN" altLang="en-US" sz="3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1010522" y="1649751"/>
                <a:ext cx="711868" cy="46876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en-US" altLang="zh-CN" sz="4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04</a:t>
                </a:r>
                <a:endParaRPr lang="en-US" altLang="zh-CN" sz="4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322" y="3943"/>
              <a:ext cx="13112" cy="156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rtlCol="0" anchor="ctr" anchorCtr="0">
              <a:spAutoFit/>
            </a:bodyPr>
            <a:p>
              <a:pPr algn="ctr"/>
              <a:r>
                <a:rPr lang="zh-CN" altLang="en-US" sz="40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任务结构分解与进度</a:t>
              </a:r>
              <a:endParaRPr lang="en-US" altLang="zh-CN" sz="40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 userDrawn="1"/>
        </p:nvSpPr>
        <p:spPr>
          <a:xfrm>
            <a:off x="909320" y="241300"/>
            <a:ext cx="33159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>
                <a:solidFill>
                  <a:schemeClr val="bg1"/>
                </a:solidFill>
              </a:rPr>
              <a:t>使用</a:t>
            </a:r>
            <a:r>
              <a:rPr lang="en-US" altLang="zh-CN" sz="2400" dirty="0">
                <a:solidFill>
                  <a:schemeClr val="bg1"/>
                </a:solidFill>
              </a:rPr>
              <a:t>WBS</a:t>
            </a:r>
            <a:r>
              <a:rPr lang="zh-CN" altLang="en-US" sz="2400" dirty="0">
                <a:solidFill>
                  <a:schemeClr val="bg1"/>
                </a:solidFill>
              </a:rPr>
              <a:t>进行任务分配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grpSp>
        <p:nvGrpSpPr>
          <p:cNvPr id="2" name="Group 29"/>
          <p:cNvGrpSpPr/>
          <p:nvPr>
            <p:custDataLst>
              <p:tags r:id="rId1"/>
            </p:custDataLst>
          </p:nvPr>
        </p:nvGrpSpPr>
        <p:grpSpPr>
          <a:xfrm>
            <a:off x="909445" y="1909791"/>
            <a:ext cx="2664887" cy="652396"/>
            <a:chOff x="648100" y="3562350"/>
            <a:chExt cx="3771500" cy="914400"/>
          </a:xfrm>
        </p:grpSpPr>
        <p:sp>
          <p:nvSpPr>
            <p:cNvPr id="31" name="Rectangle 30"/>
            <p:cNvSpPr/>
            <p:nvPr>
              <p:custDataLst>
                <p:tags r:id="rId2"/>
              </p:custDataLst>
            </p:nvPr>
          </p:nvSpPr>
          <p:spPr>
            <a:xfrm>
              <a:off x="800500" y="3562350"/>
              <a:ext cx="3619100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2" name="Rectangle 31"/>
            <p:cNvSpPr/>
            <p:nvPr>
              <p:custDataLst>
                <p:tags r:id="rId3"/>
              </p:custDataLst>
            </p:nvPr>
          </p:nvSpPr>
          <p:spPr>
            <a:xfrm>
              <a:off x="648100" y="3562350"/>
              <a:ext cx="152400" cy="9144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" name="Group 32"/>
          <p:cNvGrpSpPr/>
          <p:nvPr>
            <p:custDataLst>
              <p:tags r:id="rId4"/>
            </p:custDataLst>
          </p:nvPr>
        </p:nvGrpSpPr>
        <p:grpSpPr>
          <a:xfrm>
            <a:off x="909445" y="2675560"/>
            <a:ext cx="2664887" cy="652396"/>
            <a:chOff x="648100" y="3562350"/>
            <a:chExt cx="3771500" cy="914400"/>
          </a:xfrm>
        </p:grpSpPr>
        <p:sp>
          <p:nvSpPr>
            <p:cNvPr id="34" name="Rectangle 33"/>
            <p:cNvSpPr/>
            <p:nvPr>
              <p:custDataLst>
                <p:tags r:id="rId5"/>
              </p:custDataLst>
            </p:nvPr>
          </p:nvSpPr>
          <p:spPr>
            <a:xfrm>
              <a:off x="800500" y="3562350"/>
              <a:ext cx="3619100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5" name="Rectangle 34"/>
            <p:cNvSpPr/>
            <p:nvPr>
              <p:custDataLst>
                <p:tags r:id="rId6"/>
              </p:custDataLst>
            </p:nvPr>
          </p:nvSpPr>
          <p:spPr>
            <a:xfrm>
              <a:off x="648100" y="3562350"/>
              <a:ext cx="15240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" name="Group 35"/>
          <p:cNvGrpSpPr/>
          <p:nvPr>
            <p:custDataLst>
              <p:tags r:id="rId7"/>
            </p:custDataLst>
          </p:nvPr>
        </p:nvGrpSpPr>
        <p:grpSpPr>
          <a:xfrm>
            <a:off x="909445" y="3441331"/>
            <a:ext cx="2664887" cy="652396"/>
            <a:chOff x="648100" y="3562350"/>
            <a:chExt cx="3771500" cy="914400"/>
          </a:xfrm>
        </p:grpSpPr>
        <p:sp>
          <p:nvSpPr>
            <p:cNvPr id="37" name="Rectangle 36"/>
            <p:cNvSpPr/>
            <p:nvPr>
              <p:custDataLst>
                <p:tags r:id="rId8"/>
              </p:custDataLst>
            </p:nvPr>
          </p:nvSpPr>
          <p:spPr>
            <a:xfrm>
              <a:off x="800500" y="3562350"/>
              <a:ext cx="3619100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8" name="Rectangle 37"/>
            <p:cNvSpPr/>
            <p:nvPr>
              <p:custDataLst>
                <p:tags r:id="rId9"/>
              </p:custDataLst>
            </p:nvPr>
          </p:nvSpPr>
          <p:spPr>
            <a:xfrm>
              <a:off x="648100" y="3562350"/>
              <a:ext cx="15240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9" name="TextBox 38"/>
          <p:cNvSpPr txBox="1"/>
          <p:nvPr>
            <p:custDataLst>
              <p:tags r:id="rId10"/>
            </p:custDataLst>
          </p:nvPr>
        </p:nvSpPr>
        <p:spPr>
          <a:xfrm>
            <a:off x="1135380" y="2125980"/>
            <a:ext cx="2338705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>
              <a:lnSpc>
                <a:spcPct val="120000"/>
              </a:lnSpc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刘宇轩：前端页面搭建、前后端接入实现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TextBox 39"/>
          <p:cNvSpPr txBox="1"/>
          <p:nvPr>
            <p:custDataLst>
              <p:tags r:id="rId11"/>
            </p:custDataLst>
          </p:nvPr>
        </p:nvSpPr>
        <p:spPr>
          <a:xfrm>
            <a:off x="1136015" y="2822575"/>
            <a:ext cx="2337435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>
              <a:lnSpc>
                <a:spcPct val="120000"/>
              </a:lnSpc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梁艺馨：大模型接入、智能回复与陪伴功能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TextBox 40"/>
          <p:cNvSpPr txBox="1"/>
          <p:nvPr>
            <p:custDataLst>
              <p:tags r:id="rId12"/>
            </p:custDataLst>
          </p:nvPr>
        </p:nvSpPr>
        <p:spPr>
          <a:xfrm>
            <a:off x="1136015" y="3604260"/>
            <a:ext cx="226568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>
              <a:lnSpc>
                <a:spcPct val="120000"/>
              </a:lnSpc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杨子祺、王婧晋：屏幕识别、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OCR 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模块开发、用户调研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51275" y="1158240"/>
            <a:ext cx="5016500" cy="3177540"/>
          </a:xfrm>
          <a:prstGeom prst="rect">
            <a:avLst/>
          </a:prstGeom>
        </p:spPr>
      </p:pic>
      <p:grpSp>
        <p:nvGrpSpPr>
          <p:cNvPr id="7" name="Group 35"/>
          <p:cNvGrpSpPr/>
          <p:nvPr>
            <p:custDataLst>
              <p:tags r:id="rId14"/>
            </p:custDataLst>
          </p:nvPr>
        </p:nvGrpSpPr>
        <p:grpSpPr>
          <a:xfrm>
            <a:off x="909445" y="1158506"/>
            <a:ext cx="2664887" cy="652396"/>
            <a:chOff x="648100" y="3562350"/>
            <a:chExt cx="3771500" cy="914400"/>
          </a:xfrm>
        </p:grpSpPr>
        <p:sp>
          <p:nvSpPr>
            <p:cNvPr id="8" name="Rectangle 36"/>
            <p:cNvSpPr/>
            <p:nvPr>
              <p:custDataLst>
                <p:tags r:id="rId15"/>
              </p:custDataLst>
            </p:nvPr>
          </p:nvSpPr>
          <p:spPr>
            <a:xfrm>
              <a:off x="800500" y="3562350"/>
              <a:ext cx="3619100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" name="Rectangle 37"/>
            <p:cNvSpPr/>
            <p:nvPr>
              <p:custDataLst>
                <p:tags r:id="rId16"/>
              </p:custDataLst>
            </p:nvPr>
          </p:nvSpPr>
          <p:spPr>
            <a:xfrm>
              <a:off x="648100" y="3562350"/>
              <a:ext cx="15240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en-US" sz="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4" name="TextBox 40"/>
          <p:cNvSpPr txBox="1"/>
          <p:nvPr>
            <p:custDataLst>
              <p:tags r:id="rId17"/>
            </p:custDataLst>
          </p:nvPr>
        </p:nvSpPr>
        <p:spPr>
          <a:xfrm>
            <a:off x="1134745" y="1323340"/>
            <a:ext cx="233934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>
              <a:lnSpc>
                <a:spcPct val="120000"/>
              </a:lnSpc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马鑫：项目管理，文本转音频开发，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TTS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模型集成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 userDrawn="1"/>
        </p:nvSpPr>
        <p:spPr>
          <a:xfrm>
            <a:off x="909320" y="241300"/>
            <a:ext cx="3213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>
                <a:solidFill>
                  <a:schemeClr val="bg1"/>
                </a:solidFill>
              </a:rPr>
              <a:t>进度安排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7" name="Text Box 1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34540" y="1789450"/>
            <a:ext cx="1295240" cy="5060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14" tIns="22857" rIns="45714" bIns="22857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第</a:t>
            </a:r>
            <a:r>
              <a: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7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周</a:t>
            </a:r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000" dirty="0">
                <a:latin typeface="+mn-lt"/>
                <a:cs typeface="+mn-ea"/>
                <a:sym typeface="+mn-lt"/>
              </a:rPr>
              <a:t>需求调研与方案确认</a:t>
            </a:r>
            <a:endParaRPr lang="zh-CN" altLang="en-US" sz="1000" dirty="0">
              <a:latin typeface="+mn-lt"/>
              <a:cs typeface="+mn-ea"/>
              <a:sym typeface="+mn-lt"/>
            </a:endParaRPr>
          </a:p>
        </p:txBody>
      </p:sp>
      <p:grpSp>
        <p:nvGrpSpPr>
          <p:cNvPr id="47" name="组合 46"/>
          <p:cNvGrpSpPr/>
          <p:nvPr>
            <p:custDataLst>
              <p:tags r:id="rId2"/>
            </p:custDataLst>
          </p:nvPr>
        </p:nvGrpSpPr>
        <p:grpSpPr>
          <a:xfrm>
            <a:off x="6075854" y="1647342"/>
            <a:ext cx="838096" cy="838096"/>
            <a:chOff x="7924800" y="1789490"/>
            <a:chExt cx="1117600" cy="1117600"/>
          </a:xfrm>
        </p:grpSpPr>
        <p:sp>
          <p:nvSpPr>
            <p:cNvPr id="10" name="Rounded Rectangle 13"/>
            <p:cNvSpPr/>
            <p:nvPr>
              <p:custDataLst>
                <p:tags r:id="rId3"/>
              </p:custDataLst>
            </p:nvPr>
          </p:nvSpPr>
          <p:spPr>
            <a:xfrm>
              <a:off x="7924800" y="1789490"/>
              <a:ext cx="1117600" cy="111760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/>
              <a:endParaRPr lang="zh-CN" altLang="zh-CN" sz="1800">
                <a:latin typeface="+mn-lt"/>
                <a:cs typeface="+mn-ea"/>
                <a:sym typeface="+mn-lt"/>
              </a:endParaRPr>
            </a:p>
          </p:txBody>
        </p:sp>
        <p:sp>
          <p:nvSpPr>
            <p:cNvPr id="19" name="Freeform 44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8214785" y="2083708"/>
              <a:ext cx="537633" cy="529167"/>
            </a:xfrm>
            <a:custGeom>
              <a:avLst/>
              <a:gdLst>
                <a:gd name="T0" fmla="*/ 378576 w 121"/>
                <a:gd name="T1" fmla="*/ 296789 h 119"/>
                <a:gd name="T2" fmla="*/ 292234 w 121"/>
                <a:gd name="T3" fmla="*/ 206752 h 119"/>
                <a:gd name="T4" fmla="*/ 235780 w 121"/>
                <a:gd name="T5" fmla="*/ 193413 h 119"/>
                <a:gd name="T6" fmla="*/ 202571 w 121"/>
                <a:gd name="T7" fmla="*/ 160066 h 119"/>
                <a:gd name="T8" fmla="*/ 185967 w 121"/>
                <a:gd name="T9" fmla="*/ 110045 h 119"/>
                <a:gd name="T10" fmla="*/ 99625 w 121"/>
                <a:gd name="T11" fmla="*/ 20008 h 119"/>
                <a:gd name="T12" fmla="*/ 23246 w 121"/>
                <a:gd name="T13" fmla="*/ 20008 h 119"/>
                <a:gd name="T14" fmla="*/ 23246 w 121"/>
                <a:gd name="T15" fmla="*/ 96706 h 119"/>
                <a:gd name="T16" fmla="*/ 109588 w 121"/>
                <a:gd name="T17" fmla="*/ 186744 h 119"/>
                <a:gd name="T18" fmla="*/ 169363 w 121"/>
                <a:gd name="T19" fmla="*/ 200082 h 119"/>
                <a:gd name="T20" fmla="*/ 199251 w 121"/>
                <a:gd name="T21" fmla="*/ 233429 h 119"/>
                <a:gd name="T22" fmla="*/ 215855 w 121"/>
                <a:gd name="T23" fmla="*/ 283450 h 119"/>
                <a:gd name="T24" fmla="*/ 302197 w 121"/>
                <a:gd name="T25" fmla="*/ 373487 h 119"/>
                <a:gd name="T26" fmla="*/ 378576 w 121"/>
                <a:gd name="T27" fmla="*/ 373487 h 119"/>
                <a:gd name="T28" fmla="*/ 378576 w 121"/>
                <a:gd name="T29" fmla="*/ 296789 h 119"/>
                <a:gd name="T30" fmla="*/ 119550 w 121"/>
                <a:gd name="T31" fmla="*/ 170070 h 119"/>
                <a:gd name="T32" fmla="*/ 39850 w 121"/>
                <a:gd name="T33" fmla="*/ 90037 h 119"/>
                <a:gd name="T34" fmla="*/ 36529 w 121"/>
                <a:gd name="T35" fmla="*/ 36682 h 119"/>
                <a:gd name="T36" fmla="*/ 89663 w 121"/>
                <a:gd name="T37" fmla="*/ 40016 h 119"/>
                <a:gd name="T38" fmla="*/ 169363 w 121"/>
                <a:gd name="T39" fmla="*/ 120049 h 119"/>
                <a:gd name="T40" fmla="*/ 179326 w 121"/>
                <a:gd name="T41" fmla="*/ 140058 h 119"/>
                <a:gd name="T42" fmla="*/ 142796 w 121"/>
                <a:gd name="T43" fmla="*/ 140058 h 119"/>
                <a:gd name="T44" fmla="*/ 142796 w 121"/>
                <a:gd name="T45" fmla="*/ 176739 h 119"/>
                <a:gd name="T46" fmla="*/ 149438 w 121"/>
                <a:gd name="T47" fmla="*/ 180074 h 119"/>
                <a:gd name="T48" fmla="*/ 119550 w 121"/>
                <a:gd name="T49" fmla="*/ 170070 h 119"/>
                <a:gd name="T50" fmla="*/ 365293 w 121"/>
                <a:gd name="T51" fmla="*/ 356814 h 119"/>
                <a:gd name="T52" fmla="*/ 312159 w 121"/>
                <a:gd name="T53" fmla="*/ 356814 h 119"/>
                <a:gd name="T54" fmla="*/ 232459 w 121"/>
                <a:gd name="T55" fmla="*/ 276781 h 119"/>
                <a:gd name="T56" fmla="*/ 222496 w 121"/>
                <a:gd name="T57" fmla="*/ 253438 h 119"/>
                <a:gd name="T58" fmla="*/ 235780 w 121"/>
                <a:gd name="T59" fmla="*/ 266776 h 119"/>
                <a:gd name="T60" fmla="*/ 272309 w 121"/>
                <a:gd name="T61" fmla="*/ 266776 h 119"/>
                <a:gd name="T62" fmla="*/ 272309 w 121"/>
                <a:gd name="T63" fmla="*/ 230095 h 119"/>
                <a:gd name="T64" fmla="*/ 255705 w 121"/>
                <a:gd name="T65" fmla="*/ 213421 h 119"/>
                <a:gd name="T66" fmla="*/ 282272 w 121"/>
                <a:gd name="T67" fmla="*/ 226760 h 119"/>
                <a:gd name="T68" fmla="*/ 361972 w 121"/>
                <a:gd name="T69" fmla="*/ 306793 h 119"/>
                <a:gd name="T70" fmla="*/ 365293 w 121"/>
                <a:gd name="T71" fmla="*/ 356814 h 11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21" h="119">
                  <a:moveTo>
                    <a:pt x="114" y="89"/>
                  </a:moveTo>
                  <a:cubicBezTo>
                    <a:pt x="88" y="62"/>
                    <a:pt x="88" y="62"/>
                    <a:pt x="88" y="62"/>
                  </a:cubicBezTo>
                  <a:cubicBezTo>
                    <a:pt x="83" y="58"/>
                    <a:pt x="77" y="57"/>
                    <a:pt x="71" y="5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2" y="43"/>
                    <a:pt x="61" y="37"/>
                    <a:pt x="56" y="33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23" y="0"/>
                    <a:pt x="13" y="0"/>
                    <a:pt x="7" y="6"/>
                  </a:cubicBezTo>
                  <a:cubicBezTo>
                    <a:pt x="0" y="13"/>
                    <a:pt x="0" y="23"/>
                    <a:pt x="7" y="29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8" y="61"/>
                    <a:pt x="45" y="62"/>
                    <a:pt x="51" y="60"/>
                  </a:cubicBezTo>
                  <a:cubicBezTo>
                    <a:pt x="60" y="70"/>
                    <a:pt x="60" y="70"/>
                    <a:pt x="60" y="70"/>
                  </a:cubicBezTo>
                  <a:cubicBezTo>
                    <a:pt x="59" y="75"/>
                    <a:pt x="60" y="81"/>
                    <a:pt x="65" y="85"/>
                  </a:cubicBezTo>
                  <a:cubicBezTo>
                    <a:pt x="91" y="112"/>
                    <a:pt x="91" y="112"/>
                    <a:pt x="91" y="112"/>
                  </a:cubicBezTo>
                  <a:cubicBezTo>
                    <a:pt x="98" y="119"/>
                    <a:pt x="108" y="119"/>
                    <a:pt x="114" y="112"/>
                  </a:cubicBezTo>
                  <a:cubicBezTo>
                    <a:pt x="121" y="106"/>
                    <a:pt x="121" y="95"/>
                    <a:pt x="114" y="89"/>
                  </a:cubicBezTo>
                  <a:close/>
                  <a:moveTo>
                    <a:pt x="36" y="51"/>
                  </a:moveTo>
                  <a:cubicBezTo>
                    <a:pt x="12" y="27"/>
                    <a:pt x="12" y="27"/>
                    <a:pt x="12" y="27"/>
                  </a:cubicBezTo>
                  <a:cubicBezTo>
                    <a:pt x="7" y="22"/>
                    <a:pt x="7" y="15"/>
                    <a:pt x="11" y="11"/>
                  </a:cubicBezTo>
                  <a:cubicBezTo>
                    <a:pt x="16" y="7"/>
                    <a:pt x="23" y="7"/>
                    <a:pt x="27" y="12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3" y="37"/>
                    <a:pt x="54" y="40"/>
                    <a:pt x="54" y="42"/>
                  </a:cubicBezTo>
                  <a:cubicBezTo>
                    <a:pt x="51" y="39"/>
                    <a:pt x="46" y="39"/>
                    <a:pt x="43" y="42"/>
                  </a:cubicBezTo>
                  <a:cubicBezTo>
                    <a:pt x="40" y="45"/>
                    <a:pt x="40" y="50"/>
                    <a:pt x="43" y="53"/>
                  </a:cubicBezTo>
                  <a:cubicBezTo>
                    <a:pt x="45" y="54"/>
                    <a:pt x="45" y="54"/>
                    <a:pt x="45" y="54"/>
                  </a:cubicBezTo>
                  <a:cubicBezTo>
                    <a:pt x="42" y="54"/>
                    <a:pt x="38" y="53"/>
                    <a:pt x="36" y="51"/>
                  </a:cubicBezTo>
                  <a:close/>
                  <a:moveTo>
                    <a:pt x="110" y="107"/>
                  </a:moveTo>
                  <a:cubicBezTo>
                    <a:pt x="105" y="111"/>
                    <a:pt x="98" y="111"/>
                    <a:pt x="94" y="107"/>
                  </a:cubicBezTo>
                  <a:cubicBezTo>
                    <a:pt x="70" y="83"/>
                    <a:pt x="70" y="83"/>
                    <a:pt x="70" y="83"/>
                  </a:cubicBezTo>
                  <a:cubicBezTo>
                    <a:pt x="68" y="81"/>
                    <a:pt x="67" y="78"/>
                    <a:pt x="67" y="76"/>
                  </a:cubicBezTo>
                  <a:cubicBezTo>
                    <a:pt x="71" y="80"/>
                    <a:pt x="71" y="80"/>
                    <a:pt x="71" y="80"/>
                  </a:cubicBezTo>
                  <a:cubicBezTo>
                    <a:pt x="74" y="83"/>
                    <a:pt x="79" y="83"/>
                    <a:pt x="82" y="80"/>
                  </a:cubicBezTo>
                  <a:cubicBezTo>
                    <a:pt x="85" y="77"/>
                    <a:pt x="85" y="72"/>
                    <a:pt x="82" y="69"/>
                  </a:cubicBezTo>
                  <a:cubicBezTo>
                    <a:pt x="77" y="64"/>
                    <a:pt x="77" y="64"/>
                    <a:pt x="77" y="64"/>
                  </a:cubicBezTo>
                  <a:cubicBezTo>
                    <a:pt x="80" y="64"/>
                    <a:pt x="83" y="65"/>
                    <a:pt x="85" y="68"/>
                  </a:cubicBezTo>
                  <a:cubicBezTo>
                    <a:pt x="109" y="92"/>
                    <a:pt x="109" y="92"/>
                    <a:pt x="109" y="92"/>
                  </a:cubicBezTo>
                  <a:cubicBezTo>
                    <a:pt x="114" y="96"/>
                    <a:pt x="114" y="103"/>
                    <a:pt x="110" y="10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grpSp>
        <p:nvGrpSpPr>
          <p:cNvPr id="46" name="组合 45"/>
          <p:cNvGrpSpPr/>
          <p:nvPr>
            <p:custDataLst>
              <p:tags r:id="rId5"/>
            </p:custDataLst>
          </p:nvPr>
        </p:nvGrpSpPr>
        <p:grpSpPr>
          <a:xfrm>
            <a:off x="3502835" y="1647342"/>
            <a:ext cx="838096" cy="838096"/>
            <a:chOff x="4493684" y="1789490"/>
            <a:chExt cx="1117600" cy="1117600"/>
          </a:xfrm>
        </p:grpSpPr>
        <p:sp>
          <p:nvSpPr>
            <p:cNvPr id="8" name="Rounded Rectangle 11"/>
            <p:cNvSpPr/>
            <p:nvPr>
              <p:custDataLst>
                <p:tags r:id="rId6"/>
              </p:custDataLst>
            </p:nvPr>
          </p:nvSpPr>
          <p:spPr>
            <a:xfrm>
              <a:off x="4493684" y="1789490"/>
              <a:ext cx="1117600" cy="111760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/>
              <a:endParaRPr lang="zh-CN" altLang="zh-CN" sz="1800">
                <a:latin typeface="+mn-lt"/>
                <a:cs typeface="+mn-ea"/>
                <a:sym typeface="+mn-lt"/>
              </a:endParaRPr>
            </a:p>
          </p:txBody>
        </p:sp>
        <p:grpSp>
          <p:nvGrpSpPr>
            <p:cNvPr id="20" name="Group 24"/>
            <p:cNvGrpSpPr/>
            <p:nvPr/>
          </p:nvGrpSpPr>
          <p:grpSpPr>
            <a:xfrm>
              <a:off x="4778370" y="2097786"/>
              <a:ext cx="549073" cy="502484"/>
              <a:chOff x="6726389" y="1486674"/>
              <a:chExt cx="411805" cy="376863"/>
            </a:xfrm>
            <a:solidFill>
              <a:schemeClr val="bg1"/>
            </a:solidFill>
          </p:grpSpPr>
          <p:sp>
            <p:nvSpPr>
              <p:cNvPr id="21" name="Oval 52"/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6773808" y="1786168"/>
                <a:ext cx="44924" cy="424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800">
                  <a:cs typeface="+mn-ea"/>
                  <a:sym typeface="+mn-lt"/>
                </a:endParaRPr>
              </a:p>
            </p:txBody>
          </p:sp>
          <p:sp>
            <p:nvSpPr>
              <p:cNvPr id="22" name="Oval 53"/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748851" y="1836083"/>
                <a:ext cx="24958" cy="2745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800">
                  <a:cs typeface="+mn-ea"/>
                  <a:sym typeface="+mn-lt"/>
                </a:endParaRPr>
              </a:p>
            </p:txBody>
          </p:sp>
          <p:sp>
            <p:nvSpPr>
              <p:cNvPr id="23" name="Freeform 54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6726389" y="1486674"/>
                <a:ext cx="411805" cy="292007"/>
              </a:xfrm>
              <a:custGeom>
                <a:avLst/>
                <a:gdLst>
                  <a:gd name="T0" fmla="*/ 124 w 124"/>
                  <a:gd name="T1" fmla="*/ 34 h 88"/>
                  <a:gd name="T2" fmla="*/ 99 w 124"/>
                  <a:gd name="T3" fmla="*/ 9 h 88"/>
                  <a:gd name="T4" fmla="*/ 93 w 124"/>
                  <a:gd name="T5" fmla="*/ 10 h 88"/>
                  <a:gd name="T6" fmla="*/ 74 w 124"/>
                  <a:gd name="T7" fmla="*/ 0 h 88"/>
                  <a:gd name="T8" fmla="*/ 60 w 124"/>
                  <a:gd name="T9" fmla="*/ 5 h 88"/>
                  <a:gd name="T10" fmla="*/ 46 w 124"/>
                  <a:gd name="T11" fmla="*/ 0 h 88"/>
                  <a:gd name="T12" fmla="*/ 31 w 124"/>
                  <a:gd name="T13" fmla="*/ 5 h 88"/>
                  <a:gd name="T14" fmla="*/ 25 w 124"/>
                  <a:gd name="T15" fmla="*/ 5 h 88"/>
                  <a:gd name="T16" fmla="*/ 0 w 124"/>
                  <a:gd name="T17" fmla="*/ 30 h 88"/>
                  <a:gd name="T18" fmla="*/ 3 w 124"/>
                  <a:gd name="T19" fmla="*/ 43 h 88"/>
                  <a:gd name="T20" fmla="*/ 0 w 124"/>
                  <a:gd name="T21" fmla="*/ 55 h 88"/>
                  <a:gd name="T22" fmla="*/ 25 w 124"/>
                  <a:gd name="T23" fmla="*/ 80 h 88"/>
                  <a:gd name="T24" fmla="*/ 28 w 124"/>
                  <a:gd name="T25" fmla="*/ 80 h 88"/>
                  <a:gd name="T26" fmla="*/ 46 w 124"/>
                  <a:gd name="T27" fmla="*/ 88 h 88"/>
                  <a:gd name="T28" fmla="*/ 64 w 124"/>
                  <a:gd name="T29" fmla="*/ 80 h 88"/>
                  <a:gd name="T30" fmla="*/ 79 w 124"/>
                  <a:gd name="T31" fmla="*/ 85 h 88"/>
                  <a:gd name="T32" fmla="*/ 104 w 124"/>
                  <a:gd name="T33" fmla="*/ 60 h 88"/>
                  <a:gd name="T34" fmla="*/ 104 w 124"/>
                  <a:gd name="T35" fmla="*/ 59 h 88"/>
                  <a:gd name="T36" fmla="*/ 124 w 124"/>
                  <a:gd name="T37" fmla="*/ 3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4" h="88">
                    <a:moveTo>
                      <a:pt x="124" y="34"/>
                    </a:moveTo>
                    <a:cubicBezTo>
                      <a:pt x="124" y="21"/>
                      <a:pt x="113" y="9"/>
                      <a:pt x="99" y="9"/>
                    </a:cubicBezTo>
                    <a:cubicBezTo>
                      <a:pt x="97" y="9"/>
                      <a:pt x="95" y="10"/>
                      <a:pt x="93" y="10"/>
                    </a:cubicBezTo>
                    <a:cubicBezTo>
                      <a:pt x="89" y="4"/>
                      <a:pt x="82" y="0"/>
                      <a:pt x="74" y="0"/>
                    </a:cubicBezTo>
                    <a:cubicBezTo>
                      <a:pt x="69" y="0"/>
                      <a:pt x="64" y="2"/>
                      <a:pt x="60" y="5"/>
                    </a:cubicBezTo>
                    <a:cubicBezTo>
                      <a:pt x="56" y="2"/>
                      <a:pt x="51" y="0"/>
                      <a:pt x="46" y="0"/>
                    </a:cubicBezTo>
                    <a:cubicBezTo>
                      <a:pt x="40" y="0"/>
                      <a:pt x="35" y="2"/>
                      <a:pt x="31" y="5"/>
                    </a:cubicBezTo>
                    <a:cubicBezTo>
                      <a:pt x="29" y="5"/>
                      <a:pt x="27" y="5"/>
                      <a:pt x="25" y="5"/>
                    </a:cubicBezTo>
                    <a:cubicBezTo>
                      <a:pt x="11" y="5"/>
                      <a:pt x="0" y="16"/>
                      <a:pt x="0" y="30"/>
                    </a:cubicBezTo>
                    <a:cubicBezTo>
                      <a:pt x="0" y="35"/>
                      <a:pt x="1" y="39"/>
                      <a:pt x="3" y="43"/>
                    </a:cubicBezTo>
                    <a:cubicBezTo>
                      <a:pt x="1" y="46"/>
                      <a:pt x="0" y="51"/>
                      <a:pt x="0" y="55"/>
                    </a:cubicBezTo>
                    <a:cubicBezTo>
                      <a:pt x="0" y="69"/>
                      <a:pt x="11" y="80"/>
                      <a:pt x="25" y="80"/>
                    </a:cubicBezTo>
                    <a:cubicBezTo>
                      <a:pt x="26" y="80"/>
                      <a:pt x="27" y="80"/>
                      <a:pt x="28" y="80"/>
                    </a:cubicBezTo>
                    <a:cubicBezTo>
                      <a:pt x="32" y="85"/>
                      <a:pt x="39" y="88"/>
                      <a:pt x="46" y="88"/>
                    </a:cubicBezTo>
                    <a:cubicBezTo>
                      <a:pt x="53" y="88"/>
                      <a:pt x="59" y="85"/>
                      <a:pt x="64" y="80"/>
                    </a:cubicBezTo>
                    <a:cubicBezTo>
                      <a:pt x="68" y="83"/>
                      <a:pt x="73" y="85"/>
                      <a:pt x="79" y="85"/>
                    </a:cubicBezTo>
                    <a:cubicBezTo>
                      <a:pt x="92" y="85"/>
                      <a:pt x="104" y="74"/>
                      <a:pt x="104" y="60"/>
                    </a:cubicBezTo>
                    <a:cubicBezTo>
                      <a:pt x="104" y="60"/>
                      <a:pt x="104" y="59"/>
                      <a:pt x="104" y="59"/>
                    </a:cubicBezTo>
                    <a:cubicBezTo>
                      <a:pt x="115" y="57"/>
                      <a:pt x="124" y="47"/>
                      <a:pt x="124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80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8" name="组合 47"/>
          <p:cNvGrpSpPr/>
          <p:nvPr>
            <p:custDataLst>
              <p:tags r:id="rId10"/>
            </p:custDataLst>
          </p:nvPr>
        </p:nvGrpSpPr>
        <p:grpSpPr>
          <a:xfrm>
            <a:off x="971085" y="2996778"/>
            <a:ext cx="838096" cy="838096"/>
            <a:chOff x="1117600" y="3588657"/>
            <a:chExt cx="1117600" cy="1117600"/>
          </a:xfrm>
        </p:grpSpPr>
        <p:sp>
          <p:nvSpPr>
            <p:cNvPr id="12" name="Rounded Rectangle 15"/>
            <p:cNvSpPr/>
            <p:nvPr>
              <p:custDataLst>
                <p:tags r:id="rId11"/>
              </p:custDataLst>
            </p:nvPr>
          </p:nvSpPr>
          <p:spPr>
            <a:xfrm>
              <a:off x="1117600" y="3588657"/>
              <a:ext cx="1117600" cy="11176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/>
              <a:endParaRPr lang="zh-CN" altLang="zh-CN" sz="1800">
                <a:latin typeface="+mn-lt"/>
                <a:cs typeface="+mn-ea"/>
                <a:sym typeface="+mn-lt"/>
              </a:endParaRPr>
            </a:p>
          </p:txBody>
        </p:sp>
        <p:sp>
          <p:nvSpPr>
            <p:cNvPr id="24" name="Freeform 55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1390651" y="3849008"/>
              <a:ext cx="571500" cy="596900"/>
            </a:xfrm>
            <a:custGeom>
              <a:avLst/>
              <a:gdLst>
                <a:gd name="T0" fmla="*/ 276200 w 129"/>
                <a:gd name="T1" fmla="*/ 306149 h 135"/>
                <a:gd name="T2" fmla="*/ 422619 w 129"/>
                <a:gd name="T3" fmla="*/ 86520 h 135"/>
                <a:gd name="T4" fmla="*/ 422619 w 129"/>
                <a:gd name="T5" fmla="*/ 69882 h 135"/>
                <a:gd name="T6" fmla="*/ 389342 w 129"/>
                <a:gd name="T7" fmla="*/ 33277 h 135"/>
                <a:gd name="T8" fmla="*/ 372703 w 129"/>
                <a:gd name="T9" fmla="*/ 33277 h 135"/>
                <a:gd name="T10" fmla="*/ 356064 w 129"/>
                <a:gd name="T11" fmla="*/ 53243 h 135"/>
                <a:gd name="T12" fmla="*/ 336098 w 129"/>
                <a:gd name="T13" fmla="*/ 53243 h 135"/>
                <a:gd name="T14" fmla="*/ 336098 w 129"/>
                <a:gd name="T15" fmla="*/ 0 h 135"/>
                <a:gd name="T16" fmla="*/ 89848 w 129"/>
                <a:gd name="T17" fmla="*/ 0 h 135"/>
                <a:gd name="T18" fmla="*/ 89848 w 129"/>
                <a:gd name="T19" fmla="*/ 53243 h 135"/>
                <a:gd name="T20" fmla="*/ 73210 w 129"/>
                <a:gd name="T21" fmla="*/ 53243 h 135"/>
                <a:gd name="T22" fmla="*/ 56571 w 129"/>
                <a:gd name="T23" fmla="*/ 33277 h 135"/>
                <a:gd name="T24" fmla="*/ 39932 w 129"/>
                <a:gd name="T25" fmla="*/ 33277 h 135"/>
                <a:gd name="T26" fmla="*/ 3328 w 129"/>
                <a:gd name="T27" fmla="*/ 69882 h 135"/>
                <a:gd name="T28" fmla="*/ 3328 w 129"/>
                <a:gd name="T29" fmla="*/ 86520 h 135"/>
                <a:gd name="T30" fmla="*/ 153074 w 129"/>
                <a:gd name="T31" fmla="*/ 306149 h 135"/>
                <a:gd name="T32" fmla="*/ 196335 w 129"/>
                <a:gd name="T33" fmla="*/ 326116 h 135"/>
                <a:gd name="T34" fmla="*/ 196335 w 129"/>
                <a:gd name="T35" fmla="*/ 342754 h 135"/>
                <a:gd name="T36" fmla="*/ 179696 w 129"/>
                <a:gd name="T37" fmla="*/ 352737 h 135"/>
                <a:gd name="T38" fmla="*/ 196335 w 129"/>
                <a:gd name="T39" fmla="*/ 359393 h 135"/>
                <a:gd name="T40" fmla="*/ 196335 w 129"/>
                <a:gd name="T41" fmla="*/ 379359 h 135"/>
                <a:gd name="T42" fmla="*/ 179696 w 129"/>
                <a:gd name="T43" fmla="*/ 395998 h 135"/>
                <a:gd name="T44" fmla="*/ 159730 w 129"/>
                <a:gd name="T45" fmla="*/ 412636 h 135"/>
                <a:gd name="T46" fmla="*/ 143091 w 129"/>
                <a:gd name="T47" fmla="*/ 429275 h 135"/>
                <a:gd name="T48" fmla="*/ 163058 w 129"/>
                <a:gd name="T49" fmla="*/ 449241 h 135"/>
                <a:gd name="T50" fmla="*/ 266216 w 129"/>
                <a:gd name="T51" fmla="*/ 449241 h 135"/>
                <a:gd name="T52" fmla="*/ 282855 w 129"/>
                <a:gd name="T53" fmla="*/ 429275 h 135"/>
                <a:gd name="T54" fmla="*/ 266216 w 129"/>
                <a:gd name="T55" fmla="*/ 412636 h 135"/>
                <a:gd name="T56" fmla="*/ 246250 w 129"/>
                <a:gd name="T57" fmla="*/ 395998 h 135"/>
                <a:gd name="T58" fmla="*/ 229612 w 129"/>
                <a:gd name="T59" fmla="*/ 379359 h 135"/>
                <a:gd name="T60" fmla="*/ 229612 w 129"/>
                <a:gd name="T61" fmla="*/ 359393 h 135"/>
                <a:gd name="T62" fmla="*/ 249578 w 129"/>
                <a:gd name="T63" fmla="*/ 352737 h 135"/>
                <a:gd name="T64" fmla="*/ 229612 w 129"/>
                <a:gd name="T65" fmla="*/ 342754 h 135"/>
                <a:gd name="T66" fmla="*/ 229612 w 129"/>
                <a:gd name="T67" fmla="*/ 326116 h 135"/>
                <a:gd name="T68" fmla="*/ 276200 w 129"/>
                <a:gd name="T69" fmla="*/ 306149 h 135"/>
                <a:gd name="T70" fmla="*/ 336098 w 129"/>
                <a:gd name="T71" fmla="*/ 69882 h 135"/>
                <a:gd name="T72" fmla="*/ 356064 w 129"/>
                <a:gd name="T73" fmla="*/ 69882 h 135"/>
                <a:gd name="T74" fmla="*/ 372703 w 129"/>
                <a:gd name="T75" fmla="*/ 53243 h 135"/>
                <a:gd name="T76" fmla="*/ 389342 w 129"/>
                <a:gd name="T77" fmla="*/ 69882 h 135"/>
                <a:gd name="T78" fmla="*/ 389342 w 129"/>
                <a:gd name="T79" fmla="*/ 86520 h 135"/>
                <a:gd name="T80" fmla="*/ 302821 w 129"/>
                <a:gd name="T81" fmla="*/ 236267 h 135"/>
                <a:gd name="T82" fmla="*/ 336098 w 129"/>
                <a:gd name="T83" fmla="*/ 69882 h 135"/>
                <a:gd name="T84" fmla="*/ 119797 w 129"/>
                <a:gd name="T85" fmla="*/ 239595 h 135"/>
                <a:gd name="T86" fmla="*/ 33277 w 129"/>
                <a:gd name="T87" fmla="*/ 89848 h 135"/>
                <a:gd name="T88" fmla="*/ 33277 w 129"/>
                <a:gd name="T89" fmla="*/ 73210 h 135"/>
                <a:gd name="T90" fmla="*/ 49916 w 129"/>
                <a:gd name="T91" fmla="*/ 56571 h 135"/>
                <a:gd name="T92" fmla="*/ 66554 w 129"/>
                <a:gd name="T93" fmla="*/ 73210 h 135"/>
                <a:gd name="T94" fmla="*/ 86520 w 129"/>
                <a:gd name="T95" fmla="*/ 73210 h 135"/>
                <a:gd name="T96" fmla="*/ 119797 w 129"/>
                <a:gd name="T97" fmla="*/ 239595 h 13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29" h="135">
                  <a:moveTo>
                    <a:pt x="83" y="92"/>
                  </a:moveTo>
                  <a:cubicBezTo>
                    <a:pt x="129" y="63"/>
                    <a:pt x="127" y="26"/>
                    <a:pt x="127" y="26"/>
                  </a:cubicBezTo>
                  <a:cubicBezTo>
                    <a:pt x="127" y="21"/>
                    <a:pt x="127" y="21"/>
                    <a:pt x="127" y="21"/>
                  </a:cubicBezTo>
                  <a:cubicBezTo>
                    <a:pt x="127" y="21"/>
                    <a:pt x="128" y="10"/>
                    <a:pt x="117" y="10"/>
                  </a:cubicBezTo>
                  <a:cubicBezTo>
                    <a:pt x="114" y="10"/>
                    <a:pt x="112" y="10"/>
                    <a:pt x="112" y="10"/>
                  </a:cubicBezTo>
                  <a:cubicBezTo>
                    <a:pt x="107" y="10"/>
                    <a:pt x="107" y="16"/>
                    <a:pt x="107" y="16"/>
                  </a:cubicBezTo>
                  <a:cubicBezTo>
                    <a:pt x="107" y="16"/>
                    <a:pt x="104" y="16"/>
                    <a:pt x="101" y="16"/>
                  </a:cubicBezTo>
                  <a:cubicBezTo>
                    <a:pt x="101" y="12"/>
                    <a:pt x="101" y="0"/>
                    <a:pt x="101" y="0"/>
                  </a:cubicBezTo>
                  <a:cubicBezTo>
                    <a:pt x="56" y="7"/>
                    <a:pt x="27" y="0"/>
                    <a:pt x="27" y="0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3" y="16"/>
                    <a:pt x="22" y="16"/>
                    <a:pt x="22" y="16"/>
                  </a:cubicBezTo>
                  <a:cubicBezTo>
                    <a:pt x="22" y="16"/>
                    <a:pt x="22" y="10"/>
                    <a:pt x="17" y="10"/>
                  </a:cubicBezTo>
                  <a:cubicBezTo>
                    <a:pt x="17" y="10"/>
                    <a:pt x="15" y="10"/>
                    <a:pt x="12" y="10"/>
                  </a:cubicBezTo>
                  <a:cubicBezTo>
                    <a:pt x="1" y="10"/>
                    <a:pt x="1" y="21"/>
                    <a:pt x="1" y="21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0" y="63"/>
                    <a:pt x="46" y="92"/>
                  </a:cubicBezTo>
                  <a:cubicBezTo>
                    <a:pt x="46" y="92"/>
                    <a:pt x="52" y="98"/>
                    <a:pt x="59" y="98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59" y="103"/>
                    <a:pt x="54" y="103"/>
                    <a:pt x="54" y="106"/>
                  </a:cubicBezTo>
                  <a:cubicBezTo>
                    <a:pt x="54" y="109"/>
                    <a:pt x="59" y="108"/>
                    <a:pt x="59" y="108"/>
                  </a:cubicBezTo>
                  <a:cubicBezTo>
                    <a:pt x="59" y="114"/>
                    <a:pt x="59" y="114"/>
                    <a:pt x="59" y="114"/>
                  </a:cubicBezTo>
                  <a:cubicBezTo>
                    <a:pt x="59" y="114"/>
                    <a:pt x="58" y="119"/>
                    <a:pt x="54" y="119"/>
                  </a:cubicBezTo>
                  <a:cubicBezTo>
                    <a:pt x="54" y="124"/>
                    <a:pt x="48" y="124"/>
                    <a:pt x="48" y="124"/>
                  </a:cubicBezTo>
                  <a:cubicBezTo>
                    <a:pt x="48" y="124"/>
                    <a:pt x="43" y="125"/>
                    <a:pt x="43" y="129"/>
                  </a:cubicBezTo>
                  <a:cubicBezTo>
                    <a:pt x="43" y="129"/>
                    <a:pt x="42" y="135"/>
                    <a:pt x="49" y="135"/>
                  </a:cubicBezTo>
                  <a:cubicBezTo>
                    <a:pt x="56" y="135"/>
                    <a:pt x="80" y="135"/>
                    <a:pt x="80" y="135"/>
                  </a:cubicBezTo>
                  <a:cubicBezTo>
                    <a:pt x="85" y="135"/>
                    <a:pt x="85" y="129"/>
                    <a:pt x="85" y="129"/>
                  </a:cubicBezTo>
                  <a:cubicBezTo>
                    <a:pt x="85" y="129"/>
                    <a:pt x="85" y="124"/>
                    <a:pt x="80" y="124"/>
                  </a:cubicBezTo>
                  <a:cubicBezTo>
                    <a:pt x="74" y="124"/>
                    <a:pt x="74" y="119"/>
                    <a:pt x="74" y="119"/>
                  </a:cubicBezTo>
                  <a:cubicBezTo>
                    <a:pt x="74" y="119"/>
                    <a:pt x="69" y="119"/>
                    <a:pt x="69" y="114"/>
                  </a:cubicBezTo>
                  <a:cubicBezTo>
                    <a:pt x="69" y="108"/>
                    <a:pt x="69" y="108"/>
                    <a:pt x="69" y="108"/>
                  </a:cubicBezTo>
                  <a:cubicBezTo>
                    <a:pt x="69" y="108"/>
                    <a:pt x="75" y="109"/>
                    <a:pt x="75" y="106"/>
                  </a:cubicBezTo>
                  <a:cubicBezTo>
                    <a:pt x="75" y="103"/>
                    <a:pt x="69" y="103"/>
                    <a:pt x="69" y="103"/>
                  </a:cubicBezTo>
                  <a:cubicBezTo>
                    <a:pt x="69" y="98"/>
                    <a:pt x="69" y="98"/>
                    <a:pt x="69" y="98"/>
                  </a:cubicBezTo>
                  <a:cubicBezTo>
                    <a:pt x="75" y="98"/>
                    <a:pt x="79" y="96"/>
                    <a:pt x="83" y="92"/>
                  </a:cubicBezTo>
                  <a:close/>
                  <a:moveTo>
                    <a:pt x="101" y="21"/>
                  </a:moveTo>
                  <a:cubicBezTo>
                    <a:pt x="103" y="21"/>
                    <a:pt x="107" y="21"/>
                    <a:pt x="107" y="21"/>
                  </a:cubicBezTo>
                  <a:cubicBezTo>
                    <a:pt x="112" y="21"/>
                    <a:pt x="112" y="16"/>
                    <a:pt x="112" y="16"/>
                  </a:cubicBezTo>
                  <a:cubicBezTo>
                    <a:pt x="117" y="16"/>
                    <a:pt x="117" y="21"/>
                    <a:pt x="117" y="21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6" y="47"/>
                    <a:pt x="91" y="71"/>
                  </a:cubicBezTo>
                  <a:cubicBezTo>
                    <a:pt x="96" y="61"/>
                    <a:pt x="101" y="38"/>
                    <a:pt x="101" y="21"/>
                  </a:cubicBezTo>
                  <a:close/>
                  <a:moveTo>
                    <a:pt x="36" y="72"/>
                  </a:moveTo>
                  <a:cubicBezTo>
                    <a:pt x="11" y="48"/>
                    <a:pt x="10" y="27"/>
                    <a:pt x="10" y="27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0" y="22"/>
                    <a:pt x="10" y="17"/>
                    <a:pt x="15" y="17"/>
                  </a:cubicBezTo>
                  <a:cubicBezTo>
                    <a:pt x="15" y="17"/>
                    <a:pt x="15" y="22"/>
                    <a:pt x="20" y="22"/>
                  </a:cubicBezTo>
                  <a:cubicBezTo>
                    <a:pt x="20" y="22"/>
                    <a:pt x="24" y="22"/>
                    <a:pt x="26" y="22"/>
                  </a:cubicBezTo>
                  <a:cubicBezTo>
                    <a:pt x="26" y="39"/>
                    <a:pt x="30" y="62"/>
                    <a:pt x="36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grpSp>
        <p:nvGrpSpPr>
          <p:cNvPr id="49" name="组合 48"/>
          <p:cNvGrpSpPr/>
          <p:nvPr>
            <p:custDataLst>
              <p:tags r:id="rId13"/>
            </p:custDataLst>
          </p:nvPr>
        </p:nvGrpSpPr>
        <p:grpSpPr>
          <a:xfrm>
            <a:off x="3502835" y="2996778"/>
            <a:ext cx="838096" cy="838096"/>
            <a:chOff x="4493684" y="3588657"/>
            <a:chExt cx="1117600" cy="1117600"/>
          </a:xfrm>
        </p:grpSpPr>
        <p:sp>
          <p:nvSpPr>
            <p:cNvPr id="14" name="Rounded Rectangle 17"/>
            <p:cNvSpPr/>
            <p:nvPr>
              <p:custDataLst>
                <p:tags r:id="rId14"/>
              </p:custDataLst>
            </p:nvPr>
          </p:nvSpPr>
          <p:spPr>
            <a:xfrm>
              <a:off x="4493684" y="3588657"/>
              <a:ext cx="1117600" cy="111760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/>
              <a:endParaRPr lang="zh-CN" altLang="zh-CN" sz="1800">
                <a:latin typeface="+mn-lt"/>
                <a:cs typeface="+mn-ea"/>
                <a:sym typeface="+mn-lt"/>
              </a:endParaRPr>
            </a:p>
          </p:txBody>
        </p:sp>
        <p:grpSp>
          <p:nvGrpSpPr>
            <p:cNvPr id="25" name="Group 29"/>
            <p:cNvGrpSpPr/>
            <p:nvPr/>
          </p:nvGrpSpPr>
          <p:grpSpPr>
            <a:xfrm>
              <a:off x="4836605" y="3885818"/>
              <a:ext cx="432603" cy="542417"/>
              <a:chOff x="5106627" y="2260366"/>
              <a:chExt cx="324452" cy="406813"/>
            </a:xfrm>
            <a:solidFill>
              <a:schemeClr val="bg1"/>
            </a:solidFill>
          </p:grpSpPr>
          <p:sp>
            <p:nvSpPr>
              <p:cNvPr id="26" name="Freeform 80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5106627" y="2430079"/>
                <a:ext cx="324452" cy="134772"/>
              </a:xfrm>
              <a:custGeom>
                <a:avLst/>
                <a:gdLst>
                  <a:gd name="T0" fmla="*/ 49 w 98"/>
                  <a:gd name="T1" fmla="*/ 16 h 40"/>
                  <a:gd name="T2" fmla="*/ 2 w 98"/>
                  <a:gd name="T3" fmla="*/ 0 h 40"/>
                  <a:gd name="T4" fmla="*/ 0 w 98"/>
                  <a:gd name="T5" fmla="*/ 5 h 40"/>
                  <a:gd name="T6" fmla="*/ 0 w 98"/>
                  <a:gd name="T7" fmla="*/ 20 h 40"/>
                  <a:gd name="T8" fmla="*/ 49 w 98"/>
                  <a:gd name="T9" fmla="*/ 40 h 40"/>
                  <a:gd name="T10" fmla="*/ 98 w 98"/>
                  <a:gd name="T11" fmla="*/ 20 h 40"/>
                  <a:gd name="T12" fmla="*/ 98 w 98"/>
                  <a:gd name="T13" fmla="*/ 5 h 40"/>
                  <a:gd name="T14" fmla="*/ 96 w 98"/>
                  <a:gd name="T15" fmla="*/ 0 h 40"/>
                  <a:gd name="T16" fmla="*/ 49 w 98"/>
                  <a:gd name="T17" fmla="*/ 16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40">
                    <a:moveTo>
                      <a:pt x="49" y="16"/>
                    </a:moveTo>
                    <a:cubicBezTo>
                      <a:pt x="26" y="16"/>
                      <a:pt x="7" y="9"/>
                      <a:pt x="2" y="0"/>
                    </a:cubicBezTo>
                    <a:cubicBezTo>
                      <a:pt x="1" y="2"/>
                      <a:pt x="0" y="3"/>
                      <a:pt x="0" y="5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31"/>
                      <a:pt x="22" y="40"/>
                      <a:pt x="49" y="40"/>
                    </a:cubicBezTo>
                    <a:cubicBezTo>
                      <a:pt x="76" y="40"/>
                      <a:pt x="98" y="31"/>
                      <a:pt x="98" y="20"/>
                    </a:cubicBezTo>
                    <a:cubicBezTo>
                      <a:pt x="98" y="5"/>
                      <a:pt x="98" y="5"/>
                      <a:pt x="98" y="5"/>
                    </a:cubicBezTo>
                    <a:cubicBezTo>
                      <a:pt x="98" y="3"/>
                      <a:pt x="97" y="2"/>
                      <a:pt x="96" y="0"/>
                    </a:cubicBezTo>
                    <a:cubicBezTo>
                      <a:pt x="91" y="9"/>
                      <a:pt x="72" y="16"/>
                      <a:pt x="49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800">
                  <a:cs typeface="+mn-ea"/>
                  <a:sym typeface="+mn-lt"/>
                </a:endParaRPr>
              </a:p>
            </p:txBody>
          </p:sp>
          <p:sp>
            <p:nvSpPr>
              <p:cNvPr id="27" name="Freeform 81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5106627" y="2534902"/>
                <a:ext cx="324452" cy="132277"/>
              </a:xfrm>
              <a:custGeom>
                <a:avLst/>
                <a:gdLst>
                  <a:gd name="T0" fmla="*/ 49 w 98"/>
                  <a:gd name="T1" fmla="*/ 15 h 40"/>
                  <a:gd name="T2" fmla="*/ 2 w 98"/>
                  <a:gd name="T3" fmla="*/ 0 h 40"/>
                  <a:gd name="T4" fmla="*/ 0 w 98"/>
                  <a:gd name="T5" fmla="*/ 4 h 40"/>
                  <a:gd name="T6" fmla="*/ 0 w 98"/>
                  <a:gd name="T7" fmla="*/ 19 h 40"/>
                  <a:gd name="T8" fmla="*/ 49 w 98"/>
                  <a:gd name="T9" fmla="*/ 40 h 40"/>
                  <a:gd name="T10" fmla="*/ 98 w 98"/>
                  <a:gd name="T11" fmla="*/ 19 h 40"/>
                  <a:gd name="T12" fmla="*/ 98 w 98"/>
                  <a:gd name="T13" fmla="*/ 4 h 40"/>
                  <a:gd name="T14" fmla="*/ 96 w 98"/>
                  <a:gd name="T15" fmla="*/ 0 h 40"/>
                  <a:gd name="T16" fmla="*/ 49 w 98"/>
                  <a:gd name="T17" fmla="*/ 1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40">
                    <a:moveTo>
                      <a:pt x="49" y="15"/>
                    </a:moveTo>
                    <a:cubicBezTo>
                      <a:pt x="26" y="15"/>
                      <a:pt x="7" y="9"/>
                      <a:pt x="2" y="0"/>
                    </a:cubicBezTo>
                    <a:cubicBezTo>
                      <a:pt x="1" y="1"/>
                      <a:pt x="0" y="3"/>
                      <a:pt x="0" y="4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31"/>
                      <a:pt x="22" y="40"/>
                      <a:pt x="49" y="40"/>
                    </a:cubicBezTo>
                    <a:cubicBezTo>
                      <a:pt x="76" y="40"/>
                      <a:pt x="98" y="31"/>
                      <a:pt x="98" y="19"/>
                    </a:cubicBezTo>
                    <a:cubicBezTo>
                      <a:pt x="98" y="4"/>
                      <a:pt x="98" y="4"/>
                      <a:pt x="98" y="4"/>
                    </a:cubicBezTo>
                    <a:cubicBezTo>
                      <a:pt x="98" y="3"/>
                      <a:pt x="97" y="1"/>
                      <a:pt x="96" y="0"/>
                    </a:cubicBezTo>
                    <a:cubicBezTo>
                      <a:pt x="91" y="9"/>
                      <a:pt x="72" y="15"/>
                      <a:pt x="49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800">
                  <a:cs typeface="+mn-ea"/>
                  <a:sym typeface="+mn-lt"/>
                </a:endParaRPr>
              </a:p>
            </p:txBody>
          </p:sp>
          <p:sp>
            <p:nvSpPr>
              <p:cNvPr id="28" name="Freeform 82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5106627" y="2330248"/>
                <a:ext cx="324452" cy="137269"/>
              </a:xfrm>
              <a:custGeom>
                <a:avLst/>
                <a:gdLst>
                  <a:gd name="T0" fmla="*/ 96 w 98"/>
                  <a:gd name="T1" fmla="*/ 0 h 41"/>
                  <a:gd name="T2" fmla="*/ 49 w 98"/>
                  <a:gd name="T3" fmla="*/ 15 h 41"/>
                  <a:gd name="T4" fmla="*/ 2 w 98"/>
                  <a:gd name="T5" fmla="*/ 0 h 41"/>
                  <a:gd name="T6" fmla="*/ 0 w 98"/>
                  <a:gd name="T7" fmla="*/ 5 h 41"/>
                  <a:gd name="T8" fmla="*/ 0 w 98"/>
                  <a:gd name="T9" fmla="*/ 20 h 41"/>
                  <a:gd name="T10" fmla="*/ 49 w 98"/>
                  <a:gd name="T11" fmla="*/ 41 h 41"/>
                  <a:gd name="T12" fmla="*/ 98 w 98"/>
                  <a:gd name="T13" fmla="*/ 20 h 41"/>
                  <a:gd name="T14" fmla="*/ 98 w 98"/>
                  <a:gd name="T15" fmla="*/ 5 h 41"/>
                  <a:gd name="T16" fmla="*/ 96 w 98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41">
                    <a:moveTo>
                      <a:pt x="96" y="0"/>
                    </a:moveTo>
                    <a:cubicBezTo>
                      <a:pt x="95" y="9"/>
                      <a:pt x="75" y="15"/>
                      <a:pt x="49" y="15"/>
                    </a:cubicBezTo>
                    <a:cubicBezTo>
                      <a:pt x="24" y="15"/>
                      <a:pt x="3" y="9"/>
                      <a:pt x="2" y="0"/>
                    </a:cubicBezTo>
                    <a:cubicBezTo>
                      <a:pt x="1" y="2"/>
                      <a:pt x="0" y="3"/>
                      <a:pt x="0" y="5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31"/>
                      <a:pt x="22" y="41"/>
                      <a:pt x="49" y="41"/>
                    </a:cubicBezTo>
                    <a:cubicBezTo>
                      <a:pt x="76" y="41"/>
                      <a:pt x="98" y="31"/>
                      <a:pt x="98" y="20"/>
                    </a:cubicBezTo>
                    <a:cubicBezTo>
                      <a:pt x="98" y="5"/>
                      <a:pt x="98" y="5"/>
                      <a:pt x="98" y="5"/>
                    </a:cubicBezTo>
                    <a:cubicBezTo>
                      <a:pt x="98" y="3"/>
                      <a:pt x="97" y="2"/>
                      <a:pt x="9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800">
                  <a:cs typeface="+mn-ea"/>
                  <a:sym typeface="+mn-lt"/>
                </a:endParaRPr>
              </a:p>
            </p:txBody>
          </p:sp>
          <p:sp>
            <p:nvSpPr>
              <p:cNvPr id="29" name="Oval 83"/>
              <p:cNvSpPr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5111618" y="2260366"/>
                <a:ext cx="316965" cy="1073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80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5" name="组合 44"/>
          <p:cNvGrpSpPr/>
          <p:nvPr>
            <p:custDataLst>
              <p:tags r:id="rId19"/>
            </p:custDataLst>
          </p:nvPr>
        </p:nvGrpSpPr>
        <p:grpSpPr>
          <a:xfrm>
            <a:off x="971085" y="1647342"/>
            <a:ext cx="838096" cy="838096"/>
            <a:chOff x="1117600" y="1789490"/>
            <a:chExt cx="1117600" cy="1117600"/>
          </a:xfrm>
        </p:grpSpPr>
        <p:sp>
          <p:nvSpPr>
            <p:cNvPr id="6" name="Rounded Rectangle 5"/>
            <p:cNvSpPr/>
            <p:nvPr>
              <p:custDataLst>
                <p:tags r:id="rId20"/>
              </p:custDataLst>
            </p:nvPr>
          </p:nvSpPr>
          <p:spPr>
            <a:xfrm>
              <a:off x="1117600" y="1789490"/>
              <a:ext cx="1117600" cy="11176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/>
              <a:endParaRPr lang="zh-CN" altLang="zh-CN" sz="1800">
                <a:latin typeface="+mn-lt"/>
                <a:cs typeface="+mn-ea"/>
                <a:sym typeface="+mn-lt"/>
              </a:endParaRPr>
            </a:p>
          </p:txBody>
        </p:sp>
        <p:grpSp>
          <p:nvGrpSpPr>
            <p:cNvPr id="34" name="Group 38"/>
            <p:cNvGrpSpPr/>
            <p:nvPr/>
          </p:nvGrpSpPr>
          <p:grpSpPr>
            <a:xfrm>
              <a:off x="1390218" y="2026241"/>
              <a:ext cx="572365" cy="645577"/>
              <a:chOff x="5513440" y="1766202"/>
              <a:chExt cx="429274" cy="484183"/>
            </a:xfrm>
            <a:solidFill>
              <a:schemeClr val="bg1"/>
            </a:solidFill>
          </p:grpSpPr>
          <p:sp>
            <p:nvSpPr>
              <p:cNvPr id="35" name="Freeform 147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5513440" y="1766202"/>
                <a:ext cx="429274" cy="87353"/>
              </a:xfrm>
              <a:custGeom>
                <a:avLst/>
                <a:gdLst>
                  <a:gd name="T0" fmla="*/ 68 w 129"/>
                  <a:gd name="T1" fmla="*/ 8 h 26"/>
                  <a:gd name="T2" fmla="*/ 68 w 129"/>
                  <a:gd name="T3" fmla="*/ 4 h 26"/>
                  <a:gd name="T4" fmla="*/ 64 w 129"/>
                  <a:gd name="T5" fmla="*/ 0 h 26"/>
                  <a:gd name="T6" fmla="*/ 61 w 129"/>
                  <a:gd name="T7" fmla="*/ 4 h 26"/>
                  <a:gd name="T8" fmla="*/ 61 w 129"/>
                  <a:gd name="T9" fmla="*/ 8 h 26"/>
                  <a:gd name="T10" fmla="*/ 0 w 129"/>
                  <a:gd name="T11" fmla="*/ 8 h 26"/>
                  <a:gd name="T12" fmla="*/ 0 w 129"/>
                  <a:gd name="T13" fmla="*/ 26 h 26"/>
                  <a:gd name="T14" fmla="*/ 129 w 129"/>
                  <a:gd name="T15" fmla="*/ 26 h 26"/>
                  <a:gd name="T16" fmla="*/ 129 w 129"/>
                  <a:gd name="T17" fmla="*/ 8 h 26"/>
                  <a:gd name="T18" fmla="*/ 68 w 129"/>
                  <a:gd name="T19" fmla="*/ 8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9" h="26">
                    <a:moveTo>
                      <a:pt x="68" y="8"/>
                    </a:moveTo>
                    <a:cubicBezTo>
                      <a:pt x="68" y="4"/>
                      <a:pt x="68" y="4"/>
                      <a:pt x="68" y="4"/>
                    </a:cubicBezTo>
                    <a:cubicBezTo>
                      <a:pt x="68" y="2"/>
                      <a:pt x="66" y="0"/>
                      <a:pt x="64" y="0"/>
                    </a:cubicBezTo>
                    <a:cubicBezTo>
                      <a:pt x="63" y="0"/>
                      <a:pt x="61" y="2"/>
                      <a:pt x="61" y="4"/>
                    </a:cubicBezTo>
                    <a:cubicBezTo>
                      <a:pt x="61" y="8"/>
                      <a:pt x="61" y="8"/>
                      <a:pt x="61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29" y="26"/>
                      <a:pt x="129" y="26"/>
                      <a:pt x="129" y="26"/>
                    </a:cubicBezTo>
                    <a:cubicBezTo>
                      <a:pt x="129" y="8"/>
                      <a:pt x="129" y="8"/>
                      <a:pt x="129" y="8"/>
                    </a:cubicBezTo>
                    <a:lnTo>
                      <a:pt x="68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800">
                  <a:cs typeface="+mn-ea"/>
                  <a:sym typeface="+mn-lt"/>
                </a:endParaRPr>
              </a:p>
            </p:txBody>
          </p:sp>
          <p:sp>
            <p:nvSpPr>
              <p:cNvPr id="36" name="Freeform 148"/>
              <p:cNvSpPr>
                <a:spLocks noEditPoint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5550876" y="1873521"/>
                <a:ext cx="356897" cy="376864"/>
              </a:xfrm>
              <a:custGeom>
                <a:avLst/>
                <a:gdLst>
                  <a:gd name="T0" fmla="*/ 143 w 143"/>
                  <a:gd name="T1" fmla="*/ 95 h 151"/>
                  <a:gd name="T2" fmla="*/ 143 w 143"/>
                  <a:gd name="T3" fmla="*/ 0 h 151"/>
                  <a:gd name="T4" fmla="*/ 0 w 143"/>
                  <a:gd name="T5" fmla="*/ 0 h 151"/>
                  <a:gd name="T6" fmla="*/ 0 w 143"/>
                  <a:gd name="T7" fmla="*/ 95 h 151"/>
                  <a:gd name="T8" fmla="*/ 63 w 143"/>
                  <a:gd name="T9" fmla="*/ 95 h 151"/>
                  <a:gd name="T10" fmla="*/ 63 w 143"/>
                  <a:gd name="T11" fmla="*/ 125 h 151"/>
                  <a:gd name="T12" fmla="*/ 45 w 143"/>
                  <a:gd name="T13" fmla="*/ 125 h 151"/>
                  <a:gd name="T14" fmla="*/ 45 w 143"/>
                  <a:gd name="T15" fmla="*/ 121 h 151"/>
                  <a:gd name="T16" fmla="*/ 37 w 143"/>
                  <a:gd name="T17" fmla="*/ 121 h 151"/>
                  <a:gd name="T18" fmla="*/ 25 w 143"/>
                  <a:gd name="T19" fmla="*/ 151 h 151"/>
                  <a:gd name="T20" fmla="*/ 33 w 143"/>
                  <a:gd name="T21" fmla="*/ 151 h 151"/>
                  <a:gd name="T22" fmla="*/ 40 w 143"/>
                  <a:gd name="T23" fmla="*/ 137 h 151"/>
                  <a:gd name="T24" fmla="*/ 104 w 143"/>
                  <a:gd name="T25" fmla="*/ 137 h 151"/>
                  <a:gd name="T26" fmla="*/ 109 w 143"/>
                  <a:gd name="T27" fmla="*/ 151 h 151"/>
                  <a:gd name="T28" fmla="*/ 119 w 143"/>
                  <a:gd name="T29" fmla="*/ 151 h 151"/>
                  <a:gd name="T30" fmla="*/ 107 w 143"/>
                  <a:gd name="T31" fmla="*/ 121 h 151"/>
                  <a:gd name="T32" fmla="*/ 97 w 143"/>
                  <a:gd name="T33" fmla="*/ 121 h 151"/>
                  <a:gd name="T34" fmla="*/ 97 w 143"/>
                  <a:gd name="T35" fmla="*/ 125 h 151"/>
                  <a:gd name="T36" fmla="*/ 80 w 143"/>
                  <a:gd name="T37" fmla="*/ 125 h 151"/>
                  <a:gd name="T38" fmla="*/ 80 w 143"/>
                  <a:gd name="T39" fmla="*/ 95 h 151"/>
                  <a:gd name="T40" fmla="*/ 143 w 143"/>
                  <a:gd name="T41" fmla="*/ 95 h 151"/>
                  <a:gd name="T42" fmla="*/ 92 w 143"/>
                  <a:gd name="T43" fmla="*/ 28 h 151"/>
                  <a:gd name="T44" fmla="*/ 133 w 143"/>
                  <a:gd name="T45" fmla="*/ 28 h 151"/>
                  <a:gd name="T46" fmla="*/ 133 w 143"/>
                  <a:gd name="T47" fmla="*/ 37 h 151"/>
                  <a:gd name="T48" fmla="*/ 92 w 143"/>
                  <a:gd name="T49" fmla="*/ 37 h 151"/>
                  <a:gd name="T50" fmla="*/ 92 w 143"/>
                  <a:gd name="T51" fmla="*/ 28 h 151"/>
                  <a:gd name="T52" fmla="*/ 92 w 143"/>
                  <a:gd name="T53" fmla="*/ 46 h 151"/>
                  <a:gd name="T54" fmla="*/ 133 w 143"/>
                  <a:gd name="T55" fmla="*/ 46 h 151"/>
                  <a:gd name="T56" fmla="*/ 133 w 143"/>
                  <a:gd name="T57" fmla="*/ 56 h 151"/>
                  <a:gd name="T58" fmla="*/ 92 w 143"/>
                  <a:gd name="T59" fmla="*/ 56 h 151"/>
                  <a:gd name="T60" fmla="*/ 92 w 143"/>
                  <a:gd name="T61" fmla="*/ 46 h 151"/>
                  <a:gd name="T62" fmla="*/ 92 w 143"/>
                  <a:gd name="T63" fmla="*/ 63 h 151"/>
                  <a:gd name="T64" fmla="*/ 133 w 143"/>
                  <a:gd name="T65" fmla="*/ 63 h 151"/>
                  <a:gd name="T66" fmla="*/ 133 w 143"/>
                  <a:gd name="T67" fmla="*/ 74 h 151"/>
                  <a:gd name="T68" fmla="*/ 92 w 143"/>
                  <a:gd name="T69" fmla="*/ 74 h 151"/>
                  <a:gd name="T70" fmla="*/ 92 w 143"/>
                  <a:gd name="T71" fmla="*/ 63 h 151"/>
                  <a:gd name="T72" fmla="*/ 8 w 143"/>
                  <a:gd name="T73" fmla="*/ 75 h 151"/>
                  <a:gd name="T74" fmla="*/ 8 w 143"/>
                  <a:gd name="T75" fmla="*/ 24 h 151"/>
                  <a:gd name="T76" fmla="*/ 83 w 143"/>
                  <a:gd name="T77" fmla="*/ 24 h 151"/>
                  <a:gd name="T78" fmla="*/ 83 w 143"/>
                  <a:gd name="T79" fmla="*/ 75 h 151"/>
                  <a:gd name="T80" fmla="*/ 8 w 143"/>
                  <a:gd name="T81" fmla="*/ 75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43" h="151">
                    <a:moveTo>
                      <a:pt x="143" y="95"/>
                    </a:moveTo>
                    <a:lnTo>
                      <a:pt x="143" y="0"/>
                    </a:lnTo>
                    <a:lnTo>
                      <a:pt x="0" y="0"/>
                    </a:lnTo>
                    <a:lnTo>
                      <a:pt x="0" y="95"/>
                    </a:lnTo>
                    <a:lnTo>
                      <a:pt x="63" y="95"/>
                    </a:lnTo>
                    <a:lnTo>
                      <a:pt x="63" y="125"/>
                    </a:lnTo>
                    <a:lnTo>
                      <a:pt x="45" y="125"/>
                    </a:lnTo>
                    <a:lnTo>
                      <a:pt x="45" y="121"/>
                    </a:lnTo>
                    <a:lnTo>
                      <a:pt x="37" y="121"/>
                    </a:lnTo>
                    <a:lnTo>
                      <a:pt x="25" y="151"/>
                    </a:lnTo>
                    <a:lnTo>
                      <a:pt x="33" y="151"/>
                    </a:lnTo>
                    <a:lnTo>
                      <a:pt x="40" y="137"/>
                    </a:lnTo>
                    <a:lnTo>
                      <a:pt x="104" y="137"/>
                    </a:lnTo>
                    <a:lnTo>
                      <a:pt x="109" y="151"/>
                    </a:lnTo>
                    <a:lnTo>
                      <a:pt x="119" y="151"/>
                    </a:lnTo>
                    <a:lnTo>
                      <a:pt x="107" y="121"/>
                    </a:lnTo>
                    <a:lnTo>
                      <a:pt x="97" y="121"/>
                    </a:lnTo>
                    <a:lnTo>
                      <a:pt x="97" y="125"/>
                    </a:lnTo>
                    <a:lnTo>
                      <a:pt x="80" y="125"/>
                    </a:lnTo>
                    <a:lnTo>
                      <a:pt x="80" y="95"/>
                    </a:lnTo>
                    <a:lnTo>
                      <a:pt x="143" y="95"/>
                    </a:lnTo>
                    <a:close/>
                    <a:moveTo>
                      <a:pt x="92" y="28"/>
                    </a:moveTo>
                    <a:lnTo>
                      <a:pt x="133" y="28"/>
                    </a:lnTo>
                    <a:lnTo>
                      <a:pt x="133" y="37"/>
                    </a:lnTo>
                    <a:lnTo>
                      <a:pt x="92" y="37"/>
                    </a:lnTo>
                    <a:lnTo>
                      <a:pt x="92" y="28"/>
                    </a:lnTo>
                    <a:close/>
                    <a:moveTo>
                      <a:pt x="92" y="46"/>
                    </a:moveTo>
                    <a:lnTo>
                      <a:pt x="133" y="46"/>
                    </a:lnTo>
                    <a:lnTo>
                      <a:pt x="133" y="56"/>
                    </a:lnTo>
                    <a:lnTo>
                      <a:pt x="92" y="56"/>
                    </a:lnTo>
                    <a:lnTo>
                      <a:pt x="92" y="46"/>
                    </a:lnTo>
                    <a:close/>
                    <a:moveTo>
                      <a:pt x="92" y="63"/>
                    </a:moveTo>
                    <a:lnTo>
                      <a:pt x="133" y="63"/>
                    </a:lnTo>
                    <a:lnTo>
                      <a:pt x="133" y="74"/>
                    </a:lnTo>
                    <a:lnTo>
                      <a:pt x="92" y="74"/>
                    </a:lnTo>
                    <a:lnTo>
                      <a:pt x="92" y="63"/>
                    </a:lnTo>
                    <a:close/>
                    <a:moveTo>
                      <a:pt x="8" y="75"/>
                    </a:moveTo>
                    <a:lnTo>
                      <a:pt x="8" y="24"/>
                    </a:lnTo>
                    <a:lnTo>
                      <a:pt x="83" y="24"/>
                    </a:lnTo>
                    <a:lnTo>
                      <a:pt x="83" y="75"/>
                    </a:lnTo>
                    <a:lnTo>
                      <a:pt x="8" y="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800">
                  <a:cs typeface="+mn-ea"/>
                  <a:sym typeface="+mn-lt"/>
                </a:endParaRPr>
              </a:p>
            </p:txBody>
          </p:sp>
          <p:sp>
            <p:nvSpPr>
              <p:cNvPr id="37" name="Freeform 149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5578330" y="1945898"/>
                <a:ext cx="174705" cy="102328"/>
              </a:xfrm>
              <a:custGeom>
                <a:avLst/>
                <a:gdLst>
                  <a:gd name="T0" fmla="*/ 58 w 70"/>
                  <a:gd name="T1" fmla="*/ 12 h 41"/>
                  <a:gd name="T2" fmla="*/ 54 w 70"/>
                  <a:gd name="T3" fmla="*/ 20 h 41"/>
                  <a:gd name="T4" fmla="*/ 48 w 70"/>
                  <a:gd name="T5" fmla="*/ 16 h 41"/>
                  <a:gd name="T6" fmla="*/ 48 w 70"/>
                  <a:gd name="T7" fmla="*/ 16 h 41"/>
                  <a:gd name="T8" fmla="*/ 34 w 70"/>
                  <a:gd name="T9" fmla="*/ 8 h 41"/>
                  <a:gd name="T10" fmla="*/ 32 w 70"/>
                  <a:gd name="T11" fmla="*/ 12 h 41"/>
                  <a:gd name="T12" fmla="*/ 28 w 70"/>
                  <a:gd name="T13" fmla="*/ 20 h 41"/>
                  <a:gd name="T14" fmla="*/ 16 w 70"/>
                  <a:gd name="T15" fmla="*/ 12 h 41"/>
                  <a:gd name="T16" fmla="*/ 12 w 70"/>
                  <a:gd name="T17" fmla="*/ 17 h 41"/>
                  <a:gd name="T18" fmla="*/ 12 w 70"/>
                  <a:gd name="T19" fmla="*/ 17 h 41"/>
                  <a:gd name="T20" fmla="*/ 0 w 70"/>
                  <a:gd name="T21" fmla="*/ 37 h 41"/>
                  <a:gd name="T22" fmla="*/ 5 w 70"/>
                  <a:gd name="T23" fmla="*/ 41 h 41"/>
                  <a:gd name="T24" fmla="*/ 17 w 70"/>
                  <a:gd name="T25" fmla="*/ 21 h 41"/>
                  <a:gd name="T26" fmla="*/ 24 w 70"/>
                  <a:gd name="T27" fmla="*/ 25 h 41"/>
                  <a:gd name="T28" fmla="*/ 24 w 70"/>
                  <a:gd name="T29" fmla="*/ 25 h 41"/>
                  <a:gd name="T30" fmla="*/ 30 w 70"/>
                  <a:gd name="T31" fmla="*/ 29 h 41"/>
                  <a:gd name="T32" fmla="*/ 37 w 70"/>
                  <a:gd name="T33" fmla="*/ 17 h 41"/>
                  <a:gd name="T34" fmla="*/ 42 w 70"/>
                  <a:gd name="T35" fmla="*/ 21 h 41"/>
                  <a:gd name="T36" fmla="*/ 42 w 70"/>
                  <a:gd name="T37" fmla="*/ 21 h 41"/>
                  <a:gd name="T38" fmla="*/ 56 w 70"/>
                  <a:gd name="T39" fmla="*/ 28 h 41"/>
                  <a:gd name="T40" fmla="*/ 57 w 70"/>
                  <a:gd name="T41" fmla="*/ 28 h 41"/>
                  <a:gd name="T42" fmla="*/ 57 w 70"/>
                  <a:gd name="T43" fmla="*/ 28 h 41"/>
                  <a:gd name="T44" fmla="*/ 64 w 70"/>
                  <a:gd name="T45" fmla="*/ 17 h 41"/>
                  <a:gd name="T46" fmla="*/ 64 w 70"/>
                  <a:gd name="T47" fmla="*/ 17 h 41"/>
                  <a:gd name="T48" fmla="*/ 70 w 70"/>
                  <a:gd name="T49" fmla="*/ 4 h 41"/>
                  <a:gd name="T50" fmla="*/ 65 w 70"/>
                  <a:gd name="T51" fmla="*/ 0 h 41"/>
                  <a:gd name="T52" fmla="*/ 58 w 70"/>
                  <a:gd name="T53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70" h="41">
                    <a:moveTo>
                      <a:pt x="58" y="12"/>
                    </a:moveTo>
                    <a:lnTo>
                      <a:pt x="54" y="20"/>
                    </a:lnTo>
                    <a:lnTo>
                      <a:pt x="48" y="16"/>
                    </a:lnTo>
                    <a:lnTo>
                      <a:pt x="48" y="16"/>
                    </a:lnTo>
                    <a:lnTo>
                      <a:pt x="34" y="8"/>
                    </a:lnTo>
                    <a:lnTo>
                      <a:pt x="32" y="12"/>
                    </a:lnTo>
                    <a:lnTo>
                      <a:pt x="28" y="20"/>
                    </a:lnTo>
                    <a:lnTo>
                      <a:pt x="16" y="12"/>
                    </a:lnTo>
                    <a:lnTo>
                      <a:pt x="12" y="17"/>
                    </a:lnTo>
                    <a:lnTo>
                      <a:pt x="12" y="17"/>
                    </a:lnTo>
                    <a:lnTo>
                      <a:pt x="0" y="37"/>
                    </a:lnTo>
                    <a:lnTo>
                      <a:pt x="5" y="41"/>
                    </a:lnTo>
                    <a:lnTo>
                      <a:pt x="17" y="21"/>
                    </a:lnTo>
                    <a:lnTo>
                      <a:pt x="24" y="25"/>
                    </a:lnTo>
                    <a:lnTo>
                      <a:pt x="24" y="25"/>
                    </a:lnTo>
                    <a:lnTo>
                      <a:pt x="30" y="29"/>
                    </a:lnTo>
                    <a:lnTo>
                      <a:pt x="37" y="17"/>
                    </a:lnTo>
                    <a:lnTo>
                      <a:pt x="42" y="21"/>
                    </a:lnTo>
                    <a:lnTo>
                      <a:pt x="42" y="21"/>
                    </a:lnTo>
                    <a:lnTo>
                      <a:pt x="56" y="28"/>
                    </a:lnTo>
                    <a:lnTo>
                      <a:pt x="57" y="28"/>
                    </a:lnTo>
                    <a:lnTo>
                      <a:pt x="57" y="28"/>
                    </a:lnTo>
                    <a:lnTo>
                      <a:pt x="64" y="17"/>
                    </a:lnTo>
                    <a:lnTo>
                      <a:pt x="64" y="17"/>
                    </a:lnTo>
                    <a:lnTo>
                      <a:pt x="70" y="4"/>
                    </a:lnTo>
                    <a:lnTo>
                      <a:pt x="65" y="0"/>
                    </a:lnTo>
                    <a:lnTo>
                      <a:pt x="58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800">
                  <a:cs typeface="+mn-ea"/>
                  <a:sym typeface="+mn-lt"/>
                </a:endParaRPr>
              </a:p>
            </p:txBody>
          </p:sp>
        </p:grpSp>
      </p:grpSp>
      <p:sp>
        <p:nvSpPr>
          <p:cNvPr id="38" name="Text Box 10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4428490" y="1813560"/>
            <a:ext cx="1647825" cy="5060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45714" tIns="22857" rIns="45714" bIns="22857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第</a:t>
            </a:r>
            <a:r>
              <a: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8~10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周</a:t>
            </a:r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+mn-ea"/>
                <a:sym typeface="+mn-lt"/>
              </a:rPr>
              <a:t>核心功能开发与模块实现</a:t>
            </a:r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39" name="Text Box 10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7003415" y="1789430"/>
            <a:ext cx="1607185" cy="5060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45714" tIns="22857" rIns="45714" bIns="22857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第</a:t>
            </a:r>
            <a:r>
              <a: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9~12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周</a:t>
            </a:r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+mn-ea"/>
                <a:sym typeface="+mn-lt"/>
              </a:rPr>
              <a:t>系统集成测试与</a:t>
            </a:r>
            <a:r>
              <a: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+mn-ea"/>
                <a:sym typeface="+mn-lt"/>
              </a:rPr>
              <a:t>BUG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+mn-ea"/>
                <a:sym typeface="+mn-lt"/>
              </a:rPr>
              <a:t>修复</a:t>
            </a:r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40" name="Text Box 10"/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1934540" y="3139075"/>
            <a:ext cx="1295240" cy="5060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14" tIns="22857" rIns="45714" bIns="22857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第</a:t>
            </a:r>
            <a:r>
              <a: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13~14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周</a:t>
            </a:r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+mn-ea"/>
                <a:sym typeface="+mn-lt"/>
              </a:rPr>
              <a:t>功能优化</a:t>
            </a:r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41" name="Text Box 10"/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4428233" y="3163205"/>
            <a:ext cx="1295240" cy="5060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14" tIns="22857" rIns="45714" bIns="22857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第</a:t>
            </a:r>
            <a:r>
              <a: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15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周</a:t>
            </a:r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+mn-ea"/>
                <a:sym typeface="+mn-lt"/>
              </a:rPr>
              <a:t>项目验收与成果交付</a:t>
            </a:r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5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7465" y="-8890"/>
            <a:ext cx="9218930" cy="5161915"/>
          </a:xfrm>
          <a:prstGeom prst="rect">
            <a:avLst/>
          </a:prstGeom>
        </p:spPr>
      </p:pic>
      <p:sp>
        <p:nvSpPr>
          <p:cNvPr id="9" name="Заголовок 1"/>
          <p:cNvSpPr txBox="1"/>
          <p:nvPr/>
        </p:nvSpPr>
        <p:spPr>
          <a:xfrm>
            <a:off x="4518840" y="1443073"/>
            <a:ext cx="4881562" cy="206685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10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感谢您的观看！</a:t>
            </a:r>
            <a:endParaRPr kumimoji="0" lang="zh-CN" altLang="en-US" b="1" i="0" u="none" strike="noStrike" kern="1200" cap="none" spc="10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TextBox 54"/>
          <p:cNvSpPr txBox="1"/>
          <p:nvPr/>
        </p:nvSpPr>
        <p:spPr>
          <a:xfrm>
            <a:off x="4889500" y="3187065"/>
            <a:ext cx="4139565" cy="828675"/>
          </a:xfrm>
          <a:prstGeom prst="rect">
            <a:avLst/>
          </a:prstGeom>
          <a:noFill/>
        </p:spPr>
        <p:txBody>
          <a:bodyPr wrap="square" lIns="91412" tIns="45706" rIns="91412" bIns="45706" rtlCol="0">
            <a:spAutoFit/>
          </a:bodyPr>
          <a:lstStyle/>
          <a:p>
            <a:pPr algn="r"/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小组：骰子队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r"/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r"/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成员：马鑫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刘宇轩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梁艺鑫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王婧晋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杨子祺</a:t>
            </a:r>
            <a:endParaRPr lang="zh-CN" altLang="en-US" sz="1600" dirty="0" smtClean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284.2305511811024,&quot;left&quot;:426,&quot;top&quot;:97.01944881889762,&quot;width&quot;:255.95}"/>
</p:tagLst>
</file>

<file path=ppt/tags/tag2.xml><?xml version="1.0" encoding="utf-8"?>
<p:tagLst xmlns:p="http://schemas.openxmlformats.org/presentationml/2006/main">
  <p:tag name="KSO_WM_DIAGRAM_VIRTUALLY_FRAME" val="{&quot;height&quot;:284.2305511811024,&quot;left&quot;:426,&quot;top&quot;:97.01944881889762,&quot;width&quot;:255.95}"/>
</p:tagLst>
</file>

<file path=ppt/tags/tag3.xml><?xml version="1.0" encoding="utf-8"?>
<p:tagLst xmlns:p="http://schemas.openxmlformats.org/presentationml/2006/main">
  <p:tag name="KSO_WM_DIAGRAM_VIRTUALLY_FRAME" val="{&quot;height&quot;:284.2305511811024,&quot;left&quot;:426,&quot;top&quot;:97.01944881889762,&quot;width&quot;:255.95}"/>
</p:tagLst>
</file>

<file path=ppt/tags/tag4.xml><?xml version="1.0" encoding="utf-8"?>
<p:tagLst xmlns:p="http://schemas.openxmlformats.org/presentationml/2006/main">
  <p:tag name="KSO_WM_DIAGRAM_VIRTUALLY_FRAME" val="{&quot;height&quot;:284.2305511811024,&quot;left&quot;:426,&quot;top&quot;:97.01944881889762,&quot;width&quot;:255.95}"/>
</p:tagLst>
</file>

<file path=ppt/tags/tag5.xml><?xml version="1.0" encoding="utf-8"?>
<p:tagLst xmlns:p="http://schemas.openxmlformats.org/presentationml/2006/main">
  <p:tag name="KSO_WM_DIAGRAM_VIRTUALLY_FRAME" val="{&quot;height&quot;:284.2305511811024,&quot;left&quot;:426,&quot;top&quot;:97.01944881889762,&quot;width&quot;:255.95}"/>
</p:tagLst>
</file>

<file path=ppt/tags/tag6.xml><?xml version="1.0" encoding="utf-8"?>
<p:tagLst xmlns:p="http://schemas.openxmlformats.org/presentationml/2006/main">
  <p:tag name="KSO_WM_DIAGRAM_VIRTUALLY_FRAME" val="{&quot;height&quot;:284.2305511811024,&quot;left&quot;:426,&quot;top&quot;:97.01944881889762,&quot;width&quot;:255.95}"/>
</p:tagLst>
</file>

<file path=ppt/tags/tag7.xml><?xml version="1.0" encoding="utf-8"?>
<p:tagLst xmlns:p="http://schemas.openxmlformats.org/presentationml/2006/main">
  <p:tag name="KSO_WM_DIAGRAM_VIRTUALLY_FRAME" val="{&quot;height&quot;:284.2305511811024,&quot;left&quot;:426,&quot;top&quot;:97.01944881889762,&quot;width&quot;:255.95}"/>
</p:tagLst>
</file>

<file path=ppt/tags/tag8.xml><?xml version="1.0" encoding="utf-8"?>
<p:tagLst xmlns:p="http://schemas.openxmlformats.org/presentationml/2006/main">
  <p:tag name="KSO_WM_DIAGRAM_VIRTUALLY_FRAME" val="{&quot;height&quot;:284.2305511811024,&quot;left&quot;:426,&quot;top&quot;:97.01944881889762,&quot;width&quot;:255.95}"/>
</p:tagLst>
</file>

<file path=ppt/tags/tag9.xml><?xml version="1.0" encoding="utf-8"?>
<p:tagLst xmlns:p="http://schemas.openxmlformats.org/presentationml/2006/main">
  <p:tag name="KSO_WM_DIAGRAM_VIRTUALLY_FRAME" val="{&quot;height&quot;:284.2305511811024,&quot;left&quot;:426,&quot;top&quot;:97.01944881889762,&quot;width&quot;:255.95}"/>
</p:tagLst>
</file>

<file path=ppt/tags/tag10.xml><?xml version="1.0" encoding="utf-8"?>
<p:tagLst xmlns:p="http://schemas.openxmlformats.org/presentationml/2006/main">
  <p:tag name="KSO_WM_DIAGRAM_VIRTUALLY_FRAME" val="{&quot;height&quot;:284.2305511811024,&quot;left&quot;:426,&quot;top&quot;:97.01944881889762,&quot;width&quot;:255.95}"/>
</p:tagLst>
</file>

<file path=ppt/tags/tag11.xml><?xml version="1.0" encoding="utf-8"?>
<p:tagLst xmlns:p="http://schemas.openxmlformats.org/presentationml/2006/main">
  <p:tag name="KSO_WM_DIAGRAM_VIRTUALLY_FRAME" val="{&quot;height&quot;:284.2305511811024,&quot;left&quot;:426,&quot;top&quot;:97.01944881889762,&quot;width&quot;:255.95}"/>
</p:tagLst>
</file>

<file path=ppt/tags/tag12.xml><?xml version="1.0" encoding="utf-8"?>
<p:tagLst xmlns:p="http://schemas.openxmlformats.org/presentationml/2006/main">
  <p:tag name="KSO_WM_DIAGRAM_VIRTUALLY_FRAME" val="{&quot;height&quot;:284.2305511811024,&quot;left&quot;:426,&quot;top&quot;:97.01944881889762,&quot;width&quot;:255.95}"/>
</p:tagLst>
</file>

<file path=ppt/tags/tag13.xml><?xml version="1.0" encoding="utf-8"?>
<p:tagLst xmlns:p="http://schemas.openxmlformats.org/presentationml/2006/main">
  <p:tag name="KSO_WM_DIAGRAM_VIRTUALLY_FRAME" val="{&quot;height&quot;:284.2305511811024,&quot;left&quot;:426,&quot;top&quot;:97.01944881889762,&quot;width&quot;:255.95}"/>
</p:tagLst>
</file>

<file path=ppt/tags/tag14.xml><?xml version="1.0" encoding="utf-8"?>
<p:tagLst xmlns:p="http://schemas.openxmlformats.org/presentationml/2006/main">
  <p:tag name="KSO_WM_DIAGRAM_VIRTUALLY_FRAME" val="{&quot;height&quot;:284.2305511811024,&quot;left&quot;:426,&quot;top&quot;:97.01944881889762,&quot;width&quot;:255.95}"/>
</p:tagLst>
</file>

<file path=ppt/tags/tag15.xml><?xml version="1.0" encoding="utf-8"?>
<p:tagLst xmlns:p="http://schemas.openxmlformats.org/presentationml/2006/main">
  <p:tag name="KSO_WM_DIAGRAM_VIRTUALLY_FRAME" val="{&quot;height&quot;:284.2305511811024,&quot;left&quot;:426,&quot;top&quot;:97.01944881889762,&quot;width&quot;:255.95}"/>
</p:tagLst>
</file>

<file path=ppt/tags/tag16.xml><?xml version="1.0" encoding="utf-8"?>
<p:tagLst xmlns:p="http://schemas.openxmlformats.org/presentationml/2006/main">
  <p:tag name="KSO_WM_DIAGRAM_VIRTUALLY_FRAME" val="{&quot;height&quot;:284.2305511811024,&quot;left&quot;:426,&quot;top&quot;:97.01944881889762,&quot;width&quot;:255.95}"/>
</p:tagLst>
</file>

<file path=ppt/tags/tag17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18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19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20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21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22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23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24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25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26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27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28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29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30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31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32.xml><?xml version="1.0" encoding="utf-8"?>
<p:tagLst xmlns:p="http://schemas.openxmlformats.org/presentationml/2006/main">
  <p:tag name="KSO_WM_DIAGRAM_VIRTUALLY_FRAME" val="{&quot;height&quot;:216.56023622047252,&quot;left&quot;:29.6140157480315,&quot;top&quot;:94.00566929133856,&quot;width&quot;:652.1067716535433}"/>
</p:tagLst>
</file>

<file path=ppt/tags/tag33.xml><?xml version="1.0" encoding="utf-8"?>
<p:tagLst xmlns:p="http://schemas.openxmlformats.org/presentationml/2006/main">
  <p:tag name="KSO_WM_DIAGRAM_VIRTUALLY_FRAME" val="{&quot;height&quot;:216.56590551181108,&quot;left&quot;:29.6140157480315,&quot;top&quot;:94,&quot;width&quot;:698.5359842519686}"/>
</p:tagLst>
</file>

<file path=ppt/tags/tag34.xml><?xml version="1.0" encoding="utf-8"?>
<p:tagLst xmlns:p="http://schemas.openxmlformats.org/presentationml/2006/main">
  <p:tag name="KSO_WM_DIAGRAM_VIRTUALLY_FRAME" val="{&quot;height&quot;:216.56590551181108,&quot;left&quot;:29.6140157480315,&quot;top&quot;:94,&quot;width&quot;:698.5359842519686}"/>
</p:tagLst>
</file>

<file path=ppt/tags/tag35.xml><?xml version="1.0" encoding="utf-8"?>
<p:tagLst xmlns:p="http://schemas.openxmlformats.org/presentationml/2006/main">
  <p:tag name="KSO_WM_DIAGRAM_VIRTUALLY_FRAME" val="{&quot;height&quot;:216.56590551181108,&quot;left&quot;:29.6140157480315,&quot;top&quot;:94,&quot;width&quot;:698.5359842519686}"/>
</p:tagLst>
</file>

<file path=ppt/tags/tag36.xml><?xml version="1.0" encoding="utf-8"?>
<p:tagLst xmlns:p="http://schemas.openxmlformats.org/presentationml/2006/main">
  <p:tag name="KSO_WM_DIAGRAM_VIRTUALLY_FRAME" val="{&quot;height&quot;:216.56590551181108,&quot;left&quot;:29.6140157480315,&quot;top&quot;:94,&quot;width&quot;:698.5359842519686}"/>
</p:tagLst>
</file>

<file path=ppt/tags/tag37.xml><?xml version="1.0" encoding="utf-8"?>
<p:tagLst xmlns:p="http://schemas.openxmlformats.org/presentationml/2006/main">
  <p:tag name="KSO_WM_DIAGRAM_VIRTUALLY_FRAME" val="{&quot;height&quot;:216.56590551181108,&quot;left&quot;:29.6140157480315,&quot;top&quot;:94,&quot;width&quot;:698.5359842519686}"/>
</p:tagLst>
</file>

<file path=ppt/tags/tag38.xml><?xml version="1.0" encoding="utf-8"?>
<p:tagLst xmlns:p="http://schemas.openxmlformats.org/presentationml/2006/main">
  <p:tag name="KSO_WM_DIAGRAM_VIRTUALLY_FRAME" val="{&quot;height&quot;:216.56590551181108,&quot;left&quot;:29.6140157480315,&quot;top&quot;:94,&quot;width&quot;:698.5359842519686}"/>
</p:tagLst>
</file>

<file path=ppt/tags/tag39.xml><?xml version="1.0" encoding="utf-8"?>
<p:tagLst xmlns:p="http://schemas.openxmlformats.org/presentationml/2006/main">
  <p:tag name="KSO_WM_DIAGRAM_VIRTUALLY_FRAME" val="{&quot;height&quot;:216.56590551181108,&quot;left&quot;:29.6140157480315,&quot;top&quot;:94,&quot;width&quot;:698.5359842519686}"/>
</p:tagLst>
</file>

<file path=ppt/tags/tag40.xml><?xml version="1.0" encoding="utf-8"?>
<p:tagLst xmlns:p="http://schemas.openxmlformats.org/presentationml/2006/main">
  <p:tag name="KSO_WM_DIAGRAM_VIRTUALLY_FRAME" val="{&quot;height&quot;:216.56590551181108,&quot;left&quot;:29.6140157480315,&quot;top&quot;:94,&quot;width&quot;:698.5359842519686}"/>
</p:tagLst>
</file>

<file path=ppt/tags/tag41.xml><?xml version="1.0" encoding="utf-8"?>
<p:tagLst xmlns:p="http://schemas.openxmlformats.org/presentationml/2006/main">
  <p:tag name="KSO_WM_DIAGRAM_VIRTUALLY_FRAME" val="{&quot;height&quot;:216.56590551181108,&quot;left&quot;:29.6140157480315,&quot;top&quot;:94,&quot;width&quot;:698.5359842519686}"/>
</p:tagLst>
</file>

<file path=ppt/tags/tag42.xml><?xml version="1.0" encoding="utf-8"?>
<p:tagLst xmlns:p="http://schemas.openxmlformats.org/presentationml/2006/main">
  <p:tag name="KSO_WM_DIAGRAM_VIRTUALLY_FRAME" val="{&quot;height&quot;:216.56590551181108,&quot;left&quot;:29.6140157480315,&quot;top&quot;:94,&quot;width&quot;:698.5359842519686}"/>
</p:tagLst>
</file>

<file path=ppt/tags/tag43.xml><?xml version="1.0" encoding="utf-8"?>
<p:tagLst xmlns:p="http://schemas.openxmlformats.org/presentationml/2006/main">
  <p:tag name="KSO_WM_DIAGRAM_VIRTUALLY_FRAME" val="{&quot;height&quot;:216.56590551181108,&quot;left&quot;:29.6140157480315,&quot;top&quot;:94,&quot;width&quot;:698.5359842519686}"/>
</p:tagLst>
</file>

<file path=ppt/tags/tag44.xml><?xml version="1.0" encoding="utf-8"?>
<p:tagLst xmlns:p="http://schemas.openxmlformats.org/presentationml/2006/main">
  <p:tag name="KSO_WM_DIAGRAM_VIRTUALLY_FRAME" val="{&quot;height&quot;:216.56590551181108,&quot;left&quot;:29.6140157480315,&quot;top&quot;:94,&quot;width&quot;:698.5359842519686}"/>
</p:tagLst>
</file>

<file path=ppt/tags/tag45.xml><?xml version="1.0" encoding="utf-8"?>
<p:tagLst xmlns:p="http://schemas.openxmlformats.org/presentationml/2006/main">
  <p:tag name="KSO_WM_DIAGRAM_VIRTUALLY_FRAME" val="{&quot;height&quot;:216.56590551181108,&quot;left&quot;:29.6140157480315,&quot;top&quot;:94,&quot;width&quot;:698.5359842519686}"/>
</p:tagLst>
</file>

<file path=ppt/tags/tag46.xml><?xml version="1.0" encoding="utf-8"?>
<p:tagLst xmlns:p="http://schemas.openxmlformats.org/presentationml/2006/main">
  <p:tag name="KSO_WM_DIAGRAM_VIRTUALLY_FRAME" val="{&quot;height&quot;:216.56590551181108,&quot;left&quot;:29.6140157480315,&quot;top&quot;:94,&quot;width&quot;:698.5359842519686}"/>
</p:tagLst>
</file>

<file path=ppt/tags/tag47.xml><?xml version="1.0" encoding="utf-8"?>
<p:tagLst xmlns:p="http://schemas.openxmlformats.org/presentationml/2006/main">
  <p:tag name="KSO_WM_DIAGRAM_VIRTUALLY_FRAME" val="{&quot;height&quot;:216.56023622047252,&quot;left&quot;:29.6140157480315,&quot;top&quot;:94.00566929133856,&quot;width&quot;:652.1067716535433}"/>
</p:tagLst>
</file>

<file path=ppt/tags/tag48.xml><?xml version="1.0" encoding="utf-8"?>
<p:tagLst xmlns:p="http://schemas.openxmlformats.org/presentationml/2006/main">
  <p:tag name="KSO_WM_DIAGRAM_VIRTUALLY_FRAME" val="{&quot;height&quot;:216.56590551181108,&quot;left&quot;:29.6140157480315,&quot;top&quot;:94,&quot;width&quot;:698.5359842519686}"/>
</p:tagLst>
</file>

<file path=ppt/tags/tag49.xml><?xml version="1.0" encoding="utf-8"?>
<p:tagLst xmlns:p="http://schemas.openxmlformats.org/presentationml/2006/main">
  <p:tag name="KSO_WM_DIAGRAM_VIRTUALLY_FRAME" val="{&quot;height&quot;:216.56590551181108,&quot;left&quot;:29.6140157480315,&quot;top&quot;:94,&quot;width&quot;:698.5359842519686}"/>
</p:tagLst>
</file>

<file path=ppt/tags/tag50.xml><?xml version="1.0" encoding="utf-8"?>
<p:tagLst xmlns:p="http://schemas.openxmlformats.org/presentationml/2006/main">
  <p:tag name="KSO_WM_DIAGRAM_VIRTUALLY_FRAME" val="{&quot;height&quot;:216.56023622047252,&quot;left&quot;:29.6140157480315,&quot;top&quot;:94.00566929133856,&quot;width&quot;:652.1067716535433}"/>
</p:tagLst>
</file>

<file path=ppt/tags/tag51.xml><?xml version="1.0" encoding="utf-8"?>
<p:tagLst xmlns:p="http://schemas.openxmlformats.org/presentationml/2006/main">
  <p:tag name="KSO_WM_DIAGRAM_VIRTUALLY_FRAME" val="{&quot;height&quot;:216.56590551181108,&quot;left&quot;:29.6140157480315,&quot;top&quot;:94,&quot;width&quot;:698.5359842519686}"/>
</p:tagLst>
</file>

<file path=ppt/tags/tag52.xml><?xml version="1.0" encoding="utf-8"?>
<p:tagLst xmlns:p="http://schemas.openxmlformats.org/presentationml/2006/main">
  <p:tag name="KSO_WM_DIAGRAM_VIRTUALLY_FRAME" val="{&quot;height&quot;:216.56590551181108,&quot;left&quot;:29.6140157480315,&quot;top&quot;:94,&quot;width&quot;:698.5359842519686}"/>
</p:tagLst>
</file>

<file path=ppt/tags/tag53.xml><?xml version="1.0" encoding="utf-8"?>
<p:tagLst xmlns:p="http://schemas.openxmlformats.org/presentationml/2006/main">
  <p:tag name="KSO_WM_DIAGRAM_VIRTUALLY_FRAME" val="{&quot;height&quot;:216.56023622047252,&quot;left&quot;:29.6140157480315,&quot;top&quot;:94.00566929133856,&quot;width&quot;:652.1067716535433}"/>
</p:tagLst>
</file>

<file path=ppt/tags/tag54.xml><?xml version="1.0" encoding="utf-8"?>
<p:tagLst xmlns:p="http://schemas.openxmlformats.org/presentationml/2006/main">
  <p:tag name="KSO_WM_DIAGRAM_VIRTUALLY_FRAME" val="{&quot;height&quot;:216.56590551181108,&quot;left&quot;:29.6140157480315,&quot;top&quot;:94,&quot;width&quot;:698.5359842519686}"/>
</p:tagLst>
</file>

<file path=ppt/tags/tag55.xml><?xml version="1.0" encoding="utf-8"?>
<p:tagLst xmlns:p="http://schemas.openxmlformats.org/presentationml/2006/main">
  <p:tag name="KSO_WM_DIAGRAM_VIRTUALLY_FRAME" val="{&quot;height&quot;:216.56590551181108,&quot;left&quot;:29.6140157480315,&quot;top&quot;:94,&quot;width&quot;:698.5359842519686}"/>
</p:tagLst>
</file>

<file path=ppt/tags/tag56.xml><?xml version="1.0" encoding="utf-8"?>
<p:tagLst xmlns:p="http://schemas.openxmlformats.org/presentationml/2006/main">
  <p:tag name="KSO_WM_DIAGRAM_VIRTUALLY_FRAME" val="{&quot;height&quot;:216.56590551181108,&quot;left&quot;:29.6140157480315,&quot;top&quot;:94,&quot;width&quot;:698.5359842519686}"/>
</p:tagLst>
</file>

<file path=ppt/tags/tag57.xml><?xml version="1.0" encoding="utf-8"?>
<p:tagLst xmlns:p="http://schemas.openxmlformats.org/presentationml/2006/main">
  <p:tag name="KSO_WM_DIAGRAM_VIRTUALLY_FRAME" val="{&quot;height&quot;:216.56590551181108,&quot;left&quot;:29.6140157480315,&quot;top&quot;:94,&quot;width&quot;:698.5359842519686}"/>
</p:tagLst>
</file>

<file path=ppt/tags/tag58.xml><?xml version="1.0" encoding="utf-8"?>
<p:tagLst xmlns:p="http://schemas.openxmlformats.org/presentationml/2006/main">
  <p:tag name="KSO_WM_DIAGRAM_VIRTUALLY_FRAME" val="{&quot;height&quot;:216.56590551181108,&quot;left&quot;:29.6140157480315,&quot;top&quot;:94,&quot;width&quot;:698.5359842519686}"/>
</p:tagLst>
</file>

<file path=ppt/tags/tag59.xml><?xml version="1.0" encoding="utf-8"?>
<p:tagLst xmlns:p="http://schemas.openxmlformats.org/presentationml/2006/main">
  <p:tag name="TABLE_ENDDRAG_ORIGIN_RECT" val="542*218"/>
  <p:tag name="TABLE_ENDDRAG_RECT" val="110*99*542*218"/>
</p:tagLst>
</file>

<file path=ppt/tags/tag60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61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62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63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64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65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66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67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68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69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70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71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72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73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74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75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76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77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78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79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80.xml><?xml version="1.0" encoding="utf-8"?>
<p:tagLst xmlns:p="http://schemas.openxmlformats.org/presentationml/2006/main">
  <p:tag name="TABLE_ENDDRAG_ORIGIN_RECT" val="545*181"/>
  <p:tag name="TABLE_ENDDRAG_RECT" val="94*146*545*181"/>
</p:tagLst>
</file>

<file path=ppt/tags/tag81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82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83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84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85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86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87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88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89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90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91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92.xml><?xml version="1.0" encoding="utf-8"?>
<p:tagLst xmlns:p="http://schemas.openxmlformats.org/presentationml/2006/main">
  <p:tag name="KSO_WM_DIAGRAM_VIRTUALLY_FRAME" val="{&quot;height&quot;:295.55,&quot;left&quot;:84.95,&quot;top&quot;:90.95,&quot;width&quot;:564.25}"/>
</p:tagLst>
</file>

<file path=ppt/tags/tag93.xml><?xml version="1.0" encoding="utf-8"?>
<p:tagLst xmlns:p="http://schemas.openxmlformats.org/presentationml/2006/main">
  <p:tag name="KSO_WM_DIAGRAM_VIRTUALLY_FRAME" val="{&quot;height&quot;:172.63622047244093,&quot;left&quot;:78.25984251968504,&quot;top&quot;:149.22724409448819,&quot;width&quot;:209.8336220472441}"/>
</p:tagLst>
</file>

<file path=ppt/tags/tag94.xml><?xml version="1.0" encoding="utf-8"?>
<p:tagLst xmlns:p="http://schemas.openxmlformats.org/presentationml/2006/main">
  <p:tag name="KSO_WM_DIAGRAM_VIRTUALLY_FRAME" val="{&quot;height&quot;:172.63622047244093,&quot;left&quot;:78.25984251968504,&quot;top&quot;:149.22724409448819,&quot;width&quot;:209.8336220472441}"/>
</p:tagLst>
</file>

<file path=ppt/tags/tag95.xml><?xml version="1.0" encoding="utf-8"?>
<p:tagLst xmlns:p="http://schemas.openxmlformats.org/presentationml/2006/main">
  <p:tag name="KSO_WM_DIAGRAM_VIRTUALLY_FRAME" val="{&quot;height&quot;:172.63622047244093,&quot;left&quot;:78.25984251968504,&quot;top&quot;:149.22724409448819,&quot;width&quot;:209.8336220472441}"/>
</p:tagLst>
</file>

<file path=ppt/tags/tag96.xml><?xml version="1.0" encoding="utf-8"?>
<p:tagLst xmlns:p="http://schemas.openxmlformats.org/presentationml/2006/main">
  <p:tag name="KSO_WM_DIAGRAM_VIRTUALLY_FRAME" val="{&quot;height&quot;:172.63622047244093,&quot;left&quot;:78.25984251968504,&quot;top&quot;:149.22724409448819,&quot;width&quot;:209.8336220472441}"/>
</p:tagLst>
</file>

<file path=ppt/tags/tag97.xml><?xml version="1.0" encoding="utf-8"?>
<p:tagLst xmlns:p="http://schemas.openxmlformats.org/presentationml/2006/main">
  <p:tag name="KSO_WM_DIAGRAM_VIRTUALLY_FRAME" val="{&quot;height&quot;:172.63622047244093,&quot;left&quot;:78.25984251968504,&quot;top&quot;:149.22724409448819,&quot;width&quot;:209.8336220472441}"/>
</p:tagLst>
</file>

<file path=ppt/tags/tag98.xml><?xml version="1.0" encoding="utf-8"?>
<p:tagLst xmlns:p="http://schemas.openxmlformats.org/presentationml/2006/main">
  <p:tag name="KSO_WM_DIAGRAM_VIRTUALLY_FRAME" val="{&quot;height&quot;:172.63622047244093,&quot;left&quot;:78.25984251968504,&quot;top&quot;:149.22724409448819,&quot;width&quot;:209.8336220472441}"/>
</p:tagLst>
</file>

<file path=ppt/tags/tag99.xml><?xml version="1.0" encoding="utf-8"?>
<p:tagLst xmlns:p="http://schemas.openxmlformats.org/presentationml/2006/main">
  <p:tag name="KSO_WM_DIAGRAM_VIRTUALLY_FRAME" val="{&quot;height&quot;:172.63622047244093,&quot;left&quot;:78.25984251968504,&quot;top&quot;:149.22724409448819,&quot;width&quot;:209.8336220472441}"/>
</p:tagLst>
</file>

<file path=ppt/tags/tag100.xml><?xml version="1.0" encoding="utf-8"?>
<p:tagLst xmlns:p="http://schemas.openxmlformats.org/presentationml/2006/main">
  <p:tag name="KSO_WM_DIAGRAM_VIRTUALLY_FRAME" val="{&quot;height&quot;:172.63622047244093,&quot;left&quot;:78.25984251968504,&quot;top&quot;:149.22724409448819,&quot;width&quot;:209.8336220472441}"/>
</p:tagLst>
</file>

<file path=ppt/tags/tag101.xml><?xml version="1.0" encoding="utf-8"?>
<p:tagLst xmlns:p="http://schemas.openxmlformats.org/presentationml/2006/main">
  <p:tag name="KSO_WM_DIAGRAM_VIRTUALLY_FRAME" val="{&quot;height&quot;:172.63622047244093,&quot;left&quot;:78.25984251968504,&quot;top&quot;:149.22724409448819,&quot;width&quot;:209.8336220472441}"/>
</p:tagLst>
</file>

<file path=ppt/tags/tag102.xml><?xml version="1.0" encoding="utf-8"?>
<p:tagLst xmlns:p="http://schemas.openxmlformats.org/presentationml/2006/main">
  <p:tag name="KSO_WM_DIAGRAM_VIRTUALLY_FRAME" val="{&quot;height&quot;:172.63622047244093,&quot;left&quot;:78.25984251968504,&quot;top&quot;:149.22724409448819,&quot;width&quot;:209.8336220472441}"/>
</p:tagLst>
</file>

<file path=ppt/tags/tag103.xml><?xml version="1.0" encoding="utf-8"?>
<p:tagLst xmlns:p="http://schemas.openxmlformats.org/presentationml/2006/main">
  <p:tag name="KSO_WM_DIAGRAM_VIRTUALLY_FRAME" val="{&quot;height&quot;:172.63622047244093,&quot;left&quot;:78.25984251968504,&quot;top&quot;:149.22724409448819,&quot;width&quot;:209.8336220472441}"/>
</p:tagLst>
</file>

<file path=ppt/tags/tag104.xml><?xml version="1.0" encoding="utf-8"?>
<p:tagLst xmlns:p="http://schemas.openxmlformats.org/presentationml/2006/main">
  <p:tag name="KSO_WM_DIAGRAM_VIRTUALLY_FRAME" val="{&quot;height&quot;:172.63622047244093,&quot;left&quot;:78.25984251968504,&quot;top&quot;:149.22724409448819,&quot;width&quot;:209.8336220472441}"/>
</p:tagLst>
</file>

<file path=ppt/tags/tag105.xml><?xml version="1.0" encoding="utf-8"?>
<p:tagLst xmlns:p="http://schemas.openxmlformats.org/presentationml/2006/main">
  <p:tag name="KSO_WM_DIAGRAM_VIRTUALLY_FRAME" val="{&quot;height&quot;:172.63622047244093,&quot;left&quot;:78.25984251968504,&quot;top&quot;:149.22724409448819,&quot;width&quot;:209.8336220472441}"/>
</p:tagLst>
</file>

<file path=ppt/tags/tag106.xml><?xml version="1.0" encoding="utf-8"?>
<p:tagLst xmlns:p="http://schemas.openxmlformats.org/presentationml/2006/main">
  <p:tag name="KSO_WM_DIAGRAM_VIRTUALLY_FRAME" val="{&quot;height&quot;:172.63622047244093,&quot;left&quot;:78.25984251968504,&quot;top&quot;:149.22724409448819,&quot;width&quot;:209.8336220472441}"/>
</p:tagLst>
</file>

<file path=ppt/tags/tag107.xml><?xml version="1.0" encoding="utf-8"?>
<p:tagLst xmlns:p="http://schemas.openxmlformats.org/presentationml/2006/main">
  <p:tag name="KSO_WM_DIAGRAM_VIRTUALLY_FRAME" val="{&quot;height&quot;:172.63622047244093,&quot;left&quot;:78.25984251968504,&quot;top&quot;:149.22724409448819,&quot;width&quot;:209.8336220472441}"/>
</p:tagLst>
</file>

<file path=ppt/tags/tag108.xml><?xml version="1.0" encoding="utf-8"?>
<p:tagLst xmlns:p="http://schemas.openxmlformats.org/presentationml/2006/main">
  <p:tag name="KSO_WM_DIAGRAM_VIRTUALLY_FRAME" val="{&quot;height&quot;:172.63622047244093,&quot;left&quot;:78.25984251968504,&quot;top&quot;:149.22724409448819,&quot;width&quot;:209.8336220472441}"/>
</p:tagLst>
</file>

<file path=ppt/tags/tag109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10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11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12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13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14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15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16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17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18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19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20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21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22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23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24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25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26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27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28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29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30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31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32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33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34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ags/tag135.xml><?xml version="1.0" encoding="utf-8"?>
<p:tagLst xmlns:p="http://schemas.openxmlformats.org/presentationml/2006/main">
  <p:tag name="KSO_WM_DIAGRAM_VIRTUALLY_FRAME" val="{&quot;height&quot;:172.24661417322838,&quot;left&quot;:76.46338582677166,&quot;top&quot;:129.71196850393702,&quot;width&quot;:601.5366141732284}"/>
</p:tagLst>
</file>

<file path=ppt/theme/theme1.xml><?xml version="1.0" encoding="utf-8"?>
<a:theme xmlns:a="http://schemas.openxmlformats.org/drawingml/2006/main" name="Office 主题​​">
  <a:themeElements>
    <a:clrScheme name="Grid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cdpvjfh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AB6100"/>
      </a:accent1>
      <a:accent2>
        <a:srgbClr val="E8810D"/>
      </a:accent2>
      <a:accent3>
        <a:srgbClr val="7F7F7F"/>
      </a:accent3>
      <a:accent4>
        <a:srgbClr val="88ABD5"/>
      </a:accent4>
      <a:accent5>
        <a:srgbClr val="D3D028"/>
      </a:accent5>
      <a:accent6>
        <a:srgbClr val="7B9BC1"/>
      </a:accent6>
      <a:hlink>
        <a:srgbClr val="AB6100"/>
      </a:hlink>
      <a:folHlink>
        <a:srgbClr val="BFBFBF"/>
      </a:folHlink>
    </a:clrScheme>
    <a:fontScheme name="cdpvjfh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1682</Words>
  <Application>WPS 演示</Application>
  <PresentationFormat>全屏显示(16:9)</PresentationFormat>
  <Paragraphs>249</Paragraphs>
  <Slides>17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宋体</vt:lpstr>
      <vt:lpstr>Wingdings</vt:lpstr>
      <vt:lpstr>Bloody Impact</vt:lpstr>
      <vt:lpstr>Century Gothic</vt:lpstr>
      <vt:lpstr>Segoe UI Black</vt:lpstr>
      <vt:lpstr>微软雅黑</vt:lpstr>
      <vt:lpstr>等线</vt:lpstr>
      <vt:lpstr>Calibri</vt:lpstr>
      <vt:lpstr>Impact</vt:lpstr>
      <vt:lpstr>Arial Unicode MS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演示文稿7</dc:title>
  <dc:creator>Sky</dc:creator>
  <cp:lastModifiedBy>WPS_1601472217</cp:lastModifiedBy>
  <cp:revision>13</cp:revision>
  <dcterms:created xsi:type="dcterms:W3CDTF">2017-10-04T14:45:00Z</dcterms:created>
  <dcterms:modified xsi:type="dcterms:W3CDTF">2026-04-12T15:13:05Z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KSOTemplateUUID">
    <vt:lpwstr>v1.0_mb_Z7XqHrPw+GkYRUEGLJ48hw==</vt:lpwstr>
  </property>
  <property fmtid="{D5CDD505-2E9C-101B-9397-08002B2CF9AE}" pid="4" name="ICV">
    <vt:lpwstr>3CE1833DA02D408DA5BFD223FB3C12C4_11</vt:lpwstr>
  </property>
</Properties>
</file>