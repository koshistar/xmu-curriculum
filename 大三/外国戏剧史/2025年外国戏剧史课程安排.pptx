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87" r:id="rId4"/>
    <p:sldId id="289" r:id="rId5"/>
    <p:sldId id="292" r:id="rId6"/>
    <p:sldId id="300" r:id="rId8"/>
    <p:sldId id="291" r:id="rId9"/>
    <p:sldId id="294" r:id="rId10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9"/>
    <p:restoredTop sz="94651"/>
  </p:normalViewPr>
  <p:slideViewPr>
    <p:cSldViewPr showGuides="1">
      <p:cViewPr varScale="1">
        <p:scale>
          <a:sx n="100" d="100"/>
          <a:sy n="100" d="100"/>
        </p:scale>
        <p:origin x="1960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DA2ECC-E488-3B47-9E8C-0D432F794606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ABAE11-8E2B-704A-8787-57535086CCF8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765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76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indent="0" algn="r"/>
            <a:r>
              <a:rPr lang="zh-CN" altLang="en-US" sz="1200">
                <a:latin typeface="Times New Roman" panose="02020503050405090304" pitchFamily="18" charset="0"/>
                <a:ea typeface="宋体" pitchFamily="2" charset="-122"/>
              </a:rPr>
              <a:t>*</a:t>
            </a:r>
            <a:endParaRPr lang="zh-CN" altLang="en-US" sz="120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tags" Target="../tags/tag9.xm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image" Target="../media/image5.png"/><Relationship Id="rId5" Type="http://schemas.openxmlformats.org/officeDocument/2006/relationships/tags" Target="../tags/tag15.xml"/><Relationship Id="rId4" Type="http://schemas.openxmlformats.org/officeDocument/2006/relationships/image" Target="../media/image4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6.png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6.png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image" Target="../media/image7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8.png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9.png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6.png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1.png"/><Relationship Id="rId2" Type="http://schemas.openxmlformats.org/officeDocument/2006/relationships/tags" Target="../tags/tag4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image" Target="../media/image3.png"/><Relationship Id="rId4" Type="http://schemas.openxmlformats.org/officeDocument/2006/relationships/tags" Target="../tags/tag60.xml"/><Relationship Id="rId3" Type="http://schemas.openxmlformats.org/officeDocument/2006/relationships/image" Target="../media/image2.png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3.png"/><Relationship Id="rId4" Type="http://schemas.openxmlformats.org/officeDocument/2006/relationships/tags" Target="../tags/tag65.xml"/><Relationship Id="rId3" Type="http://schemas.openxmlformats.org/officeDocument/2006/relationships/image" Target="../media/image2.png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image" Target="../media/image6.png"/><Relationship Id="rId5" Type="http://schemas.openxmlformats.org/officeDocument/2006/relationships/tags" Target="../tags/tag72.xml"/><Relationship Id="rId4" Type="http://schemas.openxmlformats.org/officeDocument/2006/relationships/image" Target="../media/image10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6.png"/><Relationship Id="rId5" Type="http://schemas.openxmlformats.org/officeDocument/2006/relationships/tags" Target="../tags/tag78.xml"/><Relationship Id="rId4" Type="http://schemas.openxmlformats.org/officeDocument/2006/relationships/image" Target="../media/image10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image" Target="../media/image10.png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6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image" Target="../media/image3.png"/><Relationship Id="rId4" Type="http://schemas.openxmlformats.org/officeDocument/2006/relationships/tags" Target="../tags/tag93.xml"/><Relationship Id="rId3" Type="http://schemas.openxmlformats.org/officeDocument/2006/relationships/image" Target="../media/image2.png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56738" y="3783013"/>
            <a:ext cx="2735262" cy="30749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0" y="0"/>
            <a:ext cx="2735263" cy="307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矩形 33"/>
          <p:cNvSpPr/>
          <p:nvPr>
            <p:custDataLst>
              <p:tags r:id="rId5"/>
            </p:custDataLst>
          </p:nvPr>
        </p:nvSpPr>
        <p:spPr>
          <a:xfrm>
            <a:off x="3552825" y="1822450"/>
            <a:ext cx="5086350" cy="289401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 dirty="0"/>
          </a:p>
        </p:txBody>
      </p:sp>
      <p:sp>
        <p:nvSpPr>
          <p:cNvPr id="41" name="矩形 40"/>
          <p:cNvSpPr/>
          <p:nvPr>
            <p:custDataLst>
              <p:tags r:id="rId6"/>
            </p:custDataLst>
          </p:nvPr>
        </p:nvSpPr>
        <p:spPr>
          <a:xfrm>
            <a:off x="5184775" y="1808163"/>
            <a:ext cx="1800225" cy="5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>
              <a:solidFill>
                <a:srgbClr val="089DA3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579742" y="2541283"/>
            <a:ext cx="5030855" cy="876586"/>
          </a:xfrm>
          <a:noFill/>
        </p:spPr>
        <p:txBody>
          <a:bodyPr lIns="90000" tIns="46800" rIns="90000" bIns="0" anchor="b" anchorCtr="0">
            <a:normAutofit/>
          </a:bodyPr>
          <a:lstStyle>
            <a:lvl1pPr algn="ctr">
              <a:lnSpc>
                <a:spcPct val="130000"/>
              </a:lnSpc>
              <a:defRPr sz="3600" spc="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trike="noStrike" noProof="1" dirty="0"/>
              <a:t>编辑标题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79742" y="3509848"/>
            <a:ext cx="5030857" cy="87392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30000"/>
              </a:lnSpc>
              <a:buNone/>
              <a:defRPr sz="1050" u="none" strike="noStrike" kern="1200" cap="none" spc="0" normalizeH="0" baseline="0">
                <a:solidFill>
                  <a:schemeClr val="accent1"/>
                </a:solidFill>
                <a:uFillTx/>
                <a:latin typeface="微软雅黑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z="1050" strike="noStrike" noProof="1" dirty="0"/>
              <a:t>单击此处编辑副标题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4880914" y="5179319"/>
            <a:ext cx="2529965" cy="5183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1050" spc="0" baseline="0">
                <a:solidFill>
                  <a:schemeClr val="accent1"/>
                </a:solidFill>
                <a:latin typeface="微软雅黑" charset="-122"/>
              </a:defRPr>
            </a:lvl1pPr>
          </a:lstStyle>
          <a:p>
            <a:pPr lvl="0" fontAlgn="auto"/>
            <a:r>
              <a:rPr lang="zh-CN" altLang="en-US" sz="1050" strike="noStrike" noProof="1" dirty="0"/>
              <a:t>编辑文本</a:t>
            </a:r>
            <a:endParaRPr lang="zh-CN" altLang="en-US" strike="noStrike" noProof="1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880913" y="5753526"/>
            <a:ext cx="2529965" cy="5183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1050" spc="0" baseline="0">
                <a:solidFill>
                  <a:schemeClr val="accent1"/>
                </a:solidFill>
                <a:latin typeface="微软雅黑" charset="-122"/>
              </a:defRPr>
            </a:lvl1pPr>
          </a:lstStyle>
          <a:p>
            <a:pPr lvl="0" fontAlgn="auto"/>
            <a:r>
              <a:rPr lang="zh-CN" altLang="en-US" sz="1050" strike="noStrike" noProof="1" dirty="0"/>
              <a:t>编辑文本</a:t>
            </a:r>
            <a:endParaRPr lang="zh-CN" altLang="en-US" strike="noStrike" noProof="1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585913" cy="1784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258425" y="4683125"/>
            <a:ext cx="1931988" cy="217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单击此处编辑母版文本样式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第二级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第三级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第四级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第五级</a:t>
            </a:r>
            <a:endParaRPr strike="noStrike" noProof="1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5192713" y="2030413"/>
            <a:ext cx="1690688" cy="169227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kumimoji="1" lang="zh-CN" altLang="en-US" sz="100" strike="noStrike" noProof="1"/>
          </a:p>
        </p:txBody>
      </p:sp>
      <p:pic>
        <p:nvPicPr>
          <p:cNvPr id="4100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-1062209">
            <a:off x="4094163" y="2117725"/>
            <a:ext cx="1446212" cy="1416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-1278102" flipH="1">
            <a:off x="6340475" y="1528763"/>
            <a:ext cx="1530350" cy="1498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任意形状 10"/>
          <p:cNvSpPr/>
          <p:nvPr>
            <p:custDataLst>
              <p:tags r:id="rId7"/>
            </p:custDataLst>
          </p:nvPr>
        </p:nvSpPr>
        <p:spPr>
          <a:xfrm>
            <a:off x="-57150" y="0"/>
            <a:ext cx="12249150" cy="6858000"/>
          </a:xfrm>
          <a:custGeom>
            <a:avLst/>
            <a:gdLst>
              <a:gd name="connsiteX0" fmla="*/ 201707 w 12192001"/>
              <a:gd name="connsiteY0" fmla="*/ 188259 h 6858000"/>
              <a:gd name="connsiteX1" fmla="*/ 201707 w 12192001"/>
              <a:gd name="connsiteY1" fmla="*/ 6669741 h 6858000"/>
              <a:gd name="connsiteX2" fmla="*/ 11967883 w 12192001"/>
              <a:gd name="connsiteY2" fmla="*/ 6669741 h 6858000"/>
              <a:gd name="connsiteX3" fmla="*/ 11967883 w 12192001"/>
              <a:gd name="connsiteY3" fmla="*/ 188259 h 6858000"/>
              <a:gd name="connsiteX4" fmla="*/ 0 w 12192001"/>
              <a:gd name="connsiteY4" fmla="*/ 0 h 6858000"/>
              <a:gd name="connsiteX5" fmla="*/ 12192001 w 12192001"/>
              <a:gd name="connsiteY5" fmla="*/ 0 h 6858000"/>
              <a:gd name="connsiteX6" fmla="*/ 12192001 w 12192001"/>
              <a:gd name="connsiteY6" fmla="*/ 6858000 h 6858000"/>
              <a:gd name="connsiteX7" fmla="*/ 0 w 1219200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6858000">
                <a:moveTo>
                  <a:pt x="201707" y="188259"/>
                </a:moveTo>
                <a:lnTo>
                  <a:pt x="201707" y="6669741"/>
                </a:lnTo>
                <a:lnTo>
                  <a:pt x="11967883" y="6669741"/>
                </a:lnTo>
                <a:lnTo>
                  <a:pt x="11967883" y="188259"/>
                </a:lnTo>
                <a:close/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kumimoji="1" lang="zh-CN" altLang="en-US" sz="100" strike="noStrike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83815" y="3819780"/>
            <a:ext cx="5108319" cy="738039"/>
          </a:xfrm>
        </p:spPr>
        <p:txBody>
          <a:bodyPr lIns="101600" tIns="38100" rIns="63500" bIns="38100" anchor="ctr" anchorCtr="0">
            <a:noAutofit/>
          </a:bodyPr>
          <a:lstStyle>
            <a:lvl1pPr algn="ctr">
              <a:lnSpc>
                <a:spcPct val="130000"/>
              </a:lnSpc>
              <a:defRPr sz="2700" u="none" strike="noStrike" kern="1200" cap="none" spc="0" normalizeH="0" baseline="0">
                <a:solidFill>
                  <a:schemeClr val="accent1"/>
                </a:solidFill>
                <a:uFillTx/>
                <a:latin typeface="微软雅黑" charset="-122"/>
                <a:ea typeface="汉仪旗黑-85S" pitchFamily="18" charset="-122"/>
              </a:defRPr>
            </a:lvl1pPr>
          </a:lstStyle>
          <a:p>
            <a:pPr fontAlgn="auto"/>
            <a:r>
              <a:rPr lang="zh-CN" altLang="en-US" strike="noStrike" noProof="1" dirty="0"/>
              <a:t>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583817" y="4637738"/>
            <a:ext cx="5108318" cy="547322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30000"/>
              </a:lnSpc>
              <a:buNone/>
              <a:defRPr kumimoji="0" lang="zh-CN" altLang="en-US" sz="1050" b="0" i="0" u="none" strike="noStrike" kern="1200" cap="none" spc="0" normalizeH="0" baseline="0" noProof="1">
                <a:solidFill>
                  <a:schemeClr val="accent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z="1050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37588" y="2857500"/>
            <a:ext cx="3552825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200">
                <a:latin typeface="微软雅黑" charset="-122"/>
                <a:ea typeface="微软雅黑" charset="-122"/>
              </a:defRPr>
            </a:lvl1pPr>
            <a:lvl2pPr>
              <a:defRPr sz="1200">
                <a:latin typeface="微软雅黑" charset="-122"/>
                <a:ea typeface="微软雅黑" charset="-122"/>
              </a:defRPr>
            </a:lvl2pPr>
            <a:lvl3pPr>
              <a:defRPr sz="1200">
                <a:latin typeface="微软雅黑" charset="-122"/>
                <a:ea typeface="微软雅黑" charset="-122"/>
              </a:defRPr>
            </a:lvl3pPr>
            <a:lvl4pPr>
              <a:defRPr sz="1200">
                <a:latin typeface="微软雅黑" charset="-122"/>
                <a:ea typeface="微软雅黑" charset="-122"/>
              </a:defRPr>
            </a:lvl4pPr>
            <a:lvl5pPr>
              <a:defRPr sz="120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37588" y="2857500"/>
            <a:ext cx="3552825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72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单击此处编辑母版文本样式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第二级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第三级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第四级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第五级</a:t>
            </a:r>
            <a:endParaRPr strike="noStrike" noProof="1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  <a:endParaRPr strike="noStrike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单击此处编辑母版文本样式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第二级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第三级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第四级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第五级</a:t>
            </a:r>
            <a:endParaRPr strike="noStrike" noProof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173288" y="1658938"/>
            <a:ext cx="7845425" cy="35401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alpha val="3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 dirty="0">
              <a:solidFill>
                <a:schemeClr val="accent1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7172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1349622">
            <a:off x="9237663" y="4094163"/>
            <a:ext cx="1352550" cy="13223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 rot="-9120229">
            <a:off x="1689100" y="1327150"/>
            <a:ext cx="1350963" cy="1322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079038" y="4478338"/>
            <a:ext cx="2119312" cy="2384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endParaRPr strike="noStrike" noProof="1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n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9EFD9D74-47D9-4702-A33C-335B63B48DBF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FABC47A4-756D-490B-A52F-7D9E2C9FC05F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-9525" y="0"/>
            <a:ext cx="2259013" cy="254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charset="-122"/>
                <a:ea typeface="微软雅黑" charset="-122"/>
              </a:defRPr>
            </a:lvl1pPr>
            <a:lvl2pPr indent="0" eaLnBrk="1" fontAlgn="auto" latinLnBrk="0" hangingPunct="1">
              <a:defRPr>
                <a:latin typeface="微软雅黑" charset="-122"/>
                <a:ea typeface="微软雅黑" charset="-122"/>
              </a:defRPr>
            </a:lvl2pPr>
            <a:lvl3pPr indent="0" eaLnBrk="1" fontAlgn="auto" latinLnBrk="0" hangingPunct="1">
              <a:defRPr>
                <a:latin typeface="微软雅黑" charset="-122"/>
                <a:ea typeface="微软雅黑" charset="-122"/>
              </a:defRPr>
            </a:lvl3pPr>
            <a:lvl4pPr indent="0" eaLnBrk="1" fontAlgn="auto" latinLnBrk="0" hangingPunct="1">
              <a:defRPr>
                <a:latin typeface="微软雅黑" charset="-122"/>
                <a:ea typeface="微软雅黑" charset="-122"/>
              </a:defRPr>
            </a:lvl4pPr>
            <a:lvl5pPr indent="0" eaLnBrk="1" fontAlgn="auto" latinLnBrk="0" hangingPunct="1">
              <a:defRPr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37588" y="2857500"/>
            <a:ext cx="3552825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56738" y="3783013"/>
            <a:ext cx="2735262" cy="30749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0" y="0"/>
            <a:ext cx="2735263" cy="307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3552825" y="1822450"/>
            <a:ext cx="5086350" cy="2894013"/>
          </a:xfrm>
          <a:prstGeom prst="rect">
            <a:avLst/>
          </a:prstGeom>
          <a:noFill/>
          <a:ln w="38100">
            <a:solidFill>
              <a:schemeClr val="accent2">
                <a:alpha val="3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 dirty="0"/>
          </a:p>
        </p:txBody>
      </p:sp>
      <p:grpSp>
        <p:nvGrpSpPr>
          <p:cNvPr id="12294" name="组合 9"/>
          <p:cNvGrpSpPr/>
          <p:nvPr/>
        </p:nvGrpSpPr>
        <p:grpSpPr>
          <a:xfrm>
            <a:off x="3552825" y="1806575"/>
            <a:ext cx="1130300" cy="1130300"/>
            <a:chOff x="4492171" y="2097770"/>
            <a:chExt cx="950686" cy="950686"/>
          </a:xfrm>
        </p:grpSpPr>
        <p:cxnSp>
          <p:nvCxnSpPr>
            <p:cNvPr id="11" name="直接连接符 10"/>
            <p:cNvCxnSpPr/>
            <p:nvPr>
              <p:custDataLst>
                <p:tags r:id="rId6"/>
              </p:custDataLst>
            </p:nvPr>
          </p:nvCxnSpPr>
          <p:spPr>
            <a:xfrm>
              <a:off x="4492171" y="2112284"/>
              <a:ext cx="95068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>
              <p:custDataLst>
                <p:tags r:id="rId7"/>
              </p:custDataLst>
            </p:nvPr>
          </p:nvCxnSpPr>
          <p:spPr>
            <a:xfrm rot="16200000">
              <a:off x="4016828" y="2573113"/>
              <a:ext cx="95068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97" name="组合 12"/>
          <p:cNvGrpSpPr/>
          <p:nvPr/>
        </p:nvGrpSpPr>
        <p:grpSpPr>
          <a:xfrm flipH="1" flipV="1">
            <a:off x="7508875" y="3602038"/>
            <a:ext cx="1130300" cy="1131887"/>
            <a:chOff x="4492171" y="2097770"/>
            <a:chExt cx="950686" cy="950686"/>
          </a:xfrm>
        </p:grpSpPr>
        <p:cxnSp>
          <p:nvCxnSpPr>
            <p:cNvPr id="14" name="直接连接符 13"/>
            <p:cNvCxnSpPr/>
            <p:nvPr>
              <p:custDataLst>
                <p:tags r:id="rId8"/>
              </p:custDataLst>
            </p:nvPr>
          </p:nvCxnSpPr>
          <p:spPr>
            <a:xfrm>
              <a:off x="4492171" y="2112284"/>
              <a:ext cx="95068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>
              <p:custDataLst>
                <p:tags r:id="rId9"/>
              </p:custDataLst>
            </p:nvPr>
          </p:nvCxnSpPr>
          <p:spPr>
            <a:xfrm rot="16200000">
              <a:off x="4016828" y="2573113"/>
              <a:ext cx="95068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87486" y="2506670"/>
            <a:ext cx="5030255" cy="1525800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30000"/>
              </a:lnSpc>
              <a:buNone/>
              <a:defRPr kumimoji="0" lang="zh-CN" altLang="en-US" sz="5400" b="1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微软雅黑" charset="-122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编辑标题</a:t>
            </a:r>
            <a:endParaRPr strike="noStrike" noProof="1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585913" cy="1784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258425" y="4683125"/>
            <a:ext cx="1931988" cy="217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585913" cy="1784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258425" y="4683125"/>
            <a:ext cx="1931988" cy="217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>
              <a:latin typeface="微软雅黑" charset="-122"/>
              <a:ea typeface="微软雅黑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  <a:lvl2pPr>
              <a:defRPr baseline="0">
                <a:latin typeface="微软雅黑" charset="-122"/>
                <a:ea typeface="微软雅黑" charset="-122"/>
              </a:defRPr>
            </a:lvl2pPr>
            <a:lvl3pPr>
              <a:defRPr baseline="0">
                <a:latin typeface="微软雅黑" charset="-122"/>
                <a:ea typeface="微软雅黑" charset="-122"/>
              </a:defRPr>
            </a:lvl3pPr>
            <a:lvl4pPr>
              <a:defRPr baseline="0">
                <a:latin typeface="微软雅黑" charset="-122"/>
                <a:ea typeface="微软雅黑" charset="-122"/>
              </a:defRPr>
            </a:lvl4pPr>
            <a:lvl5pPr>
              <a:defRPr baseline="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659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 dirty="0">
              <a:latin typeface="微软雅黑" charset="-122"/>
              <a:ea typeface="微软雅黑" charset="-122"/>
              <a:sym typeface="+mn-ea"/>
            </a:endParaRPr>
          </a:p>
        </p:txBody>
      </p:sp>
      <p:pic>
        <p:nvPicPr>
          <p:cNvPr id="15364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10800000">
            <a:off x="0" y="0"/>
            <a:ext cx="1493838" cy="168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37588" y="2857500"/>
            <a:ext cx="3552825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27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单击编辑标题</a:t>
            </a:r>
            <a:endParaRPr lang="zh-CN" altLang="en-US" strike="noStrike" noProof="1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  <a:lvl2pPr>
              <a:defRPr baseline="0">
                <a:latin typeface="微软雅黑" charset="-122"/>
                <a:ea typeface="微软雅黑" charset="-122"/>
              </a:defRPr>
            </a:lvl2pPr>
            <a:lvl3pPr>
              <a:defRPr baseline="0">
                <a:latin typeface="微软雅黑" charset="-122"/>
                <a:ea typeface="微软雅黑" charset="-122"/>
              </a:defRPr>
            </a:lvl3pPr>
            <a:lvl4pPr>
              <a:defRPr baseline="0">
                <a:latin typeface="微软雅黑" charset="-122"/>
                <a:ea typeface="微软雅黑" charset="-122"/>
              </a:defRPr>
            </a:lvl4pPr>
            <a:lvl5pPr>
              <a:defRPr baseline="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  <a:lvl2pPr>
              <a:defRPr baseline="0">
                <a:latin typeface="微软雅黑" charset="-122"/>
                <a:ea typeface="微软雅黑" charset="-122"/>
              </a:defRPr>
            </a:lvl2pPr>
            <a:lvl3pPr>
              <a:defRPr baseline="0">
                <a:latin typeface="微软雅黑" charset="-122"/>
                <a:ea typeface="微软雅黑" charset="-122"/>
              </a:defRPr>
            </a:lvl3pPr>
            <a:lvl4pPr>
              <a:defRPr baseline="0">
                <a:latin typeface="微软雅黑" charset="-122"/>
                <a:ea typeface="微软雅黑" charset="-122"/>
              </a:defRPr>
            </a:lvl4pPr>
            <a:lvl5pPr>
              <a:defRPr baseline="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latin typeface="微软雅黑" charset="-122"/>
              <a:ea typeface="微软雅黑" charset="-122"/>
              <a:sym typeface="+mn-ea"/>
            </a:endParaRPr>
          </a:p>
        </p:txBody>
      </p:sp>
      <p:pic>
        <p:nvPicPr>
          <p:cNvPr id="16388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10800000">
            <a:off x="0" y="0"/>
            <a:ext cx="1493838" cy="168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37588" y="2857500"/>
            <a:ext cx="3552825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latin typeface="微软雅黑" charset="-122"/>
                <a:ea typeface="微软雅黑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  <a:lvl2pPr>
              <a:defRPr baseline="0">
                <a:latin typeface="微软雅黑" charset="-122"/>
                <a:ea typeface="微软雅黑" charset="-122"/>
              </a:defRPr>
            </a:lvl2pPr>
            <a:lvl3pPr>
              <a:defRPr baseline="0">
                <a:latin typeface="微软雅黑" charset="-122"/>
                <a:ea typeface="微软雅黑" charset="-122"/>
              </a:defRPr>
            </a:lvl3pPr>
            <a:lvl4pPr>
              <a:defRPr baseline="0">
                <a:latin typeface="微软雅黑" charset="-122"/>
                <a:ea typeface="微软雅黑" charset="-122"/>
              </a:defRPr>
            </a:lvl4pPr>
            <a:lvl5pPr>
              <a:defRPr baseline="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0" y="0"/>
            <a:ext cx="1493838" cy="1681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50292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  <a:lvl2pPr>
              <a:defRPr baseline="0">
                <a:latin typeface="微软雅黑" charset="-122"/>
                <a:ea typeface="微软雅黑" charset="-122"/>
              </a:defRPr>
            </a:lvl2pPr>
            <a:lvl3pPr>
              <a:defRPr baseline="0">
                <a:latin typeface="微软雅黑" charset="-122"/>
                <a:ea typeface="微软雅黑" charset="-122"/>
              </a:defRPr>
            </a:lvl3pPr>
            <a:lvl4pPr>
              <a:defRPr baseline="0">
                <a:latin typeface="微软雅黑" charset="-122"/>
                <a:ea typeface="微软雅黑" charset="-122"/>
              </a:defRPr>
            </a:lvl4pPr>
            <a:lvl5pPr>
              <a:defRPr baseline="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 dirty="0"/>
              <a:t>五级</a:t>
            </a:r>
            <a:endParaRPr lang="zh-CN" altLang="en-US" strike="noStrike" noProof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latin typeface="微软雅黑" charset="-122"/>
                <a:ea typeface="微软雅黑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latin typeface="微软雅黑" charset="-122"/>
              <a:ea typeface="微软雅黑" charset="-122"/>
              <a:sym typeface="+mn-ea"/>
            </a:endParaRPr>
          </a:p>
        </p:txBody>
      </p:sp>
      <p:pic>
        <p:nvPicPr>
          <p:cNvPr id="18436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37588" y="2857500"/>
            <a:ext cx="3552825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  <a:lvl2pPr>
              <a:defRPr baseline="0">
                <a:latin typeface="微软雅黑" charset="-122"/>
                <a:ea typeface="微软雅黑" charset="-122"/>
              </a:defRPr>
            </a:lvl2pPr>
            <a:lvl3pPr>
              <a:defRPr baseline="0">
                <a:latin typeface="微软雅黑" charset="-122"/>
                <a:ea typeface="微软雅黑" charset="-122"/>
              </a:defRPr>
            </a:lvl3pPr>
            <a:lvl4pPr>
              <a:defRPr baseline="0">
                <a:latin typeface="微软雅黑" charset="-122"/>
                <a:ea typeface="微软雅黑" charset="-122"/>
              </a:defRPr>
            </a:lvl4pPr>
            <a:lvl5pPr>
              <a:defRPr baseline="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  <a:lvl2pPr>
              <a:defRPr baseline="0">
                <a:latin typeface="微软雅黑" charset="-122"/>
                <a:ea typeface="微软雅黑" charset="-122"/>
              </a:defRPr>
            </a:lvl2pPr>
            <a:lvl3pPr>
              <a:defRPr baseline="0">
                <a:latin typeface="微软雅黑" charset="-122"/>
                <a:ea typeface="微软雅黑" charset="-122"/>
              </a:defRPr>
            </a:lvl3pPr>
            <a:lvl4pPr>
              <a:defRPr baseline="0">
                <a:latin typeface="微软雅黑" charset="-122"/>
                <a:ea typeface="微软雅黑" charset="-122"/>
              </a:defRPr>
            </a:lvl4pPr>
            <a:lvl5pPr>
              <a:defRPr baseline="0">
                <a:latin typeface="微软雅黑" charset="-122"/>
                <a:ea typeface="微软雅黑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 dirty="0">
                <a:sym typeface="+mn-ea"/>
              </a:rPr>
              <a:t>第</a:t>
            </a:r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微软雅黑" charset="-122"/>
                <a:ea typeface="微软雅黑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585913" cy="1784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258425" y="4683125"/>
            <a:ext cx="1931988" cy="217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latin typeface="微软雅黑" charset="-122"/>
                <a:ea typeface="微软雅黑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微软雅黑" charset="-122"/>
                <a:ea typeface="微软雅黑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微软雅黑" charset="-122"/>
                <a:ea typeface="微软雅黑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1_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13" name="Rectangle 2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828800"/>
            <a:ext cx="10363200" cy="1736725"/>
          </a:xfrm>
        </p:spPr>
        <p:txBody>
          <a:bodyPr/>
          <a:lstStyle>
            <a:lvl1pPr>
              <a:defRPr sz="5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941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5" name="Rectangle 23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6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7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C953C8-4211-8B4C-91F7-53633AD375B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925" y="442913"/>
            <a:ext cx="10852150" cy="442912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38100" rIns="76200" bIns="38100" anchor="t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21"/>
            </p:custDataLst>
          </p:nvPr>
        </p:nvSpPr>
        <p:spPr>
          <a:xfrm>
            <a:off x="669925" y="952500"/>
            <a:ext cx="10852150" cy="5389563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0" rIns="82550" bIns="0" anchor="t" anchorCtr="0"/>
          <a:p>
            <a:pPr lvl="0" indent="-17145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171450"/>
            <a:r>
              <a:rPr lang="zh-CN" altLang="en-US" dirty="0"/>
              <a:t>第二级</a:t>
            </a:r>
            <a:endParaRPr lang="zh-CN" altLang="en-US" dirty="0"/>
          </a:p>
          <a:p>
            <a:pPr lvl="2" indent="-171450"/>
            <a:r>
              <a:rPr lang="zh-CN" altLang="en-US" dirty="0"/>
              <a:t>第三级</a:t>
            </a:r>
            <a:endParaRPr lang="zh-CN" altLang="en-US" dirty="0"/>
          </a:p>
          <a:p>
            <a:pPr lvl="3" indent="-171450"/>
            <a:r>
              <a:rPr lang="zh-CN" altLang="en-US" dirty="0"/>
              <a:t>第四级</a:t>
            </a:r>
            <a:endParaRPr lang="zh-CN" altLang="en-US" dirty="0"/>
          </a:p>
          <a:p>
            <a:pPr lvl="4" indent="-1714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trike="noStrike" noProof="1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>
          <a:solidFill>
            <a:schemeClr val="tx1"/>
          </a:solidFill>
          <a:uFillTx/>
          <a:latin typeface="微软雅黑" charset="-122"/>
          <a:ea typeface="微软雅黑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微软雅黑" charset="-122"/>
          <a:ea typeface="微软雅黑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微软雅黑" charset="-122"/>
          <a:ea typeface="微软雅黑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微软雅黑" charset="-122"/>
          <a:ea typeface="微软雅黑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微软雅黑" charset="-122"/>
          <a:ea typeface="微软雅黑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微软雅黑" charset="-122"/>
          <a:ea typeface="微软雅黑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4.xml"/><Relationship Id="rId1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579813" y="2541588"/>
            <a:ext cx="5030788" cy="876300"/>
          </a:xfrm>
        </p:spPr>
        <p:txBody>
          <a:bodyPr vert="horz" wrap="square" lIns="91440" tIns="45720" rIns="91440" bIns="45720" numCol="1" anchor="ctr" anchorCtr="0" compatLnSpc="1">
            <a:noAutofit/>
          </a:bodyPr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外国戏剧史</a:t>
            </a:r>
            <a:endParaRPr kumimoji="0" lang="zh-CN" altLang="en-US" sz="4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579813" y="3509963"/>
            <a:ext cx="5030788" cy="873125"/>
          </a:xfrm>
        </p:spPr>
        <p:txBody>
          <a:bodyPr vert="horz" wrap="square" lIns="91440" tIns="45720" rIns="91440" bIns="45720" numCol="1" anchor="t" anchorCtr="0" compatLnSpc="1"/>
          <a:p>
            <a:pPr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</a:pPr>
            <a:r>
              <a:rPr lang="zh-CN" altLang="en-US" sz="2400" b="1" kern="1200" normalizeH="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charset="0"/>
                <a:ea typeface="黑体" charset="0"/>
                <a:cs typeface="+mn-cs"/>
              </a:rPr>
              <a:t>授课教师：许昳婷</a:t>
            </a:r>
            <a:endParaRPr lang="zh-CN" altLang="en-US" sz="2400" b="1" kern="1200" normalizeH="0" baseline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黑体" charset="0"/>
              <a:ea typeface="黑体" charset="0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5942965"/>
            <a:ext cx="4784090" cy="825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2913"/>
            <a:ext cx="10852150" cy="442913"/>
          </a:xfrm>
        </p:spPr>
        <p:txBody>
          <a:bodyPr wrap="square" lIns="91440" tIns="45720" rIns="91440" bIns="45720" numCol="1" rtlCol="0" anchor="ctr" anchorCtr="0" compatLnSpc="1">
            <a:no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课程介绍</a:t>
            </a:r>
            <a:endParaRPr kumimoji="0" lang="zh-CN" altLang="en-US" sz="4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4750" y="1470025"/>
            <a:ext cx="9762490" cy="4851400"/>
          </a:xfrm>
        </p:spPr>
        <p:txBody>
          <a:bodyPr wrap="square" lIns="91440" tIns="45720" rIns="91440" bIns="45720" numCol="1" rtlCol="0" anchor="t" anchorCtr="0" compatLnSpc="1">
            <a:no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charset="0"/>
                <a:ea typeface="黑体" charset="0"/>
                <a:cs typeface="黑体" charset="0"/>
              </a:rPr>
              <a:t>一、掌握外国戏剧史基本发展脉络</a:t>
            </a: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黑体" charset="0"/>
              <a:ea typeface="黑体" charset="0"/>
              <a:cs typeface="黑体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charset="0"/>
                <a:ea typeface="黑体" charset="0"/>
                <a:cs typeface="黑体" charset="0"/>
              </a:rPr>
              <a:t>二、掌握代表性作家作品</a:t>
            </a:r>
            <a:endParaRPr kumimoji="0" lang="zh-CN" altLang="en-US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黑体" charset="0"/>
              <a:ea typeface="黑体" charset="0"/>
              <a:cs typeface="黑体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sz="3200" b="1" kern="0" spc="0">
                <a:effectLst>
                  <a:outerShdw blurRad="38100" dist="38100" dir="2700000">
                    <a:srgbClr val="C0C0C0"/>
                  </a:outerShdw>
                </a:effectLst>
                <a:latin typeface="黑体" charset="0"/>
                <a:ea typeface="黑体" charset="0"/>
                <a:cs typeface="黑体" charset="0"/>
                <a:sym typeface="+mn-ea"/>
              </a:rPr>
              <a:t>三、掌握基本的舞台观念</a:t>
            </a: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黑体" charset="0"/>
              <a:ea typeface="黑体" charset="0"/>
              <a:cs typeface="黑体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sz="3200" b="1" kern="0" spc="0">
                <a:effectLst>
                  <a:outerShdw blurRad="38100" dist="38100" dir="2700000">
                    <a:srgbClr val="C0C0C0"/>
                  </a:outerShdw>
                </a:effectLst>
                <a:latin typeface="宋体" charset="0"/>
                <a:ea typeface="宋体" charset="0"/>
                <a:sym typeface="+mn-ea"/>
              </a:rPr>
              <a:t>例如：剧场形式、舞台设计、表演空间结构、角色的建立与转换、观演关系等。</a:t>
            </a: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charset="0"/>
              <a:ea typeface="宋体" charset="0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黑体" charset="0"/>
              <a:ea typeface="黑体" charset="0"/>
              <a:cs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2913"/>
            <a:ext cx="10852150" cy="442913"/>
          </a:xfrm>
        </p:spPr>
        <p:txBody>
          <a:bodyPr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考核方式</a:t>
            </a:r>
            <a:endParaRPr kumimoji="1" lang="zh-CN" altLang="en-US" sz="4400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numCol="1" rtlCol="0" anchor="t" anchorCtr="0" compatLnSpc="1">
            <a:no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一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.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平时成绩（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30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%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</a:t>
            </a:r>
            <a:endParaRPr kumimoji="0" lang="en-US" altLang="zh-CN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观摩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并分析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1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部演出视频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见“必看视频”）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；</a:t>
            </a:r>
            <a:endParaRPr kumimoji="0" lang="en-US" altLang="zh-CN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）提交时间：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12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15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日之前实名发送至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助教邮箱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；</a:t>
            </a:r>
            <a:endParaRPr kumimoji="0" lang="en-US" altLang="zh-CN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）不少于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2000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字，禁止抄袭，禁止使用人工智能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软件；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）正文小四宋体，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1.5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倍行距，按照标准学术规范撰写；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zh-CN" altLang="en-US" sz="3200" b="1" i="0" u="none" strike="noStrike" kern="0" cap="none" spc="0" normalizeH="0" baseline="0" noProof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zh-CN" altLang="en-US" sz="3200" b="1" i="0" u="none" strike="noStrike" kern="0" cap="none" spc="0" normalizeH="0" baseline="0" noProof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2913"/>
            <a:ext cx="10852150" cy="442913"/>
          </a:xfrm>
        </p:spPr>
        <p:txBody>
          <a:bodyPr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考核方式</a:t>
            </a:r>
            <a:endParaRPr kumimoji="1" lang="zh-CN" altLang="en-US" sz="4400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2175" y="1295400"/>
            <a:ext cx="11000105" cy="5410200"/>
          </a:xfrm>
        </p:spPr>
        <p:txBody>
          <a:bodyPr wrap="square" lIns="91440" tIns="45720" rIns="91440" bIns="45720" numCol="1" rtlCol="0" anchor="t" anchorCtr="0" compatLnSpc="1">
            <a:no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二、期中成绩（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30%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</a:t>
            </a:r>
            <a:endParaRPr kumimoji="0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分组自学报告（</a:t>
            </a:r>
            <a:r>
              <a:rPr kumimoji="0" sz="2400" b="1" i="0" u="none" strike="noStrike" kern="0" cap="none" spc="0" normalizeH="0" baseline="0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见“分组自学部分”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</a:t>
            </a:r>
            <a:r>
              <a:rPr kumimoji="0" sz="2400" b="1" i="0" u="none" strike="noStrike" kern="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或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剧本片段朗读（</a:t>
            </a:r>
            <a:r>
              <a:rPr kumimoji="0" sz="2400" b="1" i="0" u="none" strike="noStrike" kern="0" cap="none" spc="0" normalizeH="0" baseline="0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见“必读剧目”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</a:t>
            </a:r>
            <a:endParaRPr kumimoji="0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要求：</a:t>
            </a:r>
            <a:endParaRPr kumimoji="0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1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）任选一个自学选题或剧本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片段，先到先得；</a:t>
            </a:r>
            <a:endParaRPr kumimoji="0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2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）每组不多于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6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人，确立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1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人为组长，严禁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浑水摸鱼；</a:t>
            </a:r>
            <a:endParaRPr kumimoji="0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3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）自学报告需提前提交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PPT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，包括但</a:t>
            </a:r>
            <a:r>
              <a:rPr kumimoji="0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不限于整理该专题戏剧史发展线索，介绍重要作家作品，针对重点剧作展开分析。</a:t>
            </a:r>
            <a:endParaRPr kumimoji="0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en-US" altLang="zh-CN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669925" y="442913"/>
            <a:ext cx="10852150" cy="442913"/>
          </a:xfrm>
        </p:spPr>
        <p:txBody>
          <a:bodyPr lIns="101600" tIns="38100" rIns="76200" bIns="38100" rtlCol="0" anchor="t" anchorCtr="0">
            <a:noAutofit/>
          </a:bodyPr>
          <a:p>
            <a:pPr indent="0" defTabSz="685800" fontAlgn="auto">
              <a:buNone/>
            </a:pPr>
            <a:endParaRPr lang="zh-CN" altLang="en-US" strike="noStrike" kern="1200" spc="200" normalizeH="0" baseline="0" noProof="1">
              <a:solidFill>
                <a:srgbClr val="404040"/>
              </a:solidFill>
              <a:latin typeface="微软雅黑" charset="-122"/>
              <a:ea typeface="微软雅黑" charset="-122"/>
              <a:cs typeface="+mj-cs"/>
              <a:sym typeface="微软雅黑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9710" y="1503680"/>
            <a:ext cx="11893550" cy="4065905"/>
          </a:xfrm>
        </p:spPr>
        <p:txBody>
          <a:bodyPr lIns="101600" tIns="0" rIns="82550" bIns="0" rtlCol="0">
            <a:noAutofit/>
          </a:bodyPr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（</a:t>
            </a:r>
            <a:r>
              <a:rPr lang="en-US" altLang="zh-CN"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4</a:t>
            </a:r>
            <a:r>
              <a:rPr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）剧本朗读需介绍相应片段，包括但不限于人物关系、行为动机、戏剧结构、戏剧冲突</a:t>
            </a:r>
            <a:r>
              <a:rPr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等。允许有条件的小组进行</a:t>
            </a:r>
            <a:r>
              <a:rPr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表演。</a:t>
            </a:r>
            <a:endParaRPr sz="2400" b="1" strike="noStrike" kern="0" spc="0" noProof="1"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sym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（</a:t>
            </a:r>
            <a:r>
              <a:rPr lang="en-US" altLang="zh-CN"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5</a:t>
            </a:r>
            <a:r>
              <a:rPr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）每组时长约</a:t>
            </a:r>
            <a:r>
              <a:rPr lang="en-US" altLang="zh-CN"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15</a:t>
            </a:r>
            <a:r>
              <a:rPr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分钟</a:t>
            </a:r>
            <a:r>
              <a:rPr lang="en-US" altLang="zh-CN" sz="2400" b="1" strike="noStrike" kern="0" spc="0" noProof="1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;</a:t>
            </a:r>
            <a:endParaRPr sz="2400" b="1" strike="noStrike" kern="0" spc="0" noProof="1"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sym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（</a:t>
            </a:r>
            <a:r>
              <a:rPr lang="en-US" altLang="zh-CN"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6</a:t>
            </a: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）期末考试周之前，每位同学提交一份学习总结，</a:t>
            </a: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并由组长提交一份分工</a:t>
            </a: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说明。</a:t>
            </a:r>
            <a:endParaRPr sz="2400" b="1" kern="0" spc="0"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sym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（</a:t>
            </a:r>
            <a:r>
              <a:rPr lang="en-US" altLang="zh-CN"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7</a:t>
            </a: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）学习总结不少于</a:t>
            </a:r>
            <a:r>
              <a:rPr lang="en-US" altLang="zh-CN"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2000</a:t>
            </a: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字，禁止使用</a:t>
            </a:r>
            <a:r>
              <a:rPr sz="2400" b="1" kern="0" spc="0"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sym typeface="+mn-ea"/>
              </a:rPr>
              <a:t>人工智能软件。</a:t>
            </a:r>
            <a:endParaRPr sz="2400" b="1" kern="0" spc="0"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2913"/>
            <a:ext cx="10852150" cy="442913"/>
          </a:xfrm>
        </p:spPr>
        <p:txBody>
          <a:bodyPr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考核方式</a:t>
            </a:r>
            <a:endParaRPr kumimoji="1" lang="zh-CN" altLang="en-US" sz="4400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52150" cy="5389563"/>
          </a:xfrm>
        </p:spPr>
        <p:txBody>
          <a:bodyPr wrap="square" lIns="91440" tIns="45720" rIns="91440" bIns="45720" numCol="1" rtlCol="0" anchor="t" anchorCtr="0" compatLnSpc="1">
            <a:noAutofit/>
          </a:bodyPr>
          <a:lstStyle/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三、期末成绩（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0%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）</a:t>
            </a: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必修课，在考试周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考试；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考试内容：与授课内容、分组自学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内容相关。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2913"/>
            <a:ext cx="10852150" cy="442913"/>
          </a:xfrm>
        </p:spPr>
        <p:txBody>
          <a:bodyPr lIns="101600" tIns="38100" rIns="76200" bIns="38100" rtlCol="0" anchor="t" anchorCtr="0">
            <a:no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课程纪律</a:t>
            </a:r>
            <a:endParaRPr kumimoji="0" lang="zh-CN" altLang="en-US" sz="4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lIns="101600" tIns="0" rIns="82550" bIns="0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marL="342900" marR="0" indent="-34290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en-US" sz="2800" b="1" i="0" u="none" strike="noStrike" kern="0" cap="none" spc="0" normalizeH="0" baseline="0" noProof="1">
              <a:solidFill>
                <a:schemeClr val="tx1">
                  <a:lumMod val="9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1.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按时交作业，若因特殊情况无法按时完成，请提前说明，不接受无正当理由的后补作业。</a:t>
            </a:r>
            <a:endParaRPr kumimoji="0" lang="en-US" altLang="zh-CN" sz="2800" b="1" i="0" u="none" strike="noStrike" kern="0" cap="none" spc="0" normalizeH="0" baseline="0" noProof="1">
              <a:solidFill>
                <a:schemeClr val="tx1">
                  <a:lumMod val="95000"/>
                </a:schemeClr>
              </a:solidFill>
              <a:effectLst/>
              <a:latin typeface="黑体" charset="0"/>
              <a:ea typeface="黑体" charset="0"/>
              <a:cs typeface="黑体" charset="0"/>
            </a:endParaRPr>
          </a:p>
          <a:p>
            <a:pPr marL="342900" marR="0" indent="-34290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2.</a:t>
            </a:r>
            <a:r>
              <a:rPr kumimoji="0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不定时抽查考勤，有事请提前请假，不接受后补假条。</a:t>
            </a:r>
            <a:endParaRPr kumimoji="0" lang="en-US" altLang="zh-CN" sz="2800" b="1" i="0" u="none" strike="noStrike" kern="0" cap="none" spc="0" normalizeH="0" baseline="0" noProof="1">
              <a:solidFill>
                <a:schemeClr val="tx1">
                  <a:lumMod val="95000"/>
                </a:schemeClr>
              </a:solidFill>
              <a:effectLst/>
              <a:latin typeface="黑体" charset="0"/>
              <a:ea typeface="黑体" charset="0"/>
              <a:cs typeface="黑体" charset="0"/>
            </a:endParaRPr>
          </a:p>
          <a:p>
            <a:pPr marL="342900" marR="0" indent="-34290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3.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不接受任何与考试成绩有关的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“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商议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”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。期末时，如果你认为成绩有问题，请走教务处正规复核流程。</a:t>
            </a:r>
            <a:endParaRPr kumimoji="0" lang="zh-CN" altLang="en-US" sz="2800" b="1" i="0" u="none" strike="noStrike" kern="0" cap="none" spc="0" normalizeH="0" baseline="0" noProof="1">
              <a:solidFill>
                <a:schemeClr val="tx1">
                  <a:lumMod val="95000"/>
                </a:schemeClr>
              </a:solidFill>
              <a:effectLst/>
              <a:latin typeface="黑体" charset="0"/>
              <a:ea typeface="黑体" charset="0"/>
              <a:cs typeface="黑体" charset="0"/>
            </a:endParaRPr>
          </a:p>
          <a:p>
            <a:pPr marL="342900" marR="0" indent="-3429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4.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本课程所有资料仅限内部学习使用，严禁外传。</a:t>
            </a:r>
            <a:endParaRPr kumimoji="0" lang="zh-CN" altLang="en-US" sz="2800" b="1" i="0" u="none" strike="noStrike" kern="0" cap="none" spc="0" normalizeH="0" baseline="0" noProof="1">
              <a:solidFill>
                <a:schemeClr val="tx1">
                  <a:lumMod val="95000"/>
                </a:schemeClr>
              </a:solidFill>
              <a:effectLst/>
              <a:latin typeface="黑体" charset="0"/>
              <a:ea typeface="黑体" charset="0"/>
              <a:cs typeface="黑体" charset="0"/>
            </a:endParaRPr>
          </a:p>
          <a:p>
            <a:pPr marL="342900" marR="0" indent="-3429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5.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>
                    <a:lumMod val="95000"/>
                  </a:schemeClr>
                </a:solidFill>
                <a:effectLst/>
                <a:latin typeface="黑体" charset="0"/>
                <a:ea typeface="黑体" charset="0"/>
                <a:cs typeface="黑体" charset="0"/>
              </a:rPr>
              <a:t>课程群组内仅限讨论与课程有关的问题。</a:t>
            </a:r>
            <a:endParaRPr kumimoji="0" lang="zh-CN" altLang="en-US" sz="2800" b="1" i="0" u="none" strike="noStrike" kern="0" cap="none" spc="0" normalizeH="0" baseline="0" noProof="1">
              <a:solidFill>
                <a:schemeClr val="tx1">
                  <a:lumMod val="95000"/>
                </a:schemeClr>
              </a:solidFill>
              <a:effectLst/>
              <a:latin typeface="黑体" charset="0"/>
              <a:ea typeface="黑体" charset="0"/>
              <a:cs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SLIDE_BK_DARK_LIGHT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SLIDE_BK_DARK_LIGHT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SLIDE_BK_DARK_LIGHT" val="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SLIDE_BK_DARK_LIGHT" val="2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SLIDE_BK_DARK_LIGHT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SLIDE_BK_DARK_LIGHT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SLIDE_BK_DARK_LIGHT" val="2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SLIDE_BK_DARK_LIGHT" val="2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3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TYPE" val="i"/>
  <p:tag name="KSO_WM_UNIT_INDEX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TYPE" val="i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d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VALUE" val="495*440"/>
  <p:tag name="KSO_WM_UNIT_TYPE" val="d"/>
  <p:tag name="KSO_WM_UNIT_INDEX" val="1"/>
  <p:tag name="KSO_WM_UNIT_SUPPORT_UNIT_TYPE" val="[&quot;all&quot;]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d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VALUE" val="604*536"/>
  <p:tag name="KSO_WM_UNIT_TYPE" val="d"/>
  <p:tag name="KSO_WM_UNIT_INDEX" val="2"/>
  <p:tag name="KSO_WM_UNIT_SUPPORT_UNIT_TYPE" val="[&quot;all&quot;]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8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0245"/>
</p:tagLst>
</file>

<file path=ppt/tags/tag9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0245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TEMPLATE_SUBCATEGORY" val="0"/>
  <p:tag name="KSO_WM_TAG_VERSION" val="1.0"/>
  <p:tag name="KSO_WM_BEAUTIFY_FLAG" val="#wm#"/>
  <p:tag name="KSO_WM_TEMPLATE_CATEGORY" val="custom"/>
  <p:tag name="KSO_WM_TEMPLATE_INDEX" val="20200245"/>
  <p:tag name="KSO_WM_TEMPLATE_THUMBS_INDEX" val="1、4、5、7、8、9、10、11、12、13、15"/>
  <p:tag name="KSO_WM_UNIT_SHOW_EDIT_AREA_INDICATION" val="0"/>
  <p:tag name="KSO_WM_TEMPLATE_MASTER_TYPE" val="1"/>
  <p:tag name="KSO_WM_TEMPLATE_COLOR_TYPE" val="1"/>
  <p:tag name="KSO_WM_TEMPLATE_MASTER_THUMB_INDEX" val="12"/>
</p:tagLst>
</file>

<file path=ppt/tags/tag104.xml><?xml version="1.0" encoding="utf-8"?>
<p:tagLst xmlns:p="http://schemas.openxmlformats.org/presentationml/2006/main">
  <p:tag name="KSO_WM_TEMPLATE_CATEGORY" val="custom"/>
  <p:tag name="KSO_WM_TEMPLATE_INDEX" val="20200245"/>
</p:tagLst>
</file>

<file path=ppt/tags/tag105.xml><?xml version="1.0" encoding="utf-8"?>
<p:tagLst xmlns:p="http://schemas.openxmlformats.org/presentationml/2006/main">
  <p:tag name="KSO_WM_TEMPLATE_CATEGORY" val="custom"/>
  <p:tag name="KSO_WM_TEMPLATE_INDEX" val="20200245"/>
</p:tagLst>
</file>

<file path=ppt/tags/tag106.xml><?xml version="1.0" encoding="utf-8"?>
<p:tagLst xmlns:p="http://schemas.openxmlformats.org/presentationml/2006/main">
  <p:tag name="KSO_WM_SLIDE_MODEL_TYPE" val="numdgm"/>
  <p:tag name="KSO_WM_TEMPLATE_CATEGORY" val="custom"/>
  <p:tag name="KSO_WM_TEMPLATE_INDEX" val="20200245"/>
</p:tagLst>
</file>

<file path=ppt/tags/tag107.xml><?xml version="1.0" encoding="utf-8"?>
<p:tagLst xmlns:p="http://schemas.openxmlformats.org/presentationml/2006/main">
  <p:tag name="KSO_WM_SLIDE_MODEL_TYPE" val="numdgm"/>
  <p:tag name="KSO_WM_TEMPLATE_CATEGORY" val="custom"/>
  <p:tag name="KSO_WM_TEMPLATE_INDEX" val="20200245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0245"/>
</p:tagLst>
</file>

<file path=ppt/tags/tag109.xml><?xml version="1.0" encoding="utf-8"?>
<p:tagLst xmlns:p="http://schemas.openxmlformats.org/presentationml/2006/main">
  <p:tag name="KSO_WM_TEMPLATE_CATEGORY" val="custom"/>
  <p:tag name="KSO_WM_TEMPLATE_INDEX" val="20200245"/>
</p:tagLst>
</file>

<file path=ppt/tags/tag110.xml><?xml version="1.0" encoding="utf-8"?>
<p:tagLst xmlns:p="http://schemas.openxmlformats.org/presentationml/2006/main">
  <p:tag name="KSO_WM_TEMPLATE_CATEGORY" val="custom"/>
  <p:tag name="KSO_WM_TEMPLATE_INDEX" val="20200245"/>
</p:tagLst>
</file>

<file path=ppt/theme/theme1.xml><?xml version="1.0" encoding="utf-8"?>
<a:theme xmlns:a="http://schemas.openxmlformats.org/drawingml/2006/main" name="Office 主题​​">
  <a:themeElements>
    <a:clrScheme name="自定义 99">
      <a:dk1>
        <a:srgbClr val="000000"/>
      </a:dk1>
      <a:lt1>
        <a:srgbClr val="FFFFFF"/>
      </a:lt1>
      <a:dk2>
        <a:srgbClr val="E3DEEC"/>
      </a:dk2>
      <a:lt2>
        <a:srgbClr val="F7F4FB"/>
      </a:lt2>
      <a:accent1>
        <a:srgbClr val="725CA2"/>
      </a:accent1>
      <a:accent2>
        <a:srgbClr val="7B6792"/>
      </a:accent2>
      <a:accent3>
        <a:srgbClr val="837284"/>
      </a:accent3>
      <a:accent4>
        <a:srgbClr val="8E7D79"/>
      </a:accent4>
      <a:accent5>
        <a:srgbClr val="96886B"/>
      </a:accent5>
      <a:accent6>
        <a:srgbClr val="A1935F"/>
      </a:accent6>
      <a:hlink>
        <a:srgbClr val="5DCAFB"/>
      </a:hlink>
      <a:folHlink>
        <a:srgbClr val="B759BC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Maple</Template>
  <TotalTime>0</TotalTime>
  <Words>705</Words>
  <Application>WPS 文字</Application>
  <PresentationFormat>全屏显示(4:3)</PresentationFormat>
  <Paragraphs>52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汉仪书宋二KW</vt:lpstr>
      <vt:lpstr>微软雅黑</vt:lpstr>
      <vt:lpstr>汉仪旗黑</vt:lpstr>
      <vt:lpstr>汉仪旗黑-85S</vt:lpstr>
      <vt:lpstr>汉仪中黑KW</vt:lpstr>
      <vt:lpstr>黑体</vt:lpstr>
      <vt:lpstr>宋体</vt:lpstr>
      <vt:lpstr>Arial Unicode MS</vt:lpstr>
      <vt:lpstr>等线</vt:lpstr>
      <vt:lpstr>汉仪中等线KW</vt:lpstr>
      <vt:lpstr>Wingdings</vt:lpstr>
      <vt:lpstr>微软雅黑</vt:lpstr>
      <vt:lpstr>汉仪旗黑-85S</vt:lpstr>
      <vt:lpstr>仿宋</vt:lpstr>
      <vt:lpstr>方正仿宋_GBK</vt:lpstr>
      <vt:lpstr>Office 主题​​</vt:lpstr>
      <vt:lpstr>外国戏剧史</vt:lpstr>
      <vt:lpstr>课程介绍</vt:lpstr>
      <vt:lpstr>考核方式</vt:lpstr>
      <vt:lpstr>考核方式</vt:lpstr>
      <vt:lpstr>PowerPoint 演示文稿</vt:lpstr>
      <vt:lpstr>考核方式</vt:lpstr>
      <vt:lpstr>课程纪律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许昳婷</cp:lastModifiedBy>
  <cp:revision>90</cp:revision>
  <dcterms:created xsi:type="dcterms:W3CDTF">2025-09-02T06:17:50Z</dcterms:created>
  <dcterms:modified xsi:type="dcterms:W3CDTF">2025-09-02T06:17:50Z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2052-12.1.21861.21861</vt:lpwstr>
  </property>
  <property fmtid="{D5CDD505-2E9C-101B-9397-08002B2CF9AE}" pid="4" name="ICV">
    <vt:lpwstr>D757B7D87B855E9BE7BAC463C0228DBA</vt:lpwstr>
  </property>
</Properties>
</file>