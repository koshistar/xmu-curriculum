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7"/>
  </p:notesMasterIdLst>
  <p:handoutMasterIdLst>
    <p:handoutMasterId r:id="rId18"/>
  </p:handoutMasterIdLst>
  <p:sldIdLst>
    <p:sldId id="506" r:id="rId3"/>
    <p:sldId id="508" r:id="rId4"/>
    <p:sldId id="510" r:id="rId5"/>
    <p:sldId id="509" r:id="rId6"/>
    <p:sldId id="514" r:id="rId7"/>
    <p:sldId id="516" r:id="rId8"/>
    <p:sldId id="515" r:id="rId9"/>
    <p:sldId id="512" r:id="rId10"/>
    <p:sldId id="518" r:id="rId11"/>
    <p:sldId id="520" r:id="rId12"/>
    <p:sldId id="521" r:id="rId13"/>
    <p:sldId id="479" r:id="rId14"/>
    <p:sldId id="523" r:id="rId15"/>
    <p:sldId id="444" r:id="rId16"/>
  </p:sldIdLst>
  <p:sldSz cx="9144000" cy="5143500" type="screen16x9"/>
  <p:notesSz cx="6858000" cy="9144000"/>
  <p:embeddedFontLst>
    <p:embeddedFont>
      <p:font typeface="汉仪旗黑-50S" panose="00020600040101010101" charset="-122"/>
      <p:regular r:id="rId23"/>
    </p:embeddedFont>
    <p:embeddedFont>
      <p:font typeface="汉仪雅酷黑 65W" panose="020B0604020202020204" charset="-122"/>
      <p:regular r:id="rId24"/>
    </p:embeddedFont>
  </p:embeddedFontLst>
  <p:custDataLst>
    <p:tags r:id="rId25"/>
  </p:custDataLst>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BE2A6164-6C94-4D72-A808-DBA72125A748}">
          <p14:sldIdLst>
            <p14:sldId id="506"/>
            <p14:sldId id="508"/>
            <p14:sldId id="510"/>
            <p14:sldId id="509"/>
            <p14:sldId id="514"/>
            <p14:sldId id="516"/>
            <p14:sldId id="515"/>
            <p14:sldId id="512"/>
            <p14:sldId id="518"/>
            <p14:sldId id="520"/>
            <p14:sldId id="521"/>
            <p14:sldId id="479"/>
            <p14:sldId id="523"/>
            <p14:sldId id="444"/>
          </p14:sldIdLst>
        </p14:section>
      </p14:sectionLst>
    </p:ext>
    <p:ext uri="{EFAFB233-063F-42B5-8137-9DF3F51BA10A}">
      <p15:sldGuideLst xmlns:p15="http://schemas.microsoft.com/office/powerpoint/2012/main">
        <p15:guide id="1" pos="144" userDrawn="1">
          <p15:clr>
            <a:srgbClr val="A4A3A4"/>
          </p15:clr>
        </p15:guide>
        <p15:guide id="2" pos="5616" userDrawn="1">
          <p15:clr>
            <a:srgbClr val="A4A3A4"/>
          </p15:clr>
        </p15:guide>
        <p15:guide id="3" orient="horz" pos="320" userDrawn="1">
          <p15:clr>
            <a:srgbClr val="A4A3A4"/>
          </p15:clr>
        </p15:guide>
        <p15:guide id="4" orient="horz" pos="352" userDrawn="1">
          <p15:clr>
            <a:srgbClr val="A4A3A4"/>
          </p15:clr>
        </p15:guide>
        <p15:guide id="5" orient="horz" pos="3072" userDrawn="1">
          <p15:clr>
            <a:srgbClr val="A4A3A4"/>
          </p15:clr>
        </p15:guide>
        <p15:guide id="6" orient="horz" pos="30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哒哒 熊猫" initials="哒哒"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EF2F5"/>
    <a:srgbClr val="243255"/>
    <a:srgbClr val="29323F"/>
    <a:srgbClr val="F2F2F2"/>
    <a:srgbClr val="FFFFFF"/>
    <a:srgbClr val="546553"/>
    <a:srgbClr val="445545"/>
    <a:srgbClr val="244029"/>
    <a:srgbClr val="49604E"/>
    <a:srgbClr val="4354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695" autoAdjust="0"/>
    <p:restoredTop sz="94660"/>
  </p:normalViewPr>
  <p:slideViewPr>
    <p:cSldViewPr snapToGrid="0" showGuides="1">
      <p:cViewPr varScale="1">
        <p:scale>
          <a:sx n="114" d="100"/>
          <a:sy n="114" d="100"/>
        </p:scale>
        <p:origin x="696" y="82"/>
      </p:cViewPr>
      <p:guideLst>
        <p:guide pos="144"/>
        <p:guide pos="5616"/>
        <p:guide orient="horz" pos="320"/>
        <p:guide orient="horz" pos="352"/>
        <p:guide orient="horz" pos="3072"/>
        <p:guide orient="horz" pos="30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gs" Target="tags/tag1.xml"/><Relationship Id="rId24" Type="http://schemas.openxmlformats.org/officeDocument/2006/relationships/font" Target="fonts/font2.fntdata"/><Relationship Id="rId23" Type="http://schemas.openxmlformats.org/officeDocument/2006/relationships/font" Target="fonts/font1.fntdata"/><Relationship Id="rId22" Type="http://schemas.openxmlformats.org/officeDocument/2006/relationships/commentAuthors" Target="commentAuthors.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汉仪旗黑-50S" panose="00020600040101010101" charset="-122"/>
              <a:ea typeface="汉仪旗黑-50S" panose="0002060004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汉仪旗黑-50S" panose="00020600040101010101" charset="-122"/>
              </a:rPr>
            </a:fld>
            <a:endParaRPr lang="zh-CN" altLang="en-US">
              <a:latin typeface="汉仪旗黑-50S" panose="0002060004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汉仪旗黑-50S" panose="00020600040101010101" charset="-122"/>
              <a:ea typeface="汉仪旗黑-50S" panose="0002060004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汉仪旗黑-50S" panose="00020600040101010101" charset="-122"/>
              </a:rPr>
            </a:fld>
            <a:endParaRPr lang="zh-CN" altLang="en-US">
              <a:latin typeface="汉仪旗黑-50S" panose="0002060004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汉仪旗黑-50S" panose="00020600040101010101" charset="-122"/>
                <a:ea typeface="汉仪旗黑-50S" panose="0002060004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汉仪旗黑-50S" panose="00020600040101010101" charset="-122"/>
                <a:ea typeface="汉仪旗黑-50S" panose="0002060004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汉仪旗黑-50S" panose="00020600040101010101" charset="-122"/>
                <a:ea typeface="汉仪旗黑-50S" panose="0002060004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汉仪旗黑-50S" panose="00020600040101010101" charset="-122"/>
                <a:ea typeface="汉仪旗黑-50S" panose="0002060004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汉仪旗黑-50S" panose="00020600040101010101" charset="-122"/>
        <a:ea typeface="汉仪旗黑-50S" panose="00020600040101010101" charset="-122"/>
        <a:cs typeface="+mn-cs"/>
      </a:defRPr>
    </a:lvl1pPr>
    <a:lvl2pPr marL="457200" algn="l" defTabSz="914400" rtl="0" eaLnBrk="1" latinLnBrk="0" hangingPunct="1">
      <a:defRPr sz="1200" kern="1200">
        <a:solidFill>
          <a:schemeClr val="tx1"/>
        </a:solidFill>
        <a:latin typeface="汉仪旗黑-50S" panose="00020600040101010101" charset="-122"/>
        <a:ea typeface="汉仪旗黑-50S" panose="00020600040101010101" charset="-122"/>
        <a:cs typeface="+mn-cs"/>
      </a:defRPr>
    </a:lvl2pPr>
    <a:lvl3pPr marL="914400" algn="l" defTabSz="914400" rtl="0" eaLnBrk="1" latinLnBrk="0" hangingPunct="1">
      <a:defRPr sz="1200" kern="1200">
        <a:solidFill>
          <a:schemeClr val="tx1"/>
        </a:solidFill>
        <a:latin typeface="汉仪旗黑-50S" panose="00020600040101010101" charset="-122"/>
        <a:ea typeface="汉仪旗黑-50S" panose="00020600040101010101" charset="-122"/>
        <a:cs typeface="+mn-cs"/>
      </a:defRPr>
    </a:lvl3pPr>
    <a:lvl4pPr marL="1371600" algn="l" defTabSz="914400" rtl="0" eaLnBrk="1" latinLnBrk="0" hangingPunct="1">
      <a:defRPr sz="1200" kern="1200">
        <a:solidFill>
          <a:schemeClr val="tx1"/>
        </a:solidFill>
        <a:latin typeface="汉仪旗黑-50S" panose="00020600040101010101" charset="-122"/>
        <a:ea typeface="汉仪旗黑-50S" panose="00020600040101010101" charset="-122"/>
        <a:cs typeface="+mn-cs"/>
      </a:defRPr>
    </a:lvl4pPr>
    <a:lvl5pPr marL="1828800" algn="l" defTabSz="914400" rtl="0" eaLnBrk="1" latinLnBrk="0" hangingPunct="1">
      <a:defRPr sz="1200" kern="1200">
        <a:solidFill>
          <a:schemeClr val="tx1"/>
        </a:solidFill>
        <a:latin typeface="汉仪旗黑-50S" panose="00020600040101010101" charset="-122"/>
        <a:ea typeface="汉仪旗黑-50S" panose="00020600040101010101"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图片占位符 2"/>
          <p:cNvSpPr>
            <a:spLocks noGrp="1"/>
          </p:cNvSpPr>
          <p:nvPr>
            <p:ph type="pic" sz="quarter" idx="20"/>
          </p:nvPr>
        </p:nvSpPr>
        <p:spPr>
          <a:xfrm>
            <a:off x="546364" y="845238"/>
            <a:ext cx="3890724" cy="2053630"/>
          </a:xfrm>
        </p:spPr>
        <p:txBody>
          <a:bodyPr>
            <a:normAutofit/>
          </a:bodyPr>
          <a:lstStyle>
            <a:lvl1pPr marL="0" indent="0" algn="ctr">
              <a:buFontTx/>
              <a:buNone/>
              <a:defRPr sz="1400"/>
            </a:lvl1pPr>
          </a:lstStyle>
          <a:p>
            <a:endParaRPr lang="zh-CN" altLang="en-US"/>
          </a:p>
        </p:txBody>
      </p:sp>
      <p:sp>
        <p:nvSpPr>
          <p:cNvPr id="3" name="矩形 2"/>
          <p:cNvSpPr/>
          <p:nvPr userDrawn="1"/>
        </p:nvSpPr>
        <p:spPr>
          <a:xfrm>
            <a:off x="532151" y="2996327"/>
            <a:ext cx="1829673" cy="182967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图片占位符 2"/>
          <p:cNvSpPr>
            <a:spLocks noGrp="1"/>
          </p:cNvSpPr>
          <p:nvPr>
            <p:ph type="pic" sz="quarter" idx="21"/>
          </p:nvPr>
        </p:nvSpPr>
        <p:spPr>
          <a:xfrm>
            <a:off x="2605074" y="2995727"/>
            <a:ext cx="1830873" cy="1830873"/>
          </a:xfrm>
        </p:spPr>
        <p:txBody>
          <a:bodyPr>
            <a:normAutofit/>
          </a:bodyPr>
          <a:lstStyle>
            <a:lvl1pPr marL="0" indent="0" algn="ctr">
              <a:buFontTx/>
              <a:buNone/>
              <a:defRPr sz="1400"/>
            </a:lvl1pPr>
          </a:lstStyle>
          <a:p>
            <a:endParaRPr lang="zh-CN" altLang="en-US"/>
          </a:p>
        </p:txBody>
      </p:sp>
      <p:sp>
        <p:nvSpPr>
          <p:cNvPr id="6" name="矩形 5"/>
          <p:cNvSpPr/>
          <p:nvPr userDrawn="1"/>
        </p:nvSpPr>
        <p:spPr>
          <a:xfrm>
            <a:off x="4684426" y="845238"/>
            <a:ext cx="3907180" cy="2055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a:off x="4679197" y="2996327"/>
            <a:ext cx="1829673" cy="182967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图片占位符 2"/>
          <p:cNvSpPr>
            <a:spLocks noGrp="1"/>
          </p:cNvSpPr>
          <p:nvPr>
            <p:ph type="pic" sz="quarter" idx="22"/>
          </p:nvPr>
        </p:nvSpPr>
        <p:spPr>
          <a:xfrm>
            <a:off x="6752119" y="2995727"/>
            <a:ext cx="1830873" cy="1830873"/>
          </a:xfrm>
        </p:spPr>
        <p:txBody>
          <a:bodyPr>
            <a:normAutofit/>
          </a:bodyPr>
          <a:lstStyle>
            <a:lvl1pPr marL="0" indent="0" algn="ctr">
              <a:buFontTx/>
              <a:buNone/>
              <a:defRPr sz="1400"/>
            </a:lvl1pPr>
          </a:lstStyle>
          <a:p>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9_标题和内容">
    <p:spTree>
      <p:nvGrpSpPr>
        <p:cNvPr id="1" name=""/>
        <p:cNvGrpSpPr/>
        <p:nvPr/>
      </p:nvGrpSpPr>
      <p:grpSpPr>
        <a:xfrm>
          <a:off x="0" y="0"/>
          <a:ext cx="0" cy="0"/>
          <a:chOff x="0" y="0"/>
          <a:chExt cx="0" cy="0"/>
        </a:xfrm>
      </p:grpSpPr>
      <p:sp>
        <p:nvSpPr>
          <p:cNvPr id="2" name="图片占位符 2"/>
          <p:cNvSpPr>
            <a:spLocks noGrp="1"/>
          </p:cNvSpPr>
          <p:nvPr>
            <p:ph type="pic" sz="quarter" idx="20"/>
          </p:nvPr>
        </p:nvSpPr>
        <p:spPr>
          <a:xfrm>
            <a:off x="381301" y="1551706"/>
            <a:ext cx="2634552" cy="1437023"/>
          </a:xfrm>
        </p:spPr>
        <p:txBody>
          <a:bodyPr>
            <a:normAutofit/>
          </a:bodyPr>
          <a:lstStyle>
            <a:lvl1pPr marL="0" indent="0" algn="ctr">
              <a:buFontTx/>
              <a:buNone/>
              <a:defRPr sz="1400"/>
            </a:lvl1pPr>
          </a:lstStyle>
          <a:p>
            <a:endParaRPr lang="zh-CN" altLang="en-US"/>
          </a:p>
        </p:txBody>
      </p:sp>
      <p:sp>
        <p:nvSpPr>
          <p:cNvPr id="3" name="图片占位符 2"/>
          <p:cNvSpPr>
            <a:spLocks noGrp="1"/>
          </p:cNvSpPr>
          <p:nvPr>
            <p:ph type="pic" sz="quarter" idx="21"/>
          </p:nvPr>
        </p:nvSpPr>
        <p:spPr>
          <a:xfrm>
            <a:off x="3254724" y="1551705"/>
            <a:ext cx="2634552" cy="1437023"/>
          </a:xfrm>
        </p:spPr>
        <p:txBody>
          <a:bodyPr>
            <a:normAutofit/>
          </a:bodyPr>
          <a:lstStyle>
            <a:lvl1pPr marL="0" indent="0" algn="ctr">
              <a:buFontTx/>
              <a:buNone/>
              <a:defRPr sz="1400"/>
            </a:lvl1pPr>
          </a:lstStyle>
          <a:p>
            <a:endParaRPr lang="zh-CN" altLang="en-US"/>
          </a:p>
        </p:txBody>
      </p:sp>
      <p:sp>
        <p:nvSpPr>
          <p:cNvPr id="4" name="图片占位符 2"/>
          <p:cNvSpPr>
            <a:spLocks noGrp="1"/>
          </p:cNvSpPr>
          <p:nvPr>
            <p:ph type="pic" sz="quarter" idx="22"/>
          </p:nvPr>
        </p:nvSpPr>
        <p:spPr>
          <a:xfrm>
            <a:off x="6128146" y="1551706"/>
            <a:ext cx="2634552" cy="1437023"/>
          </a:xfrm>
        </p:spPr>
        <p:txBody>
          <a:bodyPr>
            <a:normAutofit/>
          </a:bodyPr>
          <a:lstStyle>
            <a:lvl1pPr marL="0" indent="0" algn="ctr">
              <a:buFontTx/>
              <a:buNone/>
              <a:defRPr sz="1400"/>
            </a:lvl1pPr>
          </a:lstStyle>
          <a:p>
            <a:endParaRPr lang="zh-CN" altLang="en-US"/>
          </a:p>
        </p:txBody>
      </p:sp>
      <p:sp>
        <p:nvSpPr>
          <p:cNvPr id="5" name="矩形 4"/>
          <p:cNvSpPr/>
          <p:nvPr userDrawn="1"/>
        </p:nvSpPr>
        <p:spPr>
          <a:xfrm>
            <a:off x="0" y="3706477"/>
            <a:ext cx="9144000" cy="14370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33" name="图片占位符 2"/>
          <p:cNvSpPr>
            <a:spLocks noGrp="1"/>
          </p:cNvSpPr>
          <p:nvPr>
            <p:ph type="pic" sz="quarter" idx="20"/>
          </p:nvPr>
        </p:nvSpPr>
        <p:spPr>
          <a:xfrm>
            <a:off x="231991" y="947057"/>
            <a:ext cx="8683409" cy="1736873"/>
          </a:xfrm>
        </p:spPr>
        <p:txBody>
          <a:bodyPr>
            <a:normAutofit/>
          </a:bodyPr>
          <a:lstStyle>
            <a:lvl1pPr marL="0" indent="0" algn="ctr">
              <a:buFontTx/>
              <a:buNone/>
              <a:defRPr sz="1400"/>
            </a:lvl1p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标题和内容">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标题和内容">
    <p:spTree>
      <p:nvGrpSpPr>
        <p:cNvPr id="1" name=""/>
        <p:cNvGrpSpPr/>
        <p:nvPr/>
      </p:nvGrpSpPr>
      <p:grpSpPr>
        <a:xfrm>
          <a:off x="0" y="0"/>
          <a:ext cx="0" cy="0"/>
          <a:chOff x="0" y="0"/>
          <a:chExt cx="0" cy="0"/>
        </a:xfrm>
      </p:grpSpPr>
      <p:sp>
        <p:nvSpPr>
          <p:cNvPr id="3" name="图片占位符 2"/>
          <p:cNvSpPr>
            <a:spLocks noGrp="1"/>
          </p:cNvSpPr>
          <p:nvPr>
            <p:ph type="pic" sz="quarter" idx="20"/>
          </p:nvPr>
        </p:nvSpPr>
        <p:spPr>
          <a:xfrm>
            <a:off x="350183" y="1389781"/>
            <a:ext cx="2601811" cy="1560588"/>
          </a:xfrm>
          <a:prstGeom prst="roundRect">
            <a:avLst>
              <a:gd name="adj" fmla="val 4775"/>
            </a:avLst>
          </a:prstGeom>
        </p:spPr>
        <p:txBody>
          <a:bodyPr>
            <a:normAutofit/>
          </a:bodyPr>
          <a:lstStyle>
            <a:lvl1pPr marL="0" indent="0" algn="ctr">
              <a:buFontTx/>
              <a:buNone/>
              <a:defRPr sz="1400"/>
            </a:lvl1pPr>
          </a:lstStyle>
          <a:p>
            <a:r>
              <a:rPr lang="zh-CN" altLang="en-US"/>
              <a:t>单击图标添加图片</a:t>
            </a:r>
            <a:endParaRPr lang="zh-CN" altLang="en-US"/>
          </a:p>
        </p:txBody>
      </p:sp>
      <p:sp>
        <p:nvSpPr>
          <p:cNvPr id="6" name="矩形: 圆角 5"/>
          <p:cNvSpPr/>
          <p:nvPr userDrawn="1"/>
        </p:nvSpPr>
        <p:spPr>
          <a:xfrm>
            <a:off x="345919" y="3114676"/>
            <a:ext cx="2610338" cy="1564481"/>
          </a:xfrm>
          <a:prstGeom prst="roundRect">
            <a:avLst>
              <a:gd name="adj" fmla="val 52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图片占位符 2"/>
          <p:cNvSpPr>
            <a:spLocks noGrp="1"/>
          </p:cNvSpPr>
          <p:nvPr>
            <p:ph type="pic" sz="quarter" idx="21"/>
          </p:nvPr>
        </p:nvSpPr>
        <p:spPr>
          <a:xfrm>
            <a:off x="3271095" y="1389781"/>
            <a:ext cx="2601811" cy="1560588"/>
          </a:xfrm>
          <a:prstGeom prst="roundRect">
            <a:avLst>
              <a:gd name="adj" fmla="val 4775"/>
            </a:avLst>
          </a:prstGeom>
        </p:spPr>
        <p:txBody>
          <a:bodyPr>
            <a:normAutofit/>
          </a:bodyPr>
          <a:lstStyle>
            <a:lvl1pPr marL="0" indent="0" algn="ctr">
              <a:buFontTx/>
              <a:buNone/>
              <a:defRPr sz="1400"/>
            </a:lvl1pPr>
          </a:lstStyle>
          <a:p>
            <a:r>
              <a:rPr lang="zh-CN" altLang="en-US"/>
              <a:t>单击图标添加图片</a:t>
            </a:r>
            <a:endParaRPr lang="zh-CN" altLang="en-US"/>
          </a:p>
        </p:txBody>
      </p:sp>
      <p:sp>
        <p:nvSpPr>
          <p:cNvPr id="8" name="矩形: 圆角 7"/>
          <p:cNvSpPr/>
          <p:nvPr userDrawn="1"/>
        </p:nvSpPr>
        <p:spPr>
          <a:xfrm>
            <a:off x="3266831" y="3114676"/>
            <a:ext cx="2610338" cy="1564481"/>
          </a:xfrm>
          <a:prstGeom prst="roundRect">
            <a:avLst>
              <a:gd name="adj" fmla="val 52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图片占位符 2"/>
          <p:cNvSpPr>
            <a:spLocks noGrp="1"/>
          </p:cNvSpPr>
          <p:nvPr>
            <p:ph type="pic" sz="quarter" idx="22"/>
          </p:nvPr>
        </p:nvSpPr>
        <p:spPr>
          <a:xfrm>
            <a:off x="6194514" y="1389781"/>
            <a:ext cx="2601811" cy="1560588"/>
          </a:xfrm>
          <a:prstGeom prst="roundRect">
            <a:avLst>
              <a:gd name="adj" fmla="val 4775"/>
            </a:avLst>
          </a:prstGeom>
        </p:spPr>
        <p:txBody>
          <a:bodyPr>
            <a:normAutofit/>
          </a:bodyPr>
          <a:lstStyle>
            <a:lvl1pPr marL="0" indent="0" algn="ctr">
              <a:buFontTx/>
              <a:buNone/>
              <a:defRPr sz="1400"/>
            </a:lvl1pPr>
          </a:lstStyle>
          <a:p>
            <a:r>
              <a:rPr lang="zh-CN" altLang="en-US"/>
              <a:t>单击图标添加图片</a:t>
            </a:r>
            <a:endParaRPr lang="zh-CN" altLang="en-US"/>
          </a:p>
        </p:txBody>
      </p:sp>
      <p:sp>
        <p:nvSpPr>
          <p:cNvPr id="10" name="矩形: 圆角 9"/>
          <p:cNvSpPr/>
          <p:nvPr userDrawn="1"/>
        </p:nvSpPr>
        <p:spPr>
          <a:xfrm>
            <a:off x="6190250" y="3114676"/>
            <a:ext cx="2610338" cy="1564481"/>
          </a:xfrm>
          <a:prstGeom prst="roundRect">
            <a:avLst>
              <a:gd name="adj" fmla="val 52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F2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latin typeface="汉仪旗黑-50S" panose="00020600040101010101" charset="-122"/>
                <a:ea typeface="汉仪旗黑-50S" panose="00020600040101010101" charset="-122"/>
              </a:defRPr>
            </a:lvl1pPr>
          </a:lstStyle>
          <a:p>
            <a:fld id="{D669989D-4831-4E99-B76E-9A53CB0F3A88}" type="datetimeFigureOut">
              <a:rPr lang="zh-CN" altLang="en-US" smtClean="0"/>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latin typeface="汉仪旗黑-50S" panose="00020600040101010101" charset="-122"/>
                <a:ea typeface="汉仪旗黑-50S" panose="00020600040101010101" charset="-122"/>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latin typeface="汉仪旗黑-50S" panose="00020600040101010101" charset="-122"/>
                <a:ea typeface="汉仪旗黑-50S" panose="00020600040101010101" charset="-122"/>
              </a:defRPr>
            </a:lvl1pPr>
          </a:lstStyle>
          <a:p>
            <a:fld id="{EE3F9CDB-1F21-4789-A81E-8FEA25CE194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685800" rtl="0" eaLnBrk="1" latinLnBrk="0" hangingPunct="1">
        <a:lnSpc>
          <a:spcPct val="90000"/>
        </a:lnSpc>
        <a:spcBef>
          <a:spcPct val="0"/>
        </a:spcBef>
        <a:buNone/>
        <a:defRPr sz="3300" kern="1200">
          <a:solidFill>
            <a:schemeClr val="tx1"/>
          </a:solidFill>
          <a:latin typeface="汉仪旗黑-50S" panose="00020600040101010101" charset="-122"/>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汉仪旗黑-50S" panose="00020600040101010101" charset="-122"/>
          <a:ea typeface="汉仪旗黑-50S" panose="00020600040101010101" charset="-122"/>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汉仪旗黑-50S" panose="00020600040101010101" charset="-122"/>
          <a:ea typeface="汉仪旗黑-50S" panose="00020600040101010101" charset="-122"/>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汉仪旗黑-50S" panose="00020600040101010101" charset="-122"/>
          <a:ea typeface="汉仪旗黑-50S" panose="00020600040101010101"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汉仪旗黑-50S" panose="00020600040101010101" charset="-122"/>
          <a:ea typeface="汉仪旗黑-50S" panose="00020600040101010101" charset="-122"/>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汉仪旗黑-50S" panose="00020600040101010101" charset="-122"/>
          <a:ea typeface="汉仪旗黑-50S" panose="00020600040101010101"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6.svg"/><Relationship Id="rId7" Type="http://schemas.openxmlformats.org/officeDocument/2006/relationships/image" Target="../media/image15.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
            <a:lum/>
          </a:blip>
          <a:srcRect/>
          <a:stretch>
            <a:fillRect/>
          </a:stretch>
        </a:blipFill>
        <a:effectLst/>
      </p:bgPr>
    </p:bg>
    <p:spTree>
      <p:nvGrpSpPr>
        <p:cNvPr id="1" name=""/>
        <p:cNvGrpSpPr/>
        <p:nvPr/>
      </p:nvGrpSpPr>
      <p:grpSpPr>
        <a:xfrm>
          <a:off x="0" y="0"/>
          <a:ext cx="0" cy="0"/>
          <a:chOff x="0" y="0"/>
          <a:chExt cx="0" cy="0"/>
        </a:xfrm>
      </p:grpSpPr>
      <p:sp>
        <p:nvSpPr>
          <p:cNvPr id="12" name="矩形 11"/>
          <p:cNvSpPr/>
          <p:nvPr/>
        </p:nvSpPr>
        <p:spPr bwMode="auto">
          <a:xfrm>
            <a:off x="1709678" y="1808258"/>
            <a:ext cx="5724644" cy="830997"/>
          </a:xfrm>
          <a:prstGeom prst="rect">
            <a:avLst/>
          </a:prstGeom>
        </p:spPr>
        <p:txBody>
          <a:bodyPr wrap="none">
            <a:spAutoFit/>
          </a:bodyPr>
          <a:lstStyle/>
          <a:p>
            <a:pPr algn="ctr"/>
            <a:r>
              <a:rPr lang="zh-CN" altLang="en-US" sz="4800" kern="100">
                <a:solidFill>
                  <a:schemeClr val="accent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蓝色学术风毕业答辩</a:t>
            </a:r>
            <a:endParaRPr lang="zh-CN" altLang="en-US" sz="4800" kern="100">
              <a:solidFill>
                <a:schemeClr val="accent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endParaRPr>
          </a:p>
        </p:txBody>
      </p:sp>
      <p:sp>
        <p:nvSpPr>
          <p:cNvPr id="13" name="矩形 12"/>
          <p:cNvSpPr/>
          <p:nvPr/>
        </p:nvSpPr>
        <p:spPr>
          <a:xfrm>
            <a:off x="1882587" y="1471295"/>
            <a:ext cx="5398995" cy="337185"/>
          </a:xfrm>
          <a:prstGeom prst="rect">
            <a:avLst/>
          </a:prstGeom>
        </p:spPr>
        <p:txBody>
          <a:bodyPr wrap="square">
            <a:spAutoFit/>
          </a:bodyPr>
          <a:lstStyle/>
          <a:p>
            <a:pPr marL="0" marR="0" lvl="0" indent="0" algn="dist" defTabSz="6858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normalizeH="0" baseline="0" noProof="0">
                <a:ln>
                  <a:noFill/>
                </a:ln>
                <a:solidFill>
                  <a:schemeClr val="accent1"/>
                </a:solidFill>
                <a:effectLst/>
                <a:uLnTx/>
                <a:uFillTx/>
                <a:latin typeface="汉仪旗黑-50S" panose="00020600040101010101" charset="-122"/>
                <a:ea typeface="汉仪旗黑-50S" panose="00020600040101010101" charset="-122"/>
                <a:cs typeface="+mn-cs"/>
                <a:sym typeface="汉仪旗黑-50S" panose="00020600040101010101" charset="-122"/>
              </a:rPr>
              <a:t>BLUE FRESH GRADUATION REPLY TEMPLATE</a:t>
            </a:r>
            <a:endParaRPr kumimoji="0" lang="zh-CN" altLang="en-US" sz="1600" b="1" i="0" u="none" strike="noStrike" kern="1200" cap="none" normalizeH="0" baseline="0" noProof="0">
              <a:ln>
                <a:noFill/>
              </a:ln>
              <a:solidFill>
                <a:schemeClr val="accent1"/>
              </a:solidFill>
              <a:effectLst/>
              <a:uLnTx/>
              <a:uFillTx/>
              <a:latin typeface="汉仪旗黑-50S" panose="00020600040101010101" charset="-122"/>
              <a:ea typeface="汉仪旗黑-50S" panose="00020600040101010101" charset="-122"/>
              <a:cs typeface="+mn-cs"/>
              <a:sym typeface="汉仪旗黑-50S" panose="00020600040101010101" charset="-122"/>
            </a:endParaRPr>
          </a:p>
        </p:txBody>
      </p:sp>
      <p:grpSp>
        <p:nvGrpSpPr>
          <p:cNvPr id="8" name="组合 7"/>
          <p:cNvGrpSpPr/>
          <p:nvPr/>
        </p:nvGrpSpPr>
        <p:grpSpPr>
          <a:xfrm>
            <a:off x="3136692" y="3387777"/>
            <a:ext cx="2870616" cy="262330"/>
            <a:chOff x="3136692" y="3177914"/>
            <a:chExt cx="2870616" cy="262330"/>
          </a:xfrm>
        </p:grpSpPr>
        <p:sp>
          <p:nvSpPr>
            <p:cNvPr id="5" name="矩形: 圆角 4"/>
            <p:cNvSpPr/>
            <p:nvPr/>
          </p:nvSpPr>
          <p:spPr>
            <a:xfrm>
              <a:off x="3136692" y="3177914"/>
              <a:ext cx="2870616" cy="262330"/>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0" name="文本框 9"/>
            <p:cNvSpPr txBox="1"/>
            <p:nvPr/>
          </p:nvSpPr>
          <p:spPr>
            <a:xfrm>
              <a:off x="3258450" y="3196807"/>
              <a:ext cx="2627100" cy="230832"/>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a:ln>
                    <a:noFill/>
                  </a:ln>
                  <a:solidFill>
                    <a:schemeClr val="bg1"/>
                  </a:solidFill>
                  <a:effectLst/>
                  <a:uLnTx/>
                  <a:uFillTx/>
                  <a:latin typeface="+mj-ea"/>
                  <a:ea typeface="+mj-ea"/>
                  <a:cs typeface="+mn-cs"/>
                  <a:sym typeface="汉仪旗黑-50S" panose="00020600040101010101" charset="-122"/>
                </a:rPr>
                <a:t>答辩学生：熊猫达人      指导老师：熊猫老师      </a:t>
              </a:r>
              <a:endParaRPr kumimoji="0" lang="en-US" altLang="zh-CN" sz="900" b="0" i="0" u="none" strike="noStrike" kern="1200" cap="none" spc="0" normalizeH="0" baseline="0" noProof="0">
                <a:ln>
                  <a:noFill/>
                </a:ln>
                <a:solidFill>
                  <a:schemeClr val="bg1"/>
                </a:solidFill>
                <a:effectLst/>
                <a:uLnTx/>
                <a:uFillTx/>
                <a:latin typeface="+mj-ea"/>
                <a:ea typeface="+mj-ea"/>
                <a:cs typeface="+mn-cs"/>
                <a:sym typeface="汉仪旗黑-50S" panose="00020600040101010101" charset="-122"/>
              </a:endParaRPr>
            </a:p>
          </p:txBody>
        </p:sp>
      </p:grpSp>
      <p:sp>
        <p:nvSpPr>
          <p:cNvPr id="91" name="矩形 90"/>
          <p:cNvSpPr/>
          <p:nvPr/>
        </p:nvSpPr>
        <p:spPr>
          <a:xfrm>
            <a:off x="6726531" y="4672112"/>
            <a:ext cx="2318262" cy="276999"/>
          </a:xfrm>
          <a:prstGeom prst="rect">
            <a:avLst/>
          </a:prstGeom>
        </p:spPr>
        <p:txBody>
          <a:bodyPr wrap="none">
            <a:spAutoFit/>
          </a:bodyPr>
          <a:lstStyle/>
          <a:p>
            <a:pPr algn="r"/>
            <a:r>
              <a:rPr lang="zh-CN" altLang="en-US" sz="1200" kern="100">
                <a:solidFill>
                  <a:schemeClr val="accent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信息科学技术学院 </a:t>
            </a:r>
            <a:r>
              <a:rPr lang="en-US" altLang="zh-CN" sz="1200" kern="100">
                <a:solidFill>
                  <a:schemeClr val="accent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20XX</a:t>
            </a:r>
            <a:r>
              <a:rPr lang="zh-CN" altLang="en-US" sz="1200" kern="100">
                <a:solidFill>
                  <a:schemeClr val="accent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级 </a:t>
            </a:r>
            <a:r>
              <a:rPr lang="en-US" altLang="zh-CN" sz="1200" kern="100">
                <a:solidFill>
                  <a:schemeClr val="accent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4</a:t>
            </a:r>
            <a:r>
              <a:rPr lang="zh-CN" altLang="en-US" sz="1200" kern="100">
                <a:solidFill>
                  <a:schemeClr val="accent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班</a:t>
            </a:r>
            <a:endParaRPr lang="en-US" altLang="zh-CN" sz="1200" kern="100">
              <a:solidFill>
                <a:schemeClr val="accent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endParaRPr>
          </a:p>
        </p:txBody>
      </p:sp>
      <p:sp>
        <p:nvSpPr>
          <p:cNvPr id="93" name="矩形 92"/>
          <p:cNvSpPr/>
          <p:nvPr/>
        </p:nvSpPr>
        <p:spPr bwMode="auto">
          <a:xfrm>
            <a:off x="136419" y="4672112"/>
            <a:ext cx="800219" cy="276999"/>
          </a:xfrm>
          <a:prstGeom prst="rect">
            <a:avLst/>
          </a:prstGeom>
        </p:spPr>
        <p:txBody>
          <a:bodyPr wrap="none">
            <a:spAutoFit/>
          </a:bodyPr>
          <a:lstStyle/>
          <a:p>
            <a:r>
              <a:rPr lang="zh-CN" altLang="en-US" sz="1200" kern="100">
                <a:solidFill>
                  <a:schemeClr val="accent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金山大学</a:t>
            </a:r>
            <a:endParaRPr lang="zh-CN" altLang="en-US" sz="1200" kern="100">
              <a:solidFill>
                <a:schemeClr val="accent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endParaRPr>
          </a:p>
        </p:txBody>
      </p:sp>
      <p:sp>
        <p:nvSpPr>
          <p:cNvPr id="54" name="矩形 53"/>
          <p:cNvSpPr/>
          <p:nvPr/>
        </p:nvSpPr>
        <p:spPr>
          <a:xfrm>
            <a:off x="1337982"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55" name="矩形 54"/>
          <p:cNvSpPr/>
          <p:nvPr/>
        </p:nvSpPr>
        <p:spPr>
          <a:xfrm>
            <a:off x="3289486"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56" name="矩形 55"/>
          <p:cNvSpPr/>
          <p:nvPr/>
        </p:nvSpPr>
        <p:spPr>
          <a:xfrm>
            <a:off x="5240991"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57" name="矩形 56"/>
          <p:cNvSpPr/>
          <p:nvPr/>
        </p:nvSpPr>
        <p:spPr>
          <a:xfrm>
            <a:off x="7192495"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grpSp>
        <p:nvGrpSpPr>
          <p:cNvPr id="58" name="组合 57"/>
          <p:cNvGrpSpPr/>
          <p:nvPr/>
        </p:nvGrpSpPr>
        <p:grpSpPr>
          <a:xfrm>
            <a:off x="1428163" y="138724"/>
            <a:ext cx="7549958" cy="276999"/>
            <a:chOff x="105638" y="107946"/>
            <a:chExt cx="8844051" cy="276999"/>
          </a:xfrm>
        </p:grpSpPr>
        <p:sp>
          <p:nvSpPr>
            <p:cNvPr id="59" name="矩形 58"/>
            <p:cNvSpPr/>
            <p:nvPr/>
          </p:nvSpPr>
          <p:spPr bwMode="auto">
            <a:xfrm>
              <a:off x="105638" y="107946"/>
              <a:ext cx="210201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选题的背景与意义</a:t>
              </a:r>
              <a:endParaRPr lang="zh-CN" altLang="en-US" sz="1200" kern="100">
                <a:solidFill>
                  <a:schemeClr val="bg1"/>
                </a:solidFill>
                <a:latin typeface="+mj-ea"/>
                <a:ea typeface="+mj-ea"/>
                <a:cs typeface="汉仪旗黑-50S" panose="00020600040101010101" charset="-122"/>
              </a:endParaRPr>
            </a:p>
          </p:txBody>
        </p:sp>
        <p:sp>
          <p:nvSpPr>
            <p:cNvPr id="60" name="矩形 59"/>
            <p:cNvSpPr/>
            <p:nvPr/>
          </p:nvSpPr>
          <p:spPr bwMode="auto">
            <a:xfrm>
              <a:off x="2492229" y="107946"/>
              <a:ext cx="187353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研究方法及过程</a:t>
              </a:r>
              <a:endParaRPr lang="zh-CN" altLang="en-US" sz="1200" kern="100">
                <a:solidFill>
                  <a:schemeClr val="bg1"/>
                </a:solidFill>
                <a:latin typeface="+mj-ea"/>
                <a:ea typeface="+mj-ea"/>
                <a:cs typeface="汉仪旗黑-50S" panose="00020600040101010101" charset="-122"/>
              </a:endParaRPr>
            </a:p>
          </p:txBody>
        </p:sp>
        <p:sp>
          <p:nvSpPr>
            <p:cNvPr id="61" name="矩形 60"/>
            <p:cNvSpPr/>
            <p:nvPr/>
          </p:nvSpPr>
          <p:spPr bwMode="auto">
            <a:xfrm>
              <a:off x="4549750" y="107946"/>
              <a:ext cx="233049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研究成果展示及应用</a:t>
              </a:r>
              <a:endParaRPr lang="zh-CN" altLang="en-US" sz="1200" kern="100">
                <a:solidFill>
                  <a:schemeClr val="bg1"/>
                </a:solidFill>
                <a:latin typeface="+mj-ea"/>
                <a:ea typeface="+mj-ea"/>
                <a:cs typeface="汉仪旗黑-50S" panose="00020600040101010101" charset="-122"/>
              </a:endParaRPr>
            </a:p>
          </p:txBody>
        </p:sp>
        <p:sp>
          <p:nvSpPr>
            <p:cNvPr id="63" name="矩形 62"/>
            <p:cNvSpPr/>
            <p:nvPr/>
          </p:nvSpPr>
          <p:spPr bwMode="auto">
            <a:xfrm>
              <a:off x="7076150" y="107946"/>
              <a:ext cx="187353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论文总结与致谢</a:t>
              </a:r>
              <a:endParaRPr lang="zh-CN" altLang="en-US" sz="1200" kern="100">
                <a:solidFill>
                  <a:schemeClr val="bg1"/>
                </a:solidFill>
                <a:latin typeface="+mj-ea"/>
                <a:ea typeface="+mj-ea"/>
                <a:cs typeface="汉仪旗黑-50S" panose="00020600040101010101" charset="-122"/>
              </a:endParaRPr>
            </a:p>
          </p:txBody>
        </p:sp>
      </p:grpSp>
      <p:sp>
        <p:nvSpPr>
          <p:cNvPr id="4" name="矩形 3"/>
          <p:cNvSpPr/>
          <p:nvPr/>
        </p:nvSpPr>
        <p:spPr>
          <a:xfrm>
            <a:off x="0" y="23"/>
            <a:ext cx="1337982" cy="5544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4" name="组合 63"/>
          <p:cNvGrpSpPr/>
          <p:nvPr/>
        </p:nvGrpSpPr>
        <p:grpSpPr>
          <a:xfrm>
            <a:off x="371474" y="40845"/>
            <a:ext cx="595035" cy="472756"/>
            <a:chOff x="257511" y="1283815"/>
            <a:chExt cx="3608258" cy="2800587"/>
          </a:xfrm>
        </p:grpSpPr>
        <p:grpSp>
          <p:nvGrpSpPr>
            <p:cNvPr id="65" name="Group 79"/>
            <p:cNvGrpSpPr>
              <a:grpSpLocks noChangeAspect="1"/>
            </p:cNvGrpSpPr>
            <p:nvPr/>
          </p:nvGrpSpPr>
          <p:grpSpPr bwMode="auto">
            <a:xfrm>
              <a:off x="1235639" y="1283815"/>
              <a:ext cx="1621531" cy="1625508"/>
              <a:chOff x="1247" y="-15"/>
              <a:chExt cx="3263" cy="3271"/>
            </a:xfrm>
            <a:solidFill>
              <a:sysClr val="window" lastClr="FFFFFF"/>
            </a:solidFill>
          </p:grpSpPr>
          <p:sp>
            <p:nvSpPr>
              <p:cNvPr id="67" name="Freeform 80"/>
              <p:cNvSpPr/>
              <p:nvPr/>
            </p:nvSpPr>
            <p:spPr bwMode="auto">
              <a:xfrm>
                <a:off x="1722" y="1892"/>
                <a:ext cx="207" cy="199"/>
              </a:xfrm>
              <a:custGeom>
                <a:avLst/>
                <a:gdLst>
                  <a:gd name="T0" fmla="*/ 104 w 207"/>
                  <a:gd name="T1" fmla="*/ 0 h 199"/>
                  <a:gd name="T2" fmla="*/ 136 w 207"/>
                  <a:gd name="T3" fmla="*/ 66 h 199"/>
                  <a:gd name="T4" fmla="*/ 207 w 207"/>
                  <a:gd name="T5" fmla="*/ 77 h 199"/>
                  <a:gd name="T6" fmla="*/ 157 w 207"/>
                  <a:gd name="T7" fmla="*/ 126 h 199"/>
                  <a:gd name="T8" fmla="*/ 169 w 207"/>
                  <a:gd name="T9" fmla="*/ 199 h 199"/>
                  <a:gd name="T10" fmla="*/ 104 w 207"/>
                  <a:gd name="T11" fmla="*/ 165 h 199"/>
                  <a:gd name="T12" fmla="*/ 41 w 207"/>
                  <a:gd name="T13" fmla="*/ 199 h 199"/>
                  <a:gd name="T14" fmla="*/ 52 w 207"/>
                  <a:gd name="T15" fmla="*/ 126 h 199"/>
                  <a:gd name="T16" fmla="*/ 0 w 207"/>
                  <a:gd name="T17" fmla="*/ 77 h 199"/>
                  <a:gd name="T18" fmla="*/ 72 w 207"/>
                  <a:gd name="T19" fmla="*/ 66 h 199"/>
                  <a:gd name="T20" fmla="*/ 104 w 207"/>
                  <a:gd name="T21" fmla="*/ 0 h 199"/>
                  <a:gd name="T22" fmla="*/ 104 w 207"/>
                  <a:gd name="T23" fmla="*/ 0 h 199"/>
                  <a:gd name="T24" fmla="*/ 104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4" y="0"/>
                    </a:moveTo>
                    <a:lnTo>
                      <a:pt x="136" y="66"/>
                    </a:lnTo>
                    <a:lnTo>
                      <a:pt x="207" y="77"/>
                    </a:lnTo>
                    <a:lnTo>
                      <a:pt x="157" y="126"/>
                    </a:lnTo>
                    <a:lnTo>
                      <a:pt x="169" y="199"/>
                    </a:lnTo>
                    <a:lnTo>
                      <a:pt x="104" y="165"/>
                    </a:lnTo>
                    <a:lnTo>
                      <a:pt x="41" y="199"/>
                    </a:lnTo>
                    <a:lnTo>
                      <a:pt x="52" y="126"/>
                    </a:lnTo>
                    <a:lnTo>
                      <a:pt x="0" y="77"/>
                    </a:lnTo>
                    <a:lnTo>
                      <a:pt x="72" y="66"/>
                    </a:lnTo>
                    <a:lnTo>
                      <a:pt x="104" y="0"/>
                    </a:lnTo>
                    <a:lnTo>
                      <a:pt x="104" y="0"/>
                    </a:lnTo>
                    <a:lnTo>
                      <a:pt x="10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68" name="Freeform 81"/>
              <p:cNvSpPr/>
              <p:nvPr/>
            </p:nvSpPr>
            <p:spPr bwMode="auto">
              <a:xfrm>
                <a:off x="3779" y="1892"/>
                <a:ext cx="207" cy="199"/>
              </a:xfrm>
              <a:custGeom>
                <a:avLst/>
                <a:gdLst>
                  <a:gd name="T0" fmla="*/ 105 w 207"/>
                  <a:gd name="T1" fmla="*/ 0 h 199"/>
                  <a:gd name="T2" fmla="*/ 136 w 207"/>
                  <a:gd name="T3" fmla="*/ 66 h 199"/>
                  <a:gd name="T4" fmla="*/ 207 w 207"/>
                  <a:gd name="T5" fmla="*/ 77 h 199"/>
                  <a:gd name="T6" fmla="*/ 157 w 207"/>
                  <a:gd name="T7" fmla="*/ 126 h 199"/>
                  <a:gd name="T8" fmla="*/ 170 w 207"/>
                  <a:gd name="T9" fmla="*/ 199 h 199"/>
                  <a:gd name="T10" fmla="*/ 105 w 207"/>
                  <a:gd name="T11" fmla="*/ 165 h 199"/>
                  <a:gd name="T12" fmla="*/ 41 w 207"/>
                  <a:gd name="T13" fmla="*/ 199 h 199"/>
                  <a:gd name="T14" fmla="*/ 52 w 207"/>
                  <a:gd name="T15" fmla="*/ 126 h 199"/>
                  <a:gd name="T16" fmla="*/ 0 w 207"/>
                  <a:gd name="T17" fmla="*/ 77 h 199"/>
                  <a:gd name="T18" fmla="*/ 72 w 207"/>
                  <a:gd name="T19" fmla="*/ 66 h 199"/>
                  <a:gd name="T20" fmla="*/ 105 w 207"/>
                  <a:gd name="T21" fmla="*/ 0 h 199"/>
                  <a:gd name="T22" fmla="*/ 105 w 207"/>
                  <a:gd name="T23" fmla="*/ 0 h 199"/>
                  <a:gd name="T24" fmla="*/ 105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5" y="0"/>
                    </a:moveTo>
                    <a:lnTo>
                      <a:pt x="136" y="66"/>
                    </a:lnTo>
                    <a:lnTo>
                      <a:pt x="207" y="77"/>
                    </a:lnTo>
                    <a:lnTo>
                      <a:pt x="157" y="126"/>
                    </a:lnTo>
                    <a:lnTo>
                      <a:pt x="170" y="199"/>
                    </a:lnTo>
                    <a:lnTo>
                      <a:pt x="105" y="165"/>
                    </a:lnTo>
                    <a:lnTo>
                      <a:pt x="41" y="199"/>
                    </a:lnTo>
                    <a:lnTo>
                      <a:pt x="52" y="126"/>
                    </a:lnTo>
                    <a:lnTo>
                      <a:pt x="0" y="77"/>
                    </a:lnTo>
                    <a:lnTo>
                      <a:pt x="72" y="66"/>
                    </a:lnTo>
                    <a:lnTo>
                      <a:pt x="105" y="0"/>
                    </a:lnTo>
                    <a:lnTo>
                      <a:pt x="105" y="0"/>
                    </a:lnTo>
                    <a:lnTo>
                      <a:pt x="10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69" name="Freeform 82"/>
              <p:cNvSpPr>
                <a:spLocks noEditPoints="1"/>
              </p:cNvSpPr>
              <p:nvPr/>
            </p:nvSpPr>
            <p:spPr bwMode="auto">
              <a:xfrm>
                <a:off x="1247" y="-15"/>
                <a:ext cx="3263" cy="3271"/>
              </a:xfrm>
              <a:custGeom>
                <a:avLst/>
                <a:gdLst>
                  <a:gd name="T0" fmla="*/ 2378 w 2411"/>
                  <a:gd name="T1" fmla="*/ 1061 h 2417"/>
                  <a:gd name="T2" fmla="*/ 2354 w 2411"/>
                  <a:gd name="T3" fmla="*/ 1453 h 2417"/>
                  <a:gd name="T4" fmla="*/ 2203 w 2411"/>
                  <a:gd name="T5" fmla="*/ 1825 h 2417"/>
                  <a:gd name="T6" fmla="*/ 1932 w 2411"/>
                  <a:gd name="T7" fmla="*/ 2133 h 2417"/>
                  <a:gd name="T8" fmla="*/ 1575 w 2411"/>
                  <a:gd name="T9" fmla="*/ 2325 h 2417"/>
                  <a:gd name="T10" fmla="*/ 1169 w 2411"/>
                  <a:gd name="T11" fmla="*/ 2387 h 2417"/>
                  <a:gd name="T12" fmla="*/ 771 w 2411"/>
                  <a:gd name="T13" fmla="*/ 2302 h 2417"/>
                  <a:gd name="T14" fmla="*/ 432 w 2411"/>
                  <a:gd name="T15" fmla="*/ 2089 h 2417"/>
                  <a:gd name="T16" fmla="*/ 176 w 2411"/>
                  <a:gd name="T17" fmla="*/ 1768 h 2417"/>
                  <a:gd name="T18" fmla="*/ 49 w 2411"/>
                  <a:gd name="T19" fmla="*/ 1383 h 2417"/>
                  <a:gd name="T20" fmla="*/ 59 w 2411"/>
                  <a:gd name="T21" fmla="*/ 973 h 2417"/>
                  <a:gd name="T22" fmla="*/ 210 w 2411"/>
                  <a:gd name="T23" fmla="*/ 585 h 2417"/>
                  <a:gd name="T24" fmla="*/ 484 w 2411"/>
                  <a:gd name="T25" fmla="*/ 278 h 2417"/>
                  <a:gd name="T26" fmla="*/ 844 w 2411"/>
                  <a:gd name="T27" fmla="*/ 87 h 2417"/>
                  <a:gd name="T28" fmla="*/ 1247 w 2411"/>
                  <a:gd name="T29" fmla="*/ 31 h 2417"/>
                  <a:gd name="T30" fmla="*/ 1644 w 2411"/>
                  <a:gd name="T31" fmla="*/ 115 h 2417"/>
                  <a:gd name="T32" fmla="*/ 1988 w 2411"/>
                  <a:gd name="T33" fmla="*/ 331 h 2417"/>
                  <a:gd name="T34" fmla="*/ 2242 w 2411"/>
                  <a:gd name="T35" fmla="*/ 655 h 2417"/>
                  <a:gd name="T36" fmla="*/ 2250 w 2411"/>
                  <a:gd name="T37" fmla="*/ 785 h 2417"/>
                  <a:gd name="T38" fmla="*/ 2050 w 2411"/>
                  <a:gd name="T39" fmla="*/ 488 h 2417"/>
                  <a:gd name="T40" fmla="*/ 1752 w 2411"/>
                  <a:gd name="T41" fmla="*/ 240 h 2417"/>
                  <a:gd name="T42" fmla="*/ 1393 w 2411"/>
                  <a:gd name="T43" fmla="*/ 113 h 2417"/>
                  <a:gd name="T44" fmla="*/ 1007 w 2411"/>
                  <a:gd name="T45" fmla="*/ 115 h 2417"/>
                  <a:gd name="T46" fmla="*/ 650 w 2411"/>
                  <a:gd name="T47" fmla="*/ 249 h 2417"/>
                  <a:gd name="T48" fmla="*/ 356 w 2411"/>
                  <a:gd name="T49" fmla="*/ 499 h 2417"/>
                  <a:gd name="T50" fmla="*/ 169 w 2411"/>
                  <a:gd name="T51" fmla="*/ 831 h 2417"/>
                  <a:gd name="T52" fmla="*/ 102 w 2411"/>
                  <a:gd name="T53" fmla="*/ 1210 h 2417"/>
                  <a:gd name="T54" fmla="*/ 168 w 2411"/>
                  <a:gd name="T55" fmla="*/ 1589 h 2417"/>
                  <a:gd name="T56" fmla="*/ 362 w 2411"/>
                  <a:gd name="T57" fmla="*/ 1928 h 2417"/>
                  <a:gd name="T58" fmla="*/ 658 w 2411"/>
                  <a:gd name="T59" fmla="*/ 2176 h 2417"/>
                  <a:gd name="T60" fmla="*/ 1017 w 2411"/>
                  <a:gd name="T61" fmla="*/ 2303 h 2417"/>
                  <a:gd name="T62" fmla="*/ 1404 w 2411"/>
                  <a:gd name="T63" fmla="*/ 2303 h 2417"/>
                  <a:gd name="T64" fmla="*/ 1766 w 2411"/>
                  <a:gd name="T65" fmla="*/ 2170 h 2417"/>
                  <a:gd name="T66" fmla="*/ 2065 w 2411"/>
                  <a:gd name="T67" fmla="*/ 1916 h 2417"/>
                  <a:gd name="T68" fmla="*/ 2253 w 2411"/>
                  <a:gd name="T69" fmla="*/ 1577 h 2417"/>
                  <a:gd name="T70" fmla="*/ 2314 w 2411"/>
                  <a:gd name="T71" fmla="*/ 1196 h 2417"/>
                  <a:gd name="T72" fmla="*/ 2250 w 2411"/>
                  <a:gd name="T73" fmla="*/ 785 h 2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11" h="2417">
                    <a:moveTo>
                      <a:pt x="2317" y="808"/>
                    </a:moveTo>
                    <a:cubicBezTo>
                      <a:pt x="2298" y="899"/>
                      <a:pt x="2323" y="981"/>
                      <a:pt x="2378" y="1061"/>
                    </a:cubicBezTo>
                    <a:cubicBezTo>
                      <a:pt x="2411" y="1110"/>
                      <a:pt x="2411" y="1169"/>
                      <a:pt x="2382" y="1222"/>
                    </a:cubicBezTo>
                    <a:cubicBezTo>
                      <a:pt x="2342" y="1296"/>
                      <a:pt x="2334" y="1371"/>
                      <a:pt x="2354" y="1453"/>
                    </a:cubicBezTo>
                    <a:cubicBezTo>
                      <a:pt x="2371" y="1523"/>
                      <a:pt x="2353" y="1585"/>
                      <a:pt x="2297" y="1635"/>
                    </a:cubicBezTo>
                    <a:cubicBezTo>
                      <a:pt x="2241" y="1685"/>
                      <a:pt x="2209" y="1749"/>
                      <a:pt x="2203" y="1825"/>
                    </a:cubicBezTo>
                    <a:cubicBezTo>
                      <a:pt x="2198" y="1900"/>
                      <a:pt x="2159" y="1954"/>
                      <a:pt x="2089" y="1983"/>
                    </a:cubicBezTo>
                    <a:cubicBezTo>
                      <a:pt x="2016" y="2012"/>
                      <a:pt x="1964" y="2062"/>
                      <a:pt x="1932" y="2133"/>
                    </a:cubicBezTo>
                    <a:cubicBezTo>
                      <a:pt x="1901" y="2200"/>
                      <a:pt x="1848" y="2236"/>
                      <a:pt x="1774" y="2239"/>
                    </a:cubicBezTo>
                    <a:cubicBezTo>
                      <a:pt x="1695" y="2242"/>
                      <a:pt x="1630" y="2270"/>
                      <a:pt x="1575" y="2325"/>
                    </a:cubicBezTo>
                    <a:cubicBezTo>
                      <a:pt x="1523" y="2379"/>
                      <a:pt x="1461" y="2395"/>
                      <a:pt x="1391" y="2372"/>
                    </a:cubicBezTo>
                    <a:cubicBezTo>
                      <a:pt x="1314" y="2347"/>
                      <a:pt x="1241" y="2352"/>
                      <a:pt x="1169" y="2387"/>
                    </a:cubicBezTo>
                    <a:cubicBezTo>
                      <a:pt x="1104" y="2417"/>
                      <a:pt x="1041" y="2410"/>
                      <a:pt x="984" y="2366"/>
                    </a:cubicBezTo>
                    <a:cubicBezTo>
                      <a:pt x="921" y="2316"/>
                      <a:pt x="851" y="2295"/>
                      <a:pt x="771" y="2302"/>
                    </a:cubicBezTo>
                    <a:cubicBezTo>
                      <a:pt x="695" y="2308"/>
                      <a:pt x="638" y="2277"/>
                      <a:pt x="598" y="2212"/>
                    </a:cubicBezTo>
                    <a:cubicBezTo>
                      <a:pt x="559" y="2150"/>
                      <a:pt x="504" y="2108"/>
                      <a:pt x="432" y="2089"/>
                    </a:cubicBezTo>
                    <a:cubicBezTo>
                      <a:pt x="356" y="2069"/>
                      <a:pt x="310" y="2022"/>
                      <a:pt x="294" y="1944"/>
                    </a:cubicBezTo>
                    <a:cubicBezTo>
                      <a:pt x="278" y="1870"/>
                      <a:pt x="239" y="1811"/>
                      <a:pt x="176" y="1768"/>
                    </a:cubicBezTo>
                    <a:cubicBezTo>
                      <a:pt x="114" y="1725"/>
                      <a:pt x="88" y="1665"/>
                      <a:pt x="98" y="1590"/>
                    </a:cubicBezTo>
                    <a:cubicBezTo>
                      <a:pt x="109" y="1514"/>
                      <a:pt x="93" y="1445"/>
                      <a:pt x="49" y="1383"/>
                    </a:cubicBezTo>
                    <a:cubicBezTo>
                      <a:pt x="4" y="1319"/>
                      <a:pt x="0" y="1253"/>
                      <a:pt x="37" y="1184"/>
                    </a:cubicBezTo>
                    <a:cubicBezTo>
                      <a:pt x="72" y="1116"/>
                      <a:pt x="80" y="1046"/>
                      <a:pt x="59" y="973"/>
                    </a:cubicBezTo>
                    <a:cubicBezTo>
                      <a:pt x="38" y="899"/>
                      <a:pt x="58" y="837"/>
                      <a:pt x="114" y="786"/>
                    </a:cubicBezTo>
                    <a:cubicBezTo>
                      <a:pt x="173" y="732"/>
                      <a:pt x="204" y="665"/>
                      <a:pt x="210" y="585"/>
                    </a:cubicBezTo>
                    <a:cubicBezTo>
                      <a:pt x="216" y="516"/>
                      <a:pt x="253" y="465"/>
                      <a:pt x="316" y="439"/>
                    </a:cubicBezTo>
                    <a:cubicBezTo>
                      <a:pt x="394" y="407"/>
                      <a:pt x="449" y="355"/>
                      <a:pt x="484" y="278"/>
                    </a:cubicBezTo>
                    <a:cubicBezTo>
                      <a:pt x="513" y="216"/>
                      <a:pt x="566" y="182"/>
                      <a:pt x="636" y="179"/>
                    </a:cubicBezTo>
                    <a:cubicBezTo>
                      <a:pt x="718" y="177"/>
                      <a:pt x="786" y="146"/>
                      <a:pt x="844" y="87"/>
                    </a:cubicBezTo>
                    <a:cubicBezTo>
                      <a:pt x="892" y="38"/>
                      <a:pt x="953" y="24"/>
                      <a:pt x="1019" y="45"/>
                    </a:cubicBezTo>
                    <a:cubicBezTo>
                      <a:pt x="1097" y="70"/>
                      <a:pt x="1172" y="66"/>
                      <a:pt x="1247" y="31"/>
                    </a:cubicBezTo>
                    <a:cubicBezTo>
                      <a:pt x="1309" y="0"/>
                      <a:pt x="1371" y="8"/>
                      <a:pt x="1425" y="50"/>
                    </a:cubicBezTo>
                    <a:cubicBezTo>
                      <a:pt x="1491" y="101"/>
                      <a:pt x="1562" y="123"/>
                      <a:pt x="1644" y="115"/>
                    </a:cubicBezTo>
                    <a:cubicBezTo>
                      <a:pt x="1715" y="108"/>
                      <a:pt x="1771" y="138"/>
                      <a:pt x="1810" y="199"/>
                    </a:cubicBezTo>
                    <a:cubicBezTo>
                      <a:pt x="1852" y="267"/>
                      <a:pt x="1910" y="311"/>
                      <a:pt x="1988" y="331"/>
                    </a:cubicBezTo>
                    <a:cubicBezTo>
                      <a:pt x="2057" y="349"/>
                      <a:pt x="2102" y="395"/>
                      <a:pt x="2116" y="465"/>
                    </a:cubicBezTo>
                    <a:cubicBezTo>
                      <a:pt x="2133" y="545"/>
                      <a:pt x="2174" y="608"/>
                      <a:pt x="2242" y="655"/>
                    </a:cubicBezTo>
                    <a:cubicBezTo>
                      <a:pt x="2294" y="690"/>
                      <a:pt x="2316" y="742"/>
                      <a:pt x="2317" y="808"/>
                    </a:cubicBezTo>
                    <a:close/>
                    <a:moveTo>
                      <a:pt x="2250" y="785"/>
                    </a:moveTo>
                    <a:cubicBezTo>
                      <a:pt x="2237" y="767"/>
                      <a:pt x="2219" y="729"/>
                      <a:pt x="2191" y="707"/>
                    </a:cubicBezTo>
                    <a:cubicBezTo>
                      <a:pt x="2119" y="648"/>
                      <a:pt x="2068" y="579"/>
                      <a:pt x="2050" y="488"/>
                    </a:cubicBezTo>
                    <a:cubicBezTo>
                      <a:pt x="2040" y="440"/>
                      <a:pt x="2013" y="409"/>
                      <a:pt x="1966" y="397"/>
                    </a:cubicBezTo>
                    <a:cubicBezTo>
                      <a:pt x="1874" y="374"/>
                      <a:pt x="1803" y="321"/>
                      <a:pt x="1752" y="240"/>
                    </a:cubicBezTo>
                    <a:cubicBezTo>
                      <a:pt x="1727" y="199"/>
                      <a:pt x="1691" y="181"/>
                      <a:pt x="1643" y="186"/>
                    </a:cubicBezTo>
                    <a:cubicBezTo>
                      <a:pt x="1550" y="195"/>
                      <a:pt x="1466" y="170"/>
                      <a:pt x="1393" y="113"/>
                    </a:cubicBezTo>
                    <a:cubicBezTo>
                      <a:pt x="1353" y="82"/>
                      <a:pt x="1312" y="77"/>
                      <a:pt x="1266" y="99"/>
                    </a:cubicBezTo>
                    <a:cubicBezTo>
                      <a:pt x="1182" y="138"/>
                      <a:pt x="1095" y="144"/>
                      <a:pt x="1007" y="115"/>
                    </a:cubicBezTo>
                    <a:cubicBezTo>
                      <a:pt x="959" y="99"/>
                      <a:pt x="919" y="110"/>
                      <a:pt x="883" y="146"/>
                    </a:cubicBezTo>
                    <a:cubicBezTo>
                      <a:pt x="820" y="212"/>
                      <a:pt x="740" y="246"/>
                      <a:pt x="650" y="249"/>
                    </a:cubicBezTo>
                    <a:cubicBezTo>
                      <a:pt x="596" y="251"/>
                      <a:pt x="562" y="275"/>
                      <a:pt x="540" y="323"/>
                    </a:cubicBezTo>
                    <a:cubicBezTo>
                      <a:pt x="502" y="405"/>
                      <a:pt x="440" y="465"/>
                      <a:pt x="356" y="499"/>
                    </a:cubicBezTo>
                    <a:cubicBezTo>
                      <a:pt x="305" y="519"/>
                      <a:pt x="281" y="554"/>
                      <a:pt x="277" y="606"/>
                    </a:cubicBezTo>
                    <a:cubicBezTo>
                      <a:pt x="271" y="695"/>
                      <a:pt x="234" y="771"/>
                      <a:pt x="169" y="831"/>
                    </a:cubicBezTo>
                    <a:cubicBezTo>
                      <a:pt x="126" y="869"/>
                      <a:pt x="115" y="911"/>
                      <a:pt x="130" y="966"/>
                    </a:cubicBezTo>
                    <a:cubicBezTo>
                      <a:pt x="152" y="1050"/>
                      <a:pt x="144" y="1133"/>
                      <a:pt x="102" y="1210"/>
                    </a:cubicBezTo>
                    <a:cubicBezTo>
                      <a:pt x="76" y="1258"/>
                      <a:pt x="77" y="1301"/>
                      <a:pt x="109" y="1346"/>
                    </a:cubicBezTo>
                    <a:cubicBezTo>
                      <a:pt x="161" y="1419"/>
                      <a:pt x="181" y="1501"/>
                      <a:pt x="168" y="1589"/>
                    </a:cubicBezTo>
                    <a:cubicBezTo>
                      <a:pt x="161" y="1643"/>
                      <a:pt x="177" y="1683"/>
                      <a:pt x="222" y="1715"/>
                    </a:cubicBezTo>
                    <a:cubicBezTo>
                      <a:pt x="297" y="1767"/>
                      <a:pt x="344" y="1839"/>
                      <a:pt x="362" y="1928"/>
                    </a:cubicBezTo>
                    <a:cubicBezTo>
                      <a:pt x="372" y="1978"/>
                      <a:pt x="400" y="2008"/>
                      <a:pt x="449" y="2021"/>
                    </a:cubicBezTo>
                    <a:cubicBezTo>
                      <a:pt x="539" y="2044"/>
                      <a:pt x="609" y="2096"/>
                      <a:pt x="658" y="2176"/>
                    </a:cubicBezTo>
                    <a:cubicBezTo>
                      <a:pt x="685" y="2219"/>
                      <a:pt x="722" y="2238"/>
                      <a:pt x="773" y="2232"/>
                    </a:cubicBezTo>
                    <a:cubicBezTo>
                      <a:pt x="864" y="2223"/>
                      <a:pt x="946" y="2247"/>
                      <a:pt x="1017" y="2303"/>
                    </a:cubicBezTo>
                    <a:cubicBezTo>
                      <a:pt x="1059" y="2336"/>
                      <a:pt x="1101" y="2341"/>
                      <a:pt x="1149" y="2319"/>
                    </a:cubicBezTo>
                    <a:cubicBezTo>
                      <a:pt x="1232" y="2280"/>
                      <a:pt x="1317" y="2275"/>
                      <a:pt x="1404" y="2303"/>
                    </a:cubicBezTo>
                    <a:cubicBezTo>
                      <a:pt x="1452" y="2318"/>
                      <a:pt x="1492" y="2310"/>
                      <a:pt x="1528" y="2273"/>
                    </a:cubicBezTo>
                    <a:cubicBezTo>
                      <a:pt x="1593" y="2207"/>
                      <a:pt x="1672" y="2172"/>
                      <a:pt x="1766" y="2170"/>
                    </a:cubicBezTo>
                    <a:cubicBezTo>
                      <a:pt x="1814" y="2168"/>
                      <a:pt x="1848" y="2147"/>
                      <a:pt x="1868" y="2103"/>
                    </a:cubicBezTo>
                    <a:cubicBezTo>
                      <a:pt x="1909" y="2014"/>
                      <a:pt x="1974" y="1952"/>
                      <a:pt x="2065" y="1916"/>
                    </a:cubicBezTo>
                    <a:cubicBezTo>
                      <a:pt x="2106" y="1900"/>
                      <a:pt x="2128" y="1869"/>
                      <a:pt x="2132" y="1825"/>
                    </a:cubicBezTo>
                    <a:cubicBezTo>
                      <a:pt x="2140" y="1727"/>
                      <a:pt x="2183" y="1647"/>
                      <a:pt x="2253" y="1577"/>
                    </a:cubicBezTo>
                    <a:cubicBezTo>
                      <a:pt x="2276" y="1553"/>
                      <a:pt x="2291" y="1502"/>
                      <a:pt x="2284" y="1470"/>
                    </a:cubicBezTo>
                    <a:cubicBezTo>
                      <a:pt x="2262" y="1373"/>
                      <a:pt x="2274" y="1285"/>
                      <a:pt x="2314" y="1196"/>
                    </a:cubicBezTo>
                    <a:cubicBezTo>
                      <a:pt x="2327" y="1165"/>
                      <a:pt x="2328" y="1116"/>
                      <a:pt x="2311" y="1089"/>
                    </a:cubicBezTo>
                    <a:cubicBezTo>
                      <a:pt x="2255" y="1001"/>
                      <a:pt x="2228" y="909"/>
                      <a:pt x="2250" y="7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70" name="Freeform 83"/>
              <p:cNvSpPr/>
              <p:nvPr/>
            </p:nvSpPr>
            <p:spPr bwMode="auto">
              <a:xfrm>
                <a:off x="3318" y="2439"/>
                <a:ext cx="327" cy="222"/>
              </a:xfrm>
              <a:custGeom>
                <a:avLst/>
                <a:gdLst>
                  <a:gd name="T0" fmla="*/ 77 w 242"/>
                  <a:gd name="T1" fmla="*/ 122 h 164"/>
                  <a:gd name="T2" fmla="*/ 104 w 242"/>
                  <a:gd name="T3" fmla="*/ 82 h 164"/>
                  <a:gd name="T4" fmla="*/ 112 w 242"/>
                  <a:gd name="T5" fmla="*/ 88 h 164"/>
                  <a:gd name="T6" fmla="*/ 92 w 242"/>
                  <a:gd name="T7" fmla="*/ 119 h 164"/>
                  <a:gd name="T8" fmla="*/ 242 w 242"/>
                  <a:gd name="T9" fmla="*/ 124 h 164"/>
                  <a:gd name="T10" fmla="*/ 161 w 242"/>
                  <a:gd name="T11" fmla="*/ 161 h 164"/>
                  <a:gd name="T12" fmla="*/ 99 w 242"/>
                  <a:gd name="T13" fmla="*/ 153 h 164"/>
                  <a:gd name="T14" fmla="*/ 38 w 242"/>
                  <a:gd name="T15" fmla="*/ 164 h 164"/>
                  <a:gd name="T16" fmla="*/ 29 w 242"/>
                  <a:gd name="T17" fmla="*/ 126 h 164"/>
                  <a:gd name="T18" fmla="*/ 32 w 242"/>
                  <a:gd name="T19" fmla="*/ 0 h 164"/>
                  <a:gd name="T20" fmla="*/ 77 w 242"/>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164">
                    <a:moveTo>
                      <a:pt x="77" y="122"/>
                    </a:moveTo>
                    <a:cubicBezTo>
                      <a:pt x="86" y="109"/>
                      <a:pt x="95" y="96"/>
                      <a:pt x="104" y="82"/>
                    </a:cubicBezTo>
                    <a:cubicBezTo>
                      <a:pt x="107" y="84"/>
                      <a:pt x="109" y="86"/>
                      <a:pt x="112" y="88"/>
                    </a:cubicBezTo>
                    <a:cubicBezTo>
                      <a:pt x="107" y="95"/>
                      <a:pt x="102" y="103"/>
                      <a:pt x="92" y="119"/>
                    </a:cubicBezTo>
                    <a:cubicBezTo>
                      <a:pt x="148" y="90"/>
                      <a:pt x="193" y="98"/>
                      <a:pt x="242" y="124"/>
                    </a:cubicBezTo>
                    <a:cubicBezTo>
                      <a:pt x="218" y="148"/>
                      <a:pt x="192" y="161"/>
                      <a:pt x="161" y="161"/>
                    </a:cubicBezTo>
                    <a:cubicBezTo>
                      <a:pt x="140" y="161"/>
                      <a:pt x="118" y="160"/>
                      <a:pt x="99" y="153"/>
                    </a:cubicBezTo>
                    <a:cubicBezTo>
                      <a:pt x="73" y="143"/>
                      <a:pt x="53" y="143"/>
                      <a:pt x="38" y="164"/>
                    </a:cubicBezTo>
                    <a:cubicBezTo>
                      <a:pt x="35" y="151"/>
                      <a:pt x="36" y="137"/>
                      <a:pt x="29" y="126"/>
                    </a:cubicBezTo>
                    <a:cubicBezTo>
                      <a:pt x="0" y="75"/>
                      <a:pt x="0" y="46"/>
                      <a:pt x="32" y="0"/>
                    </a:cubicBezTo>
                    <a:cubicBezTo>
                      <a:pt x="72" y="14"/>
                      <a:pt x="85" y="53"/>
                      <a:pt x="77"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71" name="Freeform 84"/>
              <p:cNvSpPr/>
              <p:nvPr/>
            </p:nvSpPr>
            <p:spPr bwMode="auto">
              <a:xfrm>
                <a:off x="3417" y="2308"/>
                <a:ext cx="339" cy="217"/>
              </a:xfrm>
              <a:custGeom>
                <a:avLst/>
                <a:gdLst>
                  <a:gd name="T0" fmla="*/ 251 w 251"/>
                  <a:gd name="T1" fmla="*/ 92 h 161"/>
                  <a:gd name="T2" fmla="*/ 65 w 251"/>
                  <a:gd name="T3" fmla="*/ 138 h 161"/>
                  <a:gd name="T4" fmla="*/ 29 w 251"/>
                  <a:gd name="T5" fmla="*/ 0 h 161"/>
                  <a:gd name="T6" fmla="*/ 87 w 251"/>
                  <a:gd name="T7" fmla="*/ 118 h 161"/>
                  <a:gd name="T8" fmla="*/ 251 w 251"/>
                  <a:gd name="T9" fmla="*/ 92 h 161"/>
                </a:gdLst>
                <a:ahLst/>
                <a:cxnLst>
                  <a:cxn ang="0">
                    <a:pos x="T0" y="T1"/>
                  </a:cxn>
                  <a:cxn ang="0">
                    <a:pos x="T2" y="T3"/>
                  </a:cxn>
                  <a:cxn ang="0">
                    <a:pos x="T4" y="T5"/>
                  </a:cxn>
                  <a:cxn ang="0">
                    <a:pos x="T6" y="T7"/>
                  </a:cxn>
                  <a:cxn ang="0">
                    <a:pos x="T8" y="T9"/>
                  </a:cxn>
                </a:cxnLst>
                <a:rect l="0" t="0" r="r" b="b"/>
                <a:pathLst>
                  <a:path w="251" h="161">
                    <a:moveTo>
                      <a:pt x="251" y="92"/>
                    </a:moveTo>
                    <a:cubicBezTo>
                      <a:pt x="205" y="161"/>
                      <a:pt x="133" y="134"/>
                      <a:pt x="65" y="138"/>
                    </a:cubicBezTo>
                    <a:cubicBezTo>
                      <a:pt x="8" y="81"/>
                      <a:pt x="0" y="53"/>
                      <a:pt x="29" y="0"/>
                    </a:cubicBezTo>
                    <a:cubicBezTo>
                      <a:pt x="75" y="19"/>
                      <a:pt x="90" y="48"/>
                      <a:pt x="87" y="118"/>
                    </a:cubicBezTo>
                    <a:cubicBezTo>
                      <a:pt x="139" y="83"/>
                      <a:pt x="191" y="61"/>
                      <a:pt x="251"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72" name="Freeform 85"/>
              <p:cNvSpPr/>
              <p:nvPr/>
            </p:nvSpPr>
            <p:spPr bwMode="auto">
              <a:xfrm>
                <a:off x="3561" y="2259"/>
                <a:ext cx="114" cy="141"/>
              </a:xfrm>
              <a:custGeom>
                <a:avLst/>
                <a:gdLst>
                  <a:gd name="T0" fmla="*/ 17 w 84"/>
                  <a:gd name="T1" fmla="*/ 104 h 104"/>
                  <a:gd name="T2" fmla="*/ 66 w 84"/>
                  <a:gd name="T3" fmla="*/ 0 h 104"/>
                  <a:gd name="T4" fmla="*/ 17 w 84"/>
                  <a:gd name="T5" fmla="*/ 104 h 104"/>
                </a:gdLst>
                <a:ahLst/>
                <a:cxnLst>
                  <a:cxn ang="0">
                    <a:pos x="T0" y="T1"/>
                  </a:cxn>
                  <a:cxn ang="0">
                    <a:pos x="T2" y="T3"/>
                  </a:cxn>
                  <a:cxn ang="0">
                    <a:pos x="T4" y="T5"/>
                  </a:cxn>
                </a:cxnLst>
                <a:rect l="0" t="0" r="r" b="b"/>
                <a:pathLst>
                  <a:path w="84" h="104">
                    <a:moveTo>
                      <a:pt x="17" y="104"/>
                    </a:moveTo>
                    <a:cubicBezTo>
                      <a:pt x="0" y="56"/>
                      <a:pt x="17" y="22"/>
                      <a:pt x="66" y="0"/>
                    </a:cubicBezTo>
                    <a:cubicBezTo>
                      <a:pt x="84" y="48"/>
                      <a:pt x="73" y="74"/>
                      <a:pt x="1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73" name="Freeform 86"/>
              <p:cNvSpPr/>
              <p:nvPr/>
            </p:nvSpPr>
            <p:spPr bwMode="auto">
              <a:xfrm>
                <a:off x="2161" y="2439"/>
                <a:ext cx="329" cy="222"/>
              </a:xfrm>
              <a:custGeom>
                <a:avLst/>
                <a:gdLst>
                  <a:gd name="T0" fmla="*/ 166 w 243"/>
                  <a:gd name="T1" fmla="*/ 122 h 164"/>
                  <a:gd name="T2" fmla="*/ 138 w 243"/>
                  <a:gd name="T3" fmla="*/ 82 h 164"/>
                  <a:gd name="T4" fmla="*/ 131 w 243"/>
                  <a:gd name="T5" fmla="*/ 88 h 164"/>
                  <a:gd name="T6" fmla="*/ 151 w 243"/>
                  <a:gd name="T7" fmla="*/ 119 h 164"/>
                  <a:gd name="T8" fmla="*/ 0 w 243"/>
                  <a:gd name="T9" fmla="*/ 124 h 164"/>
                  <a:gd name="T10" fmla="*/ 82 w 243"/>
                  <a:gd name="T11" fmla="*/ 161 h 164"/>
                  <a:gd name="T12" fmla="*/ 144 w 243"/>
                  <a:gd name="T13" fmla="*/ 153 h 164"/>
                  <a:gd name="T14" fmla="*/ 205 w 243"/>
                  <a:gd name="T15" fmla="*/ 164 h 164"/>
                  <a:gd name="T16" fmla="*/ 213 w 243"/>
                  <a:gd name="T17" fmla="*/ 126 h 164"/>
                  <a:gd name="T18" fmla="*/ 210 w 243"/>
                  <a:gd name="T19" fmla="*/ 0 h 164"/>
                  <a:gd name="T20" fmla="*/ 166 w 243"/>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3" h="164">
                    <a:moveTo>
                      <a:pt x="166" y="122"/>
                    </a:moveTo>
                    <a:cubicBezTo>
                      <a:pt x="156" y="109"/>
                      <a:pt x="147" y="96"/>
                      <a:pt x="138" y="82"/>
                    </a:cubicBezTo>
                    <a:cubicBezTo>
                      <a:pt x="136" y="84"/>
                      <a:pt x="134" y="86"/>
                      <a:pt x="131" y="88"/>
                    </a:cubicBezTo>
                    <a:cubicBezTo>
                      <a:pt x="136" y="95"/>
                      <a:pt x="140" y="103"/>
                      <a:pt x="151" y="119"/>
                    </a:cubicBezTo>
                    <a:cubicBezTo>
                      <a:pt x="95" y="90"/>
                      <a:pt x="50" y="98"/>
                      <a:pt x="0" y="124"/>
                    </a:cubicBezTo>
                    <a:cubicBezTo>
                      <a:pt x="24" y="148"/>
                      <a:pt x="51" y="161"/>
                      <a:pt x="82" y="161"/>
                    </a:cubicBezTo>
                    <a:cubicBezTo>
                      <a:pt x="102" y="161"/>
                      <a:pt x="124" y="160"/>
                      <a:pt x="144" y="153"/>
                    </a:cubicBezTo>
                    <a:cubicBezTo>
                      <a:pt x="169" y="143"/>
                      <a:pt x="190" y="143"/>
                      <a:pt x="205" y="164"/>
                    </a:cubicBezTo>
                    <a:cubicBezTo>
                      <a:pt x="207" y="151"/>
                      <a:pt x="207" y="137"/>
                      <a:pt x="213" y="126"/>
                    </a:cubicBezTo>
                    <a:cubicBezTo>
                      <a:pt x="243" y="75"/>
                      <a:pt x="243" y="46"/>
                      <a:pt x="210" y="0"/>
                    </a:cubicBezTo>
                    <a:cubicBezTo>
                      <a:pt x="170" y="14"/>
                      <a:pt x="157" y="53"/>
                      <a:pt x="16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74" name="Freeform 87"/>
              <p:cNvSpPr/>
              <p:nvPr/>
            </p:nvSpPr>
            <p:spPr bwMode="auto">
              <a:xfrm>
                <a:off x="2051" y="2308"/>
                <a:ext cx="340" cy="217"/>
              </a:xfrm>
              <a:custGeom>
                <a:avLst/>
                <a:gdLst>
                  <a:gd name="T0" fmla="*/ 0 w 251"/>
                  <a:gd name="T1" fmla="*/ 92 h 161"/>
                  <a:gd name="T2" fmla="*/ 186 w 251"/>
                  <a:gd name="T3" fmla="*/ 138 h 161"/>
                  <a:gd name="T4" fmla="*/ 222 w 251"/>
                  <a:gd name="T5" fmla="*/ 0 h 161"/>
                  <a:gd name="T6" fmla="*/ 164 w 251"/>
                  <a:gd name="T7" fmla="*/ 118 h 161"/>
                  <a:gd name="T8" fmla="*/ 0 w 251"/>
                  <a:gd name="T9" fmla="*/ 92 h 161"/>
                </a:gdLst>
                <a:ahLst/>
                <a:cxnLst>
                  <a:cxn ang="0">
                    <a:pos x="T0" y="T1"/>
                  </a:cxn>
                  <a:cxn ang="0">
                    <a:pos x="T2" y="T3"/>
                  </a:cxn>
                  <a:cxn ang="0">
                    <a:pos x="T4" y="T5"/>
                  </a:cxn>
                  <a:cxn ang="0">
                    <a:pos x="T6" y="T7"/>
                  </a:cxn>
                  <a:cxn ang="0">
                    <a:pos x="T8" y="T9"/>
                  </a:cxn>
                </a:cxnLst>
                <a:rect l="0" t="0" r="r" b="b"/>
                <a:pathLst>
                  <a:path w="251" h="161">
                    <a:moveTo>
                      <a:pt x="0" y="92"/>
                    </a:moveTo>
                    <a:cubicBezTo>
                      <a:pt x="45" y="161"/>
                      <a:pt x="118" y="134"/>
                      <a:pt x="186" y="138"/>
                    </a:cubicBezTo>
                    <a:cubicBezTo>
                      <a:pt x="243" y="81"/>
                      <a:pt x="251" y="53"/>
                      <a:pt x="222" y="0"/>
                    </a:cubicBezTo>
                    <a:cubicBezTo>
                      <a:pt x="175" y="19"/>
                      <a:pt x="160" y="48"/>
                      <a:pt x="164" y="118"/>
                    </a:cubicBezTo>
                    <a:cubicBezTo>
                      <a:pt x="112" y="83"/>
                      <a:pt x="60" y="61"/>
                      <a:pt x="0"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75" name="Freeform 88"/>
              <p:cNvSpPr/>
              <p:nvPr/>
            </p:nvSpPr>
            <p:spPr bwMode="auto">
              <a:xfrm>
                <a:off x="2132" y="2259"/>
                <a:ext cx="113" cy="141"/>
              </a:xfrm>
              <a:custGeom>
                <a:avLst/>
                <a:gdLst>
                  <a:gd name="T0" fmla="*/ 66 w 83"/>
                  <a:gd name="T1" fmla="*/ 104 h 104"/>
                  <a:gd name="T2" fmla="*/ 18 w 83"/>
                  <a:gd name="T3" fmla="*/ 0 h 104"/>
                  <a:gd name="T4" fmla="*/ 66 w 83"/>
                  <a:gd name="T5" fmla="*/ 104 h 104"/>
                </a:gdLst>
                <a:ahLst/>
                <a:cxnLst>
                  <a:cxn ang="0">
                    <a:pos x="T0" y="T1"/>
                  </a:cxn>
                  <a:cxn ang="0">
                    <a:pos x="T2" y="T3"/>
                  </a:cxn>
                  <a:cxn ang="0">
                    <a:pos x="T4" y="T5"/>
                  </a:cxn>
                </a:cxnLst>
                <a:rect l="0" t="0" r="r" b="b"/>
                <a:pathLst>
                  <a:path w="83" h="104">
                    <a:moveTo>
                      <a:pt x="66" y="104"/>
                    </a:moveTo>
                    <a:cubicBezTo>
                      <a:pt x="83" y="56"/>
                      <a:pt x="67" y="22"/>
                      <a:pt x="18" y="0"/>
                    </a:cubicBezTo>
                    <a:cubicBezTo>
                      <a:pt x="0" y="48"/>
                      <a:pt x="11" y="74"/>
                      <a:pt x="66"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76" name="Freeform 89"/>
              <p:cNvSpPr>
                <a:spLocks noEditPoints="1"/>
              </p:cNvSpPr>
              <p:nvPr/>
            </p:nvSpPr>
            <p:spPr bwMode="auto">
              <a:xfrm>
                <a:off x="1383" y="115"/>
                <a:ext cx="3004" cy="3013"/>
              </a:xfrm>
              <a:custGeom>
                <a:avLst/>
                <a:gdLst>
                  <a:gd name="T0" fmla="*/ 96 w 2220"/>
                  <a:gd name="T1" fmla="*/ 1479 h 2226"/>
                  <a:gd name="T2" fmla="*/ 31 w 2220"/>
                  <a:gd name="T3" fmla="*/ 1240 h 2226"/>
                  <a:gd name="T4" fmla="*/ 22 w 2220"/>
                  <a:gd name="T5" fmla="*/ 1129 h 2226"/>
                  <a:gd name="T6" fmla="*/ 52 w 2220"/>
                  <a:gd name="T7" fmla="*/ 860 h 2226"/>
                  <a:gd name="T8" fmla="*/ 83 w 2220"/>
                  <a:gd name="T9" fmla="*/ 753 h 2226"/>
                  <a:gd name="T10" fmla="*/ 206 w 2220"/>
                  <a:gd name="T11" fmla="*/ 505 h 2226"/>
                  <a:gd name="T12" fmla="*/ 260 w 2220"/>
                  <a:gd name="T13" fmla="*/ 428 h 2226"/>
                  <a:gd name="T14" fmla="*/ 469 w 2220"/>
                  <a:gd name="T15" fmla="*/ 229 h 2226"/>
                  <a:gd name="T16" fmla="*/ 547 w 2220"/>
                  <a:gd name="T17" fmla="*/ 176 h 2226"/>
                  <a:gd name="T18" fmla="*/ 810 w 2220"/>
                  <a:gd name="T19" fmla="*/ 59 h 2226"/>
                  <a:gd name="T20" fmla="*/ 902 w 2220"/>
                  <a:gd name="T21" fmla="*/ 39 h 2226"/>
                  <a:gd name="T22" fmla="*/ 1183 w 2220"/>
                  <a:gd name="T23" fmla="*/ 18 h 2226"/>
                  <a:gd name="T24" fmla="*/ 1283 w 2220"/>
                  <a:gd name="T25" fmla="*/ 31 h 2226"/>
                  <a:gd name="T26" fmla="*/ 1548 w 2220"/>
                  <a:gd name="T27" fmla="*/ 110 h 2226"/>
                  <a:gd name="T28" fmla="*/ 1639 w 2220"/>
                  <a:gd name="T29" fmla="*/ 153 h 2226"/>
                  <a:gd name="T30" fmla="*/ 1865 w 2220"/>
                  <a:gd name="T31" fmla="*/ 321 h 2226"/>
                  <a:gd name="T32" fmla="*/ 1934 w 2220"/>
                  <a:gd name="T33" fmla="*/ 396 h 2226"/>
                  <a:gd name="T34" fmla="*/ 2086 w 2220"/>
                  <a:gd name="T35" fmla="*/ 626 h 2226"/>
                  <a:gd name="T36" fmla="*/ 2128 w 2220"/>
                  <a:gd name="T37" fmla="*/ 724 h 2226"/>
                  <a:gd name="T38" fmla="*/ 2194 w 2220"/>
                  <a:gd name="T39" fmla="*/ 998 h 2226"/>
                  <a:gd name="T40" fmla="*/ 2200 w 2220"/>
                  <a:gd name="T41" fmla="*/ 1093 h 2226"/>
                  <a:gd name="T42" fmla="*/ 2168 w 2220"/>
                  <a:gd name="T43" fmla="*/ 1379 h 2226"/>
                  <a:gd name="T44" fmla="*/ 2140 w 2220"/>
                  <a:gd name="T45" fmla="*/ 1470 h 2226"/>
                  <a:gd name="T46" fmla="*/ 2018 w 2220"/>
                  <a:gd name="T47" fmla="*/ 1723 h 2226"/>
                  <a:gd name="T48" fmla="*/ 1958 w 2220"/>
                  <a:gd name="T49" fmla="*/ 1805 h 2226"/>
                  <a:gd name="T50" fmla="*/ 1757 w 2220"/>
                  <a:gd name="T51" fmla="*/ 1996 h 2226"/>
                  <a:gd name="T52" fmla="*/ 1669 w 2220"/>
                  <a:gd name="T53" fmla="*/ 2055 h 2226"/>
                  <a:gd name="T54" fmla="*/ 1421 w 2220"/>
                  <a:gd name="T55" fmla="*/ 2163 h 2226"/>
                  <a:gd name="T56" fmla="*/ 1314 w 2220"/>
                  <a:gd name="T57" fmla="*/ 2190 h 2226"/>
                  <a:gd name="T58" fmla="*/ 1049 w 2220"/>
                  <a:gd name="T59" fmla="*/ 2206 h 2226"/>
                  <a:gd name="T60" fmla="*/ 933 w 2220"/>
                  <a:gd name="T61" fmla="*/ 2194 h 2226"/>
                  <a:gd name="T62" fmla="*/ 679 w 2220"/>
                  <a:gd name="T63" fmla="*/ 2118 h 2226"/>
                  <a:gd name="T64" fmla="*/ 575 w 2220"/>
                  <a:gd name="T65" fmla="*/ 2065 h 2226"/>
                  <a:gd name="T66" fmla="*/ 366 w 2220"/>
                  <a:gd name="T67" fmla="*/ 1910 h 2226"/>
                  <a:gd name="T68" fmla="*/ 285 w 2220"/>
                  <a:gd name="T69" fmla="*/ 1827 h 2226"/>
                  <a:gd name="T70" fmla="*/ 160 w 2220"/>
                  <a:gd name="T71" fmla="*/ 1622 h 2226"/>
                  <a:gd name="T72" fmla="*/ 96 w 2220"/>
                  <a:gd name="T73" fmla="*/ 1479 h 2226"/>
                  <a:gd name="T74" fmla="*/ 1109 w 2220"/>
                  <a:gd name="T75" fmla="*/ 2139 h 2226"/>
                  <a:gd name="T76" fmla="*/ 1271 w 2220"/>
                  <a:gd name="T77" fmla="*/ 2122 h 2226"/>
                  <a:gd name="T78" fmla="*/ 2069 w 2220"/>
                  <a:gd name="T79" fmla="*/ 851 h 2226"/>
                  <a:gd name="T80" fmla="*/ 964 w 2220"/>
                  <a:gd name="T81" fmla="*/ 103 h 2226"/>
                  <a:gd name="T82" fmla="*/ 123 w 2220"/>
                  <a:gd name="T83" fmla="*/ 1029 h 2226"/>
                  <a:gd name="T84" fmla="*/ 1109 w 2220"/>
                  <a:gd name="T85" fmla="*/ 2139 h 2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220" h="2226">
                    <a:moveTo>
                      <a:pt x="96" y="1479"/>
                    </a:moveTo>
                    <a:cubicBezTo>
                      <a:pt x="98" y="1387"/>
                      <a:pt x="79" y="1309"/>
                      <a:pt x="31" y="1240"/>
                    </a:cubicBezTo>
                    <a:cubicBezTo>
                      <a:pt x="4" y="1203"/>
                      <a:pt x="0" y="1170"/>
                      <a:pt x="22" y="1129"/>
                    </a:cubicBezTo>
                    <a:cubicBezTo>
                      <a:pt x="67" y="1044"/>
                      <a:pt x="76" y="953"/>
                      <a:pt x="52" y="860"/>
                    </a:cubicBezTo>
                    <a:cubicBezTo>
                      <a:pt x="42" y="817"/>
                      <a:pt x="50" y="784"/>
                      <a:pt x="83" y="753"/>
                    </a:cubicBezTo>
                    <a:cubicBezTo>
                      <a:pt x="155" y="686"/>
                      <a:pt x="192" y="602"/>
                      <a:pt x="206" y="505"/>
                    </a:cubicBezTo>
                    <a:cubicBezTo>
                      <a:pt x="210" y="476"/>
                      <a:pt x="235" y="440"/>
                      <a:pt x="260" y="428"/>
                    </a:cubicBezTo>
                    <a:cubicBezTo>
                      <a:pt x="353" y="383"/>
                      <a:pt x="420" y="318"/>
                      <a:pt x="469" y="229"/>
                    </a:cubicBezTo>
                    <a:cubicBezTo>
                      <a:pt x="482" y="203"/>
                      <a:pt x="519" y="178"/>
                      <a:pt x="547" y="176"/>
                    </a:cubicBezTo>
                    <a:cubicBezTo>
                      <a:pt x="649" y="166"/>
                      <a:pt x="734" y="128"/>
                      <a:pt x="810" y="59"/>
                    </a:cubicBezTo>
                    <a:cubicBezTo>
                      <a:pt x="831" y="41"/>
                      <a:pt x="875" y="32"/>
                      <a:pt x="902" y="39"/>
                    </a:cubicBezTo>
                    <a:cubicBezTo>
                      <a:pt x="999" y="64"/>
                      <a:pt x="1092" y="61"/>
                      <a:pt x="1183" y="18"/>
                    </a:cubicBezTo>
                    <a:cubicBezTo>
                      <a:pt x="1221" y="0"/>
                      <a:pt x="1251" y="6"/>
                      <a:pt x="1283" y="31"/>
                    </a:cubicBezTo>
                    <a:cubicBezTo>
                      <a:pt x="1361" y="92"/>
                      <a:pt x="1450" y="118"/>
                      <a:pt x="1548" y="110"/>
                    </a:cubicBezTo>
                    <a:cubicBezTo>
                      <a:pt x="1589" y="107"/>
                      <a:pt x="1617" y="119"/>
                      <a:pt x="1639" y="153"/>
                    </a:cubicBezTo>
                    <a:cubicBezTo>
                      <a:pt x="1693" y="239"/>
                      <a:pt x="1768" y="295"/>
                      <a:pt x="1865" y="321"/>
                    </a:cubicBezTo>
                    <a:cubicBezTo>
                      <a:pt x="1905" y="332"/>
                      <a:pt x="1925" y="356"/>
                      <a:pt x="1934" y="396"/>
                    </a:cubicBezTo>
                    <a:cubicBezTo>
                      <a:pt x="1955" y="492"/>
                      <a:pt x="2005" y="570"/>
                      <a:pt x="2086" y="626"/>
                    </a:cubicBezTo>
                    <a:cubicBezTo>
                      <a:pt x="2121" y="651"/>
                      <a:pt x="2133" y="681"/>
                      <a:pt x="2128" y="724"/>
                    </a:cubicBezTo>
                    <a:cubicBezTo>
                      <a:pt x="2116" y="824"/>
                      <a:pt x="2141" y="913"/>
                      <a:pt x="2194" y="998"/>
                    </a:cubicBezTo>
                    <a:cubicBezTo>
                      <a:pt x="2209" y="1022"/>
                      <a:pt x="2212" y="1067"/>
                      <a:pt x="2200" y="1093"/>
                    </a:cubicBezTo>
                    <a:cubicBezTo>
                      <a:pt x="2156" y="1186"/>
                      <a:pt x="2149" y="1279"/>
                      <a:pt x="2168" y="1379"/>
                    </a:cubicBezTo>
                    <a:cubicBezTo>
                      <a:pt x="2173" y="1407"/>
                      <a:pt x="2160" y="1449"/>
                      <a:pt x="2140" y="1470"/>
                    </a:cubicBezTo>
                    <a:cubicBezTo>
                      <a:pt x="2071" y="1542"/>
                      <a:pt x="2026" y="1623"/>
                      <a:pt x="2018" y="1723"/>
                    </a:cubicBezTo>
                    <a:cubicBezTo>
                      <a:pt x="2014" y="1763"/>
                      <a:pt x="1996" y="1790"/>
                      <a:pt x="1958" y="1805"/>
                    </a:cubicBezTo>
                    <a:cubicBezTo>
                      <a:pt x="1866" y="1843"/>
                      <a:pt x="1799" y="1907"/>
                      <a:pt x="1757" y="1996"/>
                    </a:cubicBezTo>
                    <a:cubicBezTo>
                      <a:pt x="1739" y="2035"/>
                      <a:pt x="1713" y="2053"/>
                      <a:pt x="1669" y="2055"/>
                    </a:cubicBezTo>
                    <a:cubicBezTo>
                      <a:pt x="1573" y="2059"/>
                      <a:pt x="1489" y="2095"/>
                      <a:pt x="1421" y="2163"/>
                    </a:cubicBezTo>
                    <a:cubicBezTo>
                      <a:pt x="1389" y="2195"/>
                      <a:pt x="1357" y="2205"/>
                      <a:pt x="1314" y="2190"/>
                    </a:cubicBezTo>
                    <a:cubicBezTo>
                      <a:pt x="1224" y="2160"/>
                      <a:pt x="1134" y="2166"/>
                      <a:pt x="1049" y="2206"/>
                    </a:cubicBezTo>
                    <a:cubicBezTo>
                      <a:pt x="1005" y="2226"/>
                      <a:pt x="971" y="2223"/>
                      <a:pt x="933" y="2194"/>
                    </a:cubicBezTo>
                    <a:cubicBezTo>
                      <a:pt x="859" y="2136"/>
                      <a:pt x="773" y="2110"/>
                      <a:pt x="679" y="2118"/>
                    </a:cubicBezTo>
                    <a:cubicBezTo>
                      <a:pt x="631" y="2122"/>
                      <a:pt x="600" y="2106"/>
                      <a:pt x="575" y="2065"/>
                    </a:cubicBezTo>
                    <a:cubicBezTo>
                      <a:pt x="526" y="1987"/>
                      <a:pt x="455" y="1934"/>
                      <a:pt x="366" y="1910"/>
                    </a:cubicBezTo>
                    <a:cubicBezTo>
                      <a:pt x="321" y="1897"/>
                      <a:pt x="296" y="1875"/>
                      <a:pt x="285" y="1827"/>
                    </a:cubicBezTo>
                    <a:cubicBezTo>
                      <a:pt x="269" y="1745"/>
                      <a:pt x="228" y="1671"/>
                      <a:pt x="160" y="1622"/>
                    </a:cubicBezTo>
                    <a:cubicBezTo>
                      <a:pt x="105" y="1582"/>
                      <a:pt x="76" y="1539"/>
                      <a:pt x="96" y="1479"/>
                    </a:cubicBezTo>
                    <a:close/>
                    <a:moveTo>
                      <a:pt x="1109" y="2139"/>
                    </a:moveTo>
                    <a:cubicBezTo>
                      <a:pt x="1163" y="2134"/>
                      <a:pt x="1218" y="2131"/>
                      <a:pt x="1271" y="2122"/>
                    </a:cubicBezTo>
                    <a:cubicBezTo>
                      <a:pt x="1851" y="2023"/>
                      <a:pt x="2220" y="1434"/>
                      <a:pt x="2069" y="851"/>
                    </a:cubicBezTo>
                    <a:cubicBezTo>
                      <a:pt x="1938" y="347"/>
                      <a:pt x="1469" y="30"/>
                      <a:pt x="964" y="103"/>
                    </a:cubicBezTo>
                    <a:cubicBezTo>
                      <a:pt x="514" y="168"/>
                      <a:pt x="168" y="550"/>
                      <a:pt x="123" y="1029"/>
                    </a:cubicBezTo>
                    <a:cubicBezTo>
                      <a:pt x="67" y="1615"/>
                      <a:pt x="530" y="2135"/>
                      <a:pt x="1109" y="21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77" name="Freeform 90"/>
              <p:cNvSpPr>
                <a:spLocks noEditPoints="1"/>
              </p:cNvSpPr>
              <p:nvPr/>
            </p:nvSpPr>
            <p:spPr bwMode="auto">
              <a:xfrm>
                <a:off x="1577" y="318"/>
                <a:ext cx="2608" cy="2607"/>
              </a:xfrm>
              <a:custGeom>
                <a:avLst/>
                <a:gdLst>
                  <a:gd name="T0" fmla="*/ 964 w 1927"/>
                  <a:gd name="T1" fmla="*/ 1926 h 1926"/>
                  <a:gd name="T2" fmla="*/ 1 w 1927"/>
                  <a:gd name="T3" fmla="*/ 962 h 1926"/>
                  <a:gd name="T4" fmla="*/ 967 w 1927"/>
                  <a:gd name="T5" fmla="*/ 1 h 1926"/>
                  <a:gd name="T6" fmla="*/ 1926 w 1927"/>
                  <a:gd name="T7" fmla="*/ 963 h 1926"/>
                  <a:gd name="T8" fmla="*/ 964 w 1927"/>
                  <a:gd name="T9" fmla="*/ 1926 h 1926"/>
                  <a:gd name="T10" fmla="*/ 962 w 1927"/>
                  <a:gd name="T11" fmla="*/ 1903 h 1926"/>
                  <a:gd name="T12" fmla="*/ 1902 w 1927"/>
                  <a:gd name="T13" fmla="*/ 969 h 1926"/>
                  <a:gd name="T14" fmla="*/ 968 w 1927"/>
                  <a:gd name="T15" fmla="*/ 26 h 1926"/>
                  <a:gd name="T16" fmla="*/ 25 w 1927"/>
                  <a:gd name="T17" fmla="*/ 961 h 1926"/>
                  <a:gd name="T18" fmla="*/ 962 w 1927"/>
                  <a:gd name="T19" fmla="*/ 1903 h 1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7" h="1926">
                    <a:moveTo>
                      <a:pt x="964" y="1926"/>
                    </a:moveTo>
                    <a:cubicBezTo>
                      <a:pt x="433" y="1926"/>
                      <a:pt x="0" y="1493"/>
                      <a:pt x="1" y="962"/>
                    </a:cubicBezTo>
                    <a:cubicBezTo>
                      <a:pt x="2" y="432"/>
                      <a:pt x="436" y="0"/>
                      <a:pt x="967" y="1"/>
                    </a:cubicBezTo>
                    <a:cubicBezTo>
                      <a:pt x="1495" y="2"/>
                      <a:pt x="1926" y="433"/>
                      <a:pt x="1926" y="963"/>
                    </a:cubicBezTo>
                    <a:cubicBezTo>
                      <a:pt x="1927" y="1495"/>
                      <a:pt x="1496" y="1926"/>
                      <a:pt x="964" y="1926"/>
                    </a:cubicBezTo>
                    <a:close/>
                    <a:moveTo>
                      <a:pt x="962" y="1903"/>
                    </a:moveTo>
                    <a:cubicBezTo>
                      <a:pt x="1477" y="1904"/>
                      <a:pt x="1899" y="1485"/>
                      <a:pt x="1902" y="969"/>
                    </a:cubicBezTo>
                    <a:cubicBezTo>
                      <a:pt x="1904" y="450"/>
                      <a:pt x="1485" y="27"/>
                      <a:pt x="968" y="26"/>
                    </a:cubicBezTo>
                    <a:cubicBezTo>
                      <a:pt x="449" y="25"/>
                      <a:pt x="28" y="443"/>
                      <a:pt x="25" y="961"/>
                    </a:cubicBezTo>
                    <a:cubicBezTo>
                      <a:pt x="23" y="1477"/>
                      <a:pt x="445" y="1902"/>
                      <a:pt x="962" y="19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78" name="Freeform 91"/>
              <p:cNvSpPr>
                <a:spLocks noEditPoints="1"/>
              </p:cNvSpPr>
              <p:nvPr/>
            </p:nvSpPr>
            <p:spPr bwMode="auto">
              <a:xfrm>
                <a:off x="2237" y="1173"/>
                <a:ext cx="1289" cy="953"/>
              </a:xfrm>
              <a:custGeom>
                <a:avLst/>
                <a:gdLst>
                  <a:gd name="T0" fmla="*/ 938 w 953"/>
                  <a:gd name="T1" fmla="*/ 198 h 704"/>
                  <a:gd name="T2" fmla="*/ 485 w 953"/>
                  <a:gd name="T3" fmla="*/ 3 h 704"/>
                  <a:gd name="T4" fmla="*/ 477 w 953"/>
                  <a:gd name="T5" fmla="*/ 0 h 704"/>
                  <a:gd name="T6" fmla="*/ 468 w 953"/>
                  <a:gd name="T7" fmla="*/ 3 h 704"/>
                  <a:gd name="T8" fmla="*/ 15 w 953"/>
                  <a:gd name="T9" fmla="*/ 198 h 704"/>
                  <a:gd name="T10" fmla="*/ 0 w 953"/>
                  <a:gd name="T11" fmla="*/ 223 h 704"/>
                  <a:gd name="T12" fmla="*/ 15 w 953"/>
                  <a:gd name="T13" fmla="*/ 249 h 704"/>
                  <a:gd name="T14" fmla="*/ 468 w 953"/>
                  <a:gd name="T15" fmla="*/ 444 h 704"/>
                  <a:gd name="T16" fmla="*/ 485 w 953"/>
                  <a:gd name="T17" fmla="*/ 444 h 704"/>
                  <a:gd name="T18" fmla="*/ 838 w 953"/>
                  <a:gd name="T19" fmla="*/ 293 h 704"/>
                  <a:gd name="T20" fmla="*/ 838 w 953"/>
                  <a:gd name="T21" fmla="*/ 448 h 704"/>
                  <a:gd name="T22" fmla="*/ 805 w 953"/>
                  <a:gd name="T23" fmla="*/ 505 h 704"/>
                  <a:gd name="T24" fmla="*/ 838 w 953"/>
                  <a:gd name="T25" fmla="*/ 562 h 704"/>
                  <a:gd name="T26" fmla="*/ 838 w 953"/>
                  <a:gd name="T27" fmla="*/ 615 h 704"/>
                  <a:gd name="T28" fmla="*/ 884 w 953"/>
                  <a:gd name="T29" fmla="*/ 615 h 704"/>
                  <a:gd name="T30" fmla="*/ 884 w 953"/>
                  <a:gd name="T31" fmla="*/ 562 h 704"/>
                  <a:gd name="T32" fmla="*/ 915 w 953"/>
                  <a:gd name="T33" fmla="*/ 505 h 704"/>
                  <a:gd name="T34" fmla="*/ 884 w 953"/>
                  <a:gd name="T35" fmla="*/ 448 h 704"/>
                  <a:gd name="T36" fmla="*/ 884 w 953"/>
                  <a:gd name="T37" fmla="*/ 272 h 704"/>
                  <a:gd name="T38" fmla="*/ 938 w 953"/>
                  <a:gd name="T39" fmla="*/ 249 h 704"/>
                  <a:gd name="T40" fmla="*/ 953 w 953"/>
                  <a:gd name="T41" fmla="*/ 223 h 704"/>
                  <a:gd name="T42" fmla="*/ 938 w 953"/>
                  <a:gd name="T43" fmla="*/ 198 h 704"/>
                  <a:gd name="T44" fmla="*/ 477 w 953"/>
                  <a:gd name="T45" fmla="*/ 483 h 704"/>
                  <a:gd name="T46" fmla="*/ 457 w 953"/>
                  <a:gd name="T47" fmla="*/ 479 h 704"/>
                  <a:gd name="T48" fmla="*/ 174 w 953"/>
                  <a:gd name="T49" fmla="*/ 358 h 704"/>
                  <a:gd name="T50" fmla="*/ 174 w 953"/>
                  <a:gd name="T51" fmla="*/ 526 h 704"/>
                  <a:gd name="T52" fmla="*/ 445 w 953"/>
                  <a:gd name="T53" fmla="*/ 704 h 704"/>
                  <a:gd name="T54" fmla="*/ 509 w 953"/>
                  <a:gd name="T55" fmla="*/ 704 h 704"/>
                  <a:gd name="T56" fmla="*/ 779 w 953"/>
                  <a:gd name="T57" fmla="*/ 526 h 704"/>
                  <a:gd name="T58" fmla="*/ 779 w 953"/>
                  <a:gd name="T59" fmla="*/ 358 h 704"/>
                  <a:gd name="T60" fmla="*/ 496 w 953"/>
                  <a:gd name="T61" fmla="*/ 479 h 704"/>
                  <a:gd name="T62" fmla="*/ 477 w 953"/>
                  <a:gd name="T63" fmla="*/ 483 h 7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53" h="704">
                    <a:moveTo>
                      <a:pt x="938" y="198"/>
                    </a:moveTo>
                    <a:cubicBezTo>
                      <a:pt x="485" y="3"/>
                      <a:pt x="485" y="3"/>
                      <a:pt x="485" y="3"/>
                    </a:cubicBezTo>
                    <a:cubicBezTo>
                      <a:pt x="483" y="2"/>
                      <a:pt x="480" y="0"/>
                      <a:pt x="477" y="0"/>
                    </a:cubicBezTo>
                    <a:cubicBezTo>
                      <a:pt x="473" y="0"/>
                      <a:pt x="470" y="2"/>
                      <a:pt x="468" y="3"/>
                    </a:cubicBezTo>
                    <a:cubicBezTo>
                      <a:pt x="15" y="198"/>
                      <a:pt x="15" y="198"/>
                      <a:pt x="15" y="198"/>
                    </a:cubicBezTo>
                    <a:cubicBezTo>
                      <a:pt x="5" y="202"/>
                      <a:pt x="0" y="211"/>
                      <a:pt x="0" y="223"/>
                    </a:cubicBezTo>
                    <a:cubicBezTo>
                      <a:pt x="0" y="234"/>
                      <a:pt x="5" y="245"/>
                      <a:pt x="15" y="249"/>
                    </a:cubicBezTo>
                    <a:cubicBezTo>
                      <a:pt x="468" y="444"/>
                      <a:pt x="468" y="444"/>
                      <a:pt x="468" y="444"/>
                    </a:cubicBezTo>
                    <a:cubicBezTo>
                      <a:pt x="473" y="447"/>
                      <a:pt x="480" y="447"/>
                      <a:pt x="485" y="444"/>
                    </a:cubicBezTo>
                    <a:cubicBezTo>
                      <a:pt x="838" y="293"/>
                      <a:pt x="838" y="293"/>
                      <a:pt x="838" y="293"/>
                    </a:cubicBezTo>
                    <a:cubicBezTo>
                      <a:pt x="838" y="448"/>
                      <a:pt x="838" y="448"/>
                      <a:pt x="838" y="448"/>
                    </a:cubicBezTo>
                    <a:cubicBezTo>
                      <a:pt x="819" y="457"/>
                      <a:pt x="805" y="479"/>
                      <a:pt x="805" y="505"/>
                    </a:cubicBezTo>
                    <a:cubicBezTo>
                      <a:pt x="805" y="530"/>
                      <a:pt x="819" y="551"/>
                      <a:pt x="838" y="562"/>
                    </a:cubicBezTo>
                    <a:cubicBezTo>
                      <a:pt x="838" y="615"/>
                      <a:pt x="838" y="615"/>
                      <a:pt x="838" y="615"/>
                    </a:cubicBezTo>
                    <a:cubicBezTo>
                      <a:pt x="884" y="615"/>
                      <a:pt x="884" y="615"/>
                      <a:pt x="884" y="615"/>
                    </a:cubicBezTo>
                    <a:cubicBezTo>
                      <a:pt x="884" y="562"/>
                      <a:pt x="884" y="562"/>
                      <a:pt x="884" y="562"/>
                    </a:cubicBezTo>
                    <a:cubicBezTo>
                      <a:pt x="903" y="551"/>
                      <a:pt x="915" y="530"/>
                      <a:pt x="915" y="505"/>
                    </a:cubicBezTo>
                    <a:cubicBezTo>
                      <a:pt x="915" y="479"/>
                      <a:pt x="903" y="457"/>
                      <a:pt x="884" y="448"/>
                    </a:cubicBezTo>
                    <a:cubicBezTo>
                      <a:pt x="884" y="272"/>
                      <a:pt x="884" y="272"/>
                      <a:pt x="884" y="272"/>
                    </a:cubicBezTo>
                    <a:cubicBezTo>
                      <a:pt x="938" y="249"/>
                      <a:pt x="938" y="249"/>
                      <a:pt x="938" y="249"/>
                    </a:cubicBezTo>
                    <a:cubicBezTo>
                      <a:pt x="948" y="245"/>
                      <a:pt x="953" y="234"/>
                      <a:pt x="953" y="223"/>
                    </a:cubicBezTo>
                    <a:cubicBezTo>
                      <a:pt x="953" y="211"/>
                      <a:pt x="948" y="202"/>
                      <a:pt x="938" y="198"/>
                    </a:cubicBezTo>
                    <a:close/>
                    <a:moveTo>
                      <a:pt x="477" y="483"/>
                    </a:moveTo>
                    <a:cubicBezTo>
                      <a:pt x="470" y="483"/>
                      <a:pt x="462" y="482"/>
                      <a:pt x="457" y="479"/>
                    </a:cubicBezTo>
                    <a:cubicBezTo>
                      <a:pt x="174" y="358"/>
                      <a:pt x="174" y="358"/>
                      <a:pt x="174" y="358"/>
                    </a:cubicBezTo>
                    <a:cubicBezTo>
                      <a:pt x="174" y="526"/>
                      <a:pt x="174" y="526"/>
                      <a:pt x="174" y="526"/>
                    </a:cubicBezTo>
                    <a:cubicBezTo>
                      <a:pt x="174" y="663"/>
                      <a:pt x="381" y="704"/>
                      <a:pt x="445" y="704"/>
                    </a:cubicBezTo>
                    <a:cubicBezTo>
                      <a:pt x="509" y="704"/>
                      <a:pt x="509" y="704"/>
                      <a:pt x="509" y="704"/>
                    </a:cubicBezTo>
                    <a:cubicBezTo>
                      <a:pt x="558" y="704"/>
                      <a:pt x="779" y="663"/>
                      <a:pt x="779" y="526"/>
                    </a:cubicBezTo>
                    <a:cubicBezTo>
                      <a:pt x="779" y="358"/>
                      <a:pt x="779" y="358"/>
                      <a:pt x="779" y="358"/>
                    </a:cubicBezTo>
                    <a:cubicBezTo>
                      <a:pt x="496" y="479"/>
                      <a:pt x="496" y="479"/>
                      <a:pt x="496" y="479"/>
                    </a:cubicBezTo>
                    <a:cubicBezTo>
                      <a:pt x="491" y="482"/>
                      <a:pt x="484" y="483"/>
                      <a:pt x="477" y="4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79" name="Freeform 92"/>
              <p:cNvSpPr/>
              <p:nvPr/>
            </p:nvSpPr>
            <p:spPr bwMode="auto">
              <a:xfrm>
                <a:off x="1702" y="1676"/>
                <a:ext cx="256" cy="138"/>
              </a:xfrm>
              <a:custGeom>
                <a:avLst/>
                <a:gdLst>
                  <a:gd name="T0" fmla="*/ 187 w 189"/>
                  <a:gd name="T1" fmla="*/ 49 h 102"/>
                  <a:gd name="T2" fmla="*/ 182 w 189"/>
                  <a:gd name="T3" fmla="*/ 84 h 102"/>
                  <a:gd name="T4" fmla="*/ 160 w 189"/>
                  <a:gd name="T5" fmla="*/ 102 h 102"/>
                  <a:gd name="T6" fmla="*/ 145 w 189"/>
                  <a:gd name="T7" fmla="*/ 78 h 102"/>
                  <a:gd name="T8" fmla="*/ 161 w 189"/>
                  <a:gd name="T9" fmla="*/ 54 h 102"/>
                  <a:gd name="T10" fmla="*/ 154 w 189"/>
                  <a:gd name="T11" fmla="*/ 39 h 102"/>
                  <a:gd name="T12" fmla="*/ 136 w 189"/>
                  <a:gd name="T13" fmla="*/ 36 h 102"/>
                  <a:gd name="T14" fmla="*/ 4 w 189"/>
                  <a:gd name="T15" fmla="*/ 49 h 102"/>
                  <a:gd name="T16" fmla="*/ 0 w 189"/>
                  <a:gd name="T17" fmla="*/ 16 h 102"/>
                  <a:gd name="T18" fmla="*/ 130 w 189"/>
                  <a:gd name="T19" fmla="*/ 2 h 102"/>
                  <a:gd name="T20" fmla="*/ 170 w 189"/>
                  <a:gd name="T21" fmla="*/ 12 h 102"/>
                  <a:gd name="T22" fmla="*/ 187 w 189"/>
                  <a:gd name="T23" fmla="*/ 4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2">
                    <a:moveTo>
                      <a:pt x="187" y="49"/>
                    </a:moveTo>
                    <a:cubicBezTo>
                      <a:pt x="189" y="63"/>
                      <a:pt x="187" y="75"/>
                      <a:pt x="182" y="84"/>
                    </a:cubicBezTo>
                    <a:cubicBezTo>
                      <a:pt x="177" y="92"/>
                      <a:pt x="169" y="99"/>
                      <a:pt x="160" y="102"/>
                    </a:cubicBezTo>
                    <a:cubicBezTo>
                      <a:pt x="145" y="78"/>
                      <a:pt x="145" y="78"/>
                      <a:pt x="145" y="78"/>
                    </a:cubicBezTo>
                    <a:cubicBezTo>
                      <a:pt x="157" y="74"/>
                      <a:pt x="162" y="66"/>
                      <a:pt x="161" y="54"/>
                    </a:cubicBezTo>
                    <a:cubicBezTo>
                      <a:pt x="160" y="47"/>
                      <a:pt x="158" y="42"/>
                      <a:pt x="154" y="39"/>
                    </a:cubicBezTo>
                    <a:cubicBezTo>
                      <a:pt x="149" y="36"/>
                      <a:pt x="144" y="35"/>
                      <a:pt x="136" y="36"/>
                    </a:cubicBezTo>
                    <a:cubicBezTo>
                      <a:pt x="4" y="49"/>
                      <a:pt x="4" y="49"/>
                      <a:pt x="4" y="49"/>
                    </a:cubicBezTo>
                    <a:cubicBezTo>
                      <a:pt x="0" y="16"/>
                      <a:pt x="0" y="16"/>
                      <a:pt x="0" y="16"/>
                    </a:cubicBezTo>
                    <a:cubicBezTo>
                      <a:pt x="130" y="2"/>
                      <a:pt x="130" y="2"/>
                      <a:pt x="130" y="2"/>
                    </a:cubicBezTo>
                    <a:cubicBezTo>
                      <a:pt x="147" y="0"/>
                      <a:pt x="160" y="4"/>
                      <a:pt x="170" y="12"/>
                    </a:cubicBezTo>
                    <a:cubicBezTo>
                      <a:pt x="180" y="20"/>
                      <a:pt x="185" y="32"/>
                      <a:pt x="187"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80" name="Freeform 93"/>
              <p:cNvSpPr/>
              <p:nvPr/>
            </p:nvSpPr>
            <p:spPr bwMode="auto">
              <a:xfrm>
                <a:off x="1702" y="1581"/>
                <a:ext cx="245" cy="54"/>
              </a:xfrm>
              <a:custGeom>
                <a:avLst/>
                <a:gdLst>
                  <a:gd name="T0" fmla="*/ 1 w 245"/>
                  <a:gd name="T1" fmla="*/ 0 h 54"/>
                  <a:gd name="T2" fmla="*/ 245 w 245"/>
                  <a:gd name="T3" fmla="*/ 8 h 54"/>
                  <a:gd name="T4" fmla="*/ 244 w 245"/>
                  <a:gd name="T5" fmla="*/ 54 h 54"/>
                  <a:gd name="T6" fmla="*/ 0 w 245"/>
                  <a:gd name="T7" fmla="*/ 46 h 54"/>
                  <a:gd name="T8" fmla="*/ 1 w 245"/>
                  <a:gd name="T9" fmla="*/ 0 h 54"/>
                </a:gdLst>
                <a:ahLst/>
                <a:cxnLst>
                  <a:cxn ang="0">
                    <a:pos x="T0" y="T1"/>
                  </a:cxn>
                  <a:cxn ang="0">
                    <a:pos x="T2" y="T3"/>
                  </a:cxn>
                  <a:cxn ang="0">
                    <a:pos x="T4" y="T5"/>
                  </a:cxn>
                  <a:cxn ang="0">
                    <a:pos x="T6" y="T7"/>
                  </a:cxn>
                  <a:cxn ang="0">
                    <a:pos x="T8" y="T9"/>
                  </a:cxn>
                </a:cxnLst>
                <a:rect l="0" t="0" r="r" b="b"/>
                <a:pathLst>
                  <a:path w="245" h="54">
                    <a:moveTo>
                      <a:pt x="1" y="0"/>
                    </a:moveTo>
                    <a:lnTo>
                      <a:pt x="245" y="8"/>
                    </a:lnTo>
                    <a:lnTo>
                      <a:pt x="244" y="54"/>
                    </a:lnTo>
                    <a:lnTo>
                      <a:pt x="0" y="46"/>
                    </a:ln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81" name="Freeform 94"/>
              <p:cNvSpPr/>
              <p:nvPr/>
            </p:nvSpPr>
            <p:spPr bwMode="auto">
              <a:xfrm>
                <a:off x="1706" y="1311"/>
                <a:ext cx="277" cy="241"/>
              </a:xfrm>
              <a:custGeom>
                <a:avLst/>
                <a:gdLst>
                  <a:gd name="T0" fmla="*/ 39 w 277"/>
                  <a:gd name="T1" fmla="*/ 0 h 241"/>
                  <a:gd name="T2" fmla="*/ 277 w 277"/>
                  <a:gd name="T3" fmla="*/ 48 h 241"/>
                  <a:gd name="T4" fmla="*/ 269 w 277"/>
                  <a:gd name="T5" fmla="*/ 88 h 241"/>
                  <a:gd name="T6" fmla="*/ 80 w 277"/>
                  <a:gd name="T7" fmla="*/ 168 h 241"/>
                  <a:gd name="T8" fmla="*/ 246 w 277"/>
                  <a:gd name="T9" fmla="*/ 201 h 241"/>
                  <a:gd name="T10" fmla="*/ 238 w 277"/>
                  <a:gd name="T11" fmla="*/ 241 h 241"/>
                  <a:gd name="T12" fmla="*/ 0 w 277"/>
                  <a:gd name="T13" fmla="*/ 194 h 241"/>
                  <a:gd name="T14" fmla="*/ 9 w 277"/>
                  <a:gd name="T15" fmla="*/ 147 h 241"/>
                  <a:gd name="T16" fmla="*/ 188 w 277"/>
                  <a:gd name="T17" fmla="*/ 72 h 241"/>
                  <a:gd name="T18" fmla="*/ 31 w 277"/>
                  <a:gd name="T19" fmla="*/ 41 h 241"/>
                  <a:gd name="T20" fmla="*/ 39 w 277"/>
                  <a:gd name="T21" fmla="*/ 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7" h="241">
                    <a:moveTo>
                      <a:pt x="39" y="0"/>
                    </a:moveTo>
                    <a:lnTo>
                      <a:pt x="277" y="48"/>
                    </a:lnTo>
                    <a:lnTo>
                      <a:pt x="269" y="88"/>
                    </a:lnTo>
                    <a:lnTo>
                      <a:pt x="80" y="168"/>
                    </a:lnTo>
                    <a:lnTo>
                      <a:pt x="246" y="201"/>
                    </a:lnTo>
                    <a:lnTo>
                      <a:pt x="238" y="241"/>
                    </a:lnTo>
                    <a:lnTo>
                      <a:pt x="0" y="194"/>
                    </a:lnTo>
                    <a:lnTo>
                      <a:pt x="9" y="147"/>
                    </a:lnTo>
                    <a:lnTo>
                      <a:pt x="188" y="72"/>
                    </a:lnTo>
                    <a:lnTo>
                      <a:pt x="31" y="41"/>
                    </a:lnTo>
                    <a:lnTo>
                      <a:pt x="3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82" name="Freeform 95"/>
              <p:cNvSpPr/>
              <p:nvPr/>
            </p:nvSpPr>
            <p:spPr bwMode="auto">
              <a:xfrm>
                <a:off x="1832" y="1015"/>
                <a:ext cx="249" cy="232"/>
              </a:xfrm>
              <a:custGeom>
                <a:avLst/>
                <a:gdLst>
                  <a:gd name="T0" fmla="*/ 27 w 184"/>
                  <a:gd name="T1" fmla="*/ 117 h 171"/>
                  <a:gd name="T2" fmla="*/ 7 w 184"/>
                  <a:gd name="T3" fmla="*/ 98 h 171"/>
                  <a:gd name="T4" fmla="*/ 1 w 184"/>
                  <a:gd name="T5" fmla="*/ 70 h 171"/>
                  <a:gd name="T6" fmla="*/ 11 w 184"/>
                  <a:gd name="T7" fmla="*/ 38 h 171"/>
                  <a:gd name="T8" fmla="*/ 39 w 184"/>
                  <a:gd name="T9" fmla="*/ 7 h 171"/>
                  <a:gd name="T10" fmla="*/ 74 w 184"/>
                  <a:gd name="T11" fmla="*/ 2 h 171"/>
                  <a:gd name="T12" fmla="*/ 72 w 184"/>
                  <a:gd name="T13" fmla="*/ 32 h 171"/>
                  <a:gd name="T14" fmla="*/ 52 w 184"/>
                  <a:gd name="T15" fmla="*/ 35 h 171"/>
                  <a:gd name="T16" fmla="*/ 37 w 184"/>
                  <a:gd name="T17" fmla="*/ 51 h 171"/>
                  <a:gd name="T18" fmla="*/ 31 w 184"/>
                  <a:gd name="T19" fmla="*/ 73 h 171"/>
                  <a:gd name="T20" fmla="*/ 42 w 184"/>
                  <a:gd name="T21" fmla="*/ 87 h 171"/>
                  <a:gd name="T22" fmla="*/ 59 w 184"/>
                  <a:gd name="T23" fmla="*/ 88 h 171"/>
                  <a:gd name="T24" fmla="*/ 80 w 184"/>
                  <a:gd name="T25" fmla="*/ 69 h 171"/>
                  <a:gd name="T26" fmla="*/ 118 w 184"/>
                  <a:gd name="T27" fmla="*/ 39 h 171"/>
                  <a:gd name="T28" fmla="*/ 157 w 184"/>
                  <a:gd name="T29" fmla="*/ 45 h 171"/>
                  <a:gd name="T30" fmla="*/ 178 w 184"/>
                  <a:gd name="T31" fmla="*/ 66 h 171"/>
                  <a:gd name="T32" fmla="*/ 183 w 184"/>
                  <a:gd name="T33" fmla="*/ 95 h 171"/>
                  <a:gd name="T34" fmla="*/ 173 w 184"/>
                  <a:gd name="T35" fmla="*/ 129 h 171"/>
                  <a:gd name="T36" fmla="*/ 142 w 184"/>
                  <a:gd name="T37" fmla="*/ 162 h 171"/>
                  <a:gd name="T38" fmla="*/ 104 w 184"/>
                  <a:gd name="T39" fmla="*/ 168 h 171"/>
                  <a:gd name="T40" fmla="*/ 106 w 184"/>
                  <a:gd name="T41" fmla="*/ 137 h 171"/>
                  <a:gd name="T42" fmla="*/ 130 w 184"/>
                  <a:gd name="T43" fmla="*/ 134 h 171"/>
                  <a:gd name="T44" fmla="*/ 148 w 184"/>
                  <a:gd name="T45" fmla="*/ 115 h 171"/>
                  <a:gd name="T46" fmla="*/ 154 w 184"/>
                  <a:gd name="T47" fmla="*/ 91 h 171"/>
                  <a:gd name="T48" fmla="*/ 141 w 184"/>
                  <a:gd name="T49" fmla="*/ 75 h 171"/>
                  <a:gd name="T50" fmla="*/ 122 w 184"/>
                  <a:gd name="T51" fmla="*/ 74 h 171"/>
                  <a:gd name="T52" fmla="*/ 98 w 184"/>
                  <a:gd name="T53" fmla="*/ 95 h 171"/>
                  <a:gd name="T54" fmla="*/ 63 w 184"/>
                  <a:gd name="T55" fmla="*/ 122 h 171"/>
                  <a:gd name="T56" fmla="*/ 27 w 184"/>
                  <a:gd name="T57" fmla="*/ 11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4" h="171">
                    <a:moveTo>
                      <a:pt x="27" y="117"/>
                    </a:moveTo>
                    <a:cubicBezTo>
                      <a:pt x="18" y="112"/>
                      <a:pt x="11" y="106"/>
                      <a:pt x="7" y="98"/>
                    </a:cubicBezTo>
                    <a:cubicBezTo>
                      <a:pt x="2" y="90"/>
                      <a:pt x="0" y="80"/>
                      <a:pt x="1" y="70"/>
                    </a:cubicBezTo>
                    <a:cubicBezTo>
                      <a:pt x="2" y="60"/>
                      <a:pt x="5" y="49"/>
                      <a:pt x="11" y="38"/>
                    </a:cubicBezTo>
                    <a:cubicBezTo>
                      <a:pt x="19" y="24"/>
                      <a:pt x="28" y="13"/>
                      <a:pt x="39" y="7"/>
                    </a:cubicBezTo>
                    <a:cubicBezTo>
                      <a:pt x="50" y="1"/>
                      <a:pt x="61" y="0"/>
                      <a:pt x="74" y="2"/>
                    </a:cubicBezTo>
                    <a:cubicBezTo>
                      <a:pt x="72" y="32"/>
                      <a:pt x="72" y="32"/>
                      <a:pt x="72" y="32"/>
                    </a:cubicBezTo>
                    <a:cubicBezTo>
                      <a:pt x="64" y="31"/>
                      <a:pt x="58" y="32"/>
                      <a:pt x="52" y="35"/>
                    </a:cubicBezTo>
                    <a:cubicBezTo>
                      <a:pt x="46" y="38"/>
                      <a:pt x="41" y="43"/>
                      <a:pt x="37" y="51"/>
                    </a:cubicBezTo>
                    <a:cubicBezTo>
                      <a:pt x="32" y="59"/>
                      <a:pt x="30" y="67"/>
                      <a:pt x="31" y="73"/>
                    </a:cubicBezTo>
                    <a:cubicBezTo>
                      <a:pt x="32" y="79"/>
                      <a:pt x="36" y="83"/>
                      <a:pt x="42" y="87"/>
                    </a:cubicBezTo>
                    <a:cubicBezTo>
                      <a:pt x="48" y="90"/>
                      <a:pt x="54" y="90"/>
                      <a:pt x="59" y="88"/>
                    </a:cubicBezTo>
                    <a:cubicBezTo>
                      <a:pt x="65" y="85"/>
                      <a:pt x="72" y="79"/>
                      <a:pt x="80" y="69"/>
                    </a:cubicBezTo>
                    <a:cubicBezTo>
                      <a:pt x="93" y="53"/>
                      <a:pt x="106" y="43"/>
                      <a:pt x="118" y="39"/>
                    </a:cubicBezTo>
                    <a:cubicBezTo>
                      <a:pt x="130" y="35"/>
                      <a:pt x="143" y="37"/>
                      <a:pt x="157" y="45"/>
                    </a:cubicBezTo>
                    <a:cubicBezTo>
                      <a:pt x="166" y="50"/>
                      <a:pt x="173" y="57"/>
                      <a:pt x="178" y="66"/>
                    </a:cubicBezTo>
                    <a:cubicBezTo>
                      <a:pt x="182" y="74"/>
                      <a:pt x="184" y="84"/>
                      <a:pt x="183" y="95"/>
                    </a:cubicBezTo>
                    <a:cubicBezTo>
                      <a:pt x="183" y="106"/>
                      <a:pt x="179" y="118"/>
                      <a:pt x="173" y="129"/>
                    </a:cubicBezTo>
                    <a:cubicBezTo>
                      <a:pt x="164" y="144"/>
                      <a:pt x="154" y="155"/>
                      <a:pt x="142" y="162"/>
                    </a:cubicBezTo>
                    <a:cubicBezTo>
                      <a:pt x="130" y="169"/>
                      <a:pt x="118" y="171"/>
                      <a:pt x="104" y="168"/>
                    </a:cubicBezTo>
                    <a:cubicBezTo>
                      <a:pt x="106" y="137"/>
                      <a:pt x="106" y="137"/>
                      <a:pt x="106" y="137"/>
                    </a:cubicBezTo>
                    <a:cubicBezTo>
                      <a:pt x="115" y="139"/>
                      <a:pt x="122" y="138"/>
                      <a:pt x="130" y="134"/>
                    </a:cubicBezTo>
                    <a:cubicBezTo>
                      <a:pt x="137" y="131"/>
                      <a:pt x="143" y="124"/>
                      <a:pt x="148" y="115"/>
                    </a:cubicBezTo>
                    <a:cubicBezTo>
                      <a:pt x="153" y="106"/>
                      <a:pt x="155" y="98"/>
                      <a:pt x="154" y="91"/>
                    </a:cubicBezTo>
                    <a:cubicBezTo>
                      <a:pt x="152" y="84"/>
                      <a:pt x="148" y="79"/>
                      <a:pt x="141" y="75"/>
                    </a:cubicBezTo>
                    <a:cubicBezTo>
                      <a:pt x="135" y="71"/>
                      <a:pt x="128" y="71"/>
                      <a:pt x="122" y="74"/>
                    </a:cubicBezTo>
                    <a:cubicBezTo>
                      <a:pt x="115" y="77"/>
                      <a:pt x="107" y="84"/>
                      <a:pt x="98" y="95"/>
                    </a:cubicBezTo>
                    <a:cubicBezTo>
                      <a:pt x="87" y="109"/>
                      <a:pt x="75" y="119"/>
                      <a:pt x="63" y="122"/>
                    </a:cubicBezTo>
                    <a:cubicBezTo>
                      <a:pt x="51" y="126"/>
                      <a:pt x="39" y="124"/>
                      <a:pt x="27" y="1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83" name="Freeform 96"/>
              <p:cNvSpPr/>
              <p:nvPr/>
            </p:nvSpPr>
            <p:spPr bwMode="auto">
              <a:xfrm>
                <a:off x="1933" y="784"/>
                <a:ext cx="314" cy="310"/>
              </a:xfrm>
              <a:custGeom>
                <a:avLst/>
                <a:gdLst>
                  <a:gd name="T0" fmla="*/ 133 w 314"/>
                  <a:gd name="T1" fmla="*/ 0 h 310"/>
                  <a:gd name="T2" fmla="*/ 314 w 314"/>
                  <a:gd name="T3" fmla="*/ 161 h 310"/>
                  <a:gd name="T4" fmla="*/ 283 w 314"/>
                  <a:gd name="T5" fmla="*/ 196 h 310"/>
                  <a:gd name="T6" fmla="*/ 203 w 314"/>
                  <a:gd name="T7" fmla="*/ 124 h 310"/>
                  <a:gd name="T8" fmla="*/ 132 w 314"/>
                  <a:gd name="T9" fmla="*/ 203 h 310"/>
                  <a:gd name="T10" fmla="*/ 213 w 314"/>
                  <a:gd name="T11" fmla="*/ 274 h 310"/>
                  <a:gd name="T12" fmla="*/ 182 w 314"/>
                  <a:gd name="T13" fmla="*/ 310 h 310"/>
                  <a:gd name="T14" fmla="*/ 0 w 314"/>
                  <a:gd name="T15" fmla="*/ 147 h 310"/>
                  <a:gd name="T16" fmla="*/ 31 w 314"/>
                  <a:gd name="T17" fmla="*/ 113 h 310"/>
                  <a:gd name="T18" fmla="*/ 103 w 314"/>
                  <a:gd name="T19" fmla="*/ 177 h 310"/>
                  <a:gd name="T20" fmla="*/ 175 w 314"/>
                  <a:gd name="T21" fmla="*/ 98 h 310"/>
                  <a:gd name="T22" fmla="*/ 102 w 314"/>
                  <a:gd name="T23" fmla="*/ 34 h 310"/>
                  <a:gd name="T24" fmla="*/ 133 w 314"/>
                  <a:gd name="T25"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4" h="310">
                    <a:moveTo>
                      <a:pt x="133" y="0"/>
                    </a:moveTo>
                    <a:lnTo>
                      <a:pt x="314" y="161"/>
                    </a:lnTo>
                    <a:lnTo>
                      <a:pt x="283" y="196"/>
                    </a:lnTo>
                    <a:lnTo>
                      <a:pt x="203" y="124"/>
                    </a:lnTo>
                    <a:lnTo>
                      <a:pt x="132" y="203"/>
                    </a:lnTo>
                    <a:lnTo>
                      <a:pt x="213" y="274"/>
                    </a:lnTo>
                    <a:lnTo>
                      <a:pt x="182" y="310"/>
                    </a:lnTo>
                    <a:lnTo>
                      <a:pt x="0" y="147"/>
                    </a:lnTo>
                    <a:lnTo>
                      <a:pt x="31" y="113"/>
                    </a:lnTo>
                    <a:lnTo>
                      <a:pt x="103" y="177"/>
                    </a:lnTo>
                    <a:lnTo>
                      <a:pt x="175" y="98"/>
                    </a:lnTo>
                    <a:lnTo>
                      <a:pt x="102" y="34"/>
                    </a:lnTo>
                    <a:lnTo>
                      <a:pt x="1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84" name="Freeform 97"/>
              <p:cNvSpPr>
                <a:spLocks noEditPoints="1"/>
              </p:cNvSpPr>
              <p:nvPr/>
            </p:nvSpPr>
            <p:spPr bwMode="auto">
              <a:xfrm>
                <a:off x="2184" y="658"/>
                <a:ext cx="251" cy="279"/>
              </a:xfrm>
              <a:custGeom>
                <a:avLst/>
                <a:gdLst>
                  <a:gd name="T0" fmla="*/ 161 w 251"/>
                  <a:gd name="T1" fmla="*/ 141 h 279"/>
                  <a:gd name="T2" fmla="*/ 90 w 251"/>
                  <a:gd name="T3" fmla="*/ 191 h 279"/>
                  <a:gd name="T4" fmla="*/ 111 w 251"/>
                  <a:gd name="T5" fmla="*/ 252 h 279"/>
                  <a:gd name="T6" fmla="*/ 71 w 251"/>
                  <a:gd name="T7" fmla="*/ 279 h 279"/>
                  <a:gd name="T8" fmla="*/ 0 w 251"/>
                  <a:gd name="T9" fmla="*/ 32 h 279"/>
                  <a:gd name="T10" fmla="*/ 47 w 251"/>
                  <a:gd name="T11" fmla="*/ 0 h 279"/>
                  <a:gd name="T12" fmla="*/ 251 w 251"/>
                  <a:gd name="T13" fmla="*/ 153 h 279"/>
                  <a:gd name="T14" fmla="*/ 211 w 251"/>
                  <a:gd name="T15" fmla="*/ 181 h 279"/>
                  <a:gd name="T16" fmla="*/ 161 w 251"/>
                  <a:gd name="T17" fmla="*/ 141 h 279"/>
                  <a:gd name="T18" fmla="*/ 130 w 251"/>
                  <a:gd name="T19" fmla="*/ 116 h 279"/>
                  <a:gd name="T20" fmla="*/ 43 w 251"/>
                  <a:gd name="T21" fmla="*/ 47 h 279"/>
                  <a:gd name="T22" fmla="*/ 78 w 251"/>
                  <a:gd name="T23" fmla="*/ 151 h 279"/>
                  <a:gd name="T24" fmla="*/ 130 w 251"/>
                  <a:gd name="T25" fmla="*/ 116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1" h="279">
                    <a:moveTo>
                      <a:pt x="161" y="141"/>
                    </a:moveTo>
                    <a:lnTo>
                      <a:pt x="90" y="191"/>
                    </a:lnTo>
                    <a:lnTo>
                      <a:pt x="111" y="252"/>
                    </a:lnTo>
                    <a:lnTo>
                      <a:pt x="71" y="279"/>
                    </a:lnTo>
                    <a:lnTo>
                      <a:pt x="0" y="32"/>
                    </a:lnTo>
                    <a:lnTo>
                      <a:pt x="47" y="0"/>
                    </a:lnTo>
                    <a:lnTo>
                      <a:pt x="251" y="153"/>
                    </a:lnTo>
                    <a:lnTo>
                      <a:pt x="211" y="181"/>
                    </a:lnTo>
                    <a:lnTo>
                      <a:pt x="161" y="141"/>
                    </a:lnTo>
                    <a:close/>
                    <a:moveTo>
                      <a:pt x="130" y="116"/>
                    </a:moveTo>
                    <a:lnTo>
                      <a:pt x="43" y="47"/>
                    </a:lnTo>
                    <a:lnTo>
                      <a:pt x="78" y="151"/>
                    </a:lnTo>
                    <a:lnTo>
                      <a:pt x="130" y="1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85" name="Freeform 98"/>
              <p:cNvSpPr/>
              <p:nvPr/>
            </p:nvSpPr>
            <p:spPr bwMode="auto">
              <a:xfrm>
                <a:off x="2360" y="509"/>
                <a:ext cx="272" cy="298"/>
              </a:xfrm>
              <a:custGeom>
                <a:avLst/>
                <a:gdLst>
                  <a:gd name="T0" fmla="*/ 184 w 272"/>
                  <a:gd name="T1" fmla="*/ 0 h 298"/>
                  <a:gd name="T2" fmla="*/ 272 w 272"/>
                  <a:gd name="T3" fmla="*/ 226 h 298"/>
                  <a:gd name="T4" fmla="*/ 232 w 272"/>
                  <a:gd name="T5" fmla="*/ 241 h 298"/>
                  <a:gd name="T6" fmla="*/ 65 w 272"/>
                  <a:gd name="T7" fmla="*/ 124 h 298"/>
                  <a:gd name="T8" fmla="*/ 127 w 272"/>
                  <a:gd name="T9" fmla="*/ 283 h 298"/>
                  <a:gd name="T10" fmla="*/ 88 w 272"/>
                  <a:gd name="T11" fmla="*/ 298 h 298"/>
                  <a:gd name="T12" fmla="*/ 0 w 272"/>
                  <a:gd name="T13" fmla="*/ 72 h 298"/>
                  <a:gd name="T14" fmla="*/ 44 w 272"/>
                  <a:gd name="T15" fmla="*/ 54 h 298"/>
                  <a:gd name="T16" fmla="*/ 204 w 272"/>
                  <a:gd name="T17" fmla="*/ 165 h 298"/>
                  <a:gd name="T18" fmla="*/ 144 w 272"/>
                  <a:gd name="T19" fmla="*/ 15 h 298"/>
                  <a:gd name="T20" fmla="*/ 184 w 272"/>
                  <a:gd name="T2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298">
                    <a:moveTo>
                      <a:pt x="184" y="0"/>
                    </a:moveTo>
                    <a:lnTo>
                      <a:pt x="272" y="226"/>
                    </a:lnTo>
                    <a:lnTo>
                      <a:pt x="232" y="241"/>
                    </a:lnTo>
                    <a:lnTo>
                      <a:pt x="65" y="124"/>
                    </a:lnTo>
                    <a:lnTo>
                      <a:pt x="127" y="283"/>
                    </a:lnTo>
                    <a:lnTo>
                      <a:pt x="88" y="298"/>
                    </a:lnTo>
                    <a:lnTo>
                      <a:pt x="0" y="72"/>
                    </a:lnTo>
                    <a:lnTo>
                      <a:pt x="44" y="54"/>
                    </a:lnTo>
                    <a:lnTo>
                      <a:pt x="204" y="165"/>
                    </a:lnTo>
                    <a:lnTo>
                      <a:pt x="144" y="15"/>
                    </a:lnTo>
                    <a:lnTo>
                      <a:pt x="18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86" name="Freeform 99"/>
              <p:cNvSpPr/>
              <p:nvPr/>
            </p:nvSpPr>
            <p:spPr bwMode="auto">
              <a:xfrm>
                <a:off x="2726" y="462"/>
                <a:ext cx="205" cy="251"/>
              </a:xfrm>
              <a:custGeom>
                <a:avLst/>
                <a:gdLst>
                  <a:gd name="T0" fmla="*/ 81 w 151"/>
                  <a:gd name="T1" fmla="*/ 185 h 186"/>
                  <a:gd name="T2" fmla="*/ 42 w 151"/>
                  <a:gd name="T3" fmla="*/ 179 h 186"/>
                  <a:gd name="T4" fmla="*/ 16 w 151"/>
                  <a:gd name="T5" fmla="*/ 156 h 186"/>
                  <a:gd name="T6" fmla="*/ 5 w 151"/>
                  <a:gd name="T7" fmla="*/ 121 h 186"/>
                  <a:gd name="T8" fmla="*/ 0 w 151"/>
                  <a:gd name="T9" fmla="*/ 6 h 186"/>
                  <a:gd name="T10" fmla="*/ 32 w 151"/>
                  <a:gd name="T11" fmla="*/ 5 h 186"/>
                  <a:gd name="T12" fmla="*/ 37 w 151"/>
                  <a:gd name="T13" fmla="*/ 117 h 186"/>
                  <a:gd name="T14" fmla="*/ 48 w 151"/>
                  <a:gd name="T15" fmla="*/ 148 h 186"/>
                  <a:gd name="T16" fmla="*/ 79 w 151"/>
                  <a:gd name="T17" fmla="*/ 158 h 186"/>
                  <a:gd name="T18" fmla="*/ 107 w 151"/>
                  <a:gd name="T19" fmla="*/ 145 h 186"/>
                  <a:gd name="T20" fmla="*/ 116 w 151"/>
                  <a:gd name="T21" fmla="*/ 113 h 186"/>
                  <a:gd name="T22" fmla="*/ 111 w 151"/>
                  <a:gd name="T23" fmla="*/ 1 h 186"/>
                  <a:gd name="T24" fmla="*/ 145 w 151"/>
                  <a:gd name="T25" fmla="*/ 0 h 186"/>
                  <a:gd name="T26" fmla="*/ 150 w 151"/>
                  <a:gd name="T27" fmla="*/ 114 h 186"/>
                  <a:gd name="T28" fmla="*/ 143 w 151"/>
                  <a:gd name="T29" fmla="*/ 151 h 186"/>
                  <a:gd name="T30" fmla="*/ 119 w 151"/>
                  <a:gd name="T31" fmla="*/ 175 h 186"/>
                  <a:gd name="T32" fmla="*/ 81 w 151"/>
                  <a:gd name="T33" fmla="*/ 18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1" h="186">
                    <a:moveTo>
                      <a:pt x="81" y="185"/>
                    </a:moveTo>
                    <a:cubicBezTo>
                      <a:pt x="66" y="186"/>
                      <a:pt x="53" y="184"/>
                      <a:pt x="42" y="179"/>
                    </a:cubicBezTo>
                    <a:cubicBezTo>
                      <a:pt x="31" y="174"/>
                      <a:pt x="22" y="166"/>
                      <a:pt x="16" y="156"/>
                    </a:cubicBezTo>
                    <a:cubicBezTo>
                      <a:pt x="9" y="146"/>
                      <a:pt x="6" y="134"/>
                      <a:pt x="5" y="121"/>
                    </a:cubicBezTo>
                    <a:cubicBezTo>
                      <a:pt x="0" y="6"/>
                      <a:pt x="0" y="6"/>
                      <a:pt x="0" y="6"/>
                    </a:cubicBezTo>
                    <a:cubicBezTo>
                      <a:pt x="32" y="5"/>
                      <a:pt x="32" y="5"/>
                      <a:pt x="32" y="5"/>
                    </a:cubicBezTo>
                    <a:cubicBezTo>
                      <a:pt x="37" y="117"/>
                      <a:pt x="37" y="117"/>
                      <a:pt x="37" y="117"/>
                    </a:cubicBezTo>
                    <a:cubicBezTo>
                      <a:pt x="37" y="131"/>
                      <a:pt x="41" y="141"/>
                      <a:pt x="48" y="148"/>
                    </a:cubicBezTo>
                    <a:cubicBezTo>
                      <a:pt x="56" y="155"/>
                      <a:pt x="66" y="158"/>
                      <a:pt x="79" y="158"/>
                    </a:cubicBezTo>
                    <a:cubicBezTo>
                      <a:pt x="91" y="157"/>
                      <a:pt x="101" y="153"/>
                      <a:pt x="107" y="145"/>
                    </a:cubicBezTo>
                    <a:cubicBezTo>
                      <a:pt x="114" y="138"/>
                      <a:pt x="117" y="127"/>
                      <a:pt x="116" y="113"/>
                    </a:cubicBezTo>
                    <a:cubicBezTo>
                      <a:pt x="111" y="1"/>
                      <a:pt x="111" y="1"/>
                      <a:pt x="111" y="1"/>
                    </a:cubicBezTo>
                    <a:cubicBezTo>
                      <a:pt x="145" y="0"/>
                      <a:pt x="145" y="0"/>
                      <a:pt x="145" y="0"/>
                    </a:cubicBezTo>
                    <a:cubicBezTo>
                      <a:pt x="150" y="114"/>
                      <a:pt x="150" y="114"/>
                      <a:pt x="150" y="114"/>
                    </a:cubicBezTo>
                    <a:cubicBezTo>
                      <a:pt x="151" y="128"/>
                      <a:pt x="149" y="140"/>
                      <a:pt x="143" y="151"/>
                    </a:cubicBezTo>
                    <a:cubicBezTo>
                      <a:pt x="138" y="161"/>
                      <a:pt x="130" y="169"/>
                      <a:pt x="119" y="175"/>
                    </a:cubicBezTo>
                    <a:cubicBezTo>
                      <a:pt x="108" y="181"/>
                      <a:pt x="96" y="184"/>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87" name="Freeform 100"/>
              <p:cNvSpPr/>
              <p:nvPr/>
            </p:nvSpPr>
            <p:spPr bwMode="auto">
              <a:xfrm>
                <a:off x="2961" y="467"/>
                <a:ext cx="242" cy="277"/>
              </a:xfrm>
              <a:custGeom>
                <a:avLst/>
                <a:gdLst>
                  <a:gd name="T0" fmla="*/ 242 w 242"/>
                  <a:gd name="T1" fmla="*/ 39 h 277"/>
                  <a:gd name="T2" fmla="*/ 194 w 242"/>
                  <a:gd name="T3" fmla="*/ 277 h 277"/>
                  <a:gd name="T4" fmla="*/ 152 w 242"/>
                  <a:gd name="T5" fmla="*/ 269 h 277"/>
                  <a:gd name="T6" fmla="*/ 74 w 242"/>
                  <a:gd name="T7" fmla="*/ 80 h 277"/>
                  <a:gd name="T8" fmla="*/ 42 w 242"/>
                  <a:gd name="T9" fmla="*/ 248 h 277"/>
                  <a:gd name="T10" fmla="*/ 0 w 242"/>
                  <a:gd name="T11" fmla="*/ 240 h 277"/>
                  <a:gd name="T12" fmla="*/ 47 w 242"/>
                  <a:gd name="T13" fmla="*/ 0 h 277"/>
                  <a:gd name="T14" fmla="*/ 96 w 242"/>
                  <a:gd name="T15" fmla="*/ 9 h 277"/>
                  <a:gd name="T16" fmla="*/ 169 w 242"/>
                  <a:gd name="T17" fmla="*/ 189 h 277"/>
                  <a:gd name="T18" fmla="*/ 201 w 242"/>
                  <a:gd name="T19" fmla="*/ 31 h 277"/>
                  <a:gd name="T20" fmla="*/ 242 w 242"/>
                  <a:gd name="T21" fmla="*/ 39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277">
                    <a:moveTo>
                      <a:pt x="242" y="39"/>
                    </a:moveTo>
                    <a:lnTo>
                      <a:pt x="194" y="277"/>
                    </a:lnTo>
                    <a:lnTo>
                      <a:pt x="152" y="269"/>
                    </a:lnTo>
                    <a:lnTo>
                      <a:pt x="74" y="80"/>
                    </a:lnTo>
                    <a:lnTo>
                      <a:pt x="42" y="248"/>
                    </a:lnTo>
                    <a:lnTo>
                      <a:pt x="0" y="240"/>
                    </a:lnTo>
                    <a:lnTo>
                      <a:pt x="47" y="0"/>
                    </a:lnTo>
                    <a:lnTo>
                      <a:pt x="96" y="9"/>
                    </a:lnTo>
                    <a:lnTo>
                      <a:pt x="169" y="189"/>
                    </a:lnTo>
                    <a:lnTo>
                      <a:pt x="201" y="31"/>
                    </a:lnTo>
                    <a:lnTo>
                      <a:pt x="242" y="3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88" name="Freeform 101"/>
              <p:cNvSpPr/>
              <p:nvPr/>
            </p:nvSpPr>
            <p:spPr bwMode="auto">
              <a:xfrm>
                <a:off x="3187" y="533"/>
                <a:ext cx="130" cy="244"/>
              </a:xfrm>
              <a:custGeom>
                <a:avLst/>
                <a:gdLst>
                  <a:gd name="T0" fmla="*/ 130 w 130"/>
                  <a:gd name="T1" fmla="*/ 17 h 244"/>
                  <a:gd name="T2" fmla="*/ 43 w 130"/>
                  <a:gd name="T3" fmla="*/ 244 h 244"/>
                  <a:gd name="T4" fmla="*/ 0 w 130"/>
                  <a:gd name="T5" fmla="*/ 228 h 244"/>
                  <a:gd name="T6" fmla="*/ 86 w 130"/>
                  <a:gd name="T7" fmla="*/ 0 h 244"/>
                  <a:gd name="T8" fmla="*/ 130 w 130"/>
                  <a:gd name="T9" fmla="*/ 17 h 244"/>
                </a:gdLst>
                <a:ahLst/>
                <a:cxnLst>
                  <a:cxn ang="0">
                    <a:pos x="T0" y="T1"/>
                  </a:cxn>
                  <a:cxn ang="0">
                    <a:pos x="T2" y="T3"/>
                  </a:cxn>
                  <a:cxn ang="0">
                    <a:pos x="T4" y="T5"/>
                  </a:cxn>
                  <a:cxn ang="0">
                    <a:pos x="T6" y="T7"/>
                  </a:cxn>
                  <a:cxn ang="0">
                    <a:pos x="T8" y="T9"/>
                  </a:cxn>
                </a:cxnLst>
                <a:rect l="0" t="0" r="r" b="b"/>
                <a:pathLst>
                  <a:path w="130" h="244">
                    <a:moveTo>
                      <a:pt x="130" y="17"/>
                    </a:moveTo>
                    <a:lnTo>
                      <a:pt x="43" y="244"/>
                    </a:lnTo>
                    <a:lnTo>
                      <a:pt x="0" y="228"/>
                    </a:lnTo>
                    <a:lnTo>
                      <a:pt x="86" y="0"/>
                    </a:lnTo>
                    <a:lnTo>
                      <a:pt x="130"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89" name="Freeform 102"/>
              <p:cNvSpPr/>
              <p:nvPr/>
            </p:nvSpPr>
            <p:spPr bwMode="auto">
              <a:xfrm>
                <a:off x="3321" y="568"/>
                <a:ext cx="240" cy="279"/>
              </a:xfrm>
              <a:custGeom>
                <a:avLst/>
                <a:gdLst>
                  <a:gd name="T0" fmla="*/ 240 w 240"/>
                  <a:gd name="T1" fmla="*/ 110 h 279"/>
                  <a:gd name="T2" fmla="*/ 48 w 240"/>
                  <a:gd name="T3" fmla="*/ 279 h 279"/>
                  <a:gd name="T4" fmla="*/ 0 w 240"/>
                  <a:gd name="T5" fmla="*/ 251 h 279"/>
                  <a:gd name="T6" fmla="*/ 51 w 240"/>
                  <a:gd name="T7" fmla="*/ 0 h 279"/>
                  <a:gd name="T8" fmla="*/ 94 w 240"/>
                  <a:gd name="T9" fmla="*/ 25 h 279"/>
                  <a:gd name="T10" fmla="*/ 44 w 240"/>
                  <a:gd name="T11" fmla="*/ 235 h 279"/>
                  <a:gd name="T12" fmla="*/ 200 w 240"/>
                  <a:gd name="T13" fmla="*/ 87 h 279"/>
                  <a:gd name="T14" fmla="*/ 240 w 240"/>
                  <a:gd name="T15" fmla="*/ 110 h 2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0" h="279">
                    <a:moveTo>
                      <a:pt x="240" y="110"/>
                    </a:moveTo>
                    <a:lnTo>
                      <a:pt x="48" y="279"/>
                    </a:lnTo>
                    <a:lnTo>
                      <a:pt x="0" y="251"/>
                    </a:lnTo>
                    <a:lnTo>
                      <a:pt x="51" y="0"/>
                    </a:lnTo>
                    <a:lnTo>
                      <a:pt x="94" y="25"/>
                    </a:lnTo>
                    <a:lnTo>
                      <a:pt x="44" y="235"/>
                    </a:lnTo>
                    <a:lnTo>
                      <a:pt x="200" y="87"/>
                    </a:lnTo>
                    <a:lnTo>
                      <a:pt x="240" y="1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0" name="Freeform 103"/>
              <p:cNvSpPr/>
              <p:nvPr/>
            </p:nvSpPr>
            <p:spPr bwMode="auto">
              <a:xfrm>
                <a:off x="3449" y="720"/>
                <a:ext cx="275" cy="280"/>
              </a:xfrm>
              <a:custGeom>
                <a:avLst/>
                <a:gdLst>
                  <a:gd name="T0" fmla="*/ 172 w 275"/>
                  <a:gd name="T1" fmla="*/ 60 h 280"/>
                  <a:gd name="T2" fmla="*/ 133 w 275"/>
                  <a:gd name="T3" fmla="*/ 102 h 280"/>
                  <a:gd name="T4" fmla="*/ 204 w 275"/>
                  <a:gd name="T5" fmla="*/ 168 h 280"/>
                  <a:gd name="T6" fmla="*/ 179 w 275"/>
                  <a:gd name="T7" fmla="*/ 196 h 280"/>
                  <a:gd name="T8" fmla="*/ 107 w 275"/>
                  <a:gd name="T9" fmla="*/ 131 h 280"/>
                  <a:gd name="T10" fmla="*/ 60 w 275"/>
                  <a:gd name="T11" fmla="*/ 183 h 280"/>
                  <a:gd name="T12" fmla="*/ 137 w 275"/>
                  <a:gd name="T13" fmla="*/ 252 h 280"/>
                  <a:gd name="T14" fmla="*/ 111 w 275"/>
                  <a:gd name="T15" fmla="*/ 280 h 280"/>
                  <a:gd name="T16" fmla="*/ 0 w 275"/>
                  <a:gd name="T17" fmla="*/ 180 h 280"/>
                  <a:gd name="T18" fmla="*/ 164 w 275"/>
                  <a:gd name="T19" fmla="*/ 0 h 280"/>
                  <a:gd name="T20" fmla="*/ 275 w 275"/>
                  <a:gd name="T21" fmla="*/ 100 h 280"/>
                  <a:gd name="T22" fmla="*/ 248 w 275"/>
                  <a:gd name="T23" fmla="*/ 129 h 280"/>
                  <a:gd name="T24" fmla="*/ 172 w 275"/>
                  <a:gd name="T25" fmla="*/ 6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5" h="280">
                    <a:moveTo>
                      <a:pt x="172" y="60"/>
                    </a:moveTo>
                    <a:lnTo>
                      <a:pt x="133" y="102"/>
                    </a:lnTo>
                    <a:lnTo>
                      <a:pt x="204" y="168"/>
                    </a:lnTo>
                    <a:lnTo>
                      <a:pt x="179" y="196"/>
                    </a:lnTo>
                    <a:lnTo>
                      <a:pt x="107" y="131"/>
                    </a:lnTo>
                    <a:lnTo>
                      <a:pt x="60" y="183"/>
                    </a:lnTo>
                    <a:lnTo>
                      <a:pt x="137" y="252"/>
                    </a:lnTo>
                    <a:lnTo>
                      <a:pt x="111" y="280"/>
                    </a:lnTo>
                    <a:lnTo>
                      <a:pt x="0" y="180"/>
                    </a:lnTo>
                    <a:lnTo>
                      <a:pt x="164" y="0"/>
                    </a:lnTo>
                    <a:lnTo>
                      <a:pt x="275" y="100"/>
                    </a:lnTo>
                    <a:lnTo>
                      <a:pt x="248" y="129"/>
                    </a:lnTo>
                    <a:lnTo>
                      <a:pt x="172" y="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2" name="Freeform 104"/>
              <p:cNvSpPr>
                <a:spLocks noEditPoints="1"/>
              </p:cNvSpPr>
              <p:nvPr/>
            </p:nvSpPr>
            <p:spPr bwMode="auto">
              <a:xfrm>
                <a:off x="3579" y="877"/>
                <a:ext cx="271" cy="294"/>
              </a:xfrm>
              <a:custGeom>
                <a:avLst/>
                <a:gdLst>
                  <a:gd name="T0" fmla="*/ 87 w 200"/>
                  <a:gd name="T1" fmla="*/ 108 h 217"/>
                  <a:gd name="T2" fmla="*/ 76 w 200"/>
                  <a:gd name="T3" fmla="*/ 93 h 217"/>
                  <a:gd name="T4" fmla="*/ 20 w 200"/>
                  <a:gd name="T5" fmla="*/ 133 h 217"/>
                  <a:gd name="T6" fmla="*/ 0 w 200"/>
                  <a:gd name="T7" fmla="*/ 106 h 217"/>
                  <a:gd name="T8" fmla="*/ 145 w 200"/>
                  <a:gd name="T9" fmla="*/ 0 h 217"/>
                  <a:gd name="T10" fmla="*/ 187 w 200"/>
                  <a:gd name="T11" fmla="*/ 58 h 217"/>
                  <a:gd name="T12" fmla="*/ 199 w 200"/>
                  <a:gd name="T13" fmla="*/ 85 h 217"/>
                  <a:gd name="T14" fmla="*/ 195 w 200"/>
                  <a:gd name="T15" fmla="*/ 112 h 217"/>
                  <a:gd name="T16" fmla="*/ 175 w 200"/>
                  <a:gd name="T17" fmla="*/ 135 h 217"/>
                  <a:gd name="T18" fmla="*/ 141 w 200"/>
                  <a:gd name="T19" fmla="*/ 147 h 217"/>
                  <a:gd name="T20" fmla="*/ 109 w 200"/>
                  <a:gd name="T21" fmla="*/ 135 h 217"/>
                  <a:gd name="T22" fmla="*/ 81 w 200"/>
                  <a:gd name="T23" fmla="*/ 217 h 217"/>
                  <a:gd name="T24" fmla="*/ 57 w 200"/>
                  <a:gd name="T25" fmla="*/ 184 h 217"/>
                  <a:gd name="T26" fmla="*/ 87 w 200"/>
                  <a:gd name="T27" fmla="*/ 108 h 217"/>
                  <a:gd name="T28" fmla="*/ 97 w 200"/>
                  <a:gd name="T29" fmla="*/ 77 h 217"/>
                  <a:gd name="T30" fmla="*/ 115 w 200"/>
                  <a:gd name="T31" fmla="*/ 101 h 217"/>
                  <a:gd name="T32" fmla="*/ 134 w 200"/>
                  <a:gd name="T33" fmla="*/ 114 h 217"/>
                  <a:gd name="T34" fmla="*/ 155 w 200"/>
                  <a:gd name="T35" fmla="*/ 108 h 217"/>
                  <a:gd name="T36" fmla="*/ 168 w 200"/>
                  <a:gd name="T37" fmla="*/ 89 h 217"/>
                  <a:gd name="T38" fmla="*/ 161 w 200"/>
                  <a:gd name="T39" fmla="*/ 68 h 217"/>
                  <a:gd name="T40" fmla="*/ 143 w 200"/>
                  <a:gd name="T41" fmla="*/ 43 h 217"/>
                  <a:gd name="T42" fmla="*/ 97 w 200"/>
                  <a:gd name="T43" fmla="*/ 7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0" h="217">
                    <a:moveTo>
                      <a:pt x="87" y="108"/>
                    </a:moveTo>
                    <a:cubicBezTo>
                      <a:pt x="76" y="93"/>
                      <a:pt x="76" y="93"/>
                      <a:pt x="76" y="93"/>
                    </a:cubicBezTo>
                    <a:cubicBezTo>
                      <a:pt x="20" y="133"/>
                      <a:pt x="20" y="133"/>
                      <a:pt x="20" y="133"/>
                    </a:cubicBezTo>
                    <a:cubicBezTo>
                      <a:pt x="0" y="106"/>
                      <a:pt x="0" y="106"/>
                      <a:pt x="0" y="106"/>
                    </a:cubicBezTo>
                    <a:cubicBezTo>
                      <a:pt x="145" y="0"/>
                      <a:pt x="145" y="0"/>
                      <a:pt x="145" y="0"/>
                    </a:cubicBezTo>
                    <a:cubicBezTo>
                      <a:pt x="187" y="58"/>
                      <a:pt x="187" y="58"/>
                      <a:pt x="187" y="58"/>
                    </a:cubicBezTo>
                    <a:cubicBezTo>
                      <a:pt x="194" y="67"/>
                      <a:pt x="198" y="76"/>
                      <a:pt x="199" y="85"/>
                    </a:cubicBezTo>
                    <a:cubicBezTo>
                      <a:pt x="200" y="95"/>
                      <a:pt x="199" y="104"/>
                      <a:pt x="195" y="112"/>
                    </a:cubicBezTo>
                    <a:cubicBezTo>
                      <a:pt x="190" y="121"/>
                      <a:pt x="184" y="129"/>
                      <a:pt x="175" y="135"/>
                    </a:cubicBezTo>
                    <a:cubicBezTo>
                      <a:pt x="164" y="143"/>
                      <a:pt x="152" y="147"/>
                      <a:pt x="141" y="147"/>
                    </a:cubicBezTo>
                    <a:cubicBezTo>
                      <a:pt x="129" y="147"/>
                      <a:pt x="118" y="143"/>
                      <a:pt x="109" y="135"/>
                    </a:cubicBezTo>
                    <a:cubicBezTo>
                      <a:pt x="81" y="217"/>
                      <a:pt x="81" y="217"/>
                      <a:pt x="81" y="217"/>
                    </a:cubicBezTo>
                    <a:cubicBezTo>
                      <a:pt x="57" y="184"/>
                      <a:pt x="57" y="184"/>
                      <a:pt x="57" y="184"/>
                    </a:cubicBezTo>
                    <a:lnTo>
                      <a:pt x="87" y="108"/>
                    </a:lnTo>
                    <a:close/>
                    <a:moveTo>
                      <a:pt x="97" y="77"/>
                    </a:moveTo>
                    <a:cubicBezTo>
                      <a:pt x="115" y="101"/>
                      <a:pt x="115" y="101"/>
                      <a:pt x="115" y="101"/>
                    </a:cubicBezTo>
                    <a:cubicBezTo>
                      <a:pt x="120" y="109"/>
                      <a:pt x="127" y="113"/>
                      <a:pt x="134" y="114"/>
                    </a:cubicBezTo>
                    <a:cubicBezTo>
                      <a:pt x="140" y="115"/>
                      <a:pt x="148" y="113"/>
                      <a:pt x="155" y="108"/>
                    </a:cubicBezTo>
                    <a:cubicBezTo>
                      <a:pt x="163" y="102"/>
                      <a:pt x="167" y="96"/>
                      <a:pt x="168" y="89"/>
                    </a:cubicBezTo>
                    <a:cubicBezTo>
                      <a:pt x="169" y="82"/>
                      <a:pt x="167" y="75"/>
                      <a:pt x="161" y="68"/>
                    </a:cubicBezTo>
                    <a:cubicBezTo>
                      <a:pt x="143" y="43"/>
                      <a:pt x="143" y="43"/>
                      <a:pt x="143" y="43"/>
                    </a:cubicBezTo>
                    <a:lnTo>
                      <a:pt x="97" y="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4" name="Freeform 105"/>
              <p:cNvSpPr/>
              <p:nvPr/>
            </p:nvSpPr>
            <p:spPr bwMode="auto">
              <a:xfrm>
                <a:off x="3708" y="1099"/>
                <a:ext cx="255" cy="215"/>
              </a:xfrm>
              <a:custGeom>
                <a:avLst/>
                <a:gdLst>
                  <a:gd name="T0" fmla="*/ 107 w 189"/>
                  <a:gd name="T1" fmla="*/ 6 h 159"/>
                  <a:gd name="T2" fmla="*/ 135 w 189"/>
                  <a:gd name="T3" fmla="*/ 1 h 159"/>
                  <a:gd name="T4" fmla="*/ 160 w 189"/>
                  <a:gd name="T5" fmla="*/ 13 h 159"/>
                  <a:gd name="T6" fmla="*/ 180 w 189"/>
                  <a:gd name="T7" fmla="*/ 41 h 159"/>
                  <a:gd name="T8" fmla="*/ 188 w 189"/>
                  <a:gd name="T9" fmla="*/ 81 h 159"/>
                  <a:gd name="T10" fmla="*/ 171 w 189"/>
                  <a:gd name="T11" fmla="*/ 112 h 159"/>
                  <a:gd name="T12" fmla="*/ 148 w 189"/>
                  <a:gd name="T13" fmla="*/ 93 h 159"/>
                  <a:gd name="T14" fmla="*/ 158 w 189"/>
                  <a:gd name="T15" fmla="*/ 75 h 159"/>
                  <a:gd name="T16" fmla="*/ 154 w 189"/>
                  <a:gd name="T17" fmla="*/ 54 h 159"/>
                  <a:gd name="T18" fmla="*/ 140 w 189"/>
                  <a:gd name="T19" fmla="*/ 36 h 159"/>
                  <a:gd name="T20" fmla="*/ 122 w 189"/>
                  <a:gd name="T21" fmla="*/ 36 h 159"/>
                  <a:gd name="T22" fmla="*/ 111 w 189"/>
                  <a:gd name="T23" fmla="*/ 49 h 159"/>
                  <a:gd name="T24" fmla="*/ 114 w 189"/>
                  <a:gd name="T25" fmla="*/ 77 h 159"/>
                  <a:gd name="T26" fmla="*/ 115 w 189"/>
                  <a:gd name="T27" fmla="*/ 126 h 159"/>
                  <a:gd name="T28" fmla="*/ 87 w 189"/>
                  <a:gd name="T29" fmla="*/ 154 h 159"/>
                  <a:gd name="T30" fmla="*/ 58 w 189"/>
                  <a:gd name="T31" fmla="*/ 158 h 159"/>
                  <a:gd name="T32" fmla="*/ 31 w 189"/>
                  <a:gd name="T33" fmla="*/ 144 h 159"/>
                  <a:gd name="T34" fmla="*/ 10 w 189"/>
                  <a:gd name="T35" fmla="*/ 116 h 159"/>
                  <a:gd name="T36" fmla="*/ 2 w 189"/>
                  <a:gd name="T37" fmla="*/ 72 h 159"/>
                  <a:gd name="T38" fmla="*/ 20 w 189"/>
                  <a:gd name="T39" fmla="*/ 38 h 159"/>
                  <a:gd name="T40" fmla="*/ 43 w 189"/>
                  <a:gd name="T41" fmla="*/ 57 h 159"/>
                  <a:gd name="T42" fmla="*/ 32 w 189"/>
                  <a:gd name="T43" fmla="*/ 78 h 159"/>
                  <a:gd name="T44" fmla="*/ 37 w 189"/>
                  <a:gd name="T45" fmla="*/ 104 h 159"/>
                  <a:gd name="T46" fmla="*/ 52 w 189"/>
                  <a:gd name="T47" fmla="*/ 123 h 159"/>
                  <a:gd name="T48" fmla="*/ 72 w 189"/>
                  <a:gd name="T49" fmla="*/ 123 h 159"/>
                  <a:gd name="T50" fmla="*/ 85 w 189"/>
                  <a:gd name="T51" fmla="*/ 108 h 159"/>
                  <a:gd name="T52" fmla="*/ 82 w 189"/>
                  <a:gd name="T53" fmla="*/ 76 h 159"/>
                  <a:gd name="T54" fmla="*/ 81 w 189"/>
                  <a:gd name="T55" fmla="*/ 32 h 159"/>
                  <a:gd name="T56" fmla="*/ 107 w 189"/>
                  <a:gd name="T57" fmla="*/ 6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9" h="159">
                    <a:moveTo>
                      <a:pt x="107" y="6"/>
                    </a:moveTo>
                    <a:cubicBezTo>
                      <a:pt x="116" y="2"/>
                      <a:pt x="125" y="0"/>
                      <a:pt x="135" y="1"/>
                    </a:cubicBezTo>
                    <a:cubicBezTo>
                      <a:pt x="144" y="3"/>
                      <a:pt x="152" y="7"/>
                      <a:pt x="160" y="13"/>
                    </a:cubicBezTo>
                    <a:cubicBezTo>
                      <a:pt x="168" y="20"/>
                      <a:pt x="175" y="29"/>
                      <a:pt x="180" y="41"/>
                    </a:cubicBezTo>
                    <a:cubicBezTo>
                      <a:pt x="187" y="56"/>
                      <a:pt x="189" y="69"/>
                      <a:pt x="188" y="81"/>
                    </a:cubicBezTo>
                    <a:cubicBezTo>
                      <a:pt x="186" y="93"/>
                      <a:pt x="181" y="104"/>
                      <a:pt x="171" y="112"/>
                    </a:cubicBezTo>
                    <a:cubicBezTo>
                      <a:pt x="148" y="93"/>
                      <a:pt x="148" y="93"/>
                      <a:pt x="148" y="93"/>
                    </a:cubicBezTo>
                    <a:cubicBezTo>
                      <a:pt x="154" y="87"/>
                      <a:pt x="157" y="82"/>
                      <a:pt x="158" y="75"/>
                    </a:cubicBezTo>
                    <a:cubicBezTo>
                      <a:pt x="159" y="69"/>
                      <a:pt x="158" y="62"/>
                      <a:pt x="154" y="54"/>
                    </a:cubicBezTo>
                    <a:cubicBezTo>
                      <a:pt x="150" y="45"/>
                      <a:pt x="145" y="39"/>
                      <a:pt x="140" y="36"/>
                    </a:cubicBezTo>
                    <a:cubicBezTo>
                      <a:pt x="135" y="33"/>
                      <a:pt x="129" y="33"/>
                      <a:pt x="122" y="36"/>
                    </a:cubicBezTo>
                    <a:cubicBezTo>
                      <a:pt x="116" y="39"/>
                      <a:pt x="112" y="43"/>
                      <a:pt x="111" y="49"/>
                    </a:cubicBezTo>
                    <a:cubicBezTo>
                      <a:pt x="110" y="56"/>
                      <a:pt x="111" y="65"/>
                      <a:pt x="114" y="77"/>
                    </a:cubicBezTo>
                    <a:cubicBezTo>
                      <a:pt x="119" y="97"/>
                      <a:pt x="120" y="114"/>
                      <a:pt x="115" y="126"/>
                    </a:cubicBezTo>
                    <a:cubicBezTo>
                      <a:pt x="111" y="138"/>
                      <a:pt x="102" y="147"/>
                      <a:pt x="87" y="154"/>
                    </a:cubicBezTo>
                    <a:cubicBezTo>
                      <a:pt x="78" y="158"/>
                      <a:pt x="68" y="159"/>
                      <a:pt x="58" y="158"/>
                    </a:cubicBezTo>
                    <a:cubicBezTo>
                      <a:pt x="48" y="156"/>
                      <a:pt x="39" y="152"/>
                      <a:pt x="31" y="144"/>
                    </a:cubicBezTo>
                    <a:cubicBezTo>
                      <a:pt x="23" y="137"/>
                      <a:pt x="16" y="128"/>
                      <a:pt x="10" y="116"/>
                    </a:cubicBezTo>
                    <a:cubicBezTo>
                      <a:pt x="3" y="100"/>
                      <a:pt x="0" y="85"/>
                      <a:pt x="2" y="72"/>
                    </a:cubicBezTo>
                    <a:cubicBezTo>
                      <a:pt x="4" y="58"/>
                      <a:pt x="10" y="47"/>
                      <a:pt x="20" y="38"/>
                    </a:cubicBezTo>
                    <a:cubicBezTo>
                      <a:pt x="43" y="57"/>
                      <a:pt x="43" y="57"/>
                      <a:pt x="43" y="57"/>
                    </a:cubicBezTo>
                    <a:cubicBezTo>
                      <a:pt x="37" y="63"/>
                      <a:pt x="33" y="70"/>
                      <a:pt x="32" y="78"/>
                    </a:cubicBezTo>
                    <a:cubicBezTo>
                      <a:pt x="31" y="86"/>
                      <a:pt x="32" y="95"/>
                      <a:pt x="37" y="104"/>
                    </a:cubicBezTo>
                    <a:cubicBezTo>
                      <a:pt x="41" y="114"/>
                      <a:pt x="46" y="120"/>
                      <a:pt x="52" y="123"/>
                    </a:cubicBezTo>
                    <a:cubicBezTo>
                      <a:pt x="58" y="126"/>
                      <a:pt x="65" y="126"/>
                      <a:pt x="72" y="123"/>
                    </a:cubicBezTo>
                    <a:cubicBezTo>
                      <a:pt x="79" y="120"/>
                      <a:pt x="83" y="115"/>
                      <a:pt x="85" y="108"/>
                    </a:cubicBezTo>
                    <a:cubicBezTo>
                      <a:pt x="86" y="101"/>
                      <a:pt x="86" y="90"/>
                      <a:pt x="82" y="76"/>
                    </a:cubicBezTo>
                    <a:cubicBezTo>
                      <a:pt x="77" y="58"/>
                      <a:pt x="77" y="43"/>
                      <a:pt x="81" y="32"/>
                    </a:cubicBezTo>
                    <a:cubicBezTo>
                      <a:pt x="85" y="20"/>
                      <a:pt x="94" y="12"/>
                      <a:pt x="10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7" name="Freeform 106"/>
              <p:cNvSpPr/>
              <p:nvPr/>
            </p:nvSpPr>
            <p:spPr bwMode="auto">
              <a:xfrm>
                <a:off x="3767" y="1295"/>
                <a:ext cx="246" cy="111"/>
              </a:xfrm>
              <a:custGeom>
                <a:avLst/>
                <a:gdLst>
                  <a:gd name="T0" fmla="*/ 246 w 246"/>
                  <a:gd name="T1" fmla="*/ 44 h 111"/>
                  <a:gd name="T2" fmla="*/ 12 w 246"/>
                  <a:gd name="T3" fmla="*/ 111 h 111"/>
                  <a:gd name="T4" fmla="*/ 0 w 246"/>
                  <a:gd name="T5" fmla="*/ 67 h 111"/>
                  <a:gd name="T6" fmla="*/ 233 w 246"/>
                  <a:gd name="T7" fmla="*/ 0 h 111"/>
                  <a:gd name="T8" fmla="*/ 246 w 246"/>
                  <a:gd name="T9" fmla="*/ 44 h 111"/>
                </a:gdLst>
                <a:ahLst/>
                <a:cxnLst>
                  <a:cxn ang="0">
                    <a:pos x="T0" y="T1"/>
                  </a:cxn>
                  <a:cxn ang="0">
                    <a:pos x="T2" y="T3"/>
                  </a:cxn>
                  <a:cxn ang="0">
                    <a:pos x="T4" y="T5"/>
                  </a:cxn>
                  <a:cxn ang="0">
                    <a:pos x="T6" y="T7"/>
                  </a:cxn>
                  <a:cxn ang="0">
                    <a:pos x="T8" y="T9"/>
                  </a:cxn>
                </a:cxnLst>
                <a:rect l="0" t="0" r="r" b="b"/>
                <a:pathLst>
                  <a:path w="246" h="111">
                    <a:moveTo>
                      <a:pt x="246" y="44"/>
                    </a:moveTo>
                    <a:lnTo>
                      <a:pt x="12" y="111"/>
                    </a:lnTo>
                    <a:lnTo>
                      <a:pt x="0" y="67"/>
                    </a:lnTo>
                    <a:lnTo>
                      <a:pt x="233" y="0"/>
                    </a:lnTo>
                    <a:lnTo>
                      <a:pt x="246" y="4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8" name="Freeform 107"/>
              <p:cNvSpPr/>
              <p:nvPr/>
            </p:nvSpPr>
            <p:spPr bwMode="auto">
              <a:xfrm>
                <a:off x="3798" y="1398"/>
                <a:ext cx="255" cy="179"/>
              </a:xfrm>
              <a:custGeom>
                <a:avLst/>
                <a:gdLst>
                  <a:gd name="T0" fmla="*/ 217 w 255"/>
                  <a:gd name="T1" fmla="*/ 179 h 179"/>
                  <a:gd name="T2" fmla="*/ 209 w 255"/>
                  <a:gd name="T3" fmla="*/ 115 h 179"/>
                  <a:gd name="T4" fmla="*/ 6 w 255"/>
                  <a:gd name="T5" fmla="*/ 142 h 179"/>
                  <a:gd name="T6" fmla="*/ 0 w 255"/>
                  <a:gd name="T7" fmla="*/ 96 h 179"/>
                  <a:gd name="T8" fmla="*/ 202 w 255"/>
                  <a:gd name="T9" fmla="*/ 69 h 179"/>
                  <a:gd name="T10" fmla="*/ 194 w 255"/>
                  <a:gd name="T11" fmla="*/ 6 h 179"/>
                  <a:gd name="T12" fmla="*/ 232 w 255"/>
                  <a:gd name="T13" fmla="*/ 0 h 179"/>
                  <a:gd name="T14" fmla="*/ 255 w 255"/>
                  <a:gd name="T15" fmla="*/ 173 h 179"/>
                  <a:gd name="T16" fmla="*/ 217 w 255"/>
                  <a:gd name="T17" fmla="*/ 17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 h="179">
                    <a:moveTo>
                      <a:pt x="217" y="179"/>
                    </a:moveTo>
                    <a:lnTo>
                      <a:pt x="209" y="115"/>
                    </a:lnTo>
                    <a:lnTo>
                      <a:pt x="6" y="142"/>
                    </a:lnTo>
                    <a:lnTo>
                      <a:pt x="0" y="96"/>
                    </a:lnTo>
                    <a:lnTo>
                      <a:pt x="202" y="69"/>
                    </a:lnTo>
                    <a:lnTo>
                      <a:pt x="194" y="6"/>
                    </a:lnTo>
                    <a:lnTo>
                      <a:pt x="232" y="0"/>
                    </a:lnTo>
                    <a:lnTo>
                      <a:pt x="255" y="173"/>
                    </a:lnTo>
                    <a:lnTo>
                      <a:pt x="21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9" name="Freeform 108"/>
              <p:cNvSpPr/>
              <p:nvPr/>
            </p:nvSpPr>
            <p:spPr bwMode="auto">
              <a:xfrm>
                <a:off x="3804" y="1623"/>
                <a:ext cx="253" cy="211"/>
              </a:xfrm>
              <a:custGeom>
                <a:avLst/>
                <a:gdLst>
                  <a:gd name="T0" fmla="*/ 96 w 253"/>
                  <a:gd name="T1" fmla="*/ 117 h 211"/>
                  <a:gd name="T2" fmla="*/ 0 w 253"/>
                  <a:gd name="T3" fmla="*/ 109 h 211"/>
                  <a:gd name="T4" fmla="*/ 4 w 253"/>
                  <a:gd name="T5" fmla="*/ 63 h 211"/>
                  <a:gd name="T6" fmla="*/ 100 w 253"/>
                  <a:gd name="T7" fmla="*/ 71 h 211"/>
                  <a:gd name="T8" fmla="*/ 253 w 253"/>
                  <a:gd name="T9" fmla="*/ 0 h 211"/>
                  <a:gd name="T10" fmla="*/ 249 w 253"/>
                  <a:gd name="T11" fmla="*/ 51 h 211"/>
                  <a:gd name="T12" fmla="*/ 134 w 253"/>
                  <a:gd name="T13" fmla="*/ 97 h 211"/>
                  <a:gd name="T14" fmla="*/ 241 w 253"/>
                  <a:gd name="T15" fmla="*/ 161 h 211"/>
                  <a:gd name="T16" fmla="*/ 237 w 253"/>
                  <a:gd name="T17" fmla="*/ 211 h 211"/>
                  <a:gd name="T18" fmla="*/ 96 w 253"/>
                  <a:gd name="T19" fmla="*/ 1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3" h="211">
                    <a:moveTo>
                      <a:pt x="96" y="117"/>
                    </a:moveTo>
                    <a:lnTo>
                      <a:pt x="0" y="109"/>
                    </a:lnTo>
                    <a:lnTo>
                      <a:pt x="4" y="63"/>
                    </a:lnTo>
                    <a:lnTo>
                      <a:pt x="100" y="71"/>
                    </a:lnTo>
                    <a:lnTo>
                      <a:pt x="253" y="0"/>
                    </a:lnTo>
                    <a:lnTo>
                      <a:pt x="249" y="51"/>
                    </a:lnTo>
                    <a:lnTo>
                      <a:pt x="134" y="97"/>
                    </a:lnTo>
                    <a:lnTo>
                      <a:pt x="241" y="161"/>
                    </a:lnTo>
                    <a:lnTo>
                      <a:pt x="237" y="211"/>
                    </a:lnTo>
                    <a:lnTo>
                      <a:pt x="96" y="1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0" name="Freeform 109"/>
              <p:cNvSpPr/>
              <p:nvPr/>
            </p:nvSpPr>
            <p:spPr bwMode="auto">
              <a:xfrm>
                <a:off x="2609" y="2605"/>
                <a:ext cx="73" cy="191"/>
              </a:xfrm>
              <a:custGeom>
                <a:avLst/>
                <a:gdLst>
                  <a:gd name="T0" fmla="*/ 73 w 73"/>
                  <a:gd name="T1" fmla="*/ 191 h 191"/>
                  <a:gd name="T2" fmla="*/ 39 w 73"/>
                  <a:gd name="T3" fmla="*/ 191 h 191"/>
                  <a:gd name="T4" fmla="*/ 39 w 73"/>
                  <a:gd name="T5" fmla="*/ 40 h 191"/>
                  <a:gd name="T6" fmla="*/ 0 w 73"/>
                  <a:gd name="T7" fmla="*/ 63 h 191"/>
                  <a:gd name="T8" fmla="*/ 0 w 73"/>
                  <a:gd name="T9" fmla="*/ 27 h 191"/>
                  <a:gd name="T10" fmla="*/ 48 w 73"/>
                  <a:gd name="T11" fmla="*/ 0 h 191"/>
                  <a:gd name="T12" fmla="*/ 73 w 73"/>
                  <a:gd name="T13" fmla="*/ 0 h 191"/>
                  <a:gd name="T14" fmla="*/ 73 w 73"/>
                  <a:gd name="T15" fmla="*/ 191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191">
                    <a:moveTo>
                      <a:pt x="73" y="191"/>
                    </a:moveTo>
                    <a:lnTo>
                      <a:pt x="39" y="191"/>
                    </a:lnTo>
                    <a:lnTo>
                      <a:pt x="39" y="40"/>
                    </a:lnTo>
                    <a:lnTo>
                      <a:pt x="0" y="63"/>
                    </a:lnTo>
                    <a:lnTo>
                      <a:pt x="0" y="27"/>
                    </a:lnTo>
                    <a:lnTo>
                      <a:pt x="48" y="0"/>
                    </a:lnTo>
                    <a:lnTo>
                      <a:pt x="73" y="0"/>
                    </a:lnTo>
                    <a:lnTo>
                      <a:pt x="73" y="1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1" name="Freeform 110"/>
              <p:cNvSpPr>
                <a:spLocks noEditPoints="1"/>
              </p:cNvSpPr>
              <p:nvPr/>
            </p:nvSpPr>
            <p:spPr bwMode="auto">
              <a:xfrm>
                <a:off x="2724" y="2601"/>
                <a:ext cx="130" cy="195"/>
              </a:xfrm>
              <a:custGeom>
                <a:avLst/>
                <a:gdLst>
                  <a:gd name="T0" fmla="*/ 96 w 96"/>
                  <a:gd name="T1" fmla="*/ 48 h 144"/>
                  <a:gd name="T2" fmla="*/ 91 w 96"/>
                  <a:gd name="T3" fmla="*/ 77 h 144"/>
                  <a:gd name="T4" fmla="*/ 75 w 96"/>
                  <a:gd name="T5" fmla="*/ 107 h 144"/>
                  <a:gd name="T6" fmla="*/ 50 w 96"/>
                  <a:gd name="T7" fmla="*/ 144 h 144"/>
                  <a:gd name="T8" fmla="*/ 22 w 96"/>
                  <a:gd name="T9" fmla="*/ 144 h 144"/>
                  <a:gd name="T10" fmla="*/ 52 w 96"/>
                  <a:gd name="T11" fmla="*/ 102 h 144"/>
                  <a:gd name="T12" fmla="*/ 62 w 96"/>
                  <a:gd name="T13" fmla="*/ 86 h 144"/>
                  <a:gd name="T14" fmla="*/ 43 w 96"/>
                  <a:gd name="T15" fmla="*/ 91 h 144"/>
                  <a:gd name="T16" fmla="*/ 21 w 96"/>
                  <a:gd name="T17" fmla="*/ 85 h 144"/>
                  <a:gd name="T18" fmla="*/ 6 w 96"/>
                  <a:gd name="T19" fmla="*/ 69 h 144"/>
                  <a:gd name="T20" fmla="*/ 0 w 96"/>
                  <a:gd name="T21" fmla="*/ 46 h 144"/>
                  <a:gd name="T22" fmla="*/ 6 w 96"/>
                  <a:gd name="T23" fmla="*/ 22 h 144"/>
                  <a:gd name="T24" fmla="*/ 23 w 96"/>
                  <a:gd name="T25" fmla="*/ 6 h 144"/>
                  <a:gd name="T26" fmla="*/ 48 w 96"/>
                  <a:gd name="T27" fmla="*/ 0 h 144"/>
                  <a:gd name="T28" fmla="*/ 73 w 96"/>
                  <a:gd name="T29" fmla="*/ 6 h 144"/>
                  <a:gd name="T30" fmla="*/ 90 w 96"/>
                  <a:gd name="T31" fmla="*/ 23 h 144"/>
                  <a:gd name="T32" fmla="*/ 96 w 96"/>
                  <a:gd name="T33" fmla="*/ 48 h 144"/>
                  <a:gd name="T34" fmla="*/ 48 w 96"/>
                  <a:gd name="T35" fmla="*/ 70 h 144"/>
                  <a:gd name="T36" fmla="*/ 65 w 96"/>
                  <a:gd name="T37" fmla="*/ 64 h 144"/>
                  <a:gd name="T38" fmla="*/ 72 w 96"/>
                  <a:gd name="T39" fmla="*/ 48 h 144"/>
                  <a:gd name="T40" fmla="*/ 72 w 96"/>
                  <a:gd name="T41" fmla="*/ 46 h 144"/>
                  <a:gd name="T42" fmla="*/ 65 w 96"/>
                  <a:gd name="T43" fmla="*/ 28 h 144"/>
                  <a:gd name="T44" fmla="*/ 48 w 96"/>
                  <a:gd name="T45" fmla="*/ 21 h 144"/>
                  <a:gd name="T46" fmla="*/ 31 w 96"/>
                  <a:gd name="T47" fmla="*/ 28 h 144"/>
                  <a:gd name="T48" fmla="*/ 25 w 96"/>
                  <a:gd name="T49" fmla="*/ 46 h 144"/>
                  <a:gd name="T50" fmla="*/ 31 w 96"/>
                  <a:gd name="T51" fmla="*/ 63 h 144"/>
                  <a:gd name="T52" fmla="*/ 48 w 96"/>
                  <a:gd name="T53" fmla="*/ 7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6" h="144">
                    <a:moveTo>
                      <a:pt x="96" y="48"/>
                    </a:moveTo>
                    <a:cubicBezTo>
                      <a:pt x="96" y="58"/>
                      <a:pt x="95" y="67"/>
                      <a:pt x="91" y="77"/>
                    </a:cubicBezTo>
                    <a:cubicBezTo>
                      <a:pt x="88" y="86"/>
                      <a:pt x="82" y="96"/>
                      <a:pt x="75" y="107"/>
                    </a:cubicBezTo>
                    <a:cubicBezTo>
                      <a:pt x="50" y="144"/>
                      <a:pt x="50" y="144"/>
                      <a:pt x="50" y="144"/>
                    </a:cubicBezTo>
                    <a:cubicBezTo>
                      <a:pt x="22" y="144"/>
                      <a:pt x="22" y="144"/>
                      <a:pt x="22" y="144"/>
                    </a:cubicBezTo>
                    <a:cubicBezTo>
                      <a:pt x="52" y="102"/>
                      <a:pt x="52" y="102"/>
                      <a:pt x="52" y="102"/>
                    </a:cubicBezTo>
                    <a:cubicBezTo>
                      <a:pt x="57" y="96"/>
                      <a:pt x="60" y="90"/>
                      <a:pt x="62" y="86"/>
                    </a:cubicBezTo>
                    <a:cubicBezTo>
                      <a:pt x="57" y="89"/>
                      <a:pt x="50" y="91"/>
                      <a:pt x="43" y="91"/>
                    </a:cubicBezTo>
                    <a:cubicBezTo>
                      <a:pt x="35" y="91"/>
                      <a:pt x="27" y="89"/>
                      <a:pt x="21" y="85"/>
                    </a:cubicBezTo>
                    <a:cubicBezTo>
                      <a:pt x="14" y="81"/>
                      <a:pt x="9" y="76"/>
                      <a:pt x="6" y="69"/>
                    </a:cubicBezTo>
                    <a:cubicBezTo>
                      <a:pt x="2" y="62"/>
                      <a:pt x="0" y="54"/>
                      <a:pt x="0" y="46"/>
                    </a:cubicBezTo>
                    <a:cubicBezTo>
                      <a:pt x="0" y="37"/>
                      <a:pt x="2" y="29"/>
                      <a:pt x="6" y="22"/>
                    </a:cubicBezTo>
                    <a:cubicBezTo>
                      <a:pt x="10" y="15"/>
                      <a:pt x="16" y="10"/>
                      <a:pt x="23" y="6"/>
                    </a:cubicBezTo>
                    <a:cubicBezTo>
                      <a:pt x="31" y="2"/>
                      <a:pt x="39" y="0"/>
                      <a:pt x="48" y="0"/>
                    </a:cubicBezTo>
                    <a:cubicBezTo>
                      <a:pt x="58" y="0"/>
                      <a:pt x="66" y="2"/>
                      <a:pt x="73" y="6"/>
                    </a:cubicBezTo>
                    <a:cubicBezTo>
                      <a:pt x="81" y="10"/>
                      <a:pt x="86" y="16"/>
                      <a:pt x="90" y="23"/>
                    </a:cubicBezTo>
                    <a:cubicBezTo>
                      <a:pt x="94" y="30"/>
                      <a:pt x="96" y="39"/>
                      <a:pt x="96" y="48"/>
                    </a:cubicBezTo>
                    <a:close/>
                    <a:moveTo>
                      <a:pt x="48" y="70"/>
                    </a:moveTo>
                    <a:cubicBezTo>
                      <a:pt x="55" y="70"/>
                      <a:pt x="61" y="68"/>
                      <a:pt x="65" y="64"/>
                    </a:cubicBezTo>
                    <a:cubicBezTo>
                      <a:pt x="69" y="60"/>
                      <a:pt x="71" y="55"/>
                      <a:pt x="72" y="48"/>
                    </a:cubicBezTo>
                    <a:cubicBezTo>
                      <a:pt x="72" y="46"/>
                      <a:pt x="72" y="46"/>
                      <a:pt x="72" y="46"/>
                    </a:cubicBezTo>
                    <a:cubicBezTo>
                      <a:pt x="72" y="38"/>
                      <a:pt x="70" y="32"/>
                      <a:pt x="65" y="28"/>
                    </a:cubicBezTo>
                    <a:cubicBezTo>
                      <a:pt x="61" y="23"/>
                      <a:pt x="55" y="21"/>
                      <a:pt x="48" y="21"/>
                    </a:cubicBezTo>
                    <a:cubicBezTo>
                      <a:pt x="41" y="21"/>
                      <a:pt x="36" y="23"/>
                      <a:pt x="31" y="28"/>
                    </a:cubicBezTo>
                    <a:cubicBezTo>
                      <a:pt x="27" y="32"/>
                      <a:pt x="25" y="38"/>
                      <a:pt x="25" y="46"/>
                    </a:cubicBezTo>
                    <a:cubicBezTo>
                      <a:pt x="25" y="53"/>
                      <a:pt x="27" y="59"/>
                      <a:pt x="31" y="63"/>
                    </a:cubicBezTo>
                    <a:cubicBezTo>
                      <a:pt x="35" y="68"/>
                      <a:pt x="41" y="70"/>
                      <a:pt x="48"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2" name="Freeform 111"/>
              <p:cNvSpPr>
                <a:spLocks noEditPoints="1"/>
              </p:cNvSpPr>
              <p:nvPr/>
            </p:nvSpPr>
            <p:spPr bwMode="auto">
              <a:xfrm>
                <a:off x="2878"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1 w 99"/>
                  <a:gd name="T23" fmla="*/ 19 h 146"/>
                  <a:gd name="T24" fmla="*/ 26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7 w 99"/>
                  <a:gd name="T37" fmla="*/ 67 h 146"/>
                  <a:gd name="T38" fmla="*/ 93 w 99"/>
                  <a:gd name="T39" fmla="*/ 81 h 146"/>
                  <a:gd name="T40" fmla="*/ 99 w 99"/>
                  <a:gd name="T41" fmla="*/ 102 h 146"/>
                  <a:gd name="T42" fmla="*/ 75 w 99"/>
                  <a:gd name="T43" fmla="*/ 101 h 146"/>
                  <a:gd name="T44" fmla="*/ 68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8 w 99"/>
                  <a:gd name="T57" fmla="*/ 119 h 146"/>
                  <a:gd name="T58" fmla="*/ 75 w 99"/>
                  <a:gd name="T59" fmla="*/ 101 h 146"/>
                  <a:gd name="T60" fmla="*/ 29 w 99"/>
                  <a:gd name="T61" fmla="*/ 39 h 146"/>
                  <a:gd name="T62" fmla="*/ 35 w 99"/>
                  <a:gd name="T63" fmla="*/ 53 h 146"/>
                  <a:gd name="T64" fmla="*/ 50 w 99"/>
                  <a:gd name="T65" fmla="*/ 58 h 146"/>
                  <a:gd name="T66" fmla="*/ 65 w 99"/>
                  <a:gd name="T67" fmla="*/ 53 h 146"/>
                  <a:gd name="T68" fmla="*/ 70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59" y="146"/>
                      <a:pt x="50" y="146"/>
                    </a:cubicBezTo>
                    <a:cubicBezTo>
                      <a:pt x="40" y="146"/>
                      <a:pt x="31" y="144"/>
                      <a:pt x="24" y="140"/>
                    </a:cubicBezTo>
                    <a:cubicBezTo>
                      <a:pt x="16" y="137"/>
                      <a:pt x="10"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7" y="50"/>
                      <a:pt x="6" y="45"/>
                      <a:pt x="6" y="39"/>
                    </a:cubicBezTo>
                    <a:cubicBezTo>
                      <a:pt x="6" y="32"/>
                      <a:pt x="8" y="25"/>
                      <a:pt x="11" y="19"/>
                    </a:cubicBezTo>
                    <a:cubicBezTo>
                      <a:pt x="15" y="13"/>
                      <a:pt x="20" y="9"/>
                      <a:pt x="26" y="5"/>
                    </a:cubicBezTo>
                    <a:cubicBezTo>
                      <a:pt x="33" y="2"/>
                      <a:pt x="41" y="0"/>
                      <a:pt x="50" y="0"/>
                    </a:cubicBezTo>
                    <a:cubicBezTo>
                      <a:pt x="58" y="0"/>
                      <a:pt x="66" y="2"/>
                      <a:pt x="73" y="5"/>
                    </a:cubicBezTo>
                    <a:cubicBezTo>
                      <a:pt x="79" y="9"/>
                      <a:pt x="84" y="13"/>
                      <a:pt x="88" y="19"/>
                    </a:cubicBezTo>
                    <a:cubicBezTo>
                      <a:pt x="91" y="25"/>
                      <a:pt x="93" y="32"/>
                      <a:pt x="93" y="39"/>
                    </a:cubicBezTo>
                    <a:cubicBezTo>
                      <a:pt x="93" y="45"/>
                      <a:pt x="92" y="50"/>
                      <a:pt x="89" y="55"/>
                    </a:cubicBezTo>
                    <a:cubicBezTo>
                      <a:pt x="86" y="60"/>
                      <a:pt x="82" y="64"/>
                      <a:pt x="77" y="67"/>
                    </a:cubicBezTo>
                    <a:cubicBezTo>
                      <a:pt x="84" y="70"/>
                      <a:pt x="89" y="75"/>
                      <a:pt x="93" y="81"/>
                    </a:cubicBezTo>
                    <a:cubicBezTo>
                      <a:pt x="97" y="87"/>
                      <a:pt x="99" y="94"/>
                      <a:pt x="99" y="102"/>
                    </a:cubicBezTo>
                    <a:close/>
                    <a:moveTo>
                      <a:pt x="75" y="101"/>
                    </a:moveTo>
                    <a:cubicBezTo>
                      <a:pt x="75" y="94"/>
                      <a:pt x="73" y="88"/>
                      <a:pt x="68" y="83"/>
                    </a:cubicBezTo>
                    <a:cubicBezTo>
                      <a:pt x="64" y="79"/>
                      <a:pt x="58" y="76"/>
                      <a:pt x="50" y="76"/>
                    </a:cubicBezTo>
                    <a:cubicBezTo>
                      <a:pt x="42" y="76"/>
                      <a:pt x="35" y="79"/>
                      <a:pt x="31" y="83"/>
                    </a:cubicBezTo>
                    <a:cubicBezTo>
                      <a:pt x="26" y="88"/>
                      <a:pt x="24" y="94"/>
                      <a:pt x="24" y="101"/>
                    </a:cubicBezTo>
                    <a:cubicBezTo>
                      <a:pt x="24" y="109"/>
                      <a:pt x="26" y="115"/>
                      <a:pt x="31" y="119"/>
                    </a:cubicBezTo>
                    <a:cubicBezTo>
                      <a:pt x="35" y="124"/>
                      <a:pt x="42" y="126"/>
                      <a:pt x="50" y="126"/>
                    </a:cubicBezTo>
                    <a:cubicBezTo>
                      <a:pt x="58" y="126"/>
                      <a:pt x="64" y="124"/>
                      <a:pt x="68" y="119"/>
                    </a:cubicBezTo>
                    <a:cubicBezTo>
                      <a:pt x="73" y="115"/>
                      <a:pt x="75" y="109"/>
                      <a:pt x="75" y="101"/>
                    </a:cubicBezTo>
                    <a:close/>
                    <a:moveTo>
                      <a:pt x="29" y="39"/>
                    </a:moveTo>
                    <a:cubicBezTo>
                      <a:pt x="29" y="44"/>
                      <a:pt x="31" y="49"/>
                      <a:pt x="35" y="53"/>
                    </a:cubicBezTo>
                    <a:cubicBezTo>
                      <a:pt x="38" y="56"/>
                      <a:pt x="43" y="58"/>
                      <a:pt x="50" y="58"/>
                    </a:cubicBezTo>
                    <a:cubicBezTo>
                      <a:pt x="56" y="58"/>
                      <a:pt x="61" y="56"/>
                      <a:pt x="65" y="53"/>
                    </a:cubicBezTo>
                    <a:cubicBezTo>
                      <a:pt x="68" y="49"/>
                      <a:pt x="70" y="44"/>
                      <a:pt x="70" y="39"/>
                    </a:cubicBezTo>
                    <a:cubicBezTo>
                      <a:pt x="70" y="33"/>
                      <a:pt x="68" y="28"/>
                      <a:pt x="65" y="24"/>
                    </a:cubicBezTo>
                    <a:cubicBezTo>
                      <a:pt x="61" y="21"/>
                      <a:pt x="56" y="19"/>
                      <a:pt x="50" y="19"/>
                    </a:cubicBezTo>
                    <a:cubicBezTo>
                      <a:pt x="43" y="19"/>
                      <a:pt x="38"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3" name="Freeform 112"/>
              <p:cNvSpPr>
                <a:spLocks noEditPoints="1"/>
              </p:cNvSpPr>
              <p:nvPr/>
            </p:nvSpPr>
            <p:spPr bwMode="auto">
              <a:xfrm>
                <a:off x="3034"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2 w 99"/>
                  <a:gd name="T23" fmla="*/ 19 h 146"/>
                  <a:gd name="T24" fmla="*/ 27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8 w 99"/>
                  <a:gd name="T37" fmla="*/ 67 h 146"/>
                  <a:gd name="T38" fmla="*/ 94 w 99"/>
                  <a:gd name="T39" fmla="*/ 81 h 146"/>
                  <a:gd name="T40" fmla="*/ 99 w 99"/>
                  <a:gd name="T41" fmla="*/ 102 h 146"/>
                  <a:gd name="T42" fmla="*/ 76 w 99"/>
                  <a:gd name="T43" fmla="*/ 101 h 146"/>
                  <a:gd name="T44" fmla="*/ 69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9 w 99"/>
                  <a:gd name="T57" fmla="*/ 119 h 146"/>
                  <a:gd name="T58" fmla="*/ 76 w 99"/>
                  <a:gd name="T59" fmla="*/ 101 h 146"/>
                  <a:gd name="T60" fmla="*/ 29 w 99"/>
                  <a:gd name="T61" fmla="*/ 39 h 146"/>
                  <a:gd name="T62" fmla="*/ 35 w 99"/>
                  <a:gd name="T63" fmla="*/ 53 h 146"/>
                  <a:gd name="T64" fmla="*/ 50 w 99"/>
                  <a:gd name="T65" fmla="*/ 58 h 146"/>
                  <a:gd name="T66" fmla="*/ 65 w 99"/>
                  <a:gd name="T67" fmla="*/ 53 h 146"/>
                  <a:gd name="T68" fmla="*/ 71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60" y="146"/>
                      <a:pt x="50" y="146"/>
                    </a:cubicBezTo>
                    <a:cubicBezTo>
                      <a:pt x="40" y="146"/>
                      <a:pt x="31" y="144"/>
                      <a:pt x="24" y="140"/>
                    </a:cubicBezTo>
                    <a:cubicBezTo>
                      <a:pt x="16" y="137"/>
                      <a:pt x="11"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8" y="50"/>
                      <a:pt x="6" y="45"/>
                      <a:pt x="6" y="39"/>
                    </a:cubicBezTo>
                    <a:cubicBezTo>
                      <a:pt x="6" y="32"/>
                      <a:pt x="8" y="25"/>
                      <a:pt x="12" y="19"/>
                    </a:cubicBezTo>
                    <a:cubicBezTo>
                      <a:pt x="15" y="13"/>
                      <a:pt x="20" y="9"/>
                      <a:pt x="27" y="5"/>
                    </a:cubicBezTo>
                    <a:cubicBezTo>
                      <a:pt x="33" y="2"/>
                      <a:pt x="41" y="0"/>
                      <a:pt x="50" y="0"/>
                    </a:cubicBezTo>
                    <a:cubicBezTo>
                      <a:pt x="59" y="0"/>
                      <a:pt x="66" y="2"/>
                      <a:pt x="73" y="5"/>
                    </a:cubicBezTo>
                    <a:cubicBezTo>
                      <a:pt x="80" y="9"/>
                      <a:pt x="85" y="13"/>
                      <a:pt x="88" y="19"/>
                    </a:cubicBezTo>
                    <a:cubicBezTo>
                      <a:pt x="92" y="25"/>
                      <a:pt x="93" y="32"/>
                      <a:pt x="93" y="39"/>
                    </a:cubicBezTo>
                    <a:cubicBezTo>
                      <a:pt x="93" y="45"/>
                      <a:pt x="92" y="50"/>
                      <a:pt x="89" y="55"/>
                    </a:cubicBezTo>
                    <a:cubicBezTo>
                      <a:pt x="87" y="60"/>
                      <a:pt x="83" y="64"/>
                      <a:pt x="78" y="67"/>
                    </a:cubicBezTo>
                    <a:cubicBezTo>
                      <a:pt x="84" y="70"/>
                      <a:pt x="90" y="75"/>
                      <a:pt x="94" y="81"/>
                    </a:cubicBezTo>
                    <a:cubicBezTo>
                      <a:pt x="98" y="87"/>
                      <a:pt x="99" y="94"/>
                      <a:pt x="99" y="102"/>
                    </a:cubicBezTo>
                    <a:close/>
                    <a:moveTo>
                      <a:pt x="76" y="101"/>
                    </a:moveTo>
                    <a:cubicBezTo>
                      <a:pt x="76" y="94"/>
                      <a:pt x="73" y="88"/>
                      <a:pt x="69" y="83"/>
                    </a:cubicBezTo>
                    <a:cubicBezTo>
                      <a:pt x="64" y="79"/>
                      <a:pt x="58" y="76"/>
                      <a:pt x="50" y="76"/>
                    </a:cubicBezTo>
                    <a:cubicBezTo>
                      <a:pt x="42" y="76"/>
                      <a:pt x="36" y="79"/>
                      <a:pt x="31" y="83"/>
                    </a:cubicBezTo>
                    <a:cubicBezTo>
                      <a:pt x="26" y="88"/>
                      <a:pt x="24" y="94"/>
                      <a:pt x="24" y="101"/>
                    </a:cubicBezTo>
                    <a:cubicBezTo>
                      <a:pt x="24" y="109"/>
                      <a:pt x="26" y="115"/>
                      <a:pt x="31" y="119"/>
                    </a:cubicBezTo>
                    <a:cubicBezTo>
                      <a:pt x="36" y="124"/>
                      <a:pt x="42" y="126"/>
                      <a:pt x="50" y="126"/>
                    </a:cubicBezTo>
                    <a:cubicBezTo>
                      <a:pt x="58" y="126"/>
                      <a:pt x="64" y="124"/>
                      <a:pt x="69" y="119"/>
                    </a:cubicBezTo>
                    <a:cubicBezTo>
                      <a:pt x="73" y="115"/>
                      <a:pt x="76" y="109"/>
                      <a:pt x="76" y="101"/>
                    </a:cubicBezTo>
                    <a:close/>
                    <a:moveTo>
                      <a:pt x="29" y="39"/>
                    </a:moveTo>
                    <a:cubicBezTo>
                      <a:pt x="29" y="44"/>
                      <a:pt x="31" y="49"/>
                      <a:pt x="35" y="53"/>
                    </a:cubicBezTo>
                    <a:cubicBezTo>
                      <a:pt x="39" y="56"/>
                      <a:pt x="44" y="58"/>
                      <a:pt x="50" y="58"/>
                    </a:cubicBezTo>
                    <a:cubicBezTo>
                      <a:pt x="56" y="58"/>
                      <a:pt x="61" y="56"/>
                      <a:pt x="65" y="53"/>
                    </a:cubicBezTo>
                    <a:cubicBezTo>
                      <a:pt x="69" y="49"/>
                      <a:pt x="71" y="44"/>
                      <a:pt x="71" y="39"/>
                    </a:cubicBezTo>
                    <a:cubicBezTo>
                      <a:pt x="71" y="33"/>
                      <a:pt x="69" y="28"/>
                      <a:pt x="65" y="24"/>
                    </a:cubicBezTo>
                    <a:cubicBezTo>
                      <a:pt x="61" y="21"/>
                      <a:pt x="56" y="19"/>
                      <a:pt x="50" y="19"/>
                    </a:cubicBezTo>
                    <a:cubicBezTo>
                      <a:pt x="44" y="19"/>
                      <a:pt x="39"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grpSp>
        <p:sp>
          <p:nvSpPr>
            <p:cNvPr id="66" name="矩形 65"/>
            <p:cNvSpPr/>
            <p:nvPr/>
          </p:nvSpPr>
          <p:spPr bwMode="auto">
            <a:xfrm>
              <a:off x="257511" y="2808121"/>
              <a:ext cx="3608258" cy="1276281"/>
            </a:xfrm>
            <a:prstGeom prst="rect">
              <a:avLst/>
            </a:prstGeom>
          </p:spPr>
          <p:txBody>
            <a:bodyPr wrap="none">
              <a:spAutoFit/>
            </a:bodyPr>
            <a:lstStyle/>
            <a:p>
              <a:pPr algn="ctr"/>
              <a:r>
                <a:rPr lang="zh-CN" altLang="en-US" sz="800" kern="100">
                  <a:solidFill>
                    <a:schemeClr val="bg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金山大学</a:t>
              </a:r>
              <a:endParaRPr lang="zh-CN" altLang="en-US" sz="800" kern="100">
                <a:solidFill>
                  <a:schemeClr val="bg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endParaRPr>
            </a:p>
          </p:txBody>
        </p:sp>
      </p:grpSp>
      <p:sp>
        <p:nvSpPr>
          <p:cNvPr id="104" name="矩形 103"/>
          <p:cNvSpPr/>
          <p:nvPr/>
        </p:nvSpPr>
        <p:spPr>
          <a:xfrm>
            <a:off x="1017457" y="2622654"/>
            <a:ext cx="7109085" cy="556434"/>
          </a:xfrm>
          <a:prstGeom prst="rect">
            <a:avLst/>
          </a:prstGeom>
        </p:spPr>
        <p:txBody>
          <a:bodyPr wrap="square">
            <a:spAutoFit/>
          </a:bodyPr>
          <a:lstStyle/>
          <a:p>
            <a:pPr algn="ctr">
              <a:lnSpc>
                <a:spcPct val="150000"/>
              </a:lnSpc>
            </a:pPr>
            <a:r>
              <a:rPr lang="en-US" altLang="zh-CN" sz="1050" kern="0">
                <a:solidFill>
                  <a:schemeClr val="tx1">
                    <a:lumMod val="75000"/>
                    <a:lumOff val="25000"/>
                  </a:schemeClr>
                </a:solidFill>
                <a:latin typeface="汉仪旗黑-50S" panose="00020600040101010101" charset="-122"/>
                <a:sym typeface="汉仪旗黑-50S" panose="00020600040101010101" charset="-122"/>
              </a:rPr>
              <a:t>Lorem ipsum dolor sit amet, consectetuer adipiscing elit. Aenean commodo ligula eget dolor. Lorem ipsum dolor sit amet, consectetuer adipiscing elit. Aenean commodo ligula eget dolor. </a:t>
            </a:r>
            <a:endParaRPr lang="en-US" altLang="zh-CN" sz="1050" kern="0">
              <a:solidFill>
                <a:schemeClr val="tx1">
                  <a:lumMod val="75000"/>
                  <a:lumOff val="25000"/>
                </a:schemeClr>
              </a:solidFill>
              <a:latin typeface="汉仪旗黑-50S" panose="00020600040101010101" charset="-122"/>
              <a:sym typeface="汉仪旗黑-50S" panose="0002060004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37982" y="0"/>
            <a:ext cx="1951504" cy="55444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3" name="矩形 2"/>
          <p:cNvSpPr/>
          <p:nvPr/>
        </p:nvSpPr>
        <p:spPr>
          <a:xfrm>
            <a:off x="3289486"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4" name="矩形 3"/>
          <p:cNvSpPr/>
          <p:nvPr/>
        </p:nvSpPr>
        <p:spPr>
          <a:xfrm>
            <a:off x="5240991"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5" name="矩形 4"/>
          <p:cNvSpPr/>
          <p:nvPr/>
        </p:nvSpPr>
        <p:spPr>
          <a:xfrm>
            <a:off x="7192495"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grpSp>
        <p:nvGrpSpPr>
          <p:cNvPr id="6" name="组合 5"/>
          <p:cNvGrpSpPr/>
          <p:nvPr/>
        </p:nvGrpSpPr>
        <p:grpSpPr>
          <a:xfrm>
            <a:off x="1428163" y="138724"/>
            <a:ext cx="7549958" cy="276999"/>
            <a:chOff x="105638" y="107946"/>
            <a:chExt cx="8844051" cy="276999"/>
          </a:xfrm>
        </p:grpSpPr>
        <p:sp>
          <p:nvSpPr>
            <p:cNvPr id="7" name="矩形 6"/>
            <p:cNvSpPr/>
            <p:nvPr/>
          </p:nvSpPr>
          <p:spPr bwMode="auto">
            <a:xfrm>
              <a:off x="105638" y="107946"/>
              <a:ext cx="210201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选题的背景与意义</a:t>
              </a:r>
              <a:endParaRPr lang="zh-CN" altLang="en-US" sz="1200" kern="100">
                <a:solidFill>
                  <a:schemeClr val="bg1"/>
                </a:solidFill>
                <a:latin typeface="+mj-ea"/>
                <a:ea typeface="+mj-ea"/>
                <a:cs typeface="汉仪旗黑-50S" panose="00020600040101010101" charset="-122"/>
              </a:endParaRPr>
            </a:p>
          </p:txBody>
        </p:sp>
        <p:sp>
          <p:nvSpPr>
            <p:cNvPr id="8" name="矩形 7"/>
            <p:cNvSpPr/>
            <p:nvPr/>
          </p:nvSpPr>
          <p:spPr bwMode="auto">
            <a:xfrm>
              <a:off x="2492229" y="107946"/>
              <a:ext cx="187353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研究方法及过程</a:t>
              </a:r>
              <a:endParaRPr lang="zh-CN" altLang="en-US" sz="1200" kern="100">
                <a:solidFill>
                  <a:schemeClr val="bg1"/>
                </a:solidFill>
                <a:latin typeface="+mj-ea"/>
                <a:ea typeface="+mj-ea"/>
                <a:cs typeface="汉仪旗黑-50S" panose="00020600040101010101" charset="-122"/>
              </a:endParaRPr>
            </a:p>
          </p:txBody>
        </p:sp>
        <p:sp>
          <p:nvSpPr>
            <p:cNvPr id="9" name="矩形 8"/>
            <p:cNvSpPr/>
            <p:nvPr/>
          </p:nvSpPr>
          <p:spPr bwMode="auto">
            <a:xfrm>
              <a:off x="4549750" y="107946"/>
              <a:ext cx="233049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研究成果展示及应用</a:t>
              </a:r>
              <a:endParaRPr lang="zh-CN" altLang="en-US" sz="1200" kern="100">
                <a:solidFill>
                  <a:schemeClr val="bg1"/>
                </a:solidFill>
                <a:latin typeface="+mj-ea"/>
                <a:ea typeface="+mj-ea"/>
                <a:cs typeface="汉仪旗黑-50S" panose="00020600040101010101" charset="-122"/>
              </a:endParaRPr>
            </a:p>
          </p:txBody>
        </p:sp>
        <p:sp>
          <p:nvSpPr>
            <p:cNvPr id="10" name="矩形 9"/>
            <p:cNvSpPr/>
            <p:nvPr/>
          </p:nvSpPr>
          <p:spPr bwMode="auto">
            <a:xfrm>
              <a:off x="7076150" y="107946"/>
              <a:ext cx="187353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论文总结与致谢</a:t>
              </a:r>
              <a:endParaRPr lang="zh-CN" altLang="en-US" sz="1200" kern="100">
                <a:solidFill>
                  <a:schemeClr val="bg1"/>
                </a:solidFill>
                <a:latin typeface="+mj-ea"/>
                <a:ea typeface="+mj-ea"/>
                <a:cs typeface="汉仪旗黑-50S" panose="00020600040101010101" charset="-122"/>
              </a:endParaRPr>
            </a:p>
          </p:txBody>
        </p:sp>
      </p:grpSp>
      <p:sp>
        <p:nvSpPr>
          <p:cNvPr id="11" name="矩形 10"/>
          <p:cNvSpPr/>
          <p:nvPr/>
        </p:nvSpPr>
        <p:spPr>
          <a:xfrm>
            <a:off x="0" y="23"/>
            <a:ext cx="1337982" cy="5544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371474" y="40845"/>
            <a:ext cx="595035" cy="472756"/>
            <a:chOff x="257511" y="1283815"/>
            <a:chExt cx="3608258" cy="2800587"/>
          </a:xfrm>
        </p:grpSpPr>
        <p:grpSp>
          <p:nvGrpSpPr>
            <p:cNvPr id="13" name="Group 79"/>
            <p:cNvGrpSpPr>
              <a:grpSpLocks noChangeAspect="1"/>
            </p:cNvGrpSpPr>
            <p:nvPr/>
          </p:nvGrpSpPr>
          <p:grpSpPr bwMode="auto">
            <a:xfrm>
              <a:off x="1235639" y="1283815"/>
              <a:ext cx="1621531" cy="1625508"/>
              <a:chOff x="1247" y="-15"/>
              <a:chExt cx="3263" cy="3271"/>
            </a:xfrm>
            <a:solidFill>
              <a:sysClr val="window" lastClr="FFFFFF"/>
            </a:solidFill>
          </p:grpSpPr>
          <p:sp>
            <p:nvSpPr>
              <p:cNvPr id="15" name="Freeform 80"/>
              <p:cNvSpPr/>
              <p:nvPr/>
            </p:nvSpPr>
            <p:spPr bwMode="auto">
              <a:xfrm>
                <a:off x="1722" y="1892"/>
                <a:ext cx="207" cy="199"/>
              </a:xfrm>
              <a:custGeom>
                <a:avLst/>
                <a:gdLst>
                  <a:gd name="T0" fmla="*/ 104 w 207"/>
                  <a:gd name="T1" fmla="*/ 0 h 199"/>
                  <a:gd name="T2" fmla="*/ 136 w 207"/>
                  <a:gd name="T3" fmla="*/ 66 h 199"/>
                  <a:gd name="T4" fmla="*/ 207 w 207"/>
                  <a:gd name="T5" fmla="*/ 77 h 199"/>
                  <a:gd name="T6" fmla="*/ 157 w 207"/>
                  <a:gd name="T7" fmla="*/ 126 h 199"/>
                  <a:gd name="T8" fmla="*/ 169 w 207"/>
                  <a:gd name="T9" fmla="*/ 199 h 199"/>
                  <a:gd name="T10" fmla="*/ 104 w 207"/>
                  <a:gd name="T11" fmla="*/ 165 h 199"/>
                  <a:gd name="T12" fmla="*/ 41 w 207"/>
                  <a:gd name="T13" fmla="*/ 199 h 199"/>
                  <a:gd name="T14" fmla="*/ 52 w 207"/>
                  <a:gd name="T15" fmla="*/ 126 h 199"/>
                  <a:gd name="T16" fmla="*/ 0 w 207"/>
                  <a:gd name="T17" fmla="*/ 77 h 199"/>
                  <a:gd name="T18" fmla="*/ 72 w 207"/>
                  <a:gd name="T19" fmla="*/ 66 h 199"/>
                  <a:gd name="T20" fmla="*/ 104 w 207"/>
                  <a:gd name="T21" fmla="*/ 0 h 199"/>
                  <a:gd name="T22" fmla="*/ 104 w 207"/>
                  <a:gd name="T23" fmla="*/ 0 h 199"/>
                  <a:gd name="T24" fmla="*/ 104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4" y="0"/>
                    </a:moveTo>
                    <a:lnTo>
                      <a:pt x="136" y="66"/>
                    </a:lnTo>
                    <a:lnTo>
                      <a:pt x="207" y="77"/>
                    </a:lnTo>
                    <a:lnTo>
                      <a:pt x="157" y="126"/>
                    </a:lnTo>
                    <a:lnTo>
                      <a:pt x="169" y="199"/>
                    </a:lnTo>
                    <a:lnTo>
                      <a:pt x="104" y="165"/>
                    </a:lnTo>
                    <a:lnTo>
                      <a:pt x="41" y="199"/>
                    </a:lnTo>
                    <a:lnTo>
                      <a:pt x="52" y="126"/>
                    </a:lnTo>
                    <a:lnTo>
                      <a:pt x="0" y="77"/>
                    </a:lnTo>
                    <a:lnTo>
                      <a:pt x="72" y="66"/>
                    </a:lnTo>
                    <a:lnTo>
                      <a:pt x="104" y="0"/>
                    </a:lnTo>
                    <a:lnTo>
                      <a:pt x="104" y="0"/>
                    </a:lnTo>
                    <a:lnTo>
                      <a:pt x="10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6" name="Freeform 81"/>
              <p:cNvSpPr/>
              <p:nvPr/>
            </p:nvSpPr>
            <p:spPr bwMode="auto">
              <a:xfrm>
                <a:off x="3779" y="1892"/>
                <a:ext cx="207" cy="199"/>
              </a:xfrm>
              <a:custGeom>
                <a:avLst/>
                <a:gdLst>
                  <a:gd name="T0" fmla="*/ 105 w 207"/>
                  <a:gd name="T1" fmla="*/ 0 h 199"/>
                  <a:gd name="T2" fmla="*/ 136 w 207"/>
                  <a:gd name="T3" fmla="*/ 66 h 199"/>
                  <a:gd name="T4" fmla="*/ 207 w 207"/>
                  <a:gd name="T5" fmla="*/ 77 h 199"/>
                  <a:gd name="T6" fmla="*/ 157 w 207"/>
                  <a:gd name="T7" fmla="*/ 126 h 199"/>
                  <a:gd name="T8" fmla="*/ 170 w 207"/>
                  <a:gd name="T9" fmla="*/ 199 h 199"/>
                  <a:gd name="T10" fmla="*/ 105 w 207"/>
                  <a:gd name="T11" fmla="*/ 165 h 199"/>
                  <a:gd name="T12" fmla="*/ 41 w 207"/>
                  <a:gd name="T13" fmla="*/ 199 h 199"/>
                  <a:gd name="T14" fmla="*/ 52 w 207"/>
                  <a:gd name="T15" fmla="*/ 126 h 199"/>
                  <a:gd name="T16" fmla="*/ 0 w 207"/>
                  <a:gd name="T17" fmla="*/ 77 h 199"/>
                  <a:gd name="T18" fmla="*/ 72 w 207"/>
                  <a:gd name="T19" fmla="*/ 66 h 199"/>
                  <a:gd name="T20" fmla="*/ 105 w 207"/>
                  <a:gd name="T21" fmla="*/ 0 h 199"/>
                  <a:gd name="T22" fmla="*/ 105 w 207"/>
                  <a:gd name="T23" fmla="*/ 0 h 199"/>
                  <a:gd name="T24" fmla="*/ 105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5" y="0"/>
                    </a:moveTo>
                    <a:lnTo>
                      <a:pt x="136" y="66"/>
                    </a:lnTo>
                    <a:lnTo>
                      <a:pt x="207" y="77"/>
                    </a:lnTo>
                    <a:lnTo>
                      <a:pt x="157" y="126"/>
                    </a:lnTo>
                    <a:lnTo>
                      <a:pt x="170" y="199"/>
                    </a:lnTo>
                    <a:lnTo>
                      <a:pt x="105" y="165"/>
                    </a:lnTo>
                    <a:lnTo>
                      <a:pt x="41" y="199"/>
                    </a:lnTo>
                    <a:lnTo>
                      <a:pt x="52" y="126"/>
                    </a:lnTo>
                    <a:lnTo>
                      <a:pt x="0" y="77"/>
                    </a:lnTo>
                    <a:lnTo>
                      <a:pt x="72" y="66"/>
                    </a:lnTo>
                    <a:lnTo>
                      <a:pt x="105" y="0"/>
                    </a:lnTo>
                    <a:lnTo>
                      <a:pt x="105" y="0"/>
                    </a:lnTo>
                    <a:lnTo>
                      <a:pt x="10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7" name="Freeform 82"/>
              <p:cNvSpPr>
                <a:spLocks noEditPoints="1"/>
              </p:cNvSpPr>
              <p:nvPr/>
            </p:nvSpPr>
            <p:spPr bwMode="auto">
              <a:xfrm>
                <a:off x="1247" y="-15"/>
                <a:ext cx="3263" cy="3271"/>
              </a:xfrm>
              <a:custGeom>
                <a:avLst/>
                <a:gdLst>
                  <a:gd name="T0" fmla="*/ 2378 w 2411"/>
                  <a:gd name="T1" fmla="*/ 1061 h 2417"/>
                  <a:gd name="T2" fmla="*/ 2354 w 2411"/>
                  <a:gd name="T3" fmla="*/ 1453 h 2417"/>
                  <a:gd name="T4" fmla="*/ 2203 w 2411"/>
                  <a:gd name="T5" fmla="*/ 1825 h 2417"/>
                  <a:gd name="T6" fmla="*/ 1932 w 2411"/>
                  <a:gd name="T7" fmla="*/ 2133 h 2417"/>
                  <a:gd name="T8" fmla="*/ 1575 w 2411"/>
                  <a:gd name="T9" fmla="*/ 2325 h 2417"/>
                  <a:gd name="T10" fmla="*/ 1169 w 2411"/>
                  <a:gd name="T11" fmla="*/ 2387 h 2417"/>
                  <a:gd name="T12" fmla="*/ 771 w 2411"/>
                  <a:gd name="T13" fmla="*/ 2302 h 2417"/>
                  <a:gd name="T14" fmla="*/ 432 w 2411"/>
                  <a:gd name="T15" fmla="*/ 2089 h 2417"/>
                  <a:gd name="T16" fmla="*/ 176 w 2411"/>
                  <a:gd name="T17" fmla="*/ 1768 h 2417"/>
                  <a:gd name="T18" fmla="*/ 49 w 2411"/>
                  <a:gd name="T19" fmla="*/ 1383 h 2417"/>
                  <a:gd name="T20" fmla="*/ 59 w 2411"/>
                  <a:gd name="T21" fmla="*/ 973 h 2417"/>
                  <a:gd name="T22" fmla="*/ 210 w 2411"/>
                  <a:gd name="T23" fmla="*/ 585 h 2417"/>
                  <a:gd name="T24" fmla="*/ 484 w 2411"/>
                  <a:gd name="T25" fmla="*/ 278 h 2417"/>
                  <a:gd name="T26" fmla="*/ 844 w 2411"/>
                  <a:gd name="T27" fmla="*/ 87 h 2417"/>
                  <a:gd name="T28" fmla="*/ 1247 w 2411"/>
                  <a:gd name="T29" fmla="*/ 31 h 2417"/>
                  <a:gd name="T30" fmla="*/ 1644 w 2411"/>
                  <a:gd name="T31" fmla="*/ 115 h 2417"/>
                  <a:gd name="T32" fmla="*/ 1988 w 2411"/>
                  <a:gd name="T33" fmla="*/ 331 h 2417"/>
                  <a:gd name="T34" fmla="*/ 2242 w 2411"/>
                  <a:gd name="T35" fmla="*/ 655 h 2417"/>
                  <a:gd name="T36" fmla="*/ 2250 w 2411"/>
                  <a:gd name="T37" fmla="*/ 785 h 2417"/>
                  <a:gd name="T38" fmla="*/ 2050 w 2411"/>
                  <a:gd name="T39" fmla="*/ 488 h 2417"/>
                  <a:gd name="T40" fmla="*/ 1752 w 2411"/>
                  <a:gd name="T41" fmla="*/ 240 h 2417"/>
                  <a:gd name="T42" fmla="*/ 1393 w 2411"/>
                  <a:gd name="T43" fmla="*/ 113 h 2417"/>
                  <a:gd name="T44" fmla="*/ 1007 w 2411"/>
                  <a:gd name="T45" fmla="*/ 115 h 2417"/>
                  <a:gd name="T46" fmla="*/ 650 w 2411"/>
                  <a:gd name="T47" fmla="*/ 249 h 2417"/>
                  <a:gd name="T48" fmla="*/ 356 w 2411"/>
                  <a:gd name="T49" fmla="*/ 499 h 2417"/>
                  <a:gd name="T50" fmla="*/ 169 w 2411"/>
                  <a:gd name="T51" fmla="*/ 831 h 2417"/>
                  <a:gd name="T52" fmla="*/ 102 w 2411"/>
                  <a:gd name="T53" fmla="*/ 1210 h 2417"/>
                  <a:gd name="T54" fmla="*/ 168 w 2411"/>
                  <a:gd name="T55" fmla="*/ 1589 h 2417"/>
                  <a:gd name="T56" fmla="*/ 362 w 2411"/>
                  <a:gd name="T57" fmla="*/ 1928 h 2417"/>
                  <a:gd name="T58" fmla="*/ 658 w 2411"/>
                  <a:gd name="T59" fmla="*/ 2176 h 2417"/>
                  <a:gd name="T60" fmla="*/ 1017 w 2411"/>
                  <a:gd name="T61" fmla="*/ 2303 h 2417"/>
                  <a:gd name="T62" fmla="*/ 1404 w 2411"/>
                  <a:gd name="T63" fmla="*/ 2303 h 2417"/>
                  <a:gd name="T64" fmla="*/ 1766 w 2411"/>
                  <a:gd name="T65" fmla="*/ 2170 h 2417"/>
                  <a:gd name="T66" fmla="*/ 2065 w 2411"/>
                  <a:gd name="T67" fmla="*/ 1916 h 2417"/>
                  <a:gd name="T68" fmla="*/ 2253 w 2411"/>
                  <a:gd name="T69" fmla="*/ 1577 h 2417"/>
                  <a:gd name="T70" fmla="*/ 2314 w 2411"/>
                  <a:gd name="T71" fmla="*/ 1196 h 2417"/>
                  <a:gd name="T72" fmla="*/ 2250 w 2411"/>
                  <a:gd name="T73" fmla="*/ 785 h 2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11" h="2417">
                    <a:moveTo>
                      <a:pt x="2317" y="808"/>
                    </a:moveTo>
                    <a:cubicBezTo>
                      <a:pt x="2298" y="899"/>
                      <a:pt x="2323" y="981"/>
                      <a:pt x="2378" y="1061"/>
                    </a:cubicBezTo>
                    <a:cubicBezTo>
                      <a:pt x="2411" y="1110"/>
                      <a:pt x="2411" y="1169"/>
                      <a:pt x="2382" y="1222"/>
                    </a:cubicBezTo>
                    <a:cubicBezTo>
                      <a:pt x="2342" y="1296"/>
                      <a:pt x="2334" y="1371"/>
                      <a:pt x="2354" y="1453"/>
                    </a:cubicBezTo>
                    <a:cubicBezTo>
                      <a:pt x="2371" y="1523"/>
                      <a:pt x="2353" y="1585"/>
                      <a:pt x="2297" y="1635"/>
                    </a:cubicBezTo>
                    <a:cubicBezTo>
                      <a:pt x="2241" y="1685"/>
                      <a:pt x="2209" y="1749"/>
                      <a:pt x="2203" y="1825"/>
                    </a:cubicBezTo>
                    <a:cubicBezTo>
                      <a:pt x="2198" y="1900"/>
                      <a:pt x="2159" y="1954"/>
                      <a:pt x="2089" y="1983"/>
                    </a:cubicBezTo>
                    <a:cubicBezTo>
                      <a:pt x="2016" y="2012"/>
                      <a:pt x="1964" y="2062"/>
                      <a:pt x="1932" y="2133"/>
                    </a:cubicBezTo>
                    <a:cubicBezTo>
                      <a:pt x="1901" y="2200"/>
                      <a:pt x="1848" y="2236"/>
                      <a:pt x="1774" y="2239"/>
                    </a:cubicBezTo>
                    <a:cubicBezTo>
                      <a:pt x="1695" y="2242"/>
                      <a:pt x="1630" y="2270"/>
                      <a:pt x="1575" y="2325"/>
                    </a:cubicBezTo>
                    <a:cubicBezTo>
                      <a:pt x="1523" y="2379"/>
                      <a:pt x="1461" y="2395"/>
                      <a:pt x="1391" y="2372"/>
                    </a:cubicBezTo>
                    <a:cubicBezTo>
                      <a:pt x="1314" y="2347"/>
                      <a:pt x="1241" y="2352"/>
                      <a:pt x="1169" y="2387"/>
                    </a:cubicBezTo>
                    <a:cubicBezTo>
                      <a:pt x="1104" y="2417"/>
                      <a:pt x="1041" y="2410"/>
                      <a:pt x="984" y="2366"/>
                    </a:cubicBezTo>
                    <a:cubicBezTo>
                      <a:pt x="921" y="2316"/>
                      <a:pt x="851" y="2295"/>
                      <a:pt x="771" y="2302"/>
                    </a:cubicBezTo>
                    <a:cubicBezTo>
                      <a:pt x="695" y="2308"/>
                      <a:pt x="638" y="2277"/>
                      <a:pt x="598" y="2212"/>
                    </a:cubicBezTo>
                    <a:cubicBezTo>
                      <a:pt x="559" y="2150"/>
                      <a:pt x="504" y="2108"/>
                      <a:pt x="432" y="2089"/>
                    </a:cubicBezTo>
                    <a:cubicBezTo>
                      <a:pt x="356" y="2069"/>
                      <a:pt x="310" y="2022"/>
                      <a:pt x="294" y="1944"/>
                    </a:cubicBezTo>
                    <a:cubicBezTo>
                      <a:pt x="278" y="1870"/>
                      <a:pt x="239" y="1811"/>
                      <a:pt x="176" y="1768"/>
                    </a:cubicBezTo>
                    <a:cubicBezTo>
                      <a:pt x="114" y="1725"/>
                      <a:pt x="88" y="1665"/>
                      <a:pt x="98" y="1590"/>
                    </a:cubicBezTo>
                    <a:cubicBezTo>
                      <a:pt x="109" y="1514"/>
                      <a:pt x="93" y="1445"/>
                      <a:pt x="49" y="1383"/>
                    </a:cubicBezTo>
                    <a:cubicBezTo>
                      <a:pt x="4" y="1319"/>
                      <a:pt x="0" y="1253"/>
                      <a:pt x="37" y="1184"/>
                    </a:cubicBezTo>
                    <a:cubicBezTo>
                      <a:pt x="72" y="1116"/>
                      <a:pt x="80" y="1046"/>
                      <a:pt x="59" y="973"/>
                    </a:cubicBezTo>
                    <a:cubicBezTo>
                      <a:pt x="38" y="899"/>
                      <a:pt x="58" y="837"/>
                      <a:pt x="114" y="786"/>
                    </a:cubicBezTo>
                    <a:cubicBezTo>
                      <a:pt x="173" y="732"/>
                      <a:pt x="204" y="665"/>
                      <a:pt x="210" y="585"/>
                    </a:cubicBezTo>
                    <a:cubicBezTo>
                      <a:pt x="216" y="516"/>
                      <a:pt x="253" y="465"/>
                      <a:pt x="316" y="439"/>
                    </a:cubicBezTo>
                    <a:cubicBezTo>
                      <a:pt x="394" y="407"/>
                      <a:pt x="449" y="355"/>
                      <a:pt x="484" y="278"/>
                    </a:cubicBezTo>
                    <a:cubicBezTo>
                      <a:pt x="513" y="216"/>
                      <a:pt x="566" y="182"/>
                      <a:pt x="636" y="179"/>
                    </a:cubicBezTo>
                    <a:cubicBezTo>
                      <a:pt x="718" y="177"/>
                      <a:pt x="786" y="146"/>
                      <a:pt x="844" y="87"/>
                    </a:cubicBezTo>
                    <a:cubicBezTo>
                      <a:pt x="892" y="38"/>
                      <a:pt x="953" y="24"/>
                      <a:pt x="1019" y="45"/>
                    </a:cubicBezTo>
                    <a:cubicBezTo>
                      <a:pt x="1097" y="70"/>
                      <a:pt x="1172" y="66"/>
                      <a:pt x="1247" y="31"/>
                    </a:cubicBezTo>
                    <a:cubicBezTo>
                      <a:pt x="1309" y="0"/>
                      <a:pt x="1371" y="8"/>
                      <a:pt x="1425" y="50"/>
                    </a:cubicBezTo>
                    <a:cubicBezTo>
                      <a:pt x="1491" y="101"/>
                      <a:pt x="1562" y="123"/>
                      <a:pt x="1644" y="115"/>
                    </a:cubicBezTo>
                    <a:cubicBezTo>
                      <a:pt x="1715" y="108"/>
                      <a:pt x="1771" y="138"/>
                      <a:pt x="1810" y="199"/>
                    </a:cubicBezTo>
                    <a:cubicBezTo>
                      <a:pt x="1852" y="267"/>
                      <a:pt x="1910" y="311"/>
                      <a:pt x="1988" y="331"/>
                    </a:cubicBezTo>
                    <a:cubicBezTo>
                      <a:pt x="2057" y="349"/>
                      <a:pt x="2102" y="395"/>
                      <a:pt x="2116" y="465"/>
                    </a:cubicBezTo>
                    <a:cubicBezTo>
                      <a:pt x="2133" y="545"/>
                      <a:pt x="2174" y="608"/>
                      <a:pt x="2242" y="655"/>
                    </a:cubicBezTo>
                    <a:cubicBezTo>
                      <a:pt x="2294" y="690"/>
                      <a:pt x="2316" y="742"/>
                      <a:pt x="2317" y="808"/>
                    </a:cubicBezTo>
                    <a:close/>
                    <a:moveTo>
                      <a:pt x="2250" y="785"/>
                    </a:moveTo>
                    <a:cubicBezTo>
                      <a:pt x="2237" y="767"/>
                      <a:pt x="2219" y="729"/>
                      <a:pt x="2191" y="707"/>
                    </a:cubicBezTo>
                    <a:cubicBezTo>
                      <a:pt x="2119" y="648"/>
                      <a:pt x="2068" y="579"/>
                      <a:pt x="2050" y="488"/>
                    </a:cubicBezTo>
                    <a:cubicBezTo>
                      <a:pt x="2040" y="440"/>
                      <a:pt x="2013" y="409"/>
                      <a:pt x="1966" y="397"/>
                    </a:cubicBezTo>
                    <a:cubicBezTo>
                      <a:pt x="1874" y="374"/>
                      <a:pt x="1803" y="321"/>
                      <a:pt x="1752" y="240"/>
                    </a:cubicBezTo>
                    <a:cubicBezTo>
                      <a:pt x="1727" y="199"/>
                      <a:pt x="1691" y="181"/>
                      <a:pt x="1643" y="186"/>
                    </a:cubicBezTo>
                    <a:cubicBezTo>
                      <a:pt x="1550" y="195"/>
                      <a:pt x="1466" y="170"/>
                      <a:pt x="1393" y="113"/>
                    </a:cubicBezTo>
                    <a:cubicBezTo>
                      <a:pt x="1353" y="82"/>
                      <a:pt x="1312" y="77"/>
                      <a:pt x="1266" y="99"/>
                    </a:cubicBezTo>
                    <a:cubicBezTo>
                      <a:pt x="1182" y="138"/>
                      <a:pt x="1095" y="144"/>
                      <a:pt x="1007" y="115"/>
                    </a:cubicBezTo>
                    <a:cubicBezTo>
                      <a:pt x="959" y="99"/>
                      <a:pt x="919" y="110"/>
                      <a:pt x="883" y="146"/>
                    </a:cubicBezTo>
                    <a:cubicBezTo>
                      <a:pt x="820" y="212"/>
                      <a:pt x="740" y="246"/>
                      <a:pt x="650" y="249"/>
                    </a:cubicBezTo>
                    <a:cubicBezTo>
                      <a:pt x="596" y="251"/>
                      <a:pt x="562" y="275"/>
                      <a:pt x="540" y="323"/>
                    </a:cubicBezTo>
                    <a:cubicBezTo>
                      <a:pt x="502" y="405"/>
                      <a:pt x="440" y="465"/>
                      <a:pt x="356" y="499"/>
                    </a:cubicBezTo>
                    <a:cubicBezTo>
                      <a:pt x="305" y="519"/>
                      <a:pt x="281" y="554"/>
                      <a:pt x="277" y="606"/>
                    </a:cubicBezTo>
                    <a:cubicBezTo>
                      <a:pt x="271" y="695"/>
                      <a:pt x="234" y="771"/>
                      <a:pt x="169" y="831"/>
                    </a:cubicBezTo>
                    <a:cubicBezTo>
                      <a:pt x="126" y="869"/>
                      <a:pt x="115" y="911"/>
                      <a:pt x="130" y="966"/>
                    </a:cubicBezTo>
                    <a:cubicBezTo>
                      <a:pt x="152" y="1050"/>
                      <a:pt x="144" y="1133"/>
                      <a:pt x="102" y="1210"/>
                    </a:cubicBezTo>
                    <a:cubicBezTo>
                      <a:pt x="76" y="1258"/>
                      <a:pt x="77" y="1301"/>
                      <a:pt x="109" y="1346"/>
                    </a:cubicBezTo>
                    <a:cubicBezTo>
                      <a:pt x="161" y="1419"/>
                      <a:pt x="181" y="1501"/>
                      <a:pt x="168" y="1589"/>
                    </a:cubicBezTo>
                    <a:cubicBezTo>
                      <a:pt x="161" y="1643"/>
                      <a:pt x="177" y="1683"/>
                      <a:pt x="222" y="1715"/>
                    </a:cubicBezTo>
                    <a:cubicBezTo>
                      <a:pt x="297" y="1767"/>
                      <a:pt x="344" y="1839"/>
                      <a:pt x="362" y="1928"/>
                    </a:cubicBezTo>
                    <a:cubicBezTo>
                      <a:pt x="372" y="1978"/>
                      <a:pt x="400" y="2008"/>
                      <a:pt x="449" y="2021"/>
                    </a:cubicBezTo>
                    <a:cubicBezTo>
                      <a:pt x="539" y="2044"/>
                      <a:pt x="609" y="2096"/>
                      <a:pt x="658" y="2176"/>
                    </a:cubicBezTo>
                    <a:cubicBezTo>
                      <a:pt x="685" y="2219"/>
                      <a:pt x="722" y="2238"/>
                      <a:pt x="773" y="2232"/>
                    </a:cubicBezTo>
                    <a:cubicBezTo>
                      <a:pt x="864" y="2223"/>
                      <a:pt x="946" y="2247"/>
                      <a:pt x="1017" y="2303"/>
                    </a:cubicBezTo>
                    <a:cubicBezTo>
                      <a:pt x="1059" y="2336"/>
                      <a:pt x="1101" y="2341"/>
                      <a:pt x="1149" y="2319"/>
                    </a:cubicBezTo>
                    <a:cubicBezTo>
                      <a:pt x="1232" y="2280"/>
                      <a:pt x="1317" y="2275"/>
                      <a:pt x="1404" y="2303"/>
                    </a:cubicBezTo>
                    <a:cubicBezTo>
                      <a:pt x="1452" y="2318"/>
                      <a:pt x="1492" y="2310"/>
                      <a:pt x="1528" y="2273"/>
                    </a:cubicBezTo>
                    <a:cubicBezTo>
                      <a:pt x="1593" y="2207"/>
                      <a:pt x="1672" y="2172"/>
                      <a:pt x="1766" y="2170"/>
                    </a:cubicBezTo>
                    <a:cubicBezTo>
                      <a:pt x="1814" y="2168"/>
                      <a:pt x="1848" y="2147"/>
                      <a:pt x="1868" y="2103"/>
                    </a:cubicBezTo>
                    <a:cubicBezTo>
                      <a:pt x="1909" y="2014"/>
                      <a:pt x="1974" y="1952"/>
                      <a:pt x="2065" y="1916"/>
                    </a:cubicBezTo>
                    <a:cubicBezTo>
                      <a:pt x="2106" y="1900"/>
                      <a:pt x="2128" y="1869"/>
                      <a:pt x="2132" y="1825"/>
                    </a:cubicBezTo>
                    <a:cubicBezTo>
                      <a:pt x="2140" y="1727"/>
                      <a:pt x="2183" y="1647"/>
                      <a:pt x="2253" y="1577"/>
                    </a:cubicBezTo>
                    <a:cubicBezTo>
                      <a:pt x="2276" y="1553"/>
                      <a:pt x="2291" y="1502"/>
                      <a:pt x="2284" y="1470"/>
                    </a:cubicBezTo>
                    <a:cubicBezTo>
                      <a:pt x="2262" y="1373"/>
                      <a:pt x="2274" y="1285"/>
                      <a:pt x="2314" y="1196"/>
                    </a:cubicBezTo>
                    <a:cubicBezTo>
                      <a:pt x="2327" y="1165"/>
                      <a:pt x="2328" y="1116"/>
                      <a:pt x="2311" y="1089"/>
                    </a:cubicBezTo>
                    <a:cubicBezTo>
                      <a:pt x="2255" y="1001"/>
                      <a:pt x="2228" y="909"/>
                      <a:pt x="2250" y="7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8" name="Freeform 83"/>
              <p:cNvSpPr/>
              <p:nvPr/>
            </p:nvSpPr>
            <p:spPr bwMode="auto">
              <a:xfrm>
                <a:off x="3318" y="2439"/>
                <a:ext cx="327" cy="222"/>
              </a:xfrm>
              <a:custGeom>
                <a:avLst/>
                <a:gdLst>
                  <a:gd name="T0" fmla="*/ 77 w 242"/>
                  <a:gd name="T1" fmla="*/ 122 h 164"/>
                  <a:gd name="T2" fmla="*/ 104 w 242"/>
                  <a:gd name="T3" fmla="*/ 82 h 164"/>
                  <a:gd name="T4" fmla="*/ 112 w 242"/>
                  <a:gd name="T5" fmla="*/ 88 h 164"/>
                  <a:gd name="T6" fmla="*/ 92 w 242"/>
                  <a:gd name="T7" fmla="*/ 119 h 164"/>
                  <a:gd name="T8" fmla="*/ 242 w 242"/>
                  <a:gd name="T9" fmla="*/ 124 h 164"/>
                  <a:gd name="T10" fmla="*/ 161 w 242"/>
                  <a:gd name="T11" fmla="*/ 161 h 164"/>
                  <a:gd name="T12" fmla="*/ 99 w 242"/>
                  <a:gd name="T13" fmla="*/ 153 h 164"/>
                  <a:gd name="T14" fmla="*/ 38 w 242"/>
                  <a:gd name="T15" fmla="*/ 164 h 164"/>
                  <a:gd name="T16" fmla="*/ 29 w 242"/>
                  <a:gd name="T17" fmla="*/ 126 h 164"/>
                  <a:gd name="T18" fmla="*/ 32 w 242"/>
                  <a:gd name="T19" fmla="*/ 0 h 164"/>
                  <a:gd name="T20" fmla="*/ 77 w 242"/>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164">
                    <a:moveTo>
                      <a:pt x="77" y="122"/>
                    </a:moveTo>
                    <a:cubicBezTo>
                      <a:pt x="86" y="109"/>
                      <a:pt x="95" y="96"/>
                      <a:pt x="104" y="82"/>
                    </a:cubicBezTo>
                    <a:cubicBezTo>
                      <a:pt x="107" y="84"/>
                      <a:pt x="109" y="86"/>
                      <a:pt x="112" y="88"/>
                    </a:cubicBezTo>
                    <a:cubicBezTo>
                      <a:pt x="107" y="95"/>
                      <a:pt x="102" y="103"/>
                      <a:pt x="92" y="119"/>
                    </a:cubicBezTo>
                    <a:cubicBezTo>
                      <a:pt x="148" y="90"/>
                      <a:pt x="193" y="98"/>
                      <a:pt x="242" y="124"/>
                    </a:cubicBezTo>
                    <a:cubicBezTo>
                      <a:pt x="218" y="148"/>
                      <a:pt x="192" y="161"/>
                      <a:pt x="161" y="161"/>
                    </a:cubicBezTo>
                    <a:cubicBezTo>
                      <a:pt x="140" y="161"/>
                      <a:pt x="118" y="160"/>
                      <a:pt x="99" y="153"/>
                    </a:cubicBezTo>
                    <a:cubicBezTo>
                      <a:pt x="73" y="143"/>
                      <a:pt x="53" y="143"/>
                      <a:pt x="38" y="164"/>
                    </a:cubicBezTo>
                    <a:cubicBezTo>
                      <a:pt x="35" y="151"/>
                      <a:pt x="36" y="137"/>
                      <a:pt x="29" y="126"/>
                    </a:cubicBezTo>
                    <a:cubicBezTo>
                      <a:pt x="0" y="75"/>
                      <a:pt x="0" y="46"/>
                      <a:pt x="32" y="0"/>
                    </a:cubicBezTo>
                    <a:cubicBezTo>
                      <a:pt x="72" y="14"/>
                      <a:pt x="85" y="53"/>
                      <a:pt x="77"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9" name="Freeform 84"/>
              <p:cNvSpPr/>
              <p:nvPr/>
            </p:nvSpPr>
            <p:spPr bwMode="auto">
              <a:xfrm>
                <a:off x="3417" y="2308"/>
                <a:ext cx="339" cy="217"/>
              </a:xfrm>
              <a:custGeom>
                <a:avLst/>
                <a:gdLst>
                  <a:gd name="T0" fmla="*/ 251 w 251"/>
                  <a:gd name="T1" fmla="*/ 92 h 161"/>
                  <a:gd name="T2" fmla="*/ 65 w 251"/>
                  <a:gd name="T3" fmla="*/ 138 h 161"/>
                  <a:gd name="T4" fmla="*/ 29 w 251"/>
                  <a:gd name="T5" fmla="*/ 0 h 161"/>
                  <a:gd name="T6" fmla="*/ 87 w 251"/>
                  <a:gd name="T7" fmla="*/ 118 h 161"/>
                  <a:gd name="T8" fmla="*/ 251 w 251"/>
                  <a:gd name="T9" fmla="*/ 92 h 161"/>
                </a:gdLst>
                <a:ahLst/>
                <a:cxnLst>
                  <a:cxn ang="0">
                    <a:pos x="T0" y="T1"/>
                  </a:cxn>
                  <a:cxn ang="0">
                    <a:pos x="T2" y="T3"/>
                  </a:cxn>
                  <a:cxn ang="0">
                    <a:pos x="T4" y="T5"/>
                  </a:cxn>
                  <a:cxn ang="0">
                    <a:pos x="T6" y="T7"/>
                  </a:cxn>
                  <a:cxn ang="0">
                    <a:pos x="T8" y="T9"/>
                  </a:cxn>
                </a:cxnLst>
                <a:rect l="0" t="0" r="r" b="b"/>
                <a:pathLst>
                  <a:path w="251" h="161">
                    <a:moveTo>
                      <a:pt x="251" y="92"/>
                    </a:moveTo>
                    <a:cubicBezTo>
                      <a:pt x="205" y="161"/>
                      <a:pt x="133" y="134"/>
                      <a:pt x="65" y="138"/>
                    </a:cubicBezTo>
                    <a:cubicBezTo>
                      <a:pt x="8" y="81"/>
                      <a:pt x="0" y="53"/>
                      <a:pt x="29" y="0"/>
                    </a:cubicBezTo>
                    <a:cubicBezTo>
                      <a:pt x="75" y="19"/>
                      <a:pt x="90" y="48"/>
                      <a:pt x="87" y="118"/>
                    </a:cubicBezTo>
                    <a:cubicBezTo>
                      <a:pt x="139" y="83"/>
                      <a:pt x="191" y="61"/>
                      <a:pt x="251"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0" name="Freeform 85"/>
              <p:cNvSpPr/>
              <p:nvPr/>
            </p:nvSpPr>
            <p:spPr bwMode="auto">
              <a:xfrm>
                <a:off x="3561" y="2259"/>
                <a:ext cx="114" cy="141"/>
              </a:xfrm>
              <a:custGeom>
                <a:avLst/>
                <a:gdLst>
                  <a:gd name="T0" fmla="*/ 17 w 84"/>
                  <a:gd name="T1" fmla="*/ 104 h 104"/>
                  <a:gd name="T2" fmla="*/ 66 w 84"/>
                  <a:gd name="T3" fmla="*/ 0 h 104"/>
                  <a:gd name="T4" fmla="*/ 17 w 84"/>
                  <a:gd name="T5" fmla="*/ 104 h 104"/>
                </a:gdLst>
                <a:ahLst/>
                <a:cxnLst>
                  <a:cxn ang="0">
                    <a:pos x="T0" y="T1"/>
                  </a:cxn>
                  <a:cxn ang="0">
                    <a:pos x="T2" y="T3"/>
                  </a:cxn>
                  <a:cxn ang="0">
                    <a:pos x="T4" y="T5"/>
                  </a:cxn>
                </a:cxnLst>
                <a:rect l="0" t="0" r="r" b="b"/>
                <a:pathLst>
                  <a:path w="84" h="104">
                    <a:moveTo>
                      <a:pt x="17" y="104"/>
                    </a:moveTo>
                    <a:cubicBezTo>
                      <a:pt x="0" y="56"/>
                      <a:pt x="17" y="22"/>
                      <a:pt x="66" y="0"/>
                    </a:cubicBezTo>
                    <a:cubicBezTo>
                      <a:pt x="84" y="48"/>
                      <a:pt x="73" y="74"/>
                      <a:pt x="1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1" name="Freeform 86"/>
              <p:cNvSpPr/>
              <p:nvPr/>
            </p:nvSpPr>
            <p:spPr bwMode="auto">
              <a:xfrm>
                <a:off x="2161" y="2439"/>
                <a:ext cx="329" cy="222"/>
              </a:xfrm>
              <a:custGeom>
                <a:avLst/>
                <a:gdLst>
                  <a:gd name="T0" fmla="*/ 166 w 243"/>
                  <a:gd name="T1" fmla="*/ 122 h 164"/>
                  <a:gd name="T2" fmla="*/ 138 w 243"/>
                  <a:gd name="T3" fmla="*/ 82 h 164"/>
                  <a:gd name="T4" fmla="*/ 131 w 243"/>
                  <a:gd name="T5" fmla="*/ 88 h 164"/>
                  <a:gd name="T6" fmla="*/ 151 w 243"/>
                  <a:gd name="T7" fmla="*/ 119 h 164"/>
                  <a:gd name="T8" fmla="*/ 0 w 243"/>
                  <a:gd name="T9" fmla="*/ 124 h 164"/>
                  <a:gd name="T10" fmla="*/ 82 w 243"/>
                  <a:gd name="T11" fmla="*/ 161 h 164"/>
                  <a:gd name="T12" fmla="*/ 144 w 243"/>
                  <a:gd name="T13" fmla="*/ 153 h 164"/>
                  <a:gd name="T14" fmla="*/ 205 w 243"/>
                  <a:gd name="T15" fmla="*/ 164 h 164"/>
                  <a:gd name="T16" fmla="*/ 213 w 243"/>
                  <a:gd name="T17" fmla="*/ 126 h 164"/>
                  <a:gd name="T18" fmla="*/ 210 w 243"/>
                  <a:gd name="T19" fmla="*/ 0 h 164"/>
                  <a:gd name="T20" fmla="*/ 166 w 243"/>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3" h="164">
                    <a:moveTo>
                      <a:pt x="166" y="122"/>
                    </a:moveTo>
                    <a:cubicBezTo>
                      <a:pt x="156" y="109"/>
                      <a:pt x="147" y="96"/>
                      <a:pt x="138" y="82"/>
                    </a:cubicBezTo>
                    <a:cubicBezTo>
                      <a:pt x="136" y="84"/>
                      <a:pt x="134" y="86"/>
                      <a:pt x="131" y="88"/>
                    </a:cubicBezTo>
                    <a:cubicBezTo>
                      <a:pt x="136" y="95"/>
                      <a:pt x="140" y="103"/>
                      <a:pt x="151" y="119"/>
                    </a:cubicBezTo>
                    <a:cubicBezTo>
                      <a:pt x="95" y="90"/>
                      <a:pt x="50" y="98"/>
                      <a:pt x="0" y="124"/>
                    </a:cubicBezTo>
                    <a:cubicBezTo>
                      <a:pt x="24" y="148"/>
                      <a:pt x="51" y="161"/>
                      <a:pt x="82" y="161"/>
                    </a:cubicBezTo>
                    <a:cubicBezTo>
                      <a:pt x="102" y="161"/>
                      <a:pt x="124" y="160"/>
                      <a:pt x="144" y="153"/>
                    </a:cubicBezTo>
                    <a:cubicBezTo>
                      <a:pt x="169" y="143"/>
                      <a:pt x="190" y="143"/>
                      <a:pt x="205" y="164"/>
                    </a:cubicBezTo>
                    <a:cubicBezTo>
                      <a:pt x="207" y="151"/>
                      <a:pt x="207" y="137"/>
                      <a:pt x="213" y="126"/>
                    </a:cubicBezTo>
                    <a:cubicBezTo>
                      <a:pt x="243" y="75"/>
                      <a:pt x="243" y="46"/>
                      <a:pt x="210" y="0"/>
                    </a:cubicBezTo>
                    <a:cubicBezTo>
                      <a:pt x="170" y="14"/>
                      <a:pt x="157" y="53"/>
                      <a:pt x="16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2" name="Freeform 87"/>
              <p:cNvSpPr/>
              <p:nvPr/>
            </p:nvSpPr>
            <p:spPr bwMode="auto">
              <a:xfrm>
                <a:off x="2051" y="2308"/>
                <a:ext cx="340" cy="217"/>
              </a:xfrm>
              <a:custGeom>
                <a:avLst/>
                <a:gdLst>
                  <a:gd name="T0" fmla="*/ 0 w 251"/>
                  <a:gd name="T1" fmla="*/ 92 h 161"/>
                  <a:gd name="T2" fmla="*/ 186 w 251"/>
                  <a:gd name="T3" fmla="*/ 138 h 161"/>
                  <a:gd name="T4" fmla="*/ 222 w 251"/>
                  <a:gd name="T5" fmla="*/ 0 h 161"/>
                  <a:gd name="T6" fmla="*/ 164 w 251"/>
                  <a:gd name="T7" fmla="*/ 118 h 161"/>
                  <a:gd name="T8" fmla="*/ 0 w 251"/>
                  <a:gd name="T9" fmla="*/ 92 h 161"/>
                </a:gdLst>
                <a:ahLst/>
                <a:cxnLst>
                  <a:cxn ang="0">
                    <a:pos x="T0" y="T1"/>
                  </a:cxn>
                  <a:cxn ang="0">
                    <a:pos x="T2" y="T3"/>
                  </a:cxn>
                  <a:cxn ang="0">
                    <a:pos x="T4" y="T5"/>
                  </a:cxn>
                  <a:cxn ang="0">
                    <a:pos x="T6" y="T7"/>
                  </a:cxn>
                  <a:cxn ang="0">
                    <a:pos x="T8" y="T9"/>
                  </a:cxn>
                </a:cxnLst>
                <a:rect l="0" t="0" r="r" b="b"/>
                <a:pathLst>
                  <a:path w="251" h="161">
                    <a:moveTo>
                      <a:pt x="0" y="92"/>
                    </a:moveTo>
                    <a:cubicBezTo>
                      <a:pt x="45" y="161"/>
                      <a:pt x="118" y="134"/>
                      <a:pt x="186" y="138"/>
                    </a:cubicBezTo>
                    <a:cubicBezTo>
                      <a:pt x="243" y="81"/>
                      <a:pt x="251" y="53"/>
                      <a:pt x="222" y="0"/>
                    </a:cubicBezTo>
                    <a:cubicBezTo>
                      <a:pt x="175" y="19"/>
                      <a:pt x="160" y="48"/>
                      <a:pt x="164" y="118"/>
                    </a:cubicBezTo>
                    <a:cubicBezTo>
                      <a:pt x="112" y="83"/>
                      <a:pt x="60" y="61"/>
                      <a:pt x="0"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3" name="Freeform 88"/>
              <p:cNvSpPr/>
              <p:nvPr/>
            </p:nvSpPr>
            <p:spPr bwMode="auto">
              <a:xfrm>
                <a:off x="2132" y="2259"/>
                <a:ext cx="113" cy="141"/>
              </a:xfrm>
              <a:custGeom>
                <a:avLst/>
                <a:gdLst>
                  <a:gd name="T0" fmla="*/ 66 w 83"/>
                  <a:gd name="T1" fmla="*/ 104 h 104"/>
                  <a:gd name="T2" fmla="*/ 18 w 83"/>
                  <a:gd name="T3" fmla="*/ 0 h 104"/>
                  <a:gd name="T4" fmla="*/ 66 w 83"/>
                  <a:gd name="T5" fmla="*/ 104 h 104"/>
                </a:gdLst>
                <a:ahLst/>
                <a:cxnLst>
                  <a:cxn ang="0">
                    <a:pos x="T0" y="T1"/>
                  </a:cxn>
                  <a:cxn ang="0">
                    <a:pos x="T2" y="T3"/>
                  </a:cxn>
                  <a:cxn ang="0">
                    <a:pos x="T4" y="T5"/>
                  </a:cxn>
                </a:cxnLst>
                <a:rect l="0" t="0" r="r" b="b"/>
                <a:pathLst>
                  <a:path w="83" h="104">
                    <a:moveTo>
                      <a:pt x="66" y="104"/>
                    </a:moveTo>
                    <a:cubicBezTo>
                      <a:pt x="83" y="56"/>
                      <a:pt x="67" y="22"/>
                      <a:pt x="18" y="0"/>
                    </a:cubicBezTo>
                    <a:cubicBezTo>
                      <a:pt x="0" y="48"/>
                      <a:pt x="11" y="74"/>
                      <a:pt x="66"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4" name="Freeform 89"/>
              <p:cNvSpPr>
                <a:spLocks noEditPoints="1"/>
              </p:cNvSpPr>
              <p:nvPr/>
            </p:nvSpPr>
            <p:spPr bwMode="auto">
              <a:xfrm>
                <a:off x="1383" y="115"/>
                <a:ext cx="3004" cy="3013"/>
              </a:xfrm>
              <a:custGeom>
                <a:avLst/>
                <a:gdLst>
                  <a:gd name="T0" fmla="*/ 96 w 2220"/>
                  <a:gd name="T1" fmla="*/ 1479 h 2226"/>
                  <a:gd name="T2" fmla="*/ 31 w 2220"/>
                  <a:gd name="T3" fmla="*/ 1240 h 2226"/>
                  <a:gd name="T4" fmla="*/ 22 w 2220"/>
                  <a:gd name="T5" fmla="*/ 1129 h 2226"/>
                  <a:gd name="T6" fmla="*/ 52 w 2220"/>
                  <a:gd name="T7" fmla="*/ 860 h 2226"/>
                  <a:gd name="T8" fmla="*/ 83 w 2220"/>
                  <a:gd name="T9" fmla="*/ 753 h 2226"/>
                  <a:gd name="T10" fmla="*/ 206 w 2220"/>
                  <a:gd name="T11" fmla="*/ 505 h 2226"/>
                  <a:gd name="T12" fmla="*/ 260 w 2220"/>
                  <a:gd name="T13" fmla="*/ 428 h 2226"/>
                  <a:gd name="T14" fmla="*/ 469 w 2220"/>
                  <a:gd name="T15" fmla="*/ 229 h 2226"/>
                  <a:gd name="T16" fmla="*/ 547 w 2220"/>
                  <a:gd name="T17" fmla="*/ 176 h 2226"/>
                  <a:gd name="T18" fmla="*/ 810 w 2220"/>
                  <a:gd name="T19" fmla="*/ 59 h 2226"/>
                  <a:gd name="T20" fmla="*/ 902 w 2220"/>
                  <a:gd name="T21" fmla="*/ 39 h 2226"/>
                  <a:gd name="T22" fmla="*/ 1183 w 2220"/>
                  <a:gd name="T23" fmla="*/ 18 h 2226"/>
                  <a:gd name="T24" fmla="*/ 1283 w 2220"/>
                  <a:gd name="T25" fmla="*/ 31 h 2226"/>
                  <a:gd name="T26" fmla="*/ 1548 w 2220"/>
                  <a:gd name="T27" fmla="*/ 110 h 2226"/>
                  <a:gd name="T28" fmla="*/ 1639 w 2220"/>
                  <a:gd name="T29" fmla="*/ 153 h 2226"/>
                  <a:gd name="T30" fmla="*/ 1865 w 2220"/>
                  <a:gd name="T31" fmla="*/ 321 h 2226"/>
                  <a:gd name="T32" fmla="*/ 1934 w 2220"/>
                  <a:gd name="T33" fmla="*/ 396 h 2226"/>
                  <a:gd name="T34" fmla="*/ 2086 w 2220"/>
                  <a:gd name="T35" fmla="*/ 626 h 2226"/>
                  <a:gd name="T36" fmla="*/ 2128 w 2220"/>
                  <a:gd name="T37" fmla="*/ 724 h 2226"/>
                  <a:gd name="T38" fmla="*/ 2194 w 2220"/>
                  <a:gd name="T39" fmla="*/ 998 h 2226"/>
                  <a:gd name="T40" fmla="*/ 2200 w 2220"/>
                  <a:gd name="T41" fmla="*/ 1093 h 2226"/>
                  <a:gd name="T42" fmla="*/ 2168 w 2220"/>
                  <a:gd name="T43" fmla="*/ 1379 h 2226"/>
                  <a:gd name="T44" fmla="*/ 2140 w 2220"/>
                  <a:gd name="T45" fmla="*/ 1470 h 2226"/>
                  <a:gd name="T46" fmla="*/ 2018 w 2220"/>
                  <a:gd name="T47" fmla="*/ 1723 h 2226"/>
                  <a:gd name="T48" fmla="*/ 1958 w 2220"/>
                  <a:gd name="T49" fmla="*/ 1805 h 2226"/>
                  <a:gd name="T50" fmla="*/ 1757 w 2220"/>
                  <a:gd name="T51" fmla="*/ 1996 h 2226"/>
                  <a:gd name="T52" fmla="*/ 1669 w 2220"/>
                  <a:gd name="T53" fmla="*/ 2055 h 2226"/>
                  <a:gd name="T54" fmla="*/ 1421 w 2220"/>
                  <a:gd name="T55" fmla="*/ 2163 h 2226"/>
                  <a:gd name="T56" fmla="*/ 1314 w 2220"/>
                  <a:gd name="T57" fmla="*/ 2190 h 2226"/>
                  <a:gd name="T58" fmla="*/ 1049 w 2220"/>
                  <a:gd name="T59" fmla="*/ 2206 h 2226"/>
                  <a:gd name="T60" fmla="*/ 933 w 2220"/>
                  <a:gd name="T61" fmla="*/ 2194 h 2226"/>
                  <a:gd name="T62" fmla="*/ 679 w 2220"/>
                  <a:gd name="T63" fmla="*/ 2118 h 2226"/>
                  <a:gd name="T64" fmla="*/ 575 w 2220"/>
                  <a:gd name="T65" fmla="*/ 2065 h 2226"/>
                  <a:gd name="T66" fmla="*/ 366 w 2220"/>
                  <a:gd name="T67" fmla="*/ 1910 h 2226"/>
                  <a:gd name="T68" fmla="*/ 285 w 2220"/>
                  <a:gd name="T69" fmla="*/ 1827 h 2226"/>
                  <a:gd name="T70" fmla="*/ 160 w 2220"/>
                  <a:gd name="T71" fmla="*/ 1622 h 2226"/>
                  <a:gd name="T72" fmla="*/ 96 w 2220"/>
                  <a:gd name="T73" fmla="*/ 1479 h 2226"/>
                  <a:gd name="T74" fmla="*/ 1109 w 2220"/>
                  <a:gd name="T75" fmla="*/ 2139 h 2226"/>
                  <a:gd name="T76" fmla="*/ 1271 w 2220"/>
                  <a:gd name="T77" fmla="*/ 2122 h 2226"/>
                  <a:gd name="T78" fmla="*/ 2069 w 2220"/>
                  <a:gd name="T79" fmla="*/ 851 h 2226"/>
                  <a:gd name="T80" fmla="*/ 964 w 2220"/>
                  <a:gd name="T81" fmla="*/ 103 h 2226"/>
                  <a:gd name="T82" fmla="*/ 123 w 2220"/>
                  <a:gd name="T83" fmla="*/ 1029 h 2226"/>
                  <a:gd name="T84" fmla="*/ 1109 w 2220"/>
                  <a:gd name="T85" fmla="*/ 2139 h 2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220" h="2226">
                    <a:moveTo>
                      <a:pt x="96" y="1479"/>
                    </a:moveTo>
                    <a:cubicBezTo>
                      <a:pt x="98" y="1387"/>
                      <a:pt x="79" y="1309"/>
                      <a:pt x="31" y="1240"/>
                    </a:cubicBezTo>
                    <a:cubicBezTo>
                      <a:pt x="4" y="1203"/>
                      <a:pt x="0" y="1170"/>
                      <a:pt x="22" y="1129"/>
                    </a:cubicBezTo>
                    <a:cubicBezTo>
                      <a:pt x="67" y="1044"/>
                      <a:pt x="76" y="953"/>
                      <a:pt x="52" y="860"/>
                    </a:cubicBezTo>
                    <a:cubicBezTo>
                      <a:pt x="42" y="817"/>
                      <a:pt x="50" y="784"/>
                      <a:pt x="83" y="753"/>
                    </a:cubicBezTo>
                    <a:cubicBezTo>
                      <a:pt x="155" y="686"/>
                      <a:pt x="192" y="602"/>
                      <a:pt x="206" y="505"/>
                    </a:cubicBezTo>
                    <a:cubicBezTo>
                      <a:pt x="210" y="476"/>
                      <a:pt x="235" y="440"/>
                      <a:pt x="260" y="428"/>
                    </a:cubicBezTo>
                    <a:cubicBezTo>
                      <a:pt x="353" y="383"/>
                      <a:pt x="420" y="318"/>
                      <a:pt x="469" y="229"/>
                    </a:cubicBezTo>
                    <a:cubicBezTo>
                      <a:pt x="482" y="203"/>
                      <a:pt x="519" y="178"/>
                      <a:pt x="547" y="176"/>
                    </a:cubicBezTo>
                    <a:cubicBezTo>
                      <a:pt x="649" y="166"/>
                      <a:pt x="734" y="128"/>
                      <a:pt x="810" y="59"/>
                    </a:cubicBezTo>
                    <a:cubicBezTo>
                      <a:pt x="831" y="41"/>
                      <a:pt x="875" y="32"/>
                      <a:pt x="902" y="39"/>
                    </a:cubicBezTo>
                    <a:cubicBezTo>
                      <a:pt x="999" y="64"/>
                      <a:pt x="1092" y="61"/>
                      <a:pt x="1183" y="18"/>
                    </a:cubicBezTo>
                    <a:cubicBezTo>
                      <a:pt x="1221" y="0"/>
                      <a:pt x="1251" y="6"/>
                      <a:pt x="1283" y="31"/>
                    </a:cubicBezTo>
                    <a:cubicBezTo>
                      <a:pt x="1361" y="92"/>
                      <a:pt x="1450" y="118"/>
                      <a:pt x="1548" y="110"/>
                    </a:cubicBezTo>
                    <a:cubicBezTo>
                      <a:pt x="1589" y="107"/>
                      <a:pt x="1617" y="119"/>
                      <a:pt x="1639" y="153"/>
                    </a:cubicBezTo>
                    <a:cubicBezTo>
                      <a:pt x="1693" y="239"/>
                      <a:pt x="1768" y="295"/>
                      <a:pt x="1865" y="321"/>
                    </a:cubicBezTo>
                    <a:cubicBezTo>
                      <a:pt x="1905" y="332"/>
                      <a:pt x="1925" y="356"/>
                      <a:pt x="1934" y="396"/>
                    </a:cubicBezTo>
                    <a:cubicBezTo>
                      <a:pt x="1955" y="492"/>
                      <a:pt x="2005" y="570"/>
                      <a:pt x="2086" y="626"/>
                    </a:cubicBezTo>
                    <a:cubicBezTo>
                      <a:pt x="2121" y="651"/>
                      <a:pt x="2133" y="681"/>
                      <a:pt x="2128" y="724"/>
                    </a:cubicBezTo>
                    <a:cubicBezTo>
                      <a:pt x="2116" y="824"/>
                      <a:pt x="2141" y="913"/>
                      <a:pt x="2194" y="998"/>
                    </a:cubicBezTo>
                    <a:cubicBezTo>
                      <a:pt x="2209" y="1022"/>
                      <a:pt x="2212" y="1067"/>
                      <a:pt x="2200" y="1093"/>
                    </a:cubicBezTo>
                    <a:cubicBezTo>
                      <a:pt x="2156" y="1186"/>
                      <a:pt x="2149" y="1279"/>
                      <a:pt x="2168" y="1379"/>
                    </a:cubicBezTo>
                    <a:cubicBezTo>
                      <a:pt x="2173" y="1407"/>
                      <a:pt x="2160" y="1449"/>
                      <a:pt x="2140" y="1470"/>
                    </a:cubicBezTo>
                    <a:cubicBezTo>
                      <a:pt x="2071" y="1542"/>
                      <a:pt x="2026" y="1623"/>
                      <a:pt x="2018" y="1723"/>
                    </a:cubicBezTo>
                    <a:cubicBezTo>
                      <a:pt x="2014" y="1763"/>
                      <a:pt x="1996" y="1790"/>
                      <a:pt x="1958" y="1805"/>
                    </a:cubicBezTo>
                    <a:cubicBezTo>
                      <a:pt x="1866" y="1843"/>
                      <a:pt x="1799" y="1907"/>
                      <a:pt x="1757" y="1996"/>
                    </a:cubicBezTo>
                    <a:cubicBezTo>
                      <a:pt x="1739" y="2035"/>
                      <a:pt x="1713" y="2053"/>
                      <a:pt x="1669" y="2055"/>
                    </a:cubicBezTo>
                    <a:cubicBezTo>
                      <a:pt x="1573" y="2059"/>
                      <a:pt x="1489" y="2095"/>
                      <a:pt x="1421" y="2163"/>
                    </a:cubicBezTo>
                    <a:cubicBezTo>
                      <a:pt x="1389" y="2195"/>
                      <a:pt x="1357" y="2205"/>
                      <a:pt x="1314" y="2190"/>
                    </a:cubicBezTo>
                    <a:cubicBezTo>
                      <a:pt x="1224" y="2160"/>
                      <a:pt x="1134" y="2166"/>
                      <a:pt x="1049" y="2206"/>
                    </a:cubicBezTo>
                    <a:cubicBezTo>
                      <a:pt x="1005" y="2226"/>
                      <a:pt x="971" y="2223"/>
                      <a:pt x="933" y="2194"/>
                    </a:cubicBezTo>
                    <a:cubicBezTo>
                      <a:pt x="859" y="2136"/>
                      <a:pt x="773" y="2110"/>
                      <a:pt x="679" y="2118"/>
                    </a:cubicBezTo>
                    <a:cubicBezTo>
                      <a:pt x="631" y="2122"/>
                      <a:pt x="600" y="2106"/>
                      <a:pt x="575" y="2065"/>
                    </a:cubicBezTo>
                    <a:cubicBezTo>
                      <a:pt x="526" y="1987"/>
                      <a:pt x="455" y="1934"/>
                      <a:pt x="366" y="1910"/>
                    </a:cubicBezTo>
                    <a:cubicBezTo>
                      <a:pt x="321" y="1897"/>
                      <a:pt x="296" y="1875"/>
                      <a:pt x="285" y="1827"/>
                    </a:cubicBezTo>
                    <a:cubicBezTo>
                      <a:pt x="269" y="1745"/>
                      <a:pt x="228" y="1671"/>
                      <a:pt x="160" y="1622"/>
                    </a:cubicBezTo>
                    <a:cubicBezTo>
                      <a:pt x="105" y="1582"/>
                      <a:pt x="76" y="1539"/>
                      <a:pt x="96" y="1479"/>
                    </a:cubicBezTo>
                    <a:close/>
                    <a:moveTo>
                      <a:pt x="1109" y="2139"/>
                    </a:moveTo>
                    <a:cubicBezTo>
                      <a:pt x="1163" y="2134"/>
                      <a:pt x="1218" y="2131"/>
                      <a:pt x="1271" y="2122"/>
                    </a:cubicBezTo>
                    <a:cubicBezTo>
                      <a:pt x="1851" y="2023"/>
                      <a:pt x="2220" y="1434"/>
                      <a:pt x="2069" y="851"/>
                    </a:cubicBezTo>
                    <a:cubicBezTo>
                      <a:pt x="1938" y="347"/>
                      <a:pt x="1469" y="30"/>
                      <a:pt x="964" y="103"/>
                    </a:cubicBezTo>
                    <a:cubicBezTo>
                      <a:pt x="514" y="168"/>
                      <a:pt x="168" y="550"/>
                      <a:pt x="123" y="1029"/>
                    </a:cubicBezTo>
                    <a:cubicBezTo>
                      <a:pt x="67" y="1615"/>
                      <a:pt x="530" y="2135"/>
                      <a:pt x="1109" y="21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5" name="Freeform 90"/>
              <p:cNvSpPr>
                <a:spLocks noEditPoints="1"/>
              </p:cNvSpPr>
              <p:nvPr/>
            </p:nvSpPr>
            <p:spPr bwMode="auto">
              <a:xfrm>
                <a:off x="1577" y="318"/>
                <a:ext cx="2608" cy="2607"/>
              </a:xfrm>
              <a:custGeom>
                <a:avLst/>
                <a:gdLst>
                  <a:gd name="T0" fmla="*/ 964 w 1927"/>
                  <a:gd name="T1" fmla="*/ 1926 h 1926"/>
                  <a:gd name="T2" fmla="*/ 1 w 1927"/>
                  <a:gd name="T3" fmla="*/ 962 h 1926"/>
                  <a:gd name="T4" fmla="*/ 967 w 1927"/>
                  <a:gd name="T5" fmla="*/ 1 h 1926"/>
                  <a:gd name="T6" fmla="*/ 1926 w 1927"/>
                  <a:gd name="T7" fmla="*/ 963 h 1926"/>
                  <a:gd name="T8" fmla="*/ 964 w 1927"/>
                  <a:gd name="T9" fmla="*/ 1926 h 1926"/>
                  <a:gd name="T10" fmla="*/ 962 w 1927"/>
                  <a:gd name="T11" fmla="*/ 1903 h 1926"/>
                  <a:gd name="T12" fmla="*/ 1902 w 1927"/>
                  <a:gd name="T13" fmla="*/ 969 h 1926"/>
                  <a:gd name="T14" fmla="*/ 968 w 1927"/>
                  <a:gd name="T15" fmla="*/ 26 h 1926"/>
                  <a:gd name="T16" fmla="*/ 25 w 1927"/>
                  <a:gd name="T17" fmla="*/ 961 h 1926"/>
                  <a:gd name="T18" fmla="*/ 962 w 1927"/>
                  <a:gd name="T19" fmla="*/ 1903 h 1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7" h="1926">
                    <a:moveTo>
                      <a:pt x="964" y="1926"/>
                    </a:moveTo>
                    <a:cubicBezTo>
                      <a:pt x="433" y="1926"/>
                      <a:pt x="0" y="1493"/>
                      <a:pt x="1" y="962"/>
                    </a:cubicBezTo>
                    <a:cubicBezTo>
                      <a:pt x="2" y="432"/>
                      <a:pt x="436" y="0"/>
                      <a:pt x="967" y="1"/>
                    </a:cubicBezTo>
                    <a:cubicBezTo>
                      <a:pt x="1495" y="2"/>
                      <a:pt x="1926" y="433"/>
                      <a:pt x="1926" y="963"/>
                    </a:cubicBezTo>
                    <a:cubicBezTo>
                      <a:pt x="1927" y="1495"/>
                      <a:pt x="1496" y="1926"/>
                      <a:pt x="964" y="1926"/>
                    </a:cubicBezTo>
                    <a:close/>
                    <a:moveTo>
                      <a:pt x="962" y="1903"/>
                    </a:moveTo>
                    <a:cubicBezTo>
                      <a:pt x="1477" y="1904"/>
                      <a:pt x="1899" y="1485"/>
                      <a:pt x="1902" y="969"/>
                    </a:cubicBezTo>
                    <a:cubicBezTo>
                      <a:pt x="1904" y="450"/>
                      <a:pt x="1485" y="27"/>
                      <a:pt x="968" y="26"/>
                    </a:cubicBezTo>
                    <a:cubicBezTo>
                      <a:pt x="449" y="25"/>
                      <a:pt x="28" y="443"/>
                      <a:pt x="25" y="961"/>
                    </a:cubicBezTo>
                    <a:cubicBezTo>
                      <a:pt x="23" y="1477"/>
                      <a:pt x="445" y="1902"/>
                      <a:pt x="962" y="19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6" name="Freeform 91"/>
              <p:cNvSpPr>
                <a:spLocks noEditPoints="1"/>
              </p:cNvSpPr>
              <p:nvPr/>
            </p:nvSpPr>
            <p:spPr bwMode="auto">
              <a:xfrm>
                <a:off x="2237" y="1173"/>
                <a:ext cx="1289" cy="953"/>
              </a:xfrm>
              <a:custGeom>
                <a:avLst/>
                <a:gdLst>
                  <a:gd name="T0" fmla="*/ 938 w 953"/>
                  <a:gd name="T1" fmla="*/ 198 h 704"/>
                  <a:gd name="T2" fmla="*/ 485 w 953"/>
                  <a:gd name="T3" fmla="*/ 3 h 704"/>
                  <a:gd name="T4" fmla="*/ 477 w 953"/>
                  <a:gd name="T5" fmla="*/ 0 h 704"/>
                  <a:gd name="T6" fmla="*/ 468 w 953"/>
                  <a:gd name="T7" fmla="*/ 3 h 704"/>
                  <a:gd name="T8" fmla="*/ 15 w 953"/>
                  <a:gd name="T9" fmla="*/ 198 h 704"/>
                  <a:gd name="T10" fmla="*/ 0 w 953"/>
                  <a:gd name="T11" fmla="*/ 223 h 704"/>
                  <a:gd name="T12" fmla="*/ 15 w 953"/>
                  <a:gd name="T13" fmla="*/ 249 h 704"/>
                  <a:gd name="T14" fmla="*/ 468 w 953"/>
                  <a:gd name="T15" fmla="*/ 444 h 704"/>
                  <a:gd name="T16" fmla="*/ 485 w 953"/>
                  <a:gd name="T17" fmla="*/ 444 h 704"/>
                  <a:gd name="T18" fmla="*/ 838 w 953"/>
                  <a:gd name="T19" fmla="*/ 293 h 704"/>
                  <a:gd name="T20" fmla="*/ 838 w 953"/>
                  <a:gd name="T21" fmla="*/ 448 h 704"/>
                  <a:gd name="T22" fmla="*/ 805 w 953"/>
                  <a:gd name="T23" fmla="*/ 505 h 704"/>
                  <a:gd name="T24" fmla="*/ 838 w 953"/>
                  <a:gd name="T25" fmla="*/ 562 h 704"/>
                  <a:gd name="T26" fmla="*/ 838 w 953"/>
                  <a:gd name="T27" fmla="*/ 615 h 704"/>
                  <a:gd name="T28" fmla="*/ 884 w 953"/>
                  <a:gd name="T29" fmla="*/ 615 h 704"/>
                  <a:gd name="T30" fmla="*/ 884 w 953"/>
                  <a:gd name="T31" fmla="*/ 562 h 704"/>
                  <a:gd name="T32" fmla="*/ 915 w 953"/>
                  <a:gd name="T33" fmla="*/ 505 h 704"/>
                  <a:gd name="T34" fmla="*/ 884 w 953"/>
                  <a:gd name="T35" fmla="*/ 448 h 704"/>
                  <a:gd name="T36" fmla="*/ 884 w 953"/>
                  <a:gd name="T37" fmla="*/ 272 h 704"/>
                  <a:gd name="T38" fmla="*/ 938 w 953"/>
                  <a:gd name="T39" fmla="*/ 249 h 704"/>
                  <a:gd name="T40" fmla="*/ 953 w 953"/>
                  <a:gd name="T41" fmla="*/ 223 h 704"/>
                  <a:gd name="T42" fmla="*/ 938 w 953"/>
                  <a:gd name="T43" fmla="*/ 198 h 704"/>
                  <a:gd name="T44" fmla="*/ 477 w 953"/>
                  <a:gd name="T45" fmla="*/ 483 h 704"/>
                  <a:gd name="T46" fmla="*/ 457 w 953"/>
                  <a:gd name="T47" fmla="*/ 479 h 704"/>
                  <a:gd name="T48" fmla="*/ 174 w 953"/>
                  <a:gd name="T49" fmla="*/ 358 h 704"/>
                  <a:gd name="T50" fmla="*/ 174 w 953"/>
                  <a:gd name="T51" fmla="*/ 526 h 704"/>
                  <a:gd name="T52" fmla="*/ 445 w 953"/>
                  <a:gd name="T53" fmla="*/ 704 h 704"/>
                  <a:gd name="T54" fmla="*/ 509 w 953"/>
                  <a:gd name="T55" fmla="*/ 704 h 704"/>
                  <a:gd name="T56" fmla="*/ 779 w 953"/>
                  <a:gd name="T57" fmla="*/ 526 h 704"/>
                  <a:gd name="T58" fmla="*/ 779 w 953"/>
                  <a:gd name="T59" fmla="*/ 358 h 704"/>
                  <a:gd name="T60" fmla="*/ 496 w 953"/>
                  <a:gd name="T61" fmla="*/ 479 h 704"/>
                  <a:gd name="T62" fmla="*/ 477 w 953"/>
                  <a:gd name="T63" fmla="*/ 483 h 7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53" h="704">
                    <a:moveTo>
                      <a:pt x="938" y="198"/>
                    </a:moveTo>
                    <a:cubicBezTo>
                      <a:pt x="485" y="3"/>
                      <a:pt x="485" y="3"/>
                      <a:pt x="485" y="3"/>
                    </a:cubicBezTo>
                    <a:cubicBezTo>
                      <a:pt x="483" y="2"/>
                      <a:pt x="480" y="0"/>
                      <a:pt x="477" y="0"/>
                    </a:cubicBezTo>
                    <a:cubicBezTo>
                      <a:pt x="473" y="0"/>
                      <a:pt x="470" y="2"/>
                      <a:pt x="468" y="3"/>
                    </a:cubicBezTo>
                    <a:cubicBezTo>
                      <a:pt x="15" y="198"/>
                      <a:pt x="15" y="198"/>
                      <a:pt x="15" y="198"/>
                    </a:cubicBezTo>
                    <a:cubicBezTo>
                      <a:pt x="5" y="202"/>
                      <a:pt x="0" y="211"/>
                      <a:pt x="0" y="223"/>
                    </a:cubicBezTo>
                    <a:cubicBezTo>
                      <a:pt x="0" y="234"/>
                      <a:pt x="5" y="245"/>
                      <a:pt x="15" y="249"/>
                    </a:cubicBezTo>
                    <a:cubicBezTo>
                      <a:pt x="468" y="444"/>
                      <a:pt x="468" y="444"/>
                      <a:pt x="468" y="444"/>
                    </a:cubicBezTo>
                    <a:cubicBezTo>
                      <a:pt x="473" y="447"/>
                      <a:pt x="480" y="447"/>
                      <a:pt x="485" y="444"/>
                    </a:cubicBezTo>
                    <a:cubicBezTo>
                      <a:pt x="838" y="293"/>
                      <a:pt x="838" y="293"/>
                      <a:pt x="838" y="293"/>
                    </a:cubicBezTo>
                    <a:cubicBezTo>
                      <a:pt x="838" y="448"/>
                      <a:pt x="838" y="448"/>
                      <a:pt x="838" y="448"/>
                    </a:cubicBezTo>
                    <a:cubicBezTo>
                      <a:pt x="819" y="457"/>
                      <a:pt x="805" y="479"/>
                      <a:pt x="805" y="505"/>
                    </a:cubicBezTo>
                    <a:cubicBezTo>
                      <a:pt x="805" y="530"/>
                      <a:pt x="819" y="551"/>
                      <a:pt x="838" y="562"/>
                    </a:cubicBezTo>
                    <a:cubicBezTo>
                      <a:pt x="838" y="615"/>
                      <a:pt x="838" y="615"/>
                      <a:pt x="838" y="615"/>
                    </a:cubicBezTo>
                    <a:cubicBezTo>
                      <a:pt x="884" y="615"/>
                      <a:pt x="884" y="615"/>
                      <a:pt x="884" y="615"/>
                    </a:cubicBezTo>
                    <a:cubicBezTo>
                      <a:pt x="884" y="562"/>
                      <a:pt x="884" y="562"/>
                      <a:pt x="884" y="562"/>
                    </a:cubicBezTo>
                    <a:cubicBezTo>
                      <a:pt x="903" y="551"/>
                      <a:pt x="915" y="530"/>
                      <a:pt x="915" y="505"/>
                    </a:cubicBezTo>
                    <a:cubicBezTo>
                      <a:pt x="915" y="479"/>
                      <a:pt x="903" y="457"/>
                      <a:pt x="884" y="448"/>
                    </a:cubicBezTo>
                    <a:cubicBezTo>
                      <a:pt x="884" y="272"/>
                      <a:pt x="884" y="272"/>
                      <a:pt x="884" y="272"/>
                    </a:cubicBezTo>
                    <a:cubicBezTo>
                      <a:pt x="938" y="249"/>
                      <a:pt x="938" y="249"/>
                      <a:pt x="938" y="249"/>
                    </a:cubicBezTo>
                    <a:cubicBezTo>
                      <a:pt x="948" y="245"/>
                      <a:pt x="953" y="234"/>
                      <a:pt x="953" y="223"/>
                    </a:cubicBezTo>
                    <a:cubicBezTo>
                      <a:pt x="953" y="211"/>
                      <a:pt x="948" y="202"/>
                      <a:pt x="938" y="198"/>
                    </a:cubicBezTo>
                    <a:close/>
                    <a:moveTo>
                      <a:pt x="477" y="483"/>
                    </a:moveTo>
                    <a:cubicBezTo>
                      <a:pt x="470" y="483"/>
                      <a:pt x="462" y="482"/>
                      <a:pt x="457" y="479"/>
                    </a:cubicBezTo>
                    <a:cubicBezTo>
                      <a:pt x="174" y="358"/>
                      <a:pt x="174" y="358"/>
                      <a:pt x="174" y="358"/>
                    </a:cubicBezTo>
                    <a:cubicBezTo>
                      <a:pt x="174" y="526"/>
                      <a:pt x="174" y="526"/>
                      <a:pt x="174" y="526"/>
                    </a:cubicBezTo>
                    <a:cubicBezTo>
                      <a:pt x="174" y="663"/>
                      <a:pt x="381" y="704"/>
                      <a:pt x="445" y="704"/>
                    </a:cubicBezTo>
                    <a:cubicBezTo>
                      <a:pt x="509" y="704"/>
                      <a:pt x="509" y="704"/>
                      <a:pt x="509" y="704"/>
                    </a:cubicBezTo>
                    <a:cubicBezTo>
                      <a:pt x="558" y="704"/>
                      <a:pt x="779" y="663"/>
                      <a:pt x="779" y="526"/>
                    </a:cubicBezTo>
                    <a:cubicBezTo>
                      <a:pt x="779" y="358"/>
                      <a:pt x="779" y="358"/>
                      <a:pt x="779" y="358"/>
                    </a:cubicBezTo>
                    <a:cubicBezTo>
                      <a:pt x="496" y="479"/>
                      <a:pt x="496" y="479"/>
                      <a:pt x="496" y="479"/>
                    </a:cubicBezTo>
                    <a:cubicBezTo>
                      <a:pt x="491" y="482"/>
                      <a:pt x="484" y="483"/>
                      <a:pt x="477" y="4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7" name="Freeform 92"/>
              <p:cNvSpPr/>
              <p:nvPr/>
            </p:nvSpPr>
            <p:spPr bwMode="auto">
              <a:xfrm>
                <a:off x="1702" y="1676"/>
                <a:ext cx="256" cy="138"/>
              </a:xfrm>
              <a:custGeom>
                <a:avLst/>
                <a:gdLst>
                  <a:gd name="T0" fmla="*/ 187 w 189"/>
                  <a:gd name="T1" fmla="*/ 49 h 102"/>
                  <a:gd name="T2" fmla="*/ 182 w 189"/>
                  <a:gd name="T3" fmla="*/ 84 h 102"/>
                  <a:gd name="T4" fmla="*/ 160 w 189"/>
                  <a:gd name="T5" fmla="*/ 102 h 102"/>
                  <a:gd name="T6" fmla="*/ 145 w 189"/>
                  <a:gd name="T7" fmla="*/ 78 h 102"/>
                  <a:gd name="T8" fmla="*/ 161 w 189"/>
                  <a:gd name="T9" fmla="*/ 54 h 102"/>
                  <a:gd name="T10" fmla="*/ 154 w 189"/>
                  <a:gd name="T11" fmla="*/ 39 h 102"/>
                  <a:gd name="T12" fmla="*/ 136 w 189"/>
                  <a:gd name="T13" fmla="*/ 36 h 102"/>
                  <a:gd name="T14" fmla="*/ 4 w 189"/>
                  <a:gd name="T15" fmla="*/ 49 h 102"/>
                  <a:gd name="T16" fmla="*/ 0 w 189"/>
                  <a:gd name="T17" fmla="*/ 16 h 102"/>
                  <a:gd name="T18" fmla="*/ 130 w 189"/>
                  <a:gd name="T19" fmla="*/ 2 h 102"/>
                  <a:gd name="T20" fmla="*/ 170 w 189"/>
                  <a:gd name="T21" fmla="*/ 12 h 102"/>
                  <a:gd name="T22" fmla="*/ 187 w 189"/>
                  <a:gd name="T23" fmla="*/ 4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2">
                    <a:moveTo>
                      <a:pt x="187" y="49"/>
                    </a:moveTo>
                    <a:cubicBezTo>
                      <a:pt x="189" y="63"/>
                      <a:pt x="187" y="75"/>
                      <a:pt x="182" y="84"/>
                    </a:cubicBezTo>
                    <a:cubicBezTo>
                      <a:pt x="177" y="92"/>
                      <a:pt x="169" y="99"/>
                      <a:pt x="160" y="102"/>
                    </a:cubicBezTo>
                    <a:cubicBezTo>
                      <a:pt x="145" y="78"/>
                      <a:pt x="145" y="78"/>
                      <a:pt x="145" y="78"/>
                    </a:cubicBezTo>
                    <a:cubicBezTo>
                      <a:pt x="157" y="74"/>
                      <a:pt x="162" y="66"/>
                      <a:pt x="161" y="54"/>
                    </a:cubicBezTo>
                    <a:cubicBezTo>
                      <a:pt x="160" y="47"/>
                      <a:pt x="158" y="42"/>
                      <a:pt x="154" y="39"/>
                    </a:cubicBezTo>
                    <a:cubicBezTo>
                      <a:pt x="149" y="36"/>
                      <a:pt x="144" y="35"/>
                      <a:pt x="136" y="36"/>
                    </a:cubicBezTo>
                    <a:cubicBezTo>
                      <a:pt x="4" y="49"/>
                      <a:pt x="4" y="49"/>
                      <a:pt x="4" y="49"/>
                    </a:cubicBezTo>
                    <a:cubicBezTo>
                      <a:pt x="0" y="16"/>
                      <a:pt x="0" y="16"/>
                      <a:pt x="0" y="16"/>
                    </a:cubicBezTo>
                    <a:cubicBezTo>
                      <a:pt x="130" y="2"/>
                      <a:pt x="130" y="2"/>
                      <a:pt x="130" y="2"/>
                    </a:cubicBezTo>
                    <a:cubicBezTo>
                      <a:pt x="147" y="0"/>
                      <a:pt x="160" y="4"/>
                      <a:pt x="170" y="12"/>
                    </a:cubicBezTo>
                    <a:cubicBezTo>
                      <a:pt x="180" y="20"/>
                      <a:pt x="185" y="32"/>
                      <a:pt x="187"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8" name="Freeform 93"/>
              <p:cNvSpPr/>
              <p:nvPr/>
            </p:nvSpPr>
            <p:spPr bwMode="auto">
              <a:xfrm>
                <a:off x="1702" y="1581"/>
                <a:ext cx="245" cy="54"/>
              </a:xfrm>
              <a:custGeom>
                <a:avLst/>
                <a:gdLst>
                  <a:gd name="T0" fmla="*/ 1 w 245"/>
                  <a:gd name="T1" fmla="*/ 0 h 54"/>
                  <a:gd name="T2" fmla="*/ 245 w 245"/>
                  <a:gd name="T3" fmla="*/ 8 h 54"/>
                  <a:gd name="T4" fmla="*/ 244 w 245"/>
                  <a:gd name="T5" fmla="*/ 54 h 54"/>
                  <a:gd name="T6" fmla="*/ 0 w 245"/>
                  <a:gd name="T7" fmla="*/ 46 h 54"/>
                  <a:gd name="T8" fmla="*/ 1 w 245"/>
                  <a:gd name="T9" fmla="*/ 0 h 54"/>
                </a:gdLst>
                <a:ahLst/>
                <a:cxnLst>
                  <a:cxn ang="0">
                    <a:pos x="T0" y="T1"/>
                  </a:cxn>
                  <a:cxn ang="0">
                    <a:pos x="T2" y="T3"/>
                  </a:cxn>
                  <a:cxn ang="0">
                    <a:pos x="T4" y="T5"/>
                  </a:cxn>
                  <a:cxn ang="0">
                    <a:pos x="T6" y="T7"/>
                  </a:cxn>
                  <a:cxn ang="0">
                    <a:pos x="T8" y="T9"/>
                  </a:cxn>
                </a:cxnLst>
                <a:rect l="0" t="0" r="r" b="b"/>
                <a:pathLst>
                  <a:path w="245" h="54">
                    <a:moveTo>
                      <a:pt x="1" y="0"/>
                    </a:moveTo>
                    <a:lnTo>
                      <a:pt x="245" y="8"/>
                    </a:lnTo>
                    <a:lnTo>
                      <a:pt x="244" y="54"/>
                    </a:lnTo>
                    <a:lnTo>
                      <a:pt x="0" y="46"/>
                    </a:ln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9" name="Freeform 94"/>
              <p:cNvSpPr/>
              <p:nvPr/>
            </p:nvSpPr>
            <p:spPr bwMode="auto">
              <a:xfrm>
                <a:off x="1706" y="1311"/>
                <a:ext cx="277" cy="241"/>
              </a:xfrm>
              <a:custGeom>
                <a:avLst/>
                <a:gdLst>
                  <a:gd name="T0" fmla="*/ 39 w 277"/>
                  <a:gd name="T1" fmla="*/ 0 h 241"/>
                  <a:gd name="T2" fmla="*/ 277 w 277"/>
                  <a:gd name="T3" fmla="*/ 48 h 241"/>
                  <a:gd name="T4" fmla="*/ 269 w 277"/>
                  <a:gd name="T5" fmla="*/ 88 h 241"/>
                  <a:gd name="T6" fmla="*/ 80 w 277"/>
                  <a:gd name="T7" fmla="*/ 168 h 241"/>
                  <a:gd name="T8" fmla="*/ 246 w 277"/>
                  <a:gd name="T9" fmla="*/ 201 h 241"/>
                  <a:gd name="T10" fmla="*/ 238 w 277"/>
                  <a:gd name="T11" fmla="*/ 241 h 241"/>
                  <a:gd name="T12" fmla="*/ 0 w 277"/>
                  <a:gd name="T13" fmla="*/ 194 h 241"/>
                  <a:gd name="T14" fmla="*/ 9 w 277"/>
                  <a:gd name="T15" fmla="*/ 147 h 241"/>
                  <a:gd name="T16" fmla="*/ 188 w 277"/>
                  <a:gd name="T17" fmla="*/ 72 h 241"/>
                  <a:gd name="T18" fmla="*/ 31 w 277"/>
                  <a:gd name="T19" fmla="*/ 41 h 241"/>
                  <a:gd name="T20" fmla="*/ 39 w 277"/>
                  <a:gd name="T21" fmla="*/ 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7" h="241">
                    <a:moveTo>
                      <a:pt x="39" y="0"/>
                    </a:moveTo>
                    <a:lnTo>
                      <a:pt x="277" y="48"/>
                    </a:lnTo>
                    <a:lnTo>
                      <a:pt x="269" y="88"/>
                    </a:lnTo>
                    <a:lnTo>
                      <a:pt x="80" y="168"/>
                    </a:lnTo>
                    <a:lnTo>
                      <a:pt x="246" y="201"/>
                    </a:lnTo>
                    <a:lnTo>
                      <a:pt x="238" y="241"/>
                    </a:lnTo>
                    <a:lnTo>
                      <a:pt x="0" y="194"/>
                    </a:lnTo>
                    <a:lnTo>
                      <a:pt x="9" y="147"/>
                    </a:lnTo>
                    <a:lnTo>
                      <a:pt x="188" y="72"/>
                    </a:lnTo>
                    <a:lnTo>
                      <a:pt x="31" y="41"/>
                    </a:lnTo>
                    <a:lnTo>
                      <a:pt x="3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0" name="Freeform 95"/>
              <p:cNvSpPr/>
              <p:nvPr/>
            </p:nvSpPr>
            <p:spPr bwMode="auto">
              <a:xfrm>
                <a:off x="1832" y="1015"/>
                <a:ext cx="249" cy="232"/>
              </a:xfrm>
              <a:custGeom>
                <a:avLst/>
                <a:gdLst>
                  <a:gd name="T0" fmla="*/ 27 w 184"/>
                  <a:gd name="T1" fmla="*/ 117 h 171"/>
                  <a:gd name="T2" fmla="*/ 7 w 184"/>
                  <a:gd name="T3" fmla="*/ 98 h 171"/>
                  <a:gd name="T4" fmla="*/ 1 w 184"/>
                  <a:gd name="T5" fmla="*/ 70 h 171"/>
                  <a:gd name="T6" fmla="*/ 11 w 184"/>
                  <a:gd name="T7" fmla="*/ 38 h 171"/>
                  <a:gd name="T8" fmla="*/ 39 w 184"/>
                  <a:gd name="T9" fmla="*/ 7 h 171"/>
                  <a:gd name="T10" fmla="*/ 74 w 184"/>
                  <a:gd name="T11" fmla="*/ 2 h 171"/>
                  <a:gd name="T12" fmla="*/ 72 w 184"/>
                  <a:gd name="T13" fmla="*/ 32 h 171"/>
                  <a:gd name="T14" fmla="*/ 52 w 184"/>
                  <a:gd name="T15" fmla="*/ 35 h 171"/>
                  <a:gd name="T16" fmla="*/ 37 w 184"/>
                  <a:gd name="T17" fmla="*/ 51 h 171"/>
                  <a:gd name="T18" fmla="*/ 31 w 184"/>
                  <a:gd name="T19" fmla="*/ 73 h 171"/>
                  <a:gd name="T20" fmla="*/ 42 w 184"/>
                  <a:gd name="T21" fmla="*/ 87 h 171"/>
                  <a:gd name="T22" fmla="*/ 59 w 184"/>
                  <a:gd name="T23" fmla="*/ 88 h 171"/>
                  <a:gd name="T24" fmla="*/ 80 w 184"/>
                  <a:gd name="T25" fmla="*/ 69 h 171"/>
                  <a:gd name="T26" fmla="*/ 118 w 184"/>
                  <a:gd name="T27" fmla="*/ 39 h 171"/>
                  <a:gd name="T28" fmla="*/ 157 w 184"/>
                  <a:gd name="T29" fmla="*/ 45 h 171"/>
                  <a:gd name="T30" fmla="*/ 178 w 184"/>
                  <a:gd name="T31" fmla="*/ 66 h 171"/>
                  <a:gd name="T32" fmla="*/ 183 w 184"/>
                  <a:gd name="T33" fmla="*/ 95 h 171"/>
                  <a:gd name="T34" fmla="*/ 173 w 184"/>
                  <a:gd name="T35" fmla="*/ 129 h 171"/>
                  <a:gd name="T36" fmla="*/ 142 w 184"/>
                  <a:gd name="T37" fmla="*/ 162 h 171"/>
                  <a:gd name="T38" fmla="*/ 104 w 184"/>
                  <a:gd name="T39" fmla="*/ 168 h 171"/>
                  <a:gd name="T40" fmla="*/ 106 w 184"/>
                  <a:gd name="T41" fmla="*/ 137 h 171"/>
                  <a:gd name="T42" fmla="*/ 130 w 184"/>
                  <a:gd name="T43" fmla="*/ 134 h 171"/>
                  <a:gd name="T44" fmla="*/ 148 w 184"/>
                  <a:gd name="T45" fmla="*/ 115 h 171"/>
                  <a:gd name="T46" fmla="*/ 154 w 184"/>
                  <a:gd name="T47" fmla="*/ 91 h 171"/>
                  <a:gd name="T48" fmla="*/ 141 w 184"/>
                  <a:gd name="T49" fmla="*/ 75 h 171"/>
                  <a:gd name="T50" fmla="*/ 122 w 184"/>
                  <a:gd name="T51" fmla="*/ 74 h 171"/>
                  <a:gd name="T52" fmla="*/ 98 w 184"/>
                  <a:gd name="T53" fmla="*/ 95 h 171"/>
                  <a:gd name="T54" fmla="*/ 63 w 184"/>
                  <a:gd name="T55" fmla="*/ 122 h 171"/>
                  <a:gd name="T56" fmla="*/ 27 w 184"/>
                  <a:gd name="T57" fmla="*/ 11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4" h="171">
                    <a:moveTo>
                      <a:pt x="27" y="117"/>
                    </a:moveTo>
                    <a:cubicBezTo>
                      <a:pt x="18" y="112"/>
                      <a:pt x="11" y="106"/>
                      <a:pt x="7" y="98"/>
                    </a:cubicBezTo>
                    <a:cubicBezTo>
                      <a:pt x="2" y="90"/>
                      <a:pt x="0" y="80"/>
                      <a:pt x="1" y="70"/>
                    </a:cubicBezTo>
                    <a:cubicBezTo>
                      <a:pt x="2" y="60"/>
                      <a:pt x="5" y="49"/>
                      <a:pt x="11" y="38"/>
                    </a:cubicBezTo>
                    <a:cubicBezTo>
                      <a:pt x="19" y="24"/>
                      <a:pt x="28" y="13"/>
                      <a:pt x="39" y="7"/>
                    </a:cubicBezTo>
                    <a:cubicBezTo>
                      <a:pt x="50" y="1"/>
                      <a:pt x="61" y="0"/>
                      <a:pt x="74" y="2"/>
                    </a:cubicBezTo>
                    <a:cubicBezTo>
                      <a:pt x="72" y="32"/>
                      <a:pt x="72" y="32"/>
                      <a:pt x="72" y="32"/>
                    </a:cubicBezTo>
                    <a:cubicBezTo>
                      <a:pt x="64" y="31"/>
                      <a:pt x="58" y="32"/>
                      <a:pt x="52" y="35"/>
                    </a:cubicBezTo>
                    <a:cubicBezTo>
                      <a:pt x="46" y="38"/>
                      <a:pt x="41" y="43"/>
                      <a:pt x="37" y="51"/>
                    </a:cubicBezTo>
                    <a:cubicBezTo>
                      <a:pt x="32" y="59"/>
                      <a:pt x="30" y="67"/>
                      <a:pt x="31" y="73"/>
                    </a:cubicBezTo>
                    <a:cubicBezTo>
                      <a:pt x="32" y="79"/>
                      <a:pt x="36" y="83"/>
                      <a:pt x="42" y="87"/>
                    </a:cubicBezTo>
                    <a:cubicBezTo>
                      <a:pt x="48" y="90"/>
                      <a:pt x="54" y="90"/>
                      <a:pt x="59" y="88"/>
                    </a:cubicBezTo>
                    <a:cubicBezTo>
                      <a:pt x="65" y="85"/>
                      <a:pt x="72" y="79"/>
                      <a:pt x="80" y="69"/>
                    </a:cubicBezTo>
                    <a:cubicBezTo>
                      <a:pt x="93" y="53"/>
                      <a:pt x="106" y="43"/>
                      <a:pt x="118" y="39"/>
                    </a:cubicBezTo>
                    <a:cubicBezTo>
                      <a:pt x="130" y="35"/>
                      <a:pt x="143" y="37"/>
                      <a:pt x="157" y="45"/>
                    </a:cubicBezTo>
                    <a:cubicBezTo>
                      <a:pt x="166" y="50"/>
                      <a:pt x="173" y="57"/>
                      <a:pt x="178" y="66"/>
                    </a:cubicBezTo>
                    <a:cubicBezTo>
                      <a:pt x="182" y="74"/>
                      <a:pt x="184" y="84"/>
                      <a:pt x="183" y="95"/>
                    </a:cubicBezTo>
                    <a:cubicBezTo>
                      <a:pt x="183" y="106"/>
                      <a:pt x="179" y="118"/>
                      <a:pt x="173" y="129"/>
                    </a:cubicBezTo>
                    <a:cubicBezTo>
                      <a:pt x="164" y="144"/>
                      <a:pt x="154" y="155"/>
                      <a:pt x="142" y="162"/>
                    </a:cubicBezTo>
                    <a:cubicBezTo>
                      <a:pt x="130" y="169"/>
                      <a:pt x="118" y="171"/>
                      <a:pt x="104" y="168"/>
                    </a:cubicBezTo>
                    <a:cubicBezTo>
                      <a:pt x="106" y="137"/>
                      <a:pt x="106" y="137"/>
                      <a:pt x="106" y="137"/>
                    </a:cubicBezTo>
                    <a:cubicBezTo>
                      <a:pt x="115" y="139"/>
                      <a:pt x="122" y="138"/>
                      <a:pt x="130" y="134"/>
                    </a:cubicBezTo>
                    <a:cubicBezTo>
                      <a:pt x="137" y="131"/>
                      <a:pt x="143" y="124"/>
                      <a:pt x="148" y="115"/>
                    </a:cubicBezTo>
                    <a:cubicBezTo>
                      <a:pt x="153" y="106"/>
                      <a:pt x="155" y="98"/>
                      <a:pt x="154" y="91"/>
                    </a:cubicBezTo>
                    <a:cubicBezTo>
                      <a:pt x="152" y="84"/>
                      <a:pt x="148" y="79"/>
                      <a:pt x="141" y="75"/>
                    </a:cubicBezTo>
                    <a:cubicBezTo>
                      <a:pt x="135" y="71"/>
                      <a:pt x="128" y="71"/>
                      <a:pt x="122" y="74"/>
                    </a:cubicBezTo>
                    <a:cubicBezTo>
                      <a:pt x="115" y="77"/>
                      <a:pt x="107" y="84"/>
                      <a:pt x="98" y="95"/>
                    </a:cubicBezTo>
                    <a:cubicBezTo>
                      <a:pt x="87" y="109"/>
                      <a:pt x="75" y="119"/>
                      <a:pt x="63" y="122"/>
                    </a:cubicBezTo>
                    <a:cubicBezTo>
                      <a:pt x="51" y="126"/>
                      <a:pt x="39" y="124"/>
                      <a:pt x="27" y="1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1" name="Freeform 96"/>
              <p:cNvSpPr/>
              <p:nvPr/>
            </p:nvSpPr>
            <p:spPr bwMode="auto">
              <a:xfrm>
                <a:off x="1933" y="784"/>
                <a:ext cx="314" cy="310"/>
              </a:xfrm>
              <a:custGeom>
                <a:avLst/>
                <a:gdLst>
                  <a:gd name="T0" fmla="*/ 133 w 314"/>
                  <a:gd name="T1" fmla="*/ 0 h 310"/>
                  <a:gd name="T2" fmla="*/ 314 w 314"/>
                  <a:gd name="T3" fmla="*/ 161 h 310"/>
                  <a:gd name="T4" fmla="*/ 283 w 314"/>
                  <a:gd name="T5" fmla="*/ 196 h 310"/>
                  <a:gd name="T6" fmla="*/ 203 w 314"/>
                  <a:gd name="T7" fmla="*/ 124 h 310"/>
                  <a:gd name="T8" fmla="*/ 132 w 314"/>
                  <a:gd name="T9" fmla="*/ 203 h 310"/>
                  <a:gd name="T10" fmla="*/ 213 w 314"/>
                  <a:gd name="T11" fmla="*/ 274 h 310"/>
                  <a:gd name="T12" fmla="*/ 182 w 314"/>
                  <a:gd name="T13" fmla="*/ 310 h 310"/>
                  <a:gd name="T14" fmla="*/ 0 w 314"/>
                  <a:gd name="T15" fmla="*/ 147 h 310"/>
                  <a:gd name="T16" fmla="*/ 31 w 314"/>
                  <a:gd name="T17" fmla="*/ 113 h 310"/>
                  <a:gd name="T18" fmla="*/ 103 w 314"/>
                  <a:gd name="T19" fmla="*/ 177 h 310"/>
                  <a:gd name="T20" fmla="*/ 175 w 314"/>
                  <a:gd name="T21" fmla="*/ 98 h 310"/>
                  <a:gd name="T22" fmla="*/ 102 w 314"/>
                  <a:gd name="T23" fmla="*/ 34 h 310"/>
                  <a:gd name="T24" fmla="*/ 133 w 314"/>
                  <a:gd name="T25"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4" h="310">
                    <a:moveTo>
                      <a:pt x="133" y="0"/>
                    </a:moveTo>
                    <a:lnTo>
                      <a:pt x="314" y="161"/>
                    </a:lnTo>
                    <a:lnTo>
                      <a:pt x="283" y="196"/>
                    </a:lnTo>
                    <a:lnTo>
                      <a:pt x="203" y="124"/>
                    </a:lnTo>
                    <a:lnTo>
                      <a:pt x="132" y="203"/>
                    </a:lnTo>
                    <a:lnTo>
                      <a:pt x="213" y="274"/>
                    </a:lnTo>
                    <a:lnTo>
                      <a:pt x="182" y="310"/>
                    </a:lnTo>
                    <a:lnTo>
                      <a:pt x="0" y="147"/>
                    </a:lnTo>
                    <a:lnTo>
                      <a:pt x="31" y="113"/>
                    </a:lnTo>
                    <a:lnTo>
                      <a:pt x="103" y="177"/>
                    </a:lnTo>
                    <a:lnTo>
                      <a:pt x="175" y="98"/>
                    </a:lnTo>
                    <a:lnTo>
                      <a:pt x="102" y="34"/>
                    </a:lnTo>
                    <a:lnTo>
                      <a:pt x="1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2" name="Freeform 97"/>
              <p:cNvSpPr>
                <a:spLocks noEditPoints="1"/>
              </p:cNvSpPr>
              <p:nvPr/>
            </p:nvSpPr>
            <p:spPr bwMode="auto">
              <a:xfrm>
                <a:off x="2184" y="658"/>
                <a:ext cx="251" cy="279"/>
              </a:xfrm>
              <a:custGeom>
                <a:avLst/>
                <a:gdLst>
                  <a:gd name="T0" fmla="*/ 161 w 251"/>
                  <a:gd name="T1" fmla="*/ 141 h 279"/>
                  <a:gd name="T2" fmla="*/ 90 w 251"/>
                  <a:gd name="T3" fmla="*/ 191 h 279"/>
                  <a:gd name="T4" fmla="*/ 111 w 251"/>
                  <a:gd name="T5" fmla="*/ 252 h 279"/>
                  <a:gd name="T6" fmla="*/ 71 w 251"/>
                  <a:gd name="T7" fmla="*/ 279 h 279"/>
                  <a:gd name="T8" fmla="*/ 0 w 251"/>
                  <a:gd name="T9" fmla="*/ 32 h 279"/>
                  <a:gd name="T10" fmla="*/ 47 w 251"/>
                  <a:gd name="T11" fmla="*/ 0 h 279"/>
                  <a:gd name="T12" fmla="*/ 251 w 251"/>
                  <a:gd name="T13" fmla="*/ 153 h 279"/>
                  <a:gd name="T14" fmla="*/ 211 w 251"/>
                  <a:gd name="T15" fmla="*/ 181 h 279"/>
                  <a:gd name="T16" fmla="*/ 161 w 251"/>
                  <a:gd name="T17" fmla="*/ 141 h 279"/>
                  <a:gd name="T18" fmla="*/ 130 w 251"/>
                  <a:gd name="T19" fmla="*/ 116 h 279"/>
                  <a:gd name="T20" fmla="*/ 43 w 251"/>
                  <a:gd name="T21" fmla="*/ 47 h 279"/>
                  <a:gd name="T22" fmla="*/ 78 w 251"/>
                  <a:gd name="T23" fmla="*/ 151 h 279"/>
                  <a:gd name="T24" fmla="*/ 130 w 251"/>
                  <a:gd name="T25" fmla="*/ 116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1" h="279">
                    <a:moveTo>
                      <a:pt x="161" y="141"/>
                    </a:moveTo>
                    <a:lnTo>
                      <a:pt x="90" y="191"/>
                    </a:lnTo>
                    <a:lnTo>
                      <a:pt x="111" y="252"/>
                    </a:lnTo>
                    <a:lnTo>
                      <a:pt x="71" y="279"/>
                    </a:lnTo>
                    <a:lnTo>
                      <a:pt x="0" y="32"/>
                    </a:lnTo>
                    <a:lnTo>
                      <a:pt x="47" y="0"/>
                    </a:lnTo>
                    <a:lnTo>
                      <a:pt x="251" y="153"/>
                    </a:lnTo>
                    <a:lnTo>
                      <a:pt x="211" y="181"/>
                    </a:lnTo>
                    <a:lnTo>
                      <a:pt x="161" y="141"/>
                    </a:lnTo>
                    <a:close/>
                    <a:moveTo>
                      <a:pt x="130" y="116"/>
                    </a:moveTo>
                    <a:lnTo>
                      <a:pt x="43" y="47"/>
                    </a:lnTo>
                    <a:lnTo>
                      <a:pt x="78" y="151"/>
                    </a:lnTo>
                    <a:lnTo>
                      <a:pt x="130" y="1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3" name="Freeform 98"/>
              <p:cNvSpPr/>
              <p:nvPr/>
            </p:nvSpPr>
            <p:spPr bwMode="auto">
              <a:xfrm>
                <a:off x="2360" y="509"/>
                <a:ext cx="272" cy="298"/>
              </a:xfrm>
              <a:custGeom>
                <a:avLst/>
                <a:gdLst>
                  <a:gd name="T0" fmla="*/ 184 w 272"/>
                  <a:gd name="T1" fmla="*/ 0 h 298"/>
                  <a:gd name="T2" fmla="*/ 272 w 272"/>
                  <a:gd name="T3" fmla="*/ 226 h 298"/>
                  <a:gd name="T4" fmla="*/ 232 w 272"/>
                  <a:gd name="T5" fmla="*/ 241 h 298"/>
                  <a:gd name="T6" fmla="*/ 65 w 272"/>
                  <a:gd name="T7" fmla="*/ 124 h 298"/>
                  <a:gd name="T8" fmla="*/ 127 w 272"/>
                  <a:gd name="T9" fmla="*/ 283 h 298"/>
                  <a:gd name="T10" fmla="*/ 88 w 272"/>
                  <a:gd name="T11" fmla="*/ 298 h 298"/>
                  <a:gd name="T12" fmla="*/ 0 w 272"/>
                  <a:gd name="T13" fmla="*/ 72 h 298"/>
                  <a:gd name="T14" fmla="*/ 44 w 272"/>
                  <a:gd name="T15" fmla="*/ 54 h 298"/>
                  <a:gd name="T16" fmla="*/ 204 w 272"/>
                  <a:gd name="T17" fmla="*/ 165 h 298"/>
                  <a:gd name="T18" fmla="*/ 144 w 272"/>
                  <a:gd name="T19" fmla="*/ 15 h 298"/>
                  <a:gd name="T20" fmla="*/ 184 w 272"/>
                  <a:gd name="T2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298">
                    <a:moveTo>
                      <a:pt x="184" y="0"/>
                    </a:moveTo>
                    <a:lnTo>
                      <a:pt x="272" y="226"/>
                    </a:lnTo>
                    <a:lnTo>
                      <a:pt x="232" y="241"/>
                    </a:lnTo>
                    <a:lnTo>
                      <a:pt x="65" y="124"/>
                    </a:lnTo>
                    <a:lnTo>
                      <a:pt x="127" y="283"/>
                    </a:lnTo>
                    <a:lnTo>
                      <a:pt x="88" y="298"/>
                    </a:lnTo>
                    <a:lnTo>
                      <a:pt x="0" y="72"/>
                    </a:lnTo>
                    <a:lnTo>
                      <a:pt x="44" y="54"/>
                    </a:lnTo>
                    <a:lnTo>
                      <a:pt x="204" y="165"/>
                    </a:lnTo>
                    <a:lnTo>
                      <a:pt x="144" y="15"/>
                    </a:lnTo>
                    <a:lnTo>
                      <a:pt x="18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4" name="Freeform 99"/>
              <p:cNvSpPr/>
              <p:nvPr/>
            </p:nvSpPr>
            <p:spPr bwMode="auto">
              <a:xfrm>
                <a:off x="2726" y="462"/>
                <a:ext cx="205" cy="251"/>
              </a:xfrm>
              <a:custGeom>
                <a:avLst/>
                <a:gdLst>
                  <a:gd name="T0" fmla="*/ 81 w 151"/>
                  <a:gd name="T1" fmla="*/ 185 h 186"/>
                  <a:gd name="T2" fmla="*/ 42 w 151"/>
                  <a:gd name="T3" fmla="*/ 179 h 186"/>
                  <a:gd name="T4" fmla="*/ 16 w 151"/>
                  <a:gd name="T5" fmla="*/ 156 h 186"/>
                  <a:gd name="T6" fmla="*/ 5 w 151"/>
                  <a:gd name="T7" fmla="*/ 121 h 186"/>
                  <a:gd name="T8" fmla="*/ 0 w 151"/>
                  <a:gd name="T9" fmla="*/ 6 h 186"/>
                  <a:gd name="T10" fmla="*/ 32 w 151"/>
                  <a:gd name="T11" fmla="*/ 5 h 186"/>
                  <a:gd name="T12" fmla="*/ 37 w 151"/>
                  <a:gd name="T13" fmla="*/ 117 h 186"/>
                  <a:gd name="T14" fmla="*/ 48 w 151"/>
                  <a:gd name="T15" fmla="*/ 148 h 186"/>
                  <a:gd name="T16" fmla="*/ 79 w 151"/>
                  <a:gd name="T17" fmla="*/ 158 h 186"/>
                  <a:gd name="T18" fmla="*/ 107 w 151"/>
                  <a:gd name="T19" fmla="*/ 145 h 186"/>
                  <a:gd name="T20" fmla="*/ 116 w 151"/>
                  <a:gd name="T21" fmla="*/ 113 h 186"/>
                  <a:gd name="T22" fmla="*/ 111 w 151"/>
                  <a:gd name="T23" fmla="*/ 1 h 186"/>
                  <a:gd name="T24" fmla="*/ 145 w 151"/>
                  <a:gd name="T25" fmla="*/ 0 h 186"/>
                  <a:gd name="T26" fmla="*/ 150 w 151"/>
                  <a:gd name="T27" fmla="*/ 114 h 186"/>
                  <a:gd name="T28" fmla="*/ 143 w 151"/>
                  <a:gd name="T29" fmla="*/ 151 h 186"/>
                  <a:gd name="T30" fmla="*/ 119 w 151"/>
                  <a:gd name="T31" fmla="*/ 175 h 186"/>
                  <a:gd name="T32" fmla="*/ 81 w 151"/>
                  <a:gd name="T33" fmla="*/ 18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1" h="186">
                    <a:moveTo>
                      <a:pt x="81" y="185"/>
                    </a:moveTo>
                    <a:cubicBezTo>
                      <a:pt x="66" y="186"/>
                      <a:pt x="53" y="184"/>
                      <a:pt x="42" y="179"/>
                    </a:cubicBezTo>
                    <a:cubicBezTo>
                      <a:pt x="31" y="174"/>
                      <a:pt x="22" y="166"/>
                      <a:pt x="16" y="156"/>
                    </a:cubicBezTo>
                    <a:cubicBezTo>
                      <a:pt x="9" y="146"/>
                      <a:pt x="6" y="134"/>
                      <a:pt x="5" y="121"/>
                    </a:cubicBezTo>
                    <a:cubicBezTo>
                      <a:pt x="0" y="6"/>
                      <a:pt x="0" y="6"/>
                      <a:pt x="0" y="6"/>
                    </a:cubicBezTo>
                    <a:cubicBezTo>
                      <a:pt x="32" y="5"/>
                      <a:pt x="32" y="5"/>
                      <a:pt x="32" y="5"/>
                    </a:cubicBezTo>
                    <a:cubicBezTo>
                      <a:pt x="37" y="117"/>
                      <a:pt x="37" y="117"/>
                      <a:pt x="37" y="117"/>
                    </a:cubicBezTo>
                    <a:cubicBezTo>
                      <a:pt x="37" y="131"/>
                      <a:pt x="41" y="141"/>
                      <a:pt x="48" y="148"/>
                    </a:cubicBezTo>
                    <a:cubicBezTo>
                      <a:pt x="56" y="155"/>
                      <a:pt x="66" y="158"/>
                      <a:pt x="79" y="158"/>
                    </a:cubicBezTo>
                    <a:cubicBezTo>
                      <a:pt x="91" y="157"/>
                      <a:pt x="101" y="153"/>
                      <a:pt x="107" y="145"/>
                    </a:cubicBezTo>
                    <a:cubicBezTo>
                      <a:pt x="114" y="138"/>
                      <a:pt x="117" y="127"/>
                      <a:pt x="116" y="113"/>
                    </a:cubicBezTo>
                    <a:cubicBezTo>
                      <a:pt x="111" y="1"/>
                      <a:pt x="111" y="1"/>
                      <a:pt x="111" y="1"/>
                    </a:cubicBezTo>
                    <a:cubicBezTo>
                      <a:pt x="145" y="0"/>
                      <a:pt x="145" y="0"/>
                      <a:pt x="145" y="0"/>
                    </a:cubicBezTo>
                    <a:cubicBezTo>
                      <a:pt x="150" y="114"/>
                      <a:pt x="150" y="114"/>
                      <a:pt x="150" y="114"/>
                    </a:cubicBezTo>
                    <a:cubicBezTo>
                      <a:pt x="151" y="128"/>
                      <a:pt x="149" y="140"/>
                      <a:pt x="143" y="151"/>
                    </a:cubicBezTo>
                    <a:cubicBezTo>
                      <a:pt x="138" y="161"/>
                      <a:pt x="130" y="169"/>
                      <a:pt x="119" y="175"/>
                    </a:cubicBezTo>
                    <a:cubicBezTo>
                      <a:pt x="108" y="181"/>
                      <a:pt x="96" y="184"/>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5" name="Freeform 100"/>
              <p:cNvSpPr/>
              <p:nvPr/>
            </p:nvSpPr>
            <p:spPr bwMode="auto">
              <a:xfrm>
                <a:off x="2961" y="467"/>
                <a:ext cx="242" cy="277"/>
              </a:xfrm>
              <a:custGeom>
                <a:avLst/>
                <a:gdLst>
                  <a:gd name="T0" fmla="*/ 242 w 242"/>
                  <a:gd name="T1" fmla="*/ 39 h 277"/>
                  <a:gd name="T2" fmla="*/ 194 w 242"/>
                  <a:gd name="T3" fmla="*/ 277 h 277"/>
                  <a:gd name="T4" fmla="*/ 152 w 242"/>
                  <a:gd name="T5" fmla="*/ 269 h 277"/>
                  <a:gd name="T6" fmla="*/ 74 w 242"/>
                  <a:gd name="T7" fmla="*/ 80 h 277"/>
                  <a:gd name="T8" fmla="*/ 42 w 242"/>
                  <a:gd name="T9" fmla="*/ 248 h 277"/>
                  <a:gd name="T10" fmla="*/ 0 w 242"/>
                  <a:gd name="T11" fmla="*/ 240 h 277"/>
                  <a:gd name="T12" fmla="*/ 47 w 242"/>
                  <a:gd name="T13" fmla="*/ 0 h 277"/>
                  <a:gd name="T14" fmla="*/ 96 w 242"/>
                  <a:gd name="T15" fmla="*/ 9 h 277"/>
                  <a:gd name="T16" fmla="*/ 169 w 242"/>
                  <a:gd name="T17" fmla="*/ 189 h 277"/>
                  <a:gd name="T18" fmla="*/ 201 w 242"/>
                  <a:gd name="T19" fmla="*/ 31 h 277"/>
                  <a:gd name="T20" fmla="*/ 242 w 242"/>
                  <a:gd name="T21" fmla="*/ 39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277">
                    <a:moveTo>
                      <a:pt x="242" y="39"/>
                    </a:moveTo>
                    <a:lnTo>
                      <a:pt x="194" y="277"/>
                    </a:lnTo>
                    <a:lnTo>
                      <a:pt x="152" y="269"/>
                    </a:lnTo>
                    <a:lnTo>
                      <a:pt x="74" y="80"/>
                    </a:lnTo>
                    <a:lnTo>
                      <a:pt x="42" y="248"/>
                    </a:lnTo>
                    <a:lnTo>
                      <a:pt x="0" y="240"/>
                    </a:lnTo>
                    <a:lnTo>
                      <a:pt x="47" y="0"/>
                    </a:lnTo>
                    <a:lnTo>
                      <a:pt x="96" y="9"/>
                    </a:lnTo>
                    <a:lnTo>
                      <a:pt x="169" y="189"/>
                    </a:lnTo>
                    <a:lnTo>
                      <a:pt x="201" y="31"/>
                    </a:lnTo>
                    <a:lnTo>
                      <a:pt x="242" y="3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6" name="Freeform 101"/>
              <p:cNvSpPr/>
              <p:nvPr/>
            </p:nvSpPr>
            <p:spPr bwMode="auto">
              <a:xfrm>
                <a:off x="3187" y="533"/>
                <a:ext cx="130" cy="244"/>
              </a:xfrm>
              <a:custGeom>
                <a:avLst/>
                <a:gdLst>
                  <a:gd name="T0" fmla="*/ 130 w 130"/>
                  <a:gd name="T1" fmla="*/ 17 h 244"/>
                  <a:gd name="T2" fmla="*/ 43 w 130"/>
                  <a:gd name="T3" fmla="*/ 244 h 244"/>
                  <a:gd name="T4" fmla="*/ 0 w 130"/>
                  <a:gd name="T5" fmla="*/ 228 h 244"/>
                  <a:gd name="T6" fmla="*/ 86 w 130"/>
                  <a:gd name="T7" fmla="*/ 0 h 244"/>
                  <a:gd name="T8" fmla="*/ 130 w 130"/>
                  <a:gd name="T9" fmla="*/ 17 h 244"/>
                </a:gdLst>
                <a:ahLst/>
                <a:cxnLst>
                  <a:cxn ang="0">
                    <a:pos x="T0" y="T1"/>
                  </a:cxn>
                  <a:cxn ang="0">
                    <a:pos x="T2" y="T3"/>
                  </a:cxn>
                  <a:cxn ang="0">
                    <a:pos x="T4" y="T5"/>
                  </a:cxn>
                  <a:cxn ang="0">
                    <a:pos x="T6" y="T7"/>
                  </a:cxn>
                  <a:cxn ang="0">
                    <a:pos x="T8" y="T9"/>
                  </a:cxn>
                </a:cxnLst>
                <a:rect l="0" t="0" r="r" b="b"/>
                <a:pathLst>
                  <a:path w="130" h="244">
                    <a:moveTo>
                      <a:pt x="130" y="17"/>
                    </a:moveTo>
                    <a:lnTo>
                      <a:pt x="43" y="244"/>
                    </a:lnTo>
                    <a:lnTo>
                      <a:pt x="0" y="228"/>
                    </a:lnTo>
                    <a:lnTo>
                      <a:pt x="86" y="0"/>
                    </a:lnTo>
                    <a:lnTo>
                      <a:pt x="130"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7" name="Freeform 102"/>
              <p:cNvSpPr/>
              <p:nvPr/>
            </p:nvSpPr>
            <p:spPr bwMode="auto">
              <a:xfrm>
                <a:off x="3321" y="568"/>
                <a:ext cx="240" cy="279"/>
              </a:xfrm>
              <a:custGeom>
                <a:avLst/>
                <a:gdLst>
                  <a:gd name="T0" fmla="*/ 240 w 240"/>
                  <a:gd name="T1" fmla="*/ 110 h 279"/>
                  <a:gd name="T2" fmla="*/ 48 w 240"/>
                  <a:gd name="T3" fmla="*/ 279 h 279"/>
                  <a:gd name="T4" fmla="*/ 0 w 240"/>
                  <a:gd name="T5" fmla="*/ 251 h 279"/>
                  <a:gd name="T6" fmla="*/ 51 w 240"/>
                  <a:gd name="T7" fmla="*/ 0 h 279"/>
                  <a:gd name="T8" fmla="*/ 94 w 240"/>
                  <a:gd name="T9" fmla="*/ 25 h 279"/>
                  <a:gd name="T10" fmla="*/ 44 w 240"/>
                  <a:gd name="T11" fmla="*/ 235 h 279"/>
                  <a:gd name="T12" fmla="*/ 200 w 240"/>
                  <a:gd name="T13" fmla="*/ 87 h 279"/>
                  <a:gd name="T14" fmla="*/ 240 w 240"/>
                  <a:gd name="T15" fmla="*/ 110 h 2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0" h="279">
                    <a:moveTo>
                      <a:pt x="240" y="110"/>
                    </a:moveTo>
                    <a:lnTo>
                      <a:pt x="48" y="279"/>
                    </a:lnTo>
                    <a:lnTo>
                      <a:pt x="0" y="251"/>
                    </a:lnTo>
                    <a:lnTo>
                      <a:pt x="51" y="0"/>
                    </a:lnTo>
                    <a:lnTo>
                      <a:pt x="94" y="25"/>
                    </a:lnTo>
                    <a:lnTo>
                      <a:pt x="44" y="235"/>
                    </a:lnTo>
                    <a:lnTo>
                      <a:pt x="200" y="87"/>
                    </a:lnTo>
                    <a:lnTo>
                      <a:pt x="240" y="1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8" name="Freeform 103"/>
              <p:cNvSpPr/>
              <p:nvPr/>
            </p:nvSpPr>
            <p:spPr bwMode="auto">
              <a:xfrm>
                <a:off x="3449" y="720"/>
                <a:ext cx="275" cy="280"/>
              </a:xfrm>
              <a:custGeom>
                <a:avLst/>
                <a:gdLst>
                  <a:gd name="T0" fmla="*/ 172 w 275"/>
                  <a:gd name="T1" fmla="*/ 60 h 280"/>
                  <a:gd name="T2" fmla="*/ 133 w 275"/>
                  <a:gd name="T3" fmla="*/ 102 h 280"/>
                  <a:gd name="T4" fmla="*/ 204 w 275"/>
                  <a:gd name="T5" fmla="*/ 168 h 280"/>
                  <a:gd name="T6" fmla="*/ 179 w 275"/>
                  <a:gd name="T7" fmla="*/ 196 h 280"/>
                  <a:gd name="T8" fmla="*/ 107 w 275"/>
                  <a:gd name="T9" fmla="*/ 131 h 280"/>
                  <a:gd name="T10" fmla="*/ 60 w 275"/>
                  <a:gd name="T11" fmla="*/ 183 h 280"/>
                  <a:gd name="T12" fmla="*/ 137 w 275"/>
                  <a:gd name="T13" fmla="*/ 252 h 280"/>
                  <a:gd name="T14" fmla="*/ 111 w 275"/>
                  <a:gd name="T15" fmla="*/ 280 h 280"/>
                  <a:gd name="T16" fmla="*/ 0 w 275"/>
                  <a:gd name="T17" fmla="*/ 180 h 280"/>
                  <a:gd name="T18" fmla="*/ 164 w 275"/>
                  <a:gd name="T19" fmla="*/ 0 h 280"/>
                  <a:gd name="T20" fmla="*/ 275 w 275"/>
                  <a:gd name="T21" fmla="*/ 100 h 280"/>
                  <a:gd name="T22" fmla="*/ 248 w 275"/>
                  <a:gd name="T23" fmla="*/ 129 h 280"/>
                  <a:gd name="T24" fmla="*/ 172 w 275"/>
                  <a:gd name="T25" fmla="*/ 6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5" h="280">
                    <a:moveTo>
                      <a:pt x="172" y="60"/>
                    </a:moveTo>
                    <a:lnTo>
                      <a:pt x="133" y="102"/>
                    </a:lnTo>
                    <a:lnTo>
                      <a:pt x="204" y="168"/>
                    </a:lnTo>
                    <a:lnTo>
                      <a:pt x="179" y="196"/>
                    </a:lnTo>
                    <a:lnTo>
                      <a:pt x="107" y="131"/>
                    </a:lnTo>
                    <a:lnTo>
                      <a:pt x="60" y="183"/>
                    </a:lnTo>
                    <a:lnTo>
                      <a:pt x="137" y="252"/>
                    </a:lnTo>
                    <a:lnTo>
                      <a:pt x="111" y="280"/>
                    </a:lnTo>
                    <a:lnTo>
                      <a:pt x="0" y="180"/>
                    </a:lnTo>
                    <a:lnTo>
                      <a:pt x="164" y="0"/>
                    </a:lnTo>
                    <a:lnTo>
                      <a:pt x="275" y="100"/>
                    </a:lnTo>
                    <a:lnTo>
                      <a:pt x="248" y="129"/>
                    </a:lnTo>
                    <a:lnTo>
                      <a:pt x="172" y="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9" name="Freeform 104"/>
              <p:cNvSpPr>
                <a:spLocks noEditPoints="1"/>
              </p:cNvSpPr>
              <p:nvPr/>
            </p:nvSpPr>
            <p:spPr bwMode="auto">
              <a:xfrm>
                <a:off x="3579" y="877"/>
                <a:ext cx="271" cy="294"/>
              </a:xfrm>
              <a:custGeom>
                <a:avLst/>
                <a:gdLst>
                  <a:gd name="T0" fmla="*/ 87 w 200"/>
                  <a:gd name="T1" fmla="*/ 108 h 217"/>
                  <a:gd name="T2" fmla="*/ 76 w 200"/>
                  <a:gd name="T3" fmla="*/ 93 h 217"/>
                  <a:gd name="T4" fmla="*/ 20 w 200"/>
                  <a:gd name="T5" fmla="*/ 133 h 217"/>
                  <a:gd name="T6" fmla="*/ 0 w 200"/>
                  <a:gd name="T7" fmla="*/ 106 h 217"/>
                  <a:gd name="T8" fmla="*/ 145 w 200"/>
                  <a:gd name="T9" fmla="*/ 0 h 217"/>
                  <a:gd name="T10" fmla="*/ 187 w 200"/>
                  <a:gd name="T11" fmla="*/ 58 h 217"/>
                  <a:gd name="T12" fmla="*/ 199 w 200"/>
                  <a:gd name="T13" fmla="*/ 85 h 217"/>
                  <a:gd name="T14" fmla="*/ 195 w 200"/>
                  <a:gd name="T15" fmla="*/ 112 h 217"/>
                  <a:gd name="T16" fmla="*/ 175 w 200"/>
                  <a:gd name="T17" fmla="*/ 135 h 217"/>
                  <a:gd name="T18" fmla="*/ 141 w 200"/>
                  <a:gd name="T19" fmla="*/ 147 h 217"/>
                  <a:gd name="T20" fmla="*/ 109 w 200"/>
                  <a:gd name="T21" fmla="*/ 135 h 217"/>
                  <a:gd name="T22" fmla="*/ 81 w 200"/>
                  <a:gd name="T23" fmla="*/ 217 h 217"/>
                  <a:gd name="T24" fmla="*/ 57 w 200"/>
                  <a:gd name="T25" fmla="*/ 184 h 217"/>
                  <a:gd name="T26" fmla="*/ 87 w 200"/>
                  <a:gd name="T27" fmla="*/ 108 h 217"/>
                  <a:gd name="T28" fmla="*/ 97 w 200"/>
                  <a:gd name="T29" fmla="*/ 77 h 217"/>
                  <a:gd name="T30" fmla="*/ 115 w 200"/>
                  <a:gd name="T31" fmla="*/ 101 h 217"/>
                  <a:gd name="T32" fmla="*/ 134 w 200"/>
                  <a:gd name="T33" fmla="*/ 114 h 217"/>
                  <a:gd name="T34" fmla="*/ 155 w 200"/>
                  <a:gd name="T35" fmla="*/ 108 h 217"/>
                  <a:gd name="T36" fmla="*/ 168 w 200"/>
                  <a:gd name="T37" fmla="*/ 89 h 217"/>
                  <a:gd name="T38" fmla="*/ 161 w 200"/>
                  <a:gd name="T39" fmla="*/ 68 h 217"/>
                  <a:gd name="T40" fmla="*/ 143 w 200"/>
                  <a:gd name="T41" fmla="*/ 43 h 217"/>
                  <a:gd name="T42" fmla="*/ 97 w 200"/>
                  <a:gd name="T43" fmla="*/ 7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0" h="217">
                    <a:moveTo>
                      <a:pt x="87" y="108"/>
                    </a:moveTo>
                    <a:cubicBezTo>
                      <a:pt x="76" y="93"/>
                      <a:pt x="76" y="93"/>
                      <a:pt x="76" y="93"/>
                    </a:cubicBezTo>
                    <a:cubicBezTo>
                      <a:pt x="20" y="133"/>
                      <a:pt x="20" y="133"/>
                      <a:pt x="20" y="133"/>
                    </a:cubicBezTo>
                    <a:cubicBezTo>
                      <a:pt x="0" y="106"/>
                      <a:pt x="0" y="106"/>
                      <a:pt x="0" y="106"/>
                    </a:cubicBezTo>
                    <a:cubicBezTo>
                      <a:pt x="145" y="0"/>
                      <a:pt x="145" y="0"/>
                      <a:pt x="145" y="0"/>
                    </a:cubicBezTo>
                    <a:cubicBezTo>
                      <a:pt x="187" y="58"/>
                      <a:pt x="187" y="58"/>
                      <a:pt x="187" y="58"/>
                    </a:cubicBezTo>
                    <a:cubicBezTo>
                      <a:pt x="194" y="67"/>
                      <a:pt x="198" y="76"/>
                      <a:pt x="199" y="85"/>
                    </a:cubicBezTo>
                    <a:cubicBezTo>
                      <a:pt x="200" y="95"/>
                      <a:pt x="199" y="104"/>
                      <a:pt x="195" y="112"/>
                    </a:cubicBezTo>
                    <a:cubicBezTo>
                      <a:pt x="190" y="121"/>
                      <a:pt x="184" y="129"/>
                      <a:pt x="175" y="135"/>
                    </a:cubicBezTo>
                    <a:cubicBezTo>
                      <a:pt x="164" y="143"/>
                      <a:pt x="152" y="147"/>
                      <a:pt x="141" y="147"/>
                    </a:cubicBezTo>
                    <a:cubicBezTo>
                      <a:pt x="129" y="147"/>
                      <a:pt x="118" y="143"/>
                      <a:pt x="109" y="135"/>
                    </a:cubicBezTo>
                    <a:cubicBezTo>
                      <a:pt x="81" y="217"/>
                      <a:pt x="81" y="217"/>
                      <a:pt x="81" y="217"/>
                    </a:cubicBezTo>
                    <a:cubicBezTo>
                      <a:pt x="57" y="184"/>
                      <a:pt x="57" y="184"/>
                      <a:pt x="57" y="184"/>
                    </a:cubicBezTo>
                    <a:lnTo>
                      <a:pt x="87" y="108"/>
                    </a:lnTo>
                    <a:close/>
                    <a:moveTo>
                      <a:pt x="97" y="77"/>
                    </a:moveTo>
                    <a:cubicBezTo>
                      <a:pt x="115" y="101"/>
                      <a:pt x="115" y="101"/>
                      <a:pt x="115" y="101"/>
                    </a:cubicBezTo>
                    <a:cubicBezTo>
                      <a:pt x="120" y="109"/>
                      <a:pt x="127" y="113"/>
                      <a:pt x="134" y="114"/>
                    </a:cubicBezTo>
                    <a:cubicBezTo>
                      <a:pt x="140" y="115"/>
                      <a:pt x="148" y="113"/>
                      <a:pt x="155" y="108"/>
                    </a:cubicBezTo>
                    <a:cubicBezTo>
                      <a:pt x="163" y="102"/>
                      <a:pt x="167" y="96"/>
                      <a:pt x="168" y="89"/>
                    </a:cubicBezTo>
                    <a:cubicBezTo>
                      <a:pt x="169" y="82"/>
                      <a:pt x="167" y="75"/>
                      <a:pt x="161" y="68"/>
                    </a:cubicBezTo>
                    <a:cubicBezTo>
                      <a:pt x="143" y="43"/>
                      <a:pt x="143" y="43"/>
                      <a:pt x="143" y="43"/>
                    </a:cubicBezTo>
                    <a:lnTo>
                      <a:pt x="97" y="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0" name="Freeform 105"/>
              <p:cNvSpPr/>
              <p:nvPr/>
            </p:nvSpPr>
            <p:spPr bwMode="auto">
              <a:xfrm>
                <a:off x="3708" y="1099"/>
                <a:ext cx="255" cy="215"/>
              </a:xfrm>
              <a:custGeom>
                <a:avLst/>
                <a:gdLst>
                  <a:gd name="T0" fmla="*/ 107 w 189"/>
                  <a:gd name="T1" fmla="*/ 6 h 159"/>
                  <a:gd name="T2" fmla="*/ 135 w 189"/>
                  <a:gd name="T3" fmla="*/ 1 h 159"/>
                  <a:gd name="T4" fmla="*/ 160 w 189"/>
                  <a:gd name="T5" fmla="*/ 13 h 159"/>
                  <a:gd name="T6" fmla="*/ 180 w 189"/>
                  <a:gd name="T7" fmla="*/ 41 h 159"/>
                  <a:gd name="T8" fmla="*/ 188 w 189"/>
                  <a:gd name="T9" fmla="*/ 81 h 159"/>
                  <a:gd name="T10" fmla="*/ 171 w 189"/>
                  <a:gd name="T11" fmla="*/ 112 h 159"/>
                  <a:gd name="T12" fmla="*/ 148 w 189"/>
                  <a:gd name="T13" fmla="*/ 93 h 159"/>
                  <a:gd name="T14" fmla="*/ 158 w 189"/>
                  <a:gd name="T15" fmla="*/ 75 h 159"/>
                  <a:gd name="T16" fmla="*/ 154 w 189"/>
                  <a:gd name="T17" fmla="*/ 54 h 159"/>
                  <a:gd name="T18" fmla="*/ 140 w 189"/>
                  <a:gd name="T19" fmla="*/ 36 h 159"/>
                  <a:gd name="T20" fmla="*/ 122 w 189"/>
                  <a:gd name="T21" fmla="*/ 36 h 159"/>
                  <a:gd name="T22" fmla="*/ 111 w 189"/>
                  <a:gd name="T23" fmla="*/ 49 h 159"/>
                  <a:gd name="T24" fmla="*/ 114 w 189"/>
                  <a:gd name="T25" fmla="*/ 77 h 159"/>
                  <a:gd name="T26" fmla="*/ 115 w 189"/>
                  <a:gd name="T27" fmla="*/ 126 h 159"/>
                  <a:gd name="T28" fmla="*/ 87 w 189"/>
                  <a:gd name="T29" fmla="*/ 154 h 159"/>
                  <a:gd name="T30" fmla="*/ 58 w 189"/>
                  <a:gd name="T31" fmla="*/ 158 h 159"/>
                  <a:gd name="T32" fmla="*/ 31 w 189"/>
                  <a:gd name="T33" fmla="*/ 144 h 159"/>
                  <a:gd name="T34" fmla="*/ 10 w 189"/>
                  <a:gd name="T35" fmla="*/ 116 h 159"/>
                  <a:gd name="T36" fmla="*/ 2 w 189"/>
                  <a:gd name="T37" fmla="*/ 72 h 159"/>
                  <a:gd name="T38" fmla="*/ 20 w 189"/>
                  <a:gd name="T39" fmla="*/ 38 h 159"/>
                  <a:gd name="T40" fmla="*/ 43 w 189"/>
                  <a:gd name="T41" fmla="*/ 57 h 159"/>
                  <a:gd name="T42" fmla="*/ 32 w 189"/>
                  <a:gd name="T43" fmla="*/ 78 h 159"/>
                  <a:gd name="T44" fmla="*/ 37 w 189"/>
                  <a:gd name="T45" fmla="*/ 104 h 159"/>
                  <a:gd name="T46" fmla="*/ 52 w 189"/>
                  <a:gd name="T47" fmla="*/ 123 h 159"/>
                  <a:gd name="T48" fmla="*/ 72 w 189"/>
                  <a:gd name="T49" fmla="*/ 123 h 159"/>
                  <a:gd name="T50" fmla="*/ 85 w 189"/>
                  <a:gd name="T51" fmla="*/ 108 h 159"/>
                  <a:gd name="T52" fmla="*/ 82 w 189"/>
                  <a:gd name="T53" fmla="*/ 76 h 159"/>
                  <a:gd name="T54" fmla="*/ 81 w 189"/>
                  <a:gd name="T55" fmla="*/ 32 h 159"/>
                  <a:gd name="T56" fmla="*/ 107 w 189"/>
                  <a:gd name="T57" fmla="*/ 6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9" h="159">
                    <a:moveTo>
                      <a:pt x="107" y="6"/>
                    </a:moveTo>
                    <a:cubicBezTo>
                      <a:pt x="116" y="2"/>
                      <a:pt x="125" y="0"/>
                      <a:pt x="135" y="1"/>
                    </a:cubicBezTo>
                    <a:cubicBezTo>
                      <a:pt x="144" y="3"/>
                      <a:pt x="152" y="7"/>
                      <a:pt x="160" y="13"/>
                    </a:cubicBezTo>
                    <a:cubicBezTo>
                      <a:pt x="168" y="20"/>
                      <a:pt x="175" y="29"/>
                      <a:pt x="180" y="41"/>
                    </a:cubicBezTo>
                    <a:cubicBezTo>
                      <a:pt x="187" y="56"/>
                      <a:pt x="189" y="69"/>
                      <a:pt x="188" y="81"/>
                    </a:cubicBezTo>
                    <a:cubicBezTo>
                      <a:pt x="186" y="93"/>
                      <a:pt x="181" y="104"/>
                      <a:pt x="171" y="112"/>
                    </a:cubicBezTo>
                    <a:cubicBezTo>
                      <a:pt x="148" y="93"/>
                      <a:pt x="148" y="93"/>
                      <a:pt x="148" y="93"/>
                    </a:cubicBezTo>
                    <a:cubicBezTo>
                      <a:pt x="154" y="87"/>
                      <a:pt x="157" y="82"/>
                      <a:pt x="158" y="75"/>
                    </a:cubicBezTo>
                    <a:cubicBezTo>
                      <a:pt x="159" y="69"/>
                      <a:pt x="158" y="62"/>
                      <a:pt x="154" y="54"/>
                    </a:cubicBezTo>
                    <a:cubicBezTo>
                      <a:pt x="150" y="45"/>
                      <a:pt x="145" y="39"/>
                      <a:pt x="140" y="36"/>
                    </a:cubicBezTo>
                    <a:cubicBezTo>
                      <a:pt x="135" y="33"/>
                      <a:pt x="129" y="33"/>
                      <a:pt x="122" y="36"/>
                    </a:cubicBezTo>
                    <a:cubicBezTo>
                      <a:pt x="116" y="39"/>
                      <a:pt x="112" y="43"/>
                      <a:pt x="111" y="49"/>
                    </a:cubicBezTo>
                    <a:cubicBezTo>
                      <a:pt x="110" y="56"/>
                      <a:pt x="111" y="65"/>
                      <a:pt x="114" y="77"/>
                    </a:cubicBezTo>
                    <a:cubicBezTo>
                      <a:pt x="119" y="97"/>
                      <a:pt x="120" y="114"/>
                      <a:pt x="115" y="126"/>
                    </a:cubicBezTo>
                    <a:cubicBezTo>
                      <a:pt x="111" y="138"/>
                      <a:pt x="102" y="147"/>
                      <a:pt x="87" y="154"/>
                    </a:cubicBezTo>
                    <a:cubicBezTo>
                      <a:pt x="78" y="158"/>
                      <a:pt x="68" y="159"/>
                      <a:pt x="58" y="158"/>
                    </a:cubicBezTo>
                    <a:cubicBezTo>
                      <a:pt x="48" y="156"/>
                      <a:pt x="39" y="152"/>
                      <a:pt x="31" y="144"/>
                    </a:cubicBezTo>
                    <a:cubicBezTo>
                      <a:pt x="23" y="137"/>
                      <a:pt x="16" y="128"/>
                      <a:pt x="10" y="116"/>
                    </a:cubicBezTo>
                    <a:cubicBezTo>
                      <a:pt x="3" y="100"/>
                      <a:pt x="0" y="85"/>
                      <a:pt x="2" y="72"/>
                    </a:cubicBezTo>
                    <a:cubicBezTo>
                      <a:pt x="4" y="58"/>
                      <a:pt x="10" y="47"/>
                      <a:pt x="20" y="38"/>
                    </a:cubicBezTo>
                    <a:cubicBezTo>
                      <a:pt x="43" y="57"/>
                      <a:pt x="43" y="57"/>
                      <a:pt x="43" y="57"/>
                    </a:cubicBezTo>
                    <a:cubicBezTo>
                      <a:pt x="37" y="63"/>
                      <a:pt x="33" y="70"/>
                      <a:pt x="32" y="78"/>
                    </a:cubicBezTo>
                    <a:cubicBezTo>
                      <a:pt x="31" y="86"/>
                      <a:pt x="32" y="95"/>
                      <a:pt x="37" y="104"/>
                    </a:cubicBezTo>
                    <a:cubicBezTo>
                      <a:pt x="41" y="114"/>
                      <a:pt x="46" y="120"/>
                      <a:pt x="52" y="123"/>
                    </a:cubicBezTo>
                    <a:cubicBezTo>
                      <a:pt x="58" y="126"/>
                      <a:pt x="65" y="126"/>
                      <a:pt x="72" y="123"/>
                    </a:cubicBezTo>
                    <a:cubicBezTo>
                      <a:pt x="79" y="120"/>
                      <a:pt x="83" y="115"/>
                      <a:pt x="85" y="108"/>
                    </a:cubicBezTo>
                    <a:cubicBezTo>
                      <a:pt x="86" y="101"/>
                      <a:pt x="86" y="90"/>
                      <a:pt x="82" y="76"/>
                    </a:cubicBezTo>
                    <a:cubicBezTo>
                      <a:pt x="77" y="58"/>
                      <a:pt x="77" y="43"/>
                      <a:pt x="81" y="32"/>
                    </a:cubicBezTo>
                    <a:cubicBezTo>
                      <a:pt x="85" y="20"/>
                      <a:pt x="94" y="12"/>
                      <a:pt x="10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1" name="Freeform 106"/>
              <p:cNvSpPr/>
              <p:nvPr/>
            </p:nvSpPr>
            <p:spPr bwMode="auto">
              <a:xfrm>
                <a:off x="3767" y="1295"/>
                <a:ext cx="246" cy="111"/>
              </a:xfrm>
              <a:custGeom>
                <a:avLst/>
                <a:gdLst>
                  <a:gd name="T0" fmla="*/ 246 w 246"/>
                  <a:gd name="T1" fmla="*/ 44 h 111"/>
                  <a:gd name="T2" fmla="*/ 12 w 246"/>
                  <a:gd name="T3" fmla="*/ 111 h 111"/>
                  <a:gd name="T4" fmla="*/ 0 w 246"/>
                  <a:gd name="T5" fmla="*/ 67 h 111"/>
                  <a:gd name="T6" fmla="*/ 233 w 246"/>
                  <a:gd name="T7" fmla="*/ 0 h 111"/>
                  <a:gd name="T8" fmla="*/ 246 w 246"/>
                  <a:gd name="T9" fmla="*/ 44 h 111"/>
                </a:gdLst>
                <a:ahLst/>
                <a:cxnLst>
                  <a:cxn ang="0">
                    <a:pos x="T0" y="T1"/>
                  </a:cxn>
                  <a:cxn ang="0">
                    <a:pos x="T2" y="T3"/>
                  </a:cxn>
                  <a:cxn ang="0">
                    <a:pos x="T4" y="T5"/>
                  </a:cxn>
                  <a:cxn ang="0">
                    <a:pos x="T6" y="T7"/>
                  </a:cxn>
                  <a:cxn ang="0">
                    <a:pos x="T8" y="T9"/>
                  </a:cxn>
                </a:cxnLst>
                <a:rect l="0" t="0" r="r" b="b"/>
                <a:pathLst>
                  <a:path w="246" h="111">
                    <a:moveTo>
                      <a:pt x="246" y="44"/>
                    </a:moveTo>
                    <a:lnTo>
                      <a:pt x="12" y="111"/>
                    </a:lnTo>
                    <a:lnTo>
                      <a:pt x="0" y="67"/>
                    </a:lnTo>
                    <a:lnTo>
                      <a:pt x="233" y="0"/>
                    </a:lnTo>
                    <a:lnTo>
                      <a:pt x="246" y="4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2" name="Freeform 107"/>
              <p:cNvSpPr/>
              <p:nvPr/>
            </p:nvSpPr>
            <p:spPr bwMode="auto">
              <a:xfrm>
                <a:off x="3798" y="1398"/>
                <a:ext cx="255" cy="179"/>
              </a:xfrm>
              <a:custGeom>
                <a:avLst/>
                <a:gdLst>
                  <a:gd name="T0" fmla="*/ 217 w 255"/>
                  <a:gd name="T1" fmla="*/ 179 h 179"/>
                  <a:gd name="T2" fmla="*/ 209 w 255"/>
                  <a:gd name="T3" fmla="*/ 115 h 179"/>
                  <a:gd name="T4" fmla="*/ 6 w 255"/>
                  <a:gd name="T5" fmla="*/ 142 h 179"/>
                  <a:gd name="T6" fmla="*/ 0 w 255"/>
                  <a:gd name="T7" fmla="*/ 96 h 179"/>
                  <a:gd name="T8" fmla="*/ 202 w 255"/>
                  <a:gd name="T9" fmla="*/ 69 h 179"/>
                  <a:gd name="T10" fmla="*/ 194 w 255"/>
                  <a:gd name="T11" fmla="*/ 6 h 179"/>
                  <a:gd name="T12" fmla="*/ 232 w 255"/>
                  <a:gd name="T13" fmla="*/ 0 h 179"/>
                  <a:gd name="T14" fmla="*/ 255 w 255"/>
                  <a:gd name="T15" fmla="*/ 173 h 179"/>
                  <a:gd name="T16" fmla="*/ 217 w 255"/>
                  <a:gd name="T17" fmla="*/ 17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 h="179">
                    <a:moveTo>
                      <a:pt x="217" y="179"/>
                    </a:moveTo>
                    <a:lnTo>
                      <a:pt x="209" y="115"/>
                    </a:lnTo>
                    <a:lnTo>
                      <a:pt x="6" y="142"/>
                    </a:lnTo>
                    <a:lnTo>
                      <a:pt x="0" y="96"/>
                    </a:lnTo>
                    <a:lnTo>
                      <a:pt x="202" y="69"/>
                    </a:lnTo>
                    <a:lnTo>
                      <a:pt x="194" y="6"/>
                    </a:lnTo>
                    <a:lnTo>
                      <a:pt x="232" y="0"/>
                    </a:lnTo>
                    <a:lnTo>
                      <a:pt x="255" y="173"/>
                    </a:lnTo>
                    <a:lnTo>
                      <a:pt x="21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3" name="Freeform 108"/>
              <p:cNvSpPr/>
              <p:nvPr/>
            </p:nvSpPr>
            <p:spPr bwMode="auto">
              <a:xfrm>
                <a:off x="3804" y="1623"/>
                <a:ext cx="253" cy="211"/>
              </a:xfrm>
              <a:custGeom>
                <a:avLst/>
                <a:gdLst>
                  <a:gd name="T0" fmla="*/ 96 w 253"/>
                  <a:gd name="T1" fmla="*/ 117 h 211"/>
                  <a:gd name="T2" fmla="*/ 0 w 253"/>
                  <a:gd name="T3" fmla="*/ 109 h 211"/>
                  <a:gd name="T4" fmla="*/ 4 w 253"/>
                  <a:gd name="T5" fmla="*/ 63 h 211"/>
                  <a:gd name="T6" fmla="*/ 100 w 253"/>
                  <a:gd name="T7" fmla="*/ 71 h 211"/>
                  <a:gd name="T8" fmla="*/ 253 w 253"/>
                  <a:gd name="T9" fmla="*/ 0 h 211"/>
                  <a:gd name="T10" fmla="*/ 249 w 253"/>
                  <a:gd name="T11" fmla="*/ 51 h 211"/>
                  <a:gd name="T12" fmla="*/ 134 w 253"/>
                  <a:gd name="T13" fmla="*/ 97 h 211"/>
                  <a:gd name="T14" fmla="*/ 241 w 253"/>
                  <a:gd name="T15" fmla="*/ 161 h 211"/>
                  <a:gd name="T16" fmla="*/ 237 w 253"/>
                  <a:gd name="T17" fmla="*/ 211 h 211"/>
                  <a:gd name="T18" fmla="*/ 96 w 253"/>
                  <a:gd name="T19" fmla="*/ 1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3" h="211">
                    <a:moveTo>
                      <a:pt x="96" y="117"/>
                    </a:moveTo>
                    <a:lnTo>
                      <a:pt x="0" y="109"/>
                    </a:lnTo>
                    <a:lnTo>
                      <a:pt x="4" y="63"/>
                    </a:lnTo>
                    <a:lnTo>
                      <a:pt x="100" y="71"/>
                    </a:lnTo>
                    <a:lnTo>
                      <a:pt x="253" y="0"/>
                    </a:lnTo>
                    <a:lnTo>
                      <a:pt x="249" y="51"/>
                    </a:lnTo>
                    <a:lnTo>
                      <a:pt x="134" y="97"/>
                    </a:lnTo>
                    <a:lnTo>
                      <a:pt x="241" y="161"/>
                    </a:lnTo>
                    <a:lnTo>
                      <a:pt x="237" y="211"/>
                    </a:lnTo>
                    <a:lnTo>
                      <a:pt x="96" y="1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4" name="Freeform 109"/>
              <p:cNvSpPr/>
              <p:nvPr/>
            </p:nvSpPr>
            <p:spPr bwMode="auto">
              <a:xfrm>
                <a:off x="2609" y="2605"/>
                <a:ext cx="73" cy="191"/>
              </a:xfrm>
              <a:custGeom>
                <a:avLst/>
                <a:gdLst>
                  <a:gd name="T0" fmla="*/ 73 w 73"/>
                  <a:gd name="T1" fmla="*/ 191 h 191"/>
                  <a:gd name="T2" fmla="*/ 39 w 73"/>
                  <a:gd name="T3" fmla="*/ 191 h 191"/>
                  <a:gd name="T4" fmla="*/ 39 w 73"/>
                  <a:gd name="T5" fmla="*/ 40 h 191"/>
                  <a:gd name="T6" fmla="*/ 0 w 73"/>
                  <a:gd name="T7" fmla="*/ 63 h 191"/>
                  <a:gd name="T8" fmla="*/ 0 w 73"/>
                  <a:gd name="T9" fmla="*/ 27 h 191"/>
                  <a:gd name="T10" fmla="*/ 48 w 73"/>
                  <a:gd name="T11" fmla="*/ 0 h 191"/>
                  <a:gd name="T12" fmla="*/ 73 w 73"/>
                  <a:gd name="T13" fmla="*/ 0 h 191"/>
                  <a:gd name="T14" fmla="*/ 73 w 73"/>
                  <a:gd name="T15" fmla="*/ 191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191">
                    <a:moveTo>
                      <a:pt x="73" y="191"/>
                    </a:moveTo>
                    <a:lnTo>
                      <a:pt x="39" y="191"/>
                    </a:lnTo>
                    <a:lnTo>
                      <a:pt x="39" y="40"/>
                    </a:lnTo>
                    <a:lnTo>
                      <a:pt x="0" y="63"/>
                    </a:lnTo>
                    <a:lnTo>
                      <a:pt x="0" y="27"/>
                    </a:lnTo>
                    <a:lnTo>
                      <a:pt x="48" y="0"/>
                    </a:lnTo>
                    <a:lnTo>
                      <a:pt x="73" y="0"/>
                    </a:lnTo>
                    <a:lnTo>
                      <a:pt x="73" y="1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5" name="Freeform 110"/>
              <p:cNvSpPr>
                <a:spLocks noEditPoints="1"/>
              </p:cNvSpPr>
              <p:nvPr/>
            </p:nvSpPr>
            <p:spPr bwMode="auto">
              <a:xfrm>
                <a:off x="2724" y="2601"/>
                <a:ext cx="130" cy="195"/>
              </a:xfrm>
              <a:custGeom>
                <a:avLst/>
                <a:gdLst>
                  <a:gd name="T0" fmla="*/ 96 w 96"/>
                  <a:gd name="T1" fmla="*/ 48 h 144"/>
                  <a:gd name="T2" fmla="*/ 91 w 96"/>
                  <a:gd name="T3" fmla="*/ 77 h 144"/>
                  <a:gd name="T4" fmla="*/ 75 w 96"/>
                  <a:gd name="T5" fmla="*/ 107 h 144"/>
                  <a:gd name="T6" fmla="*/ 50 w 96"/>
                  <a:gd name="T7" fmla="*/ 144 h 144"/>
                  <a:gd name="T8" fmla="*/ 22 w 96"/>
                  <a:gd name="T9" fmla="*/ 144 h 144"/>
                  <a:gd name="T10" fmla="*/ 52 w 96"/>
                  <a:gd name="T11" fmla="*/ 102 h 144"/>
                  <a:gd name="T12" fmla="*/ 62 w 96"/>
                  <a:gd name="T13" fmla="*/ 86 h 144"/>
                  <a:gd name="T14" fmla="*/ 43 w 96"/>
                  <a:gd name="T15" fmla="*/ 91 h 144"/>
                  <a:gd name="T16" fmla="*/ 21 w 96"/>
                  <a:gd name="T17" fmla="*/ 85 h 144"/>
                  <a:gd name="T18" fmla="*/ 6 w 96"/>
                  <a:gd name="T19" fmla="*/ 69 h 144"/>
                  <a:gd name="T20" fmla="*/ 0 w 96"/>
                  <a:gd name="T21" fmla="*/ 46 h 144"/>
                  <a:gd name="T22" fmla="*/ 6 w 96"/>
                  <a:gd name="T23" fmla="*/ 22 h 144"/>
                  <a:gd name="T24" fmla="*/ 23 w 96"/>
                  <a:gd name="T25" fmla="*/ 6 h 144"/>
                  <a:gd name="T26" fmla="*/ 48 w 96"/>
                  <a:gd name="T27" fmla="*/ 0 h 144"/>
                  <a:gd name="T28" fmla="*/ 73 w 96"/>
                  <a:gd name="T29" fmla="*/ 6 h 144"/>
                  <a:gd name="T30" fmla="*/ 90 w 96"/>
                  <a:gd name="T31" fmla="*/ 23 h 144"/>
                  <a:gd name="T32" fmla="*/ 96 w 96"/>
                  <a:gd name="T33" fmla="*/ 48 h 144"/>
                  <a:gd name="T34" fmla="*/ 48 w 96"/>
                  <a:gd name="T35" fmla="*/ 70 h 144"/>
                  <a:gd name="T36" fmla="*/ 65 w 96"/>
                  <a:gd name="T37" fmla="*/ 64 h 144"/>
                  <a:gd name="T38" fmla="*/ 72 w 96"/>
                  <a:gd name="T39" fmla="*/ 48 h 144"/>
                  <a:gd name="T40" fmla="*/ 72 w 96"/>
                  <a:gd name="T41" fmla="*/ 46 h 144"/>
                  <a:gd name="T42" fmla="*/ 65 w 96"/>
                  <a:gd name="T43" fmla="*/ 28 h 144"/>
                  <a:gd name="T44" fmla="*/ 48 w 96"/>
                  <a:gd name="T45" fmla="*/ 21 h 144"/>
                  <a:gd name="T46" fmla="*/ 31 w 96"/>
                  <a:gd name="T47" fmla="*/ 28 h 144"/>
                  <a:gd name="T48" fmla="*/ 25 w 96"/>
                  <a:gd name="T49" fmla="*/ 46 h 144"/>
                  <a:gd name="T50" fmla="*/ 31 w 96"/>
                  <a:gd name="T51" fmla="*/ 63 h 144"/>
                  <a:gd name="T52" fmla="*/ 48 w 96"/>
                  <a:gd name="T53" fmla="*/ 7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6" h="144">
                    <a:moveTo>
                      <a:pt x="96" y="48"/>
                    </a:moveTo>
                    <a:cubicBezTo>
                      <a:pt x="96" y="58"/>
                      <a:pt x="95" y="67"/>
                      <a:pt x="91" y="77"/>
                    </a:cubicBezTo>
                    <a:cubicBezTo>
                      <a:pt x="88" y="86"/>
                      <a:pt x="82" y="96"/>
                      <a:pt x="75" y="107"/>
                    </a:cubicBezTo>
                    <a:cubicBezTo>
                      <a:pt x="50" y="144"/>
                      <a:pt x="50" y="144"/>
                      <a:pt x="50" y="144"/>
                    </a:cubicBezTo>
                    <a:cubicBezTo>
                      <a:pt x="22" y="144"/>
                      <a:pt x="22" y="144"/>
                      <a:pt x="22" y="144"/>
                    </a:cubicBezTo>
                    <a:cubicBezTo>
                      <a:pt x="52" y="102"/>
                      <a:pt x="52" y="102"/>
                      <a:pt x="52" y="102"/>
                    </a:cubicBezTo>
                    <a:cubicBezTo>
                      <a:pt x="57" y="96"/>
                      <a:pt x="60" y="90"/>
                      <a:pt x="62" y="86"/>
                    </a:cubicBezTo>
                    <a:cubicBezTo>
                      <a:pt x="57" y="89"/>
                      <a:pt x="50" y="91"/>
                      <a:pt x="43" y="91"/>
                    </a:cubicBezTo>
                    <a:cubicBezTo>
                      <a:pt x="35" y="91"/>
                      <a:pt x="27" y="89"/>
                      <a:pt x="21" y="85"/>
                    </a:cubicBezTo>
                    <a:cubicBezTo>
                      <a:pt x="14" y="81"/>
                      <a:pt x="9" y="76"/>
                      <a:pt x="6" y="69"/>
                    </a:cubicBezTo>
                    <a:cubicBezTo>
                      <a:pt x="2" y="62"/>
                      <a:pt x="0" y="54"/>
                      <a:pt x="0" y="46"/>
                    </a:cubicBezTo>
                    <a:cubicBezTo>
                      <a:pt x="0" y="37"/>
                      <a:pt x="2" y="29"/>
                      <a:pt x="6" y="22"/>
                    </a:cubicBezTo>
                    <a:cubicBezTo>
                      <a:pt x="10" y="15"/>
                      <a:pt x="16" y="10"/>
                      <a:pt x="23" y="6"/>
                    </a:cubicBezTo>
                    <a:cubicBezTo>
                      <a:pt x="31" y="2"/>
                      <a:pt x="39" y="0"/>
                      <a:pt x="48" y="0"/>
                    </a:cubicBezTo>
                    <a:cubicBezTo>
                      <a:pt x="58" y="0"/>
                      <a:pt x="66" y="2"/>
                      <a:pt x="73" y="6"/>
                    </a:cubicBezTo>
                    <a:cubicBezTo>
                      <a:pt x="81" y="10"/>
                      <a:pt x="86" y="16"/>
                      <a:pt x="90" y="23"/>
                    </a:cubicBezTo>
                    <a:cubicBezTo>
                      <a:pt x="94" y="30"/>
                      <a:pt x="96" y="39"/>
                      <a:pt x="96" y="48"/>
                    </a:cubicBezTo>
                    <a:close/>
                    <a:moveTo>
                      <a:pt x="48" y="70"/>
                    </a:moveTo>
                    <a:cubicBezTo>
                      <a:pt x="55" y="70"/>
                      <a:pt x="61" y="68"/>
                      <a:pt x="65" y="64"/>
                    </a:cubicBezTo>
                    <a:cubicBezTo>
                      <a:pt x="69" y="60"/>
                      <a:pt x="71" y="55"/>
                      <a:pt x="72" y="48"/>
                    </a:cubicBezTo>
                    <a:cubicBezTo>
                      <a:pt x="72" y="46"/>
                      <a:pt x="72" y="46"/>
                      <a:pt x="72" y="46"/>
                    </a:cubicBezTo>
                    <a:cubicBezTo>
                      <a:pt x="72" y="38"/>
                      <a:pt x="70" y="32"/>
                      <a:pt x="65" y="28"/>
                    </a:cubicBezTo>
                    <a:cubicBezTo>
                      <a:pt x="61" y="23"/>
                      <a:pt x="55" y="21"/>
                      <a:pt x="48" y="21"/>
                    </a:cubicBezTo>
                    <a:cubicBezTo>
                      <a:pt x="41" y="21"/>
                      <a:pt x="36" y="23"/>
                      <a:pt x="31" y="28"/>
                    </a:cubicBezTo>
                    <a:cubicBezTo>
                      <a:pt x="27" y="32"/>
                      <a:pt x="25" y="38"/>
                      <a:pt x="25" y="46"/>
                    </a:cubicBezTo>
                    <a:cubicBezTo>
                      <a:pt x="25" y="53"/>
                      <a:pt x="27" y="59"/>
                      <a:pt x="31" y="63"/>
                    </a:cubicBezTo>
                    <a:cubicBezTo>
                      <a:pt x="35" y="68"/>
                      <a:pt x="41" y="70"/>
                      <a:pt x="48"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6" name="Freeform 111"/>
              <p:cNvSpPr>
                <a:spLocks noEditPoints="1"/>
              </p:cNvSpPr>
              <p:nvPr/>
            </p:nvSpPr>
            <p:spPr bwMode="auto">
              <a:xfrm>
                <a:off x="2878"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1 w 99"/>
                  <a:gd name="T23" fmla="*/ 19 h 146"/>
                  <a:gd name="T24" fmla="*/ 26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7 w 99"/>
                  <a:gd name="T37" fmla="*/ 67 h 146"/>
                  <a:gd name="T38" fmla="*/ 93 w 99"/>
                  <a:gd name="T39" fmla="*/ 81 h 146"/>
                  <a:gd name="T40" fmla="*/ 99 w 99"/>
                  <a:gd name="T41" fmla="*/ 102 h 146"/>
                  <a:gd name="T42" fmla="*/ 75 w 99"/>
                  <a:gd name="T43" fmla="*/ 101 h 146"/>
                  <a:gd name="T44" fmla="*/ 68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8 w 99"/>
                  <a:gd name="T57" fmla="*/ 119 h 146"/>
                  <a:gd name="T58" fmla="*/ 75 w 99"/>
                  <a:gd name="T59" fmla="*/ 101 h 146"/>
                  <a:gd name="T60" fmla="*/ 29 w 99"/>
                  <a:gd name="T61" fmla="*/ 39 h 146"/>
                  <a:gd name="T62" fmla="*/ 35 w 99"/>
                  <a:gd name="T63" fmla="*/ 53 h 146"/>
                  <a:gd name="T64" fmla="*/ 50 w 99"/>
                  <a:gd name="T65" fmla="*/ 58 h 146"/>
                  <a:gd name="T66" fmla="*/ 65 w 99"/>
                  <a:gd name="T67" fmla="*/ 53 h 146"/>
                  <a:gd name="T68" fmla="*/ 70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59" y="146"/>
                      <a:pt x="50" y="146"/>
                    </a:cubicBezTo>
                    <a:cubicBezTo>
                      <a:pt x="40" y="146"/>
                      <a:pt x="31" y="144"/>
                      <a:pt x="24" y="140"/>
                    </a:cubicBezTo>
                    <a:cubicBezTo>
                      <a:pt x="16" y="137"/>
                      <a:pt x="10"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7" y="50"/>
                      <a:pt x="6" y="45"/>
                      <a:pt x="6" y="39"/>
                    </a:cubicBezTo>
                    <a:cubicBezTo>
                      <a:pt x="6" y="32"/>
                      <a:pt x="8" y="25"/>
                      <a:pt x="11" y="19"/>
                    </a:cubicBezTo>
                    <a:cubicBezTo>
                      <a:pt x="15" y="13"/>
                      <a:pt x="20" y="9"/>
                      <a:pt x="26" y="5"/>
                    </a:cubicBezTo>
                    <a:cubicBezTo>
                      <a:pt x="33" y="2"/>
                      <a:pt x="41" y="0"/>
                      <a:pt x="50" y="0"/>
                    </a:cubicBezTo>
                    <a:cubicBezTo>
                      <a:pt x="58" y="0"/>
                      <a:pt x="66" y="2"/>
                      <a:pt x="73" y="5"/>
                    </a:cubicBezTo>
                    <a:cubicBezTo>
                      <a:pt x="79" y="9"/>
                      <a:pt x="84" y="13"/>
                      <a:pt x="88" y="19"/>
                    </a:cubicBezTo>
                    <a:cubicBezTo>
                      <a:pt x="91" y="25"/>
                      <a:pt x="93" y="32"/>
                      <a:pt x="93" y="39"/>
                    </a:cubicBezTo>
                    <a:cubicBezTo>
                      <a:pt x="93" y="45"/>
                      <a:pt x="92" y="50"/>
                      <a:pt x="89" y="55"/>
                    </a:cubicBezTo>
                    <a:cubicBezTo>
                      <a:pt x="86" y="60"/>
                      <a:pt x="82" y="64"/>
                      <a:pt x="77" y="67"/>
                    </a:cubicBezTo>
                    <a:cubicBezTo>
                      <a:pt x="84" y="70"/>
                      <a:pt x="89" y="75"/>
                      <a:pt x="93" y="81"/>
                    </a:cubicBezTo>
                    <a:cubicBezTo>
                      <a:pt x="97" y="87"/>
                      <a:pt x="99" y="94"/>
                      <a:pt x="99" y="102"/>
                    </a:cubicBezTo>
                    <a:close/>
                    <a:moveTo>
                      <a:pt x="75" y="101"/>
                    </a:moveTo>
                    <a:cubicBezTo>
                      <a:pt x="75" y="94"/>
                      <a:pt x="73" y="88"/>
                      <a:pt x="68" y="83"/>
                    </a:cubicBezTo>
                    <a:cubicBezTo>
                      <a:pt x="64" y="79"/>
                      <a:pt x="58" y="76"/>
                      <a:pt x="50" y="76"/>
                    </a:cubicBezTo>
                    <a:cubicBezTo>
                      <a:pt x="42" y="76"/>
                      <a:pt x="35" y="79"/>
                      <a:pt x="31" y="83"/>
                    </a:cubicBezTo>
                    <a:cubicBezTo>
                      <a:pt x="26" y="88"/>
                      <a:pt x="24" y="94"/>
                      <a:pt x="24" y="101"/>
                    </a:cubicBezTo>
                    <a:cubicBezTo>
                      <a:pt x="24" y="109"/>
                      <a:pt x="26" y="115"/>
                      <a:pt x="31" y="119"/>
                    </a:cubicBezTo>
                    <a:cubicBezTo>
                      <a:pt x="35" y="124"/>
                      <a:pt x="42" y="126"/>
                      <a:pt x="50" y="126"/>
                    </a:cubicBezTo>
                    <a:cubicBezTo>
                      <a:pt x="58" y="126"/>
                      <a:pt x="64" y="124"/>
                      <a:pt x="68" y="119"/>
                    </a:cubicBezTo>
                    <a:cubicBezTo>
                      <a:pt x="73" y="115"/>
                      <a:pt x="75" y="109"/>
                      <a:pt x="75" y="101"/>
                    </a:cubicBezTo>
                    <a:close/>
                    <a:moveTo>
                      <a:pt x="29" y="39"/>
                    </a:moveTo>
                    <a:cubicBezTo>
                      <a:pt x="29" y="44"/>
                      <a:pt x="31" y="49"/>
                      <a:pt x="35" y="53"/>
                    </a:cubicBezTo>
                    <a:cubicBezTo>
                      <a:pt x="38" y="56"/>
                      <a:pt x="43" y="58"/>
                      <a:pt x="50" y="58"/>
                    </a:cubicBezTo>
                    <a:cubicBezTo>
                      <a:pt x="56" y="58"/>
                      <a:pt x="61" y="56"/>
                      <a:pt x="65" y="53"/>
                    </a:cubicBezTo>
                    <a:cubicBezTo>
                      <a:pt x="68" y="49"/>
                      <a:pt x="70" y="44"/>
                      <a:pt x="70" y="39"/>
                    </a:cubicBezTo>
                    <a:cubicBezTo>
                      <a:pt x="70" y="33"/>
                      <a:pt x="68" y="28"/>
                      <a:pt x="65" y="24"/>
                    </a:cubicBezTo>
                    <a:cubicBezTo>
                      <a:pt x="61" y="21"/>
                      <a:pt x="56" y="19"/>
                      <a:pt x="50" y="19"/>
                    </a:cubicBezTo>
                    <a:cubicBezTo>
                      <a:pt x="43" y="19"/>
                      <a:pt x="38"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7" name="Freeform 112"/>
              <p:cNvSpPr>
                <a:spLocks noEditPoints="1"/>
              </p:cNvSpPr>
              <p:nvPr/>
            </p:nvSpPr>
            <p:spPr bwMode="auto">
              <a:xfrm>
                <a:off x="3034"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2 w 99"/>
                  <a:gd name="T23" fmla="*/ 19 h 146"/>
                  <a:gd name="T24" fmla="*/ 27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8 w 99"/>
                  <a:gd name="T37" fmla="*/ 67 h 146"/>
                  <a:gd name="T38" fmla="*/ 94 w 99"/>
                  <a:gd name="T39" fmla="*/ 81 h 146"/>
                  <a:gd name="T40" fmla="*/ 99 w 99"/>
                  <a:gd name="T41" fmla="*/ 102 h 146"/>
                  <a:gd name="T42" fmla="*/ 76 w 99"/>
                  <a:gd name="T43" fmla="*/ 101 h 146"/>
                  <a:gd name="T44" fmla="*/ 69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9 w 99"/>
                  <a:gd name="T57" fmla="*/ 119 h 146"/>
                  <a:gd name="T58" fmla="*/ 76 w 99"/>
                  <a:gd name="T59" fmla="*/ 101 h 146"/>
                  <a:gd name="T60" fmla="*/ 29 w 99"/>
                  <a:gd name="T61" fmla="*/ 39 h 146"/>
                  <a:gd name="T62" fmla="*/ 35 w 99"/>
                  <a:gd name="T63" fmla="*/ 53 h 146"/>
                  <a:gd name="T64" fmla="*/ 50 w 99"/>
                  <a:gd name="T65" fmla="*/ 58 h 146"/>
                  <a:gd name="T66" fmla="*/ 65 w 99"/>
                  <a:gd name="T67" fmla="*/ 53 h 146"/>
                  <a:gd name="T68" fmla="*/ 71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60" y="146"/>
                      <a:pt x="50" y="146"/>
                    </a:cubicBezTo>
                    <a:cubicBezTo>
                      <a:pt x="40" y="146"/>
                      <a:pt x="31" y="144"/>
                      <a:pt x="24" y="140"/>
                    </a:cubicBezTo>
                    <a:cubicBezTo>
                      <a:pt x="16" y="137"/>
                      <a:pt x="11"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8" y="50"/>
                      <a:pt x="6" y="45"/>
                      <a:pt x="6" y="39"/>
                    </a:cubicBezTo>
                    <a:cubicBezTo>
                      <a:pt x="6" y="32"/>
                      <a:pt x="8" y="25"/>
                      <a:pt x="12" y="19"/>
                    </a:cubicBezTo>
                    <a:cubicBezTo>
                      <a:pt x="15" y="13"/>
                      <a:pt x="20" y="9"/>
                      <a:pt x="27" y="5"/>
                    </a:cubicBezTo>
                    <a:cubicBezTo>
                      <a:pt x="33" y="2"/>
                      <a:pt x="41" y="0"/>
                      <a:pt x="50" y="0"/>
                    </a:cubicBezTo>
                    <a:cubicBezTo>
                      <a:pt x="59" y="0"/>
                      <a:pt x="66" y="2"/>
                      <a:pt x="73" y="5"/>
                    </a:cubicBezTo>
                    <a:cubicBezTo>
                      <a:pt x="80" y="9"/>
                      <a:pt x="85" y="13"/>
                      <a:pt x="88" y="19"/>
                    </a:cubicBezTo>
                    <a:cubicBezTo>
                      <a:pt x="92" y="25"/>
                      <a:pt x="93" y="32"/>
                      <a:pt x="93" y="39"/>
                    </a:cubicBezTo>
                    <a:cubicBezTo>
                      <a:pt x="93" y="45"/>
                      <a:pt x="92" y="50"/>
                      <a:pt x="89" y="55"/>
                    </a:cubicBezTo>
                    <a:cubicBezTo>
                      <a:pt x="87" y="60"/>
                      <a:pt x="83" y="64"/>
                      <a:pt x="78" y="67"/>
                    </a:cubicBezTo>
                    <a:cubicBezTo>
                      <a:pt x="84" y="70"/>
                      <a:pt x="90" y="75"/>
                      <a:pt x="94" y="81"/>
                    </a:cubicBezTo>
                    <a:cubicBezTo>
                      <a:pt x="98" y="87"/>
                      <a:pt x="99" y="94"/>
                      <a:pt x="99" y="102"/>
                    </a:cubicBezTo>
                    <a:close/>
                    <a:moveTo>
                      <a:pt x="76" y="101"/>
                    </a:moveTo>
                    <a:cubicBezTo>
                      <a:pt x="76" y="94"/>
                      <a:pt x="73" y="88"/>
                      <a:pt x="69" y="83"/>
                    </a:cubicBezTo>
                    <a:cubicBezTo>
                      <a:pt x="64" y="79"/>
                      <a:pt x="58" y="76"/>
                      <a:pt x="50" y="76"/>
                    </a:cubicBezTo>
                    <a:cubicBezTo>
                      <a:pt x="42" y="76"/>
                      <a:pt x="36" y="79"/>
                      <a:pt x="31" y="83"/>
                    </a:cubicBezTo>
                    <a:cubicBezTo>
                      <a:pt x="26" y="88"/>
                      <a:pt x="24" y="94"/>
                      <a:pt x="24" y="101"/>
                    </a:cubicBezTo>
                    <a:cubicBezTo>
                      <a:pt x="24" y="109"/>
                      <a:pt x="26" y="115"/>
                      <a:pt x="31" y="119"/>
                    </a:cubicBezTo>
                    <a:cubicBezTo>
                      <a:pt x="36" y="124"/>
                      <a:pt x="42" y="126"/>
                      <a:pt x="50" y="126"/>
                    </a:cubicBezTo>
                    <a:cubicBezTo>
                      <a:pt x="58" y="126"/>
                      <a:pt x="64" y="124"/>
                      <a:pt x="69" y="119"/>
                    </a:cubicBezTo>
                    <a:cubicBezTo>
                      <a:pt x="73" y="115"/>
                      <a:pt x="76" y="109"/>
                      <a:pt x="76" y="101"/>
                    </a:cubicBezTo>
                    <a:close/>
                    <a:moveTo>
                      <a:pt x="29" y="39"/>
                    </a:moveTo>
                    <a:cubicBezTo>
                      <a:pt x="29" y="44"/>
                      <a:pt x="31" y="49"/>
                      <a:pt x="35" y="53"/>
                    </a:cubicBezTo>
                    <a:cubicBezTo>
                      <a:pt x="39" y="56"/>
                      <a:pt x="44" y="58"/>
                      <a:pt x="50" y="58"/>
                    </a:cubicBezTo>
                    <a:cubicBezTo>
                      <a:pt x="56" y="58"/>
                      <a:pt x="61" y="56"/>
                      <a:pt x="65" y="53"/>
                    </a:cubicBezTo>
                    <a:cubicBezTo>
                      <a:pt x="69" y="49"/>
                      <a:pt x="71" y="44"/>
                      <a:pt x="71" y="39"/>
                    </a:cubicBezTo>
                    <a:cubicBezTo>
                      <a:pt x="71" y="33"/>
                      <a:pt x="69" y="28"/>
                      <a:pt x="65" y="24"/>
                    </a:cubicBezTo>
                    <a:cubicBezTo>
                      <a:pt x="61" y="21"/>
                      <a:pt x="56" y="19"/>
                      <a:pt x="50" y="19"/>
                    </a:cubicBezTo>
                    <a:cubicBezTo>
                      <a:pt x="44" y="19"/>
                      <a:pt x="39"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grpSp>
        <p:sp>
          <p:nvSpPr>
            <p:cNvPr id="14" name="矩形 13"/>
            <p:cNvSpPr/>
            <p:nvPr/>
          </p:nvSpPr>
          <p:spPr bwMode="auto">
            <a:xfrm>
              <a:off x="257511" y="2808121"/>
              <a:ext cx="3608258" cy="1276281"/>
            </a:xfrm>
            <a:prstGeom prst="rect">
              <a:avLst/>
            </a:prstGeom>
          </p:spPr>
          <p:txBody>
            <a:bodyPr wrap="none">
              <a:spAutoFit/>
            </a:bodyPr>
            <a:lstStyle/>
            <a:p>
              <a:pPr algn="ctr"/>
              <a:r>
                <a:rPr lang="zh-CN" altLang="en-US" sz="800" kern="100">
                  <a:solidFill>
                    <a:schemeClr val="bg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金山大学</a:t>
              </a:r>
              <a:endParaRPr lang="zh-CN" altLang="en-US" sz="800" kern="100">
                <a:solidFill>
                  <a:schemeClr val="bg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endParaRPr>
            </a:p>
          </p:txBody>
        </p:sp>
      </p:grpSp>
      <p:pic>
        <p:nvPicPr>
          <p:cNvPr id="48" name="图片 47"/>
          <p:cNvPicPr>
            <a:picLocks noChangeAspect="1"/>
          </p:cNvPicPr>
          <p:nvPr/>
        </p:nvPicPr>
        <p:blipFill rotWithShape="1">
          <a:blip r:embed="rId1" cstate="print">
            <a:extLst>
              <a:ext uri="{28A0092B-C50C-407E-A947-70E740481C1C}">
                <a14:useLocalDpi xmlns:a14="http://schemas.microsoft.com/office/drawing/2010/main" val="0"/>
              </a:ext>
            </a:extLst>
          </a:blip>
          <a:srcRect t="25507" b="28270"/>
          <a:stretch>
            <a:fillRect/>
          </a:stretch>
        </p:blipFill>
        <p:spPr>
          <a:xfrm>
            <a:off x="0" y="911247"/>
            <a:ext cx="7714699" cy="2377440"/>
          </a:xfrm>
          <a:prstGeom prst="rect">
            <a:avLst/>
          </a:prstGeom>
        </p:spPr>
      </p:pic>
      <p:sp>
        <p:nvSpPr>
          <p:cNvPr id="49" name="矩形 48"/>
          <p:cNvSpPr/>
          <p:nvPr/>
        </p:nvSpPr>
        <p:spPr>
          <a:xfrm>
            <a:off x="4985468" y="911247"/>
            <a:ext cx="4158532" cy="23774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汉仪旗黑-50S" panose="00020600040101010101" charset="-122"/>
            </a:endParaRPr>
          </a:p>
        </p:txBody>
      </p:sp>
      <p:sp>
        <p:nvSpPr>
          <p:cNvPr id="51" name="矩形 50"/>
          <p:cNvSpPr/>
          <p:nvPr/>
        </p:nvSpPr>
        <p:spPr>
          <a:xfrm>
            <a:off x="5075323" y="1353901"/>
            <a:ext cx="1980029" cy="523220"/>
          </a:xfrm>
          <a:prstGeom prst="rect">
            <a:avLst/>
          </a:prstGeom>
          <a:noFill/>
        </p:spPr>
        <p:txBody>
          <a:bodyPr wrap="none">
            <a:spAutoFit/>
          </a:bodyPr>
          <a:lstStyle/>
          <a:p>
            <a:r>
              <a:rPr lang="zh-CN" altLang="en-US" sz="2800" kern="100">
                <a:solidFill>
                  <a:schemeClr val="bg1"/>
                </a:solidFill>
                <a:latin typeface="+mj-ea"/>
                <a:ea typeface="+mj-ea"/>
                <a:cs typeface="汉仪旗黑-50S" panose="00020600040101010101" charset="-122"/>
              </a:rPr>
              <a:t>选题的背景</a:t>
            </a:r>
            <a:endParaRPr lang="zh-CN" altLang="en-US" sz="2800" kern="100">
              <a:solidFill>
                <a:schemeClr val="bg1"/>
              </a:solidFill>
              <a:latin typeface="+mj-ea"/>
              <a:ea typeface="+mj-ea"/>
              <a:cs typeface="汉仪旗黑-50S" panose="00020600040101010101" charset="-122"/>
            </a:endParaRPr>
          </a:p>
        </p:txBody>
      </p:sp>
      <p:sp>
        <p:nvSpPr>
          <p:cNvPr id="52" name="矩形 51"/>
          <p:cNvSpPr/>
          <p:nvPr/>
        </p:nvSpPr>
        <p:spPr>
          <a:xfrm>
            <a:off x="5095494" y="1808943"/>
            <a:ext cx="3751072" cy="1283557"/>
          </a:xfrm>
          <a:prstGeom prst="rect">
            <a:avLst/>
          </a:prstGeom>
        </p:spPr>
        <p:txBody>
          <a:bodyPr wrap="square">
            <a:spAutoFit/>
          </a:bodyPr>
          <a:lstStyle/>
          <a:p>
            <a:pPr>
              <a:lnSpc>
                <a:spcPct val="150000"/>
              </a:lnSpc>
              <a:spcBef>
                <a:spcPts val="600"/>
              </a:spcBef>
            </a:pPr>
            <a:r>
              <a:rPr lang="en-US" altLang="zh-CN" sz="1050">
                <a:solidFill>
                  <a:schemeClr val="bg1"/>
                </a:solidFill>
                <a:latin typeface="汉仪旗黑-50S" panose="00020600040101010101" charset="-122"/>
                <a:ea typeface="汉仪旗黑-50S" panose="00020600040101010101" charset="-122"/>
                <a:sym typeface="汉仪旗黑-50S" panose="00020600040101010101" charset="-122"/>
              </a:rPr>
              <a:t>Lorem ipsum dolor sit amet, consectetuer adipiscing elit. Aenean commodo ligula eget dolor. Lorem ipsum dolor sit amet, consectetuer adipiscing elit. Aenean commodo ligula eget dolor. Lorem ipsum dolor sit amet, consectetuer adipiscing elit. </a:t>
            </a:r>
            <a:endParaRPr lang="en-US" altLang="zh-CN" sz="1050">
              <a:solidFill>
                <a:schemeClr val="bg1"/>
              </a:solidFill>
              <a:latin typeface="汉仪旗黑-50S" panose="00020600040101010101" charset="-122"/>
              <a:ea typeface="汉仪旗黑-50S" panose="00020600040101010101" charset="-122"/>
              <a:sym typeface="汉仪旗黑-50S" panose="00020600040101010101" charset="-122"/>
            </a:endParaRPr>
          </a:p>
        </p:txBody>
      </p:sp>
      <p:sp>
        <p:nvSpPr>
          <p:cNvPr id="53" name="椭圆 52"/>
          <p:cNvSpPr/>
          <p:nvPr/>
        </p:nvSpPr>
        <p:spPr>
          <a:xfrm>
            <a:off x="228600" y="3579351"/>
            <a:ext cx="412229" cy="4122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693295" y="3847310"/>
            <a:ext cx="2477125" cy="798808"/>
          </a:xfrm>
          <a:prstGeom prst="rect">
            <a:avLst/>
          </a:prstGeom>
        </p:spPr>
        <p:txBody>
          <a:bodyPr wrap="square">
            <a:spAutoFit/>
          </a:bodyPr>
          <a:lstStyle/>
          <a:p>
            <a:pPr>
              <a:lnSpc>
                <a:spcPct val="150000"/>
              </a:lnSpc>
            </a:pPr>
            <a:r>
              <a:rPr lang="en-US" altLang="zh-CN" sz="1050" kern="0">
                <a:solidFill>
                  <a:schemeClr val="tx1">
                    <a:lumMod val="75000"/>
                    <a:lumOff val="25000"/>
                  </a:schemeClr>
                </a:solidFill>
                <a:latin typeface="汉仪旗黑-50S" panose="00020600040101010101" charset="-122"/>
                <a:sym typeface="汉仪旗黑-50S" panose="00020600040101010101" charset="-122"/>
              </a:rPr>
              <a:t>Lorem ipsum dolor sit amet, consectetuer adipiscing elit. Aenean commodo ligula eget dolor. </a:t>
            </a:r>
            <a:endParaRPr lang="en-US" altLang="zh-CN" sz="1050" kern="0">
              <a:solidFill>
                <a:schemeClr val="tx1">
                  <a:lumMod val="75000"/>
                  <a:lumOff val="25000"/>
                </a:schemeClr>
              </a:solidFill>
              <a:latin typeface="汉仪旗黑-50S" panose="00020600040101010101" charset="-122"/>
              <a:sym typeface="汉仪旗黑-50S" panose="00020600040101010101" charset="-122"/>
            </a:endParaRPr>
          </a:p>
        </p:txBody>
      </p:sp>
      <p:sp>
        <p:nvSpPr>
          <p:cNvPr id="55" name="矩形 54"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693295" y="3565308"/>
            <a:ext cx="12105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pPr>
            <a:r>
              <a:rPr lang="zh-CN" altLang="en-US" sz="1600">
                <a:solidFill>
                  <a:schemeClr val="accent1"/>
                </a:solidFill>
                <a:latin typeface="+mj-ea"/>
                <a:ea typeface="+mj-ea"/>
                <a:sym typeface="汉仪旗黑-50S" panose="00020600040101010101" charset="-122"/>
              </a:rPr>
              <a:t>选题的背景</a:t>
            </a:r>
            <a:endParaRPr lang="zh-CN" altLang="en-US" sz="1600">
              <a:solidFill>
                <a:schemeClr val="accent1"/>
              </a:solidFill>
              <a:latin typeface="+mj-ea"/>
              <a:ea typeface="+mj-ea"/>
              <a:sym typeface="汉仪旗黑-50S" panose="00020600040101010101" charset="-122"/>
            </a:endParaRPr>
          </a:p>
        </p:txBody>
      </p:sp>
      <p:sp>
        <p:nvSpPr>
          <p:cNvPr id="58" name="椭圆 57"/>
          <p:cNvSpPr/>
          <p:nvPr/>
        </p:nvSpPr>
        <p:spPr>
          <a:xfrm>
            <a:off x="3101090" y="3579351"/>
            <a:ext cx="412229" cy="4122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3565785" y="3847310"/>
            <a:ext cx="2477125" cy="798808"/>
          </a:xfrm>
          <a:prstGeom prst="rect">
            <a:avLst/>
          </a:prstGeom>
        </p:spPr>
        <p:txBody>
          <a:bodyPr wrap="square">
            <a:spAutoFit/>
          </a:bodyPr>
          <a:lstStyle/>
          <a:p>
            <a:pPr>
              <a:lnSpc>
                <a:spcPct val="150000"/>
              </a:lnSpc>
            </a:pPr>
            <a:r>
              <a:rPr lang="en-US" altLang="zh-CN" sz="1050" kern="0">
                <a:solidFill>
                  <a:schemeClr val="tx1">
                    <a:lumMod val="75000"/>
                    <a:lumOff val="25000"/>
                  </a:schemeClr>
                </a:solidFill>
                <a:latin typeface="汉仪旗黑-50S" panose="00020600040101010101" charset="-122"/>
                <a:sym typeface="汉仪旗黑-50S" panose="00020600040101010101" charset="-122"/>
              </a:rPr>
              <a:t>Lorem ipsum dolor sit amet, consectetuer adipiscing elit. Aenean commodo ligula eget dolor. </a:t>
            </a:r>
            <a:endParaRPr lang="en-US" altLang="zh-CN" sz="1050" kern="0">
              <a:solidFill>
                <a:schemeClr val="tx1">
                  <a:lumMod val="75000"/>
                  <a:lumOff val="25000"/>
                </a:schemeClr>
              </a:solidFill>
              <a:latin typeface="汉仪旗黑-50S" panose="00020600040101010101" charset="-122"/>
              <a:sym typeface="汉仪旗黑-50S" panose="00020600040101010101" charset="-122"/>
            </a:endParaRPr>
          </a:p>
        </p:txBody>
      </p:sp>
      <p:sp>
        <p:nvSpPr>
          <p:cNvPr id="60" name="矩形 59"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3565785" y="3565308"/>
            <a:ext cx="12105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pPr>
            <a:r>
              <a:rPr lang="zh-CN" altLang="en-US" sz="1600">
                <a:solidFill>
                  <a:schemeClr val="accent1"/>
                </a:solidFill>
                <a:latin typeface="+mj-ea"/>
                <a:ea typeface="+mj-ea"/>
                <a:sym typeface="汉仪旗黑-50S" panose="00020600040101010101" charset="-122"/>
              </a:rPr>
              <a:t>选题的背景</a:t>
            </a:r>
            <a:endParaRPr lang="zh-CN" altLang="en-US" sz="1600">
              <a:solidFill>
                <a:schemeClr val="accent1"/>
              </a:solidFill>
              <a:latin typeface="+mj-ea"/>
              <a:ea typeface="+mj-ea"/>
              <a:sym typeface="汉仪旗黑-50S" panose="00020600040101010101" charset="-122"/>
            </a:endParaRPr>
          </a:p>
        </p:txBody>
      </p:sp>
      <p:sp>
        <p:nvSpPr>
          <p:cNvPr id="62" name="椭圆 61"/>
          <p:cNvSpPr/>
          <p:nvPr/>
        </p:nvSpPr>
        <p:spPr>
          <a:xfrm>
            <a:off x="6002868" y="3579351"/>
            <a:ext cx="412229" cy="4122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6438275" y="3847310"/>
            <a:ext cx="2477125" cy="798808"/>
          </a:xfrm>
          <a:prstGeom prst="rect">
            <a:avLst/>
          </a:prstGeom>
        </p:spPr>
        <p:txBody>
          <a:bodyPr wrap="square">
            <a:spAutoFit/>
          </a:bodyPr>
          <a:lstStyle/>
          <a:p>
            <a:pPr>
              <a:lnSpc>
                <a:spcPct val="150000"/>
              </a:lnSpc>
            </a:pPr>
            <a:r>
              <a:rPr lang="en-US" altLang="zh-CN" sz="1050" kern="0">
                <a:solidFill>
                  <a:schemeClr val="tx1">
                    <a:lumMod val="75000"/>
                    <a:lumOff val="25000"/>
                  </a:schemeClr>
                </a:solidFill>
                <a:latin typeface="汉仪旗黑-50S" panose="00020600040101010101" charset="-122"/>
                <a:sym typeface="汉仪旗黑-50S" panose="00020600040101010101" charset="-122"/>
              </a:rPr>
              <a:t>Lorem ipsum dolor sit amet, consectetuer adipiscing elit. Aenean commodo ligula eget dolor. </a:t>
            </a:r>
            <a:endParaRPr lang="en-US" altLang="zh-CN" sz="1050" kern="0">
              <a:solidFill>
                <a:schemeClr val="tx1">
                  <a:lumMod val="75000"/>
                  <a:lumOff val="25000"/>
                </a:schemeClr>
              </a:solidFill>
              <a:latin typeface="汉仪旗黑-50S" panose="00020600040101010101" charset="-122"/>
              <a:sym typeface="汉仪旗黑-50S" panose="00020600040101010101" charset="-122"/>
            </a:endParaRPr>
          </a:p>
        </p:txBody>
      </p:sp>
      <p:sp>
        <p:nvSpPr>
          <p:cNvPr id="64" name="矩形 63"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6438275" y="3565308"/>
            <a:ext cx="12105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pPr>
            <a:r>
              <a:rPr lang="zh-CN" altLang="en-US" sz="1600">
                <a:solidFill>
                  <a:schemeClr val="accent1"/>
                </a:solidFill>
                <a:latin typeface="+mj-ea"/>
                <a:ea typeface="+mj-ea"/>
                <a:sym typeface="汉仪旗黑-50S" panose="00020600040101010101" charset="-122"/>
              </a:rPr>
              <a:t>选题的背景</a:t>
            </a:r>
            <a:endParaRPr lang="zh-CN" altLang="en-US" sz="1600">
              <a:solidFill>
                <a:schemeClr val="accent1"/>
              </a:solidFill>
              <a:latin typeface="+mj-ea"/>
              <a:ea typeface="+mj-ea"/>
              <a:sym typeface="汉仪旗黑-50S" panose="00020600040101010101" charset="-122"/>
            </a:endParaRPr>
          </a:p>
        </p:txBody>
      </p:sp>
      <p:sp>
        <p:nvSpPr>
          <p:cNvPr id="65" name="Freeform 5"/>
          <p:cNvSpPr>
            <a:spLocks noEditPoints="1"/>
          </p:cNvSpPr>
          <p:nvPr/>
        </p:nvSpPr>
        <p:spPr bwMode="auto">
          <a:xfrm>
            <a:off x="314745" y="3665991"/>
            <a:ext cx="239938" cy="238948"/>
          </a:xfrm>
          <a:custGeom>
            <a:avLst/>
            <a:gdLst>
              <a:gd name="T0" fmla="*/ 273 w 795"/>
              <a:gd name="T1" fmla="*/ 298 h 795"/>
              <a:gd name="T2" fmla="*/ 173 w 795"/>
              <a:gd name="T3" fmla="*/ 298 h 795"/>
              <a:gd name="T4" fmla="*/ 173 w 795"/>
              <a:gd name="T5" fmla="*/ 348 h 795"/>
              <a:gd name="T6" fmla="*/ 273 w 795"/>
              <a:gd name="T7" fmla="*/ 546 h 795"/>
              <a:gd name="T8" fmla="*/ 223 w 795"/>
              <a:gd name="T9" fmla="*/ 546 h 795"/>
              <a:gd name="T10" fmla="*/ 124 w 795"/>
              <a:gd name="T11" fmla="*/ 546 h 795"/>
              <a:gd name="T12" fmla="*/ 124 w 795"/>
              <a:gd name="T13" fmla="*/ 447 h 795"/>
              <a:gd name="T14" fmla="*/ 124 w 795"/>
              <a:gd name="T15" fmla="*/ 397 h 795"/>
              <a:gd name="T16" fmla="*/ 273 w 795"/>
              <a:gd name="T17" fmla="*/ 646 h 795"/>
              <a:gd name="T18" fmla="*/ 124 w 795"/>
              <a:gd name="T19" fmla="*/ 646 h 795"/>
              <a:gd name="T20" fmla="*/ 671 w 795"/>
              <a:gd name="T21" fmla="*/ 74 h 795"/>
              <a:gd name="T22" fmla="*/ 646 w 795"/>
              <a:gd name="T23" fmla="*/ 25 h 795"/>
              <a:gd name="T24" fmla="*/ 571 w 795"/>
              <a:gd name="T25" fmla="*/ 0 h 795"/>
              <a:gd name="T26" fmla="*/ 546 w 795"/>
              <a:gd name="T27" fmla="*/ 49 h 795"/>
              <a:gd name="T28" fmla="*/ 521 w 795"/>
              <a:gd name="T29" fmla="*/ 149 h 795"/>
              <a:gd name="T30" fmla="*/ 0 w 795"/>
              <a:gd name="T31" fmla="*/ 174 h 795"/>
              <a:gd name="T32" fmla="*/ 24 w 795"/>
              <a:gd name="T33" fmla="*/ 795 h 795"/>
              <a:gd name="T34" fmla="*/ 795 w 795"/>
              <a:gd name="T35" fmla="*/ 770 h 795"/>
              <a:gd name="T36" fmla="*/ 770 w 795"/>
              <a:gd name="T37" fmla="*/ 149 h 795"/>
              <a:gd name="T38" fmla="*/ 571 w 795"/>
              <a:gd name="T39" fmla="*/ 447 h 795"/>
              <a:gd name="T40" fmla="*/ 621 w 795"/>
              <a:gd name="T41" fmla="*/ 174 h 795"/>
              <a:gd name="T42" fmla="*/ 372 w 795"/>
              <a:gd name="T43" fmla="*/ 298 h 795"/>
              <a:gd name="T44" fmla="*/ 347 w 795"/>
              <a:gd name="T45" fmla="*/ 348 h 795"/>
              <a:gd name="T46" fmla="*/ 372 w 795"/>
              <a:gd name="T47" fmla="*/ 397 h 795"/>
              <a:gd name="T48" fmla="*/ 347 w 795"/>
              <a:gd name="T49" fmla="*/ 447 h 795"/>
              <a:gd name="T50" fmla="*/ 372 w 795"/>
              <a:gd name="T51" fmla="*/ 497 h 795"/>
              <a:gd name="T52" fmla="*/ 347 w 795"/>
              <a:gd name="T53" fmla="*/ 546 h 795"/>
              <a:gd name="T54" fmla="*/ 372 w 795"/>
              <a:gd name="T55" fmla="*/ 596 h 795"/>
              <a:gd name="T56" fmla="*/ 347 w 795"/>
              <a:gd name="T57" fmla="*/ 646 h 795"/>
              <a:gd name="T58" fmla="*/ 372 w 795"/>
              <a:gd name="T59" fmla="*/ 745 h 795"/>
              <a:gd name="T60" fmla="*/ 745 w 795"/>
              <a:gd name="T61" fmla="*/ 745 h 795"/>
              <a:gd name="T62" fmla="*/ 447 w 795"/>
              <a:gd name="T63" fmla="*/ 646 h 795"/>
              <a:gd name="T64" fmla="*/ 447 w 795"/>
              <a:gd name="T65" fmla="*/ 596 h 795"/>
              <a:gd name="T66" fmla="*/ 447 w 795"/>
              <a:gd name="T67" fmla="*/ 546 h 795"/>
              <a:gd name="T68" fmla="*/ 447 w 795"/>
              <a:gd name="T69" fmla="*/ 497 h 795"/>
              <a:gd name="T70" fmla="*/ 447 w 795"/>
              <a:gd name="T71" fmla="*/ 447 h 795"/>
              <a:gd name="T72" fmla="*/ 447 w 795"/>
              <a:gd name="T73" fmla="*/ 397 h 795"/>
              <a:gd name="T74" fmla="*/ 447 w 795"/>
              <a:gd name="T75" fmla="*/ 348 h 795"/>
              <a:gd name="T76" fmla="*/ 447 w 795"/>
              <a:gd name="T77" fmla="*/ 298 h 795"/>
              <a:gd name="T78" fmla="*/ 521 w 795"/>
              <a:gd name="T79" fmla="*/ 199 h 795"/>
              <a:gd name="T80" fmla="*/ 546 w 795"/>
              <a:gd name="T81" fmla="*/ 497 h 795"/>
              <a:gd name="T82" fmla="*/ 571 w 795"/>
              <a:gd name="T83" fmla="*/ 571 h 795"/>
              <a:gd name="T84" fmla="*/ 621 w 795"/>
              <a:gd name="T85" fmla="*/ 621 h 795"/>
              <a:gd name="T86" fmla="*/ 646 w 795"/>
              <a:gd name="T87" fmla="*/ 547 h 795"/>
              <a:gd name="T88" fmla="*/ 671 w 795"/>
              <a:gd name="T89" fmla="*/ 472 h 795"/>
              <a:gd name="T90" fmla="*/ 745 w 795"/>
              <a:gd name="T91" fmla="*/ 199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95" h="795">
                <a:moveTo>
                  <a:pt x="223" y="348"/>
                </a:moveTo>
                <a:cubicBezTo>
                  <a:pt x="273" y="348"/>
                  <a:pt x="273" y="348"/>
                  <a:pt x="273" y="348"/>
                </a:cubicBezTo>
                <a:cubicBezTo>
                  <a:pt x="273" y="298"/>
                  <a:pt x="273" y="298"/>
                  <a:pt x="273" y="298"/>
                </a:cubicBezTo>
                <a:cubicBezTo>
                  <a:pt x="223" y="298"/>
                  <a:pt x="223" y="298"/>
                  <a:pt x="223" y="298"/>
                </a:cubicBezTo>
                <a:lnTo>
                  <a:pt x="223" y="348"/>
                </a:lnTo>
                <a:close/>
                <a:moveTo>
                  <a:pt x="173" y="298"/>
                </a:moveTo>
                <a:cubicBezTo>
                  <a:pt x="124" y="298"/>
                  <a:pt x="124" y="298"/>
                  <a:pt x="124" y="298"/>
                </a:cubicBezTo>
                <a:cubicBezTo>
                  <a:pt x="124" y="348"/>
                  <a:pt x="124" y="348"/>
                  <a:pt x="124" y="348"/>
                </a:cubicBezTo>
                <a:cubicBezTo>
                  <a:pt x="173" y="348"/>
                  <a:pt x="173" y="348"/>
                  <a:pt x="173" y="348"/>
                </a:cubicBezTo>
                <a:lnTo>
                  <a:pt x="173" y="298"/>
                </a:lnTo>
                <a:close/>
                <a:moveTo>
                  <a:pt x="223" y="546"/>
                </a:moveTo>
                <a:cubicBezTo>
                  <a:pt x="273" y="546"/>
                  <a:pt x="273" y="546"/>
                  <a:pt x="273" y="546"/>
                </a:cubicBezTo>
                <a:cubicBezTo>
                  <a:pt x="273" y="497"/>
                  <a:pt x="273" y="497"/>
                  <a:pt x="273" y="497"/>
                </a:cubicBezTo>
                <a:cubicBezTo>
                  <a:pt x="223" y="497"/>
                  <a:pt x="223" y="497"/>
                  <a:pt x="223" y="497"/>
                </a:cubicBezTo>
                <a:cubicBezTo>
                  <a:pt x="223" y="546"/>
                  <a:pt x="223" y="546"/>
                  <a:pt x="223" y="546"/>
                </a:cubicBezTo>
                <a:close/>
                <a:moveTo>
                  <a:pt x="173" y="497"/>
                </a:moveTo>
                <a:cubicBezTo>
                  <a:pt x="124" y="497"/>
                  <a:pt x="124" y="497"/>
                  <a:pt x="124" y="497"/>
                </a:cubicBezTo>
                <a:cubicBezTo>
                  <a:pt x="124" y="546"/>
                  <a:pt x="124" y="546"/>
                  <a:pt x="124" y="546"/>
                </a:cubicBezTo>
                <a:cubicBezTo>
                  <a:pt x="173" y="546"/>
                  <a:pt x="173" y="546"/>
                  <a:pt x="173" y="546"/>
                </a:cubicBezTo>
                <a:cubicBezTo>
                  <a:pt x="173" y="497"/>
                  <a:pt x="173" y="497"/>
                  <a:pt x="173" y="497"/>
                </a:cubicBezTo>
                <a:close/>
                <a:moveTo>
                  <a:pt x="124" y="447"/>
                </a:moveTo>
                <a:cubicBezTo>
                  <a:pt x="273" y="447"/>
                  <a:pt x="273" y="447"/>
                  <a:pt x="273" y="447"/>
                </a:cubicBezTo>
                <a:cubicBezTo>
                  <a:pt x="273" y="397"/>
                  <a:pt x="273" y="397"/>
                  <a:pt x="273" y="397"/>
                </a:cubicBezTo>
                <a:cubicBezTo>
                  <a:pt x="124" y="397"/>
                  <a:pt x="124" y="397"/>
                  <a:pt x="124" y="397"/>
                </a:cubicBezTo>
                <a:cubicBezTo>
                  <a:pt x="124" y="447"/>
                  <a:pt x="124" y="447"/>
                  <a:pt x="124" y="447"/>
                </a:cubicBezTo>
                <a:close/>
                <a:moveTo>
                  <a:pt x="124" y="646"/>
                </a:moveTo>
                <a:cubicBezTo>
                  <a:pt x="273" y="646"/>
                  <a:pt x="273" y="646"/>
                  <a:pt x="273" y="646"/>
                </a:cubicBezTo>
                <a:cubicBezTo>
                  <a:pt x="273" y="596"/>
                  <a:pt x="273" y="596"/>
                  <a:pt x="273" y="596"/>
                </a:cubicBezTo>
                <a:cubicBezTo>
                  <a:pt x="124" y="596"/>
                  <a:pt x="124" y="596"/>
                  <a:pt x="124" y="596"/>
                </a:cubicBezTo>
                <a:cubicBezTo>
                  <a:pt x="124" y="646"/>
                  <a:pt x="124" y="646"/>
                  <a:pt x="124" y="646"/>
                </a:cubicBezTo>
                <a:close/>
                <a:moveTo>
                  <a:pt x="770" y="149"/>
                </a:moveTo>
                <a:cubicBezTo>
                  <a:pt x="671" y="149"/>
                  <a:pt x="671" y="149"/>
                  <a:pt x="671" y="149"/>
                </a:cubicBezTo>
                <a:cubicBezTo>
                  <a:pt x="671" y="74"/>
                  <a:pt x="671" y="74"/>
                  <a:pt x="671" y="74"/>
                </a:cubicBezTo>
                <a:cubicBezTo>
                  <a:pt x="671" y="61"/>
                  <a:pt x="659" y="49"/>
                  <a:pt x="646" y="49"/>
                </a:cubicBezTo>
                <a:cubicBezTo>
                  <a:pt x="646" y="49"/>
                  <a:pt x="646" y="49"/>
                  <a:pt x="646" y="49"/>
                </a:cubicBezTo>
                <a:cubicBezTo>
                  <a:pt x="646" y="25"/>
                  <a:pt x="646" y="25"/>
                  <a:pt x="646" y="25"/>
                </a:cubicBezTo>
                <a:cubicBezTo>
                  <a:pt x="646" y="11"/>
                  <a:pt x="635" y="0"/>
                  <a:pt x="621" y="0"/>
                </a:cubicBezTo>
                <a:cubicBezTo>
                  <a:pt x="621" y="0"/>
                  <a:pt x="621" y="0"/>
                  <a:pt x="621" y="0"/>
                </a:cubicBezTo>
                <a:cubicBezTo>
                  <a:pt x="571" y="0"/>
                  <a:pt x="571" y="0"/>
                  <a:pt x="571" y="0"/>
                </a:cubicBezTo>
                <a:cubicBezTo>
                  <a:pt x="557" y="0"/>
                  <a:pt x="546" y="11"/>
                  <a:pt x="546" y="25"/>
                </a:cubicBezTo>
                <a:cubicBezTo>
                  <a:pt x="546" y="25"/>
                  <a:pt x="546" y="25"/>
                  <a:pt x="546" y="25"/>
                </a:cubicBezTo>
                <a:cubicBezTo>
                  <a:pt x="546" y="49"/>
                  <a:pt x="546" y="49"/>
                  <a:pt x="546" y="49"/>
                </a:cubicBezTo>
                <a:cubicBezTo>
                  <a:pt x="533" y="49"/>
                  <a:pt x="521" y="61"/>
                  <a:pt x="521" y="74"/>
                </a:cubicBezTo>
                <a:cubicBezTo>
                  <a:pt x="521" y="74"/>
                  <a:pt x="521" y="74"/>
                  <a:pt x="521" y="74"/>
                </a:cubicBezTo>
                <a:cubicBezTo>
                  <a:pt x="521" y="149"/>
                  <a:pt x="521" y="149"/>
                  <a:pt x="521" y="149"/>
                </a:cubicBezTo>
                <a:cubicBezTo>
                  <a:pt x="24" y="149"/>
                  <a:pt x="24" y="149"/>
                  <a:pt x="24" y="149"/>
                </a:cubicBezTo>
                <a:cubicBezTo>
                  <a:pt x="11" y="149"/>
                  <a:pt x="0" y="160"/>
                  <a:pt x="0" y="174"/>
                </a:cubicBezTo>
                <a:cubicBezTo>
                  <a:pt x="0" y="174"/>
                  <a:pt x="0" y="174"/>
                  <a:pt x="0" y="174"/>
                </a:cubicBezTo>
                <a:cubicBezTo>
                  <a:pt x="0" y="770"/>
                  <a:pt x="0" y="770"/>
                  <a:pt x="0" y="770"/>
                </a:cubicBezTo>
                <a:cubicBezTo>
                  <a:pt x="0" y="784"/>
                  <a:pt x="11" y="795"/>
                  <a:pt x="24" y="795"/>
                </a:cubicBezTo>
                <a:cubicBezTo>
                  <a:pt x="24" y="795"/>
                  <a:pt x="24" y="795"/>
                  <a:pt x="24" y="795"/>
                </a:cubicBezTo>
                <a:cubicBezTo>
                  <a:pt x="770" y="795"/>
                  <a:pt x="770" y="795"/>
                  <a:pt x="770" y="795"/>
                </a:cubicBezTo>
                <a:cubicBezTo>
                  <a:pt x="784" y="795"/>
                  <a:pt x="795" y="784"/>
                  <a:pt x="795" y="770"/>
                </a:cubicBezTo>
                <a:cubicBezTo>
                  <a:pt x="795" y="770"/>
                  <a:pt x="795" y="770"/>
                  <a:pt x="795" y="770"/>
                </a:cubicBezTo>
                <a:cubicBezTo>
                  <a:pt x="795" y="174"/>
                  <a:pt x="795" y="174"/>
                  <a:pt x="795" y="174"/>
                </a:cubicBezTo>
                <a:cubicBezTo>
                  <a:pt x="795" y="160"/>
                  <a:pt x="784" y="149"/>
                  <a:pt x="770" y="149"/>
                </a:cubicBezTo>
                <a:cubicBezTo>
                  <a:pt x="770" y="149"/>
                  <a:pt x="770" y="149"/>
                  <a:pt x="770" y="149"/>
                </a:cubicBezTo>
                <a:close/>
                <a:moveTo>
                  <a:pt x="621" y="174"/>
                </a:moveTo>
                <a:cubicBezTo>
                  <a:pt x="621" y="447"/>
                  <a:pt x="621" y="447"/>
                  <a:pt x="621" y="447"/>
                </a:cubicBezTo>
                <a:cubicBezTo>
                  <a:pt x="571" y="447"/>
                  <a:pt x="571" y="447"/>
                  <a:pt x="571" y="447"/>
                </a:cubicBezTo>
                <a:cubicBezTo>
                  <a:pt x="571" y="99"/>
                  <a:pt x="571" y="99"/>
                  <a:pt x="571" y="99"/>
                </a:cubicBezTo>
                <a:cubicBezTo>
                  <a:pt x="621" y="99"/>
                  <a:pt x="621" y="99"/>
                  <a:pt x="621" y="99"/>
                </a:cubicBezTo>
                <a:lnTo>
                  <a:pt x="621" y="174"/>
                </a:lnTo>
                <a:close/>
                <a:moveTo>
                  <a:pt x="49" y="199"/>
                </a:moveTo>
                <a:cubicBezTo>
                  <a:pt x="372" y="199"/>
                  <a:pt x="372" y="199"/>
                  <a:pt x="372" y="199"/>
                </a:cubicBezTo>
                <a:cubicBezTo>
                  <a:pt x="372" y="298"/>
                  <a:pt x="372" y="298"/>
                  <a:pt x="372" y="298"/>
                </a:cubicBezTo>
                <a:cubicBezTo>
                  <a:pt x="347" y="298"/>
                  <a:pt x="347" y="298"/>
                  <a:pt x="347" y="298"/>
                </a:cubicBezTo>
                <a:cubicBezTo>
                  <a:pt x="334" y="298"/>
                  <a:pt x="323" y="309"/>
                  <a:pt x="323" y="323"/>
                </a:cubicBezTo>
                <a:cubicBezTo>
                  <a:pt x="323" y="337"/>
                  <a:pt x="334" y="348"/>
                  <a:pt x="347" y="348"/>
                </a:cubicBezTo>
                <a:cubicBezTo>
                  <a:pt x="347" y="348"/>
                  <a:pt x="347" y="348"/>
                  <a:pt x="347" y="348"/>
                </a:cubicBezTo>
                <a:cubicBezTo>
                  <a:pt x="372" y="348"/>
                  <a:pt x="372" y="348"/>
                  <a:pt x="372" y="348"/>
                </a:cubicBezTo>
                <a:cubicBezTo>
                  <a:pt x="372" y="397"/>
                  <a:pt x="372" y="397"/>
                  <a:pt x="372" y="397"/>
                </a:cubicBezTo>
                <a:cubicBezTo>
                  <a:pt x="347" y="397"/>
                  <a:pt x="347" y="397"/>
                  <a:pt x="347" y="397"/>
                </a:cubicBezTo>
                <a:cubicBezTo>
                  <a:pt x="334" y="397"/>
                  <a:pt x="323" y="408"/>
                  <a:pt x="323" y="422"/>
                </a:cubicBezTo>
                <a:cubicBezTo>
                  <a:pt x="323" y="436"/>
                  <a:pt x="334" y="447"/>
                  <a:pt x="347" y="447"/>
                </a:cubicBezTo>
                <a:cubicBezTo>
                  <a:pt x="347" y="447"/>
                  <a:pt x="347" y="447"/>
                  <a:pt x="347" y="447"/>
                </a:cubicBezTo>
                <a:cubicBezTo>
                  <a:pt x="372" y="447"/>
                  <a:pt x="372" y="447"/>
                  <a:pt x="372" y="447"/>
                </a:cubicBezTo>
                <a:cubicBezTo>
                  <a:pt x="372" y="497"/>
                  <a:pt x="372" y="497"/>
                  <a:pt x="372" y="497"/>
                </a:cubicBezTo>
                <a:cubicBezTo>
                  <a:pt x="347" y="497"/>
                  <a:pt x="347" y="497"/>
                  <a:pt x="347" y="497"/>
                </a:cubicBezTo>
                <a:cubicBezTo>
                  <a:pt x="334" y="497"/>
                  <a:pt x="323" y="508"/>
                  <a:pt x="323" y="522"/>
                </a:cubicBezTo>
                <a:cubicBezTo>
                  <a:pt x="323" y="535"/>
                  <a:pt x="334" y="546"/>
                  <a:pt x="347" y="546"/>
                </a:cubicBezTo>
                <a:cubicBezTo>
                  <a:pt x="347" y="546"/>
                  <a:pt x="347" y="546"/>
                  <a:pt x="347" y="546"/>
                </a:cubicBezTo>
                <a:cubicBezTo>
                  <a:pt x="372" y="546"/>
                  <a:pt x="372" y="546"/>
                  <a:pt x="372" y="546"/>
                </a:cubicBezTo>
                <a:cubicBezTo>
                  <a:pt x="372" y="596"/>
                  <a:pt x="372" y="596"/>
                  <a:pt x="372" y="596"/>
                </a:cubicBezTo>
                <a:cubicBezTo>
                  <a:pt x="347" y="596"/>
                  <a:pt x="347" y="596"/>
                  <a:pt x="347" y="596"/>
                </a:cubicBezTo>
                <a:cubicBezTo>
                  <a:pt x="334" y="596"/>
                  <a:pt x="323" y="607"/>
                  <a:pt x="323" y="621"/>
                </a:cubicBezTo>
                <a:cubicBezTo>
                  <a:pt x="323" y="635"/>
                  <a:pt x="334" y="646"/>
                  <a:pt x="347" y="646"/>
                </a:cubicBezTo>
                <a:cubicBezTo>
                  <a:pt x="347" y="646"/>
                  <a:pt x="347" y="646"/>
                  <a:pt x="347" y="646"/>
                </a:cubicBezTo>
                <a:cubicBezTo>
                  <a:pt x="372" y="646"/>
                  <a:pt x="372" y="646"/>
                  <a:pt x="372" y="646"/>
                </a:cubicBezTo>
                <a:cubicBezTo>
                  <a:pt x="372" y="745"/>
                  <a:pt x="372" y="745"/>
                  <a:pt x="372" y="745"/>
                </a:cubicBezTo>
                <a:cubicBezTo>
                  <a:pt x="49" y="745"/>
                  <a:pt x="49" y="745"/>
                  <a:pt x="49" y="745"/>
                </a:cubicBezTo>
                <a:lnTo>
                  <a:pt x="49" y="199"/>
                </a:lnTo>
                <a:close/>
                <a:moveTo>
                  <a:pt x="745" y="745"/>
                </a:moveTo>
                <a:cubicBezTo>
                  <a:pt x="422" y="745"/>
                  <a:pt x="422" y="745"/>
                  <a:pt x="422" y="745"/>
                </a:cubicBezTo>
                <a:cubicBezTo>
                  <a:pt x="422" y="646"/>
                  <a:pt x="422" y="646"/>
                  <a:pt x="422" y="646"/>
                </a:cubicBezTo>
                <a:cubicBezTo>
                  <a:pt x="447" y="646"/>
                  <a:pt x="447" y="646"/>
                  <a:pt x="447" y="646"/>
                </a:cubicBezTo>
                <a:cubicBezTo>
                  <a:pt x="461" y="646"/>
                  <a:pt x="472" y="635"/>
                  <a:pt x="472" y="621"/>
                </a:cubicBezTo>
                <a:cubicBezTo>
                  <a:pt x="472" y="607"/>
                  <a:pt x="461" y="596"/>
                  <a:pt x="447" y="596"/>
                </a:cubicBezTo>
                <a:cubicBezTo>
                  <a:pt x="447" y="596"/>
                  <a:pt x="447" y="596"/>
                  <a:pt x="447" y="596"/>
                </a:cubicBezTo>
                <a:cubicBezTo>
                  <a:pt x="422" y="596"/>
                  <a:pt x="422" y="596"/>
                  <a:pt x="422" y="596"/>
                </a:cubicBezTo>
                <a:cubicBezTo>
                  <a:pt x="422" y="546"/>
                  <a:pt x="422" y="546"/>
                  <a:pt x="422" y="546"/>
                </a:cubicBezTo>
                <a:cubicBezTo>
                  <a:pt x="447" y="546"/>
                  <a:pt x="447" y="546"/>
                  <a:pt x="447" y="546"/>
                </a:cubicBezTo>
                <a:cubicBezTo>
                  <a:pt x="461" y="546"/>
                  <a:pt x="472" y="535"/>
                  <a:pt x="472" y="522"/>
                </a:cubicBezTo>
                <a:cubicBezTo>
                  <a:pt x="472" y="508"/>
                  <a:pt x="461" y="497"/>
                  <a:pt x="447" y="497"/>
                </a:cubicBezTo>
                <a:cubicBezTo>
                  <a:pt x="447" y="497"/>
                  <a:pt x="447" y="497"/>
                  <a:pt x="447" y="497"/>
                </a:cubicBezTo>
                <a:cubicBezTo>
                  <a:pt x="422" y="497"/>
                  <a:pt x="422" y="497"/>
                  <a:pt x="422" y="497"/>
                </a:cubicBezTo>
                <a:cubicBezTo>
                  <a:pt x="422" y="447"/>
                  <a:pt x="422" y="447"/>
                  <a:pt x="422" y="447"/>
                </a:cubicBezTo>
                <a:cubicBezTo>
                  <a:pt x="447" y="447"/>
                  <a:pt x="447" y="447"/>
                  <a:pt x="447" y="447"/>
                </a:cubicBezTo>
                <a:cubicBezTo>
                  <a:pt x="461" y="447"/>
                  <a:pt x="472" y="436"/>
                  <a:pt x="472" y="422"/>
                </a:cubicBezTo>
                <a:cubicBezTo>
                  <a:pt x="472" y="408"/>
                  <a:pt x="461" y="397"/>
                  <a:pt x="447" y="397"/>
                </a:cubicBezTo>
                <a:cubicBezTo>
                  <a:pt x="447" y="397"/>
                  <a:pt x="447" y="397"/>
                  <a:pt x="447" y="397"/>
                </a:cubicBezTo>
                <a:cubicBezTo>
                  <a:pt x="422" y="397"/>
                  <a:pt x="422" y="397"/>
                  <a:pt x="422" y="397"/>
                </a:cubicBezTo>
                <a:cubicBezTo>
                  <a:pt x="422" y="348"/>
                  <a:pt x="422" y="348"/>
                  <a:pt x="422" y="348"/>
                </a:cubicBezTo>
                <a:cubicBezTo>
                  <a:pt x="447" y="348"/>
                  <a:pt x="447" y="348"/>
                  <a:pt x="447" y="348"/>
                </a:cubicBezTo>
                <a:cubicBezTo>
                  <a:pt x="461" y="348"/>
                  <a:pt x="472" y="337"/>
                  <a:pt x="472" y="323"/>
                </a:cubicBezTo>
                <a:cubicBezTo>
                  <a:pt x="472" y="309"/>
                  <a:pt x="461" y="298"/>
                  <a:pt x="447" y="298"/>
                </a:cubicBezTo>
                <a:cubicBezTo>
                  <a:pt x="447" y="298"/>
                  <a:pt x="447" y="298"/>
                  <a:pt x="447" y="298"/>
                </a:cubicBezTo>
                <a:cubicBezTo>
                  <a:pt x="422" y="298"/>
                  <a:pt x="422" y="298"/>
                  <a:pt x="422" y="298"/>
                </a:cubicBezTo>
                <a:cubicBezTo>
                  <a:pt x="422" y="199"/>
                  <a:pt x="422" y="199"/>
                  <a:pt x="422" y="199"/>
                </a:cubicBezTo>
                <a:cubicBezTo>
                  <a:pt x="521" y="199"/>
                  <a:pt x="521" y="199"/>
                  <a:pt x="521" y="199"/>
                </a:cubicBezTo>
                <a:cubicBezTo>
                  <a:pt x="521" y="472"/>
                  <a:pt x="521" y="472"/>
                  <a:pt x="521" y="472"/>
                </a:cubicBezTo>
                <a:cubicBezTo>
                  <a:pt x="521" y="486"/>
                  <a:pt x="533" y="497"/>
                  <a:pt x="546" y="497"/>
                </a:cubicBezTo>
                <a:cubicBezTo>
                  <a:pt x="546" y="497"/>
                  <a:pt x="546" y="497"/>
                  <a:pt x="546" y="497"/>
                </a:cubicBezTo>
                <a:cubicBezTo>
                  <a:pt x="546" y="546"/>
                  <a:pt x="546" y="546"/>
                  <a:pt x="546" y="546"/>
                </a:cubicBezTo>
                <a:cubicBezTo>
                  <a:pt x="546" y="560"/>
                  <a:pt x="557" y="571"/>
                  <a:pt x="571" y="571"/>
                </a:cubicBezTo>
                <a:cubicBezTo>
                  <a:pt x="571" y="571"/>
                  <a:pt x="571" y="571"/>
                  <a:pt x="571" y="571"/>
                </a:cubicBezTo>
                <a:cubicBezTo>
                  <a:pt x="571" y="621"/>
                  <a:pt x="571" y="621"/>
                  <a:pt x="571" y="621"/>
                </a:cubicBezTo>
                <a:cubicBezTo>
                  <a:pt x="571" y="635"/>
                  <a:pt x="582" y="646"/>
                  <a:pt x="596" y="646"/>
                </a:cubicBezTo>
                <a:cubicBezTo>
                  <a:pt x="610" y="646"/>
                  <a:pt x="621" y="635"/>
                  <a:pt x="621" y="621"/>
                </a:cubicBezTo>
                <a:cubicBezTo>
                  <a:pt x="621" y="621"/>
                  <a:pt x="621" y="621"/>
                  <a:pt x="621" y="621"/>
                </a:cubicBezTo>
                <a:cubicBezTo>
                  <a:pt x="621" y="571"/>
                  <a:pt x="621" y="571"/>
                  <a:pt x="621" y="571"/>
                </a:cubicBezTo>
                <a:cubicBezTo>
                  <a:pt x="635" y="571"/>
                  <a:pt x="646" y="560"/>
                  <a:pt x="646" y="547"/>
                </a:cubicBezTo>
                <a:cubicBezTo>
                  <a:pt x="646" y="546"/>
                  <a:pt x="646" y="546"/>
                  <a:pt x="646" y="546"/>
                </a:cubicBezTo>
                <a:cubicBezTo>
                  <a:pt x="646" y="497"/>
                  <a:pt x="646" y="497"/>
                  <a:pt x="646" y="497"/>
                </a:cubicBezTo>
                <a:cubicBezTo>
                  <a:pt x="659" y="497"/>
                  <a:pt x="671" y="486"/>
                  <a:pt x="671" y="472"/>
                </a:cubicBezTo>
                <a:cubicBezTo>
                  <a:pt x="671" y="472"/>
                  <a:pt x="671" y="472"/>
                  <a:pt x="671" y="472"/>
                </a:cubicBezTo>
                <a:cubicBezTo>
                  <a:pt x="671" y="199"/>
                  <a:pt x="671" y="199"/>
                  <a:pt x="671" y="199"/>
                </a:cubicBezTo>
                <a:cubicBezTo>
                  <a:pt x="745" y="199"/>
                  <a:pt x="745" y="199"/>
                  <a:pt x="745" y="199"/>
                </a:cubicBezTo>
                <a:lnTo>
                  <a:pt x="745" y="745"/>
                </a:lnTo>
                <a:close/>
              </a:path>
            </a:pathLst>
          </a:custGeom>
          <a:solidFill>
            <a:schemeClr val="bg1"/>
          </a:solidFill>
          <a:ln>
            <a:noFill/>
          </a:ln>
        </p:spPr>
        <p:txBody>
          <a:bodyPr vert="horz" wrap="square" lIns="91440" tIns="45720" rIns="91440" bIns="45720" numCol="1" anchor="t" anchorCtr="0" compatLnSpc="1"/>
          <a:lstStyle/>
          <a:p>
            <a:endParaRPr lang="zh-CN" altLang="en-US">
              <a:ea typeface="汉仪旗黑-50S" panose="00020600040101010101" charset="-122"/>
            </a:endParaRPr>
          </a:p>
        </p:txBody>
      </p:sp>
      <p:sp>
        <p:nvSpPr>
          <p:cNvPr id="66" name="Freeform 9"/>
          <p:cNvSpPr>
            <a:spLocks noEditPoints="1"/>
          </p:cNvSpPr>
          <p:nvPr/>
        </p:nvSpPr>
        <p:spPr bwMode="auto">
          <a:xfrm>
            <a:off x="3213639" y="3669482"/>
            <a:ext cx="187131" cy="231967"/>
          </a:xfrm>
          <a:custGeom>
            <a:avLst/>
            <a:gdLst>
              <a:gd name="T0" fmla="*/ 549 w 649"/>
              <a:gd name="T1" fmla="*/ 135 h 809"/>
              <a:gd name="T2" fmla="*/ 524 w 649"/>
              <a:gd name="T3" fmla="*/ 86 h 809"/>
              <a:gd name="T4" fmla="*/ 421 w 649"/>
              <a:gd name="T5" fmla="*/ 86 h 809"/>
              <a:gd name="T6" fmla="*/ 228 w 649"/>
              <a:gd name="T7" fmla="*/ 86 h 809"/>
              <a:gd name="T8" fmla="*/ 100 w 649"/>
              <a:gd name="T9" fmla="*/ 110 h 809"/>
              <a:gd name="T10" fmla="*/ 100 w 649"/>
              <a:gd name="T11" fmla="*/ 135 h 809"/>
              <a:gd name="T12" fmla="*/ 0 w 649"/>
              <a:gd name="T13" fmla="*/ 185 h 809"/>
              <a:gd name="T14" fmla="*/ 50 w 649"/>
              <a:gd name="T15" fmla="*/ 809 h 809"/>
              <a:gd name="T16" fmla="*/ 649 w 649"/>
              <a:gd name="T17" fmla="*/ 759 h 809"/>
              <a:gd name="T18" fmla="*/ 599 w 649"/>
              <a:gd name="T19" fmla="*/ 135 h 809"/>
              <a:gd name="T20" fmla="*/ 250 w 649"/>
              <a:gd name="T21" fmla="*/ 135 h 809"/>
              <a:gd name="T22" fmla="*/ 275 w 649"/>
              <a:gd name="T23" fmla="*/ 110 h 809"/>
              <a:gd name="T24" fmla="*/ 374 w 649"/>
              <a:gd name="T25" fmla="*/ 110 h 809"/>
              <a:gd name="T26" fmla="*/ 399 w 649"/>
              <a:gd name="T27" fmla="*/ 135 h 809"/>
              <a:gd name="T28" fmla="*/ 499 w 649"/>
              <a:gd name="T29" fmla="*/ 185 h 809"/>
              <a:gd name="T30" fmla="*/ 150 w 649"/>
              <a:gd name="T31" fmla="*/ 135 h 809"/>
              <a:gd name="T32" fmla="*/ 50 w 649"/>
              <a:gd name="T33" fmla="*/ 759 h 809"/>
              <a:gd name="T34" fmla="*/ 100 w 649"/>
              <a:gd name="T35" fmla="*/ 185 h 809"/>
              <a:gd name="T36" fmla="*/ 125 w 649"/>
              <a:gd name="T37" fmla="*/ 235 h 809"/>
              <a:gd name="T38" fmla="*/ 524 w 649"/>
              <a:gd name="T39" fmla="*/ 235 h 809"/>
              <a:gd name="T40" fmla="*/ 549 w 649"/>
              <a:gd name="T41" fmla="*/ 210 h 809"/>
              <a:gd name="T42" fmla="*/ 599 w 649"/>
              <a:gd name="T43" fmla="*/ 185 h 809"/>
              <a:gd name="T44" fmla="*/ 150 w 649"/>
              <a:gd name="T45" fmla="*/ 385 h 809"/>
              <a:gd name="T46" fmla="*/ 200 w 649"/>
              <a:gd name="T47" fmla="*/ 335 h 809"/>
              <a:gd name="T48" fmla="*/ 150 w 649"/>
              <a:gd name="T49" fmla="*/ 385 h 809"/>
              <a:gd name="T50" fmla="*/ 200 w 649"/>
              <a:gd name="T51" fmla="*/ 510 h 809"/>
              <a:gd name="T52" fmla="*/ 150 w 649"/>
              <a:gd name="T53" fmla="*/ 460 h 809"/>
              <a:gd name="T54" fmla="*/ 150 w 649"/>
              <a:gd name="T55" fmla="*/ 634 h 809"/>
              <a:gd name="T56" fmla="*/ 200 w 649"/>
              <a:gd name="T57" fmla="*/ 585 h 809"/>
              <a:gd name="T58" fmla="*/ 150 w 649"/>
              <a:gd name="T59" fmla="*/ 634 h 809"/>
              <a:gd name="T60" fmla="*/ 275 w 649"/>
              <a:gd name="T61" fmla="*/ 335 h 809"/>
              <a:gd name="T62" fmla="*/ 275 w 649"/>
              <a:gd name="T63" fmla="*/ 385 h 809"/>
              <a:gd name="T64" fmla="*/ 499 w 649"/>
              <a:gd name="T65" fmla="*/ 360 h 809"/>
              <a:gd name="T66" fmla="*/ 474 w 649"/>
              <a:gd name="T67" fmla="*/ 460 h 809"/>
              <a:gd name="T68" fmla="*/ 250 w 649"/>
              <a:gd name="T69" fmla="*/ 485 h 809"/>
              <a:gd name="T70" fmla="*/ 474 w 649"/>
              <a:gd name="T71" fmla="*/ 510 h 809"/>
              <a:gd name="T72" fmla="*/ 474 w 649"/>
              <a:gd name="T73" fmla="*/ 460 h 809"/>
              <a:gd name="T74" fmla="*/ 275 w 649"/>
              <a:gd name="T75" fmla="*/ 585 h 809"/>
              <a:gd name="T76" fmla="*/ 275 w 649"/>
              <a:gd name="T77" fmla="*/ 634 h 809"/>
              <a:gd name="T78" fmla="*/ 499 w 649"/>
              <a:gd name="T79" fmla="*/ 609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49" h="809">
                <a:moveTo>
                  <a:pt x="599" y="135"/>
                </a:moveTo>
                <a:cubicBezTo>
                  <a:pt x="549" y="135"/>
                  <a:pt x="549" y="135"/>
                  <a:pt x="549" y="135"/>
                </a:cubicBezTo>
                <a:cubicBezTo>
                  <a:pt x="549" y="110"/>
                  <a:pt x="549" y="110"/>
                  <a:pt x="549" y="110"/>
                </a:cubicBezTo>
                <a:cubicBezTo>
                  <a:pt x="549" y="97"/>
                  <a:pt x="538" y="86"/>
                  <a:pt x="524" y="86"/>
                </a:cubicBezTo>
                <a:cubicBezTo>
                  <a:pt x="524" y="86"/>
                  <a:pt x="524" y="86"/>
                  <a:pt x="524" y="86"/>
                </a:cubicBezTo>
                <a:cubicBezTo>
                  <a:pt x="421" y="86"/>
                  <a:pt x="421" y="86"/>
                  <a:pt x="421" y="86"/>
                </a:cubicBezTo>
                <a:cubicBezTo>
                  <a:pt x="407" y="32"/>
                  <a:pt x="353" y="0"/>
                  <a:pt x="300" y="14"/>
                </a:cubicBezTo>
                <a:cubicBezTo>
                  <a:pt x="264" y="23"/>
                  <a:pt x="237" y="50"/>
                  <a:pt x="228" y="86"/>
                </a:cubicBezTo>
                <a:cubicBezTo>
                  <a:pt x="125" y="86"/>
                  <a:pt x="125" y="86"/>
                  <a:pt x="125" y="86"/>
                </a:cubicBezTo>
                <a:cubicBezTo>
                  <a:pt x="111" y="86"/>
                  <a:pt x="100" y="97"/>
                  <a:pt x="100" y="110"/>
                </a:cubicBezTo>
                <a:cubicBezTo>
                  <a:pt x="100" y="110"/>
                  <a:pt x="100" y="110"/>
                  <a:pt x="100" y="110"/>
                </a:cubicBezTo>
                <a:cubicBezTo>
                  <a:pt x="100" y="135"/>
                  <a:pt x="100" y="135"/>
                  <a:pt x="100" y="135"/>
                </a:cubicBezTo>
                <a:cubicBezTo>
                  <a:pt x="50" y="135"/>
                  <a:pt x="50" y="135"/>
                  <a:pt x="50" y="135"/>
                </a:cubicBezTo>
                <a:cubicBezTo>
                  <a:pt x="23" y="135"/>
                  <a:pt x="0" y="158"/>
                  <a:pt x="0" y="185"/>
                </a:cubicBezTo>
                <a:cubicBezTo>
                  <a:pt x="0" y="759"/>
                  <a:pt x="0" y="759"/>
                  <a:pt x="0" y="759"/>
                </a:cubicBezTo>
                <a:cubicBezTo>
                  <a:pt x="0" y="787"/>
                  <a:pt x="23" y="809"/>
                  <a:pt x="50" y="809"/>
                </a:cubicBezTo>
                <a:cubicBezTo>
                  <a:pt x="599" y="809"/>
                  <a:pt x="599" y="809"/>
                  <a:pt x="599" y="809"/>
                </a:cubicBezTo>
                <a:cubicBezTo>
                  <a:pt x="626" y="809"/>
                  <a:pt x="649" y="787"/>
                  <a:pt x="649" y="759"/>
                </a:cubicBezTo>
                <a:cubicBezTo>
                  <a:pt x="649" y="185"/>
                  <a:pt x="649" y="185"/>
                  <a:pt x="649" y="185"/>
                </a:cubicBezTo>
                <a:cubicBezTo>
                  <a:pt x="649" y="158"/>
                  <a:pt x="626" y="135"/>
                  <a:pt x="599" y="135"/>
                </a:cubicBezTo>
                <a:close/>
                <a:moveTo>
                  <a:pt x="150" y="135"/>
                </a:moveTo>
                <a:cubicBezTo>
                  <a:pt x="250" y="135"/>
                  <a:pt x="250" y="135"/>
                  <a:pt x="250" y="135"/>
                </a:cubicBezTo>
                <a:cubicBezTo>
                  <a:pt x="263" y="135"/>
                  <a:pt x="275" y="124"/>
                  <a:pt x="275" y="110"/>
                </a:cubicBezTo>
                <a:cubicBezTo>
                  <a:pt x="275" y="110"/>
                  <a:pt x="275" y="110"/>
                  <a:pt x="275" y="110"/>
                </a:cubicBezTo>
                <a:cubicBezTo>
                  <a:pt x="275" y="83"/>
                  <a:pt x="297" y="61"/>
                  <a:pt x="324" y="61"/>
                </a:cubicBezTo>
                <a:cubicBezTo>
                  <a:pt x="352" y="61"/>
                  <a:pt x="374" y="83"/>
                  <a:pt x="374" y="110"/>
                </a:cubicBezTo>
                <a:cubicBezTo>
                  <a:pt x="374" y="124"/>
                  <a:pt x="385" y="135"/>
                  <a:pt x="399" y="135"/>
                </a:cubicBezTo>
                <a:cubicBezTo>
                  <a:pt x="399" y="135"/>
                  <a:pt x="399" y="135"/>
                  <a:pt x="399" y="135"/>
                </a:cubicBezTo>
                <a:cubicBezTo>
                  <a:pt x="499" y="135"/>
                  <a:pt x="499" y="135"/>
                  <a:pt x="499" y="135"/>
                </a:cubicBezTo>
                <a:cubicBezTo>
                  <a:pt x="499" y="185"/>
                  <a:pt x="499" y="185"/>
                  <a:pt x="499" y="185"/>
                </a:cubicBezTo>
                <a:cubicBezTo>
                  <a:pt x="150" y="185"/>
                  <a:pt x="150" y="185"/>
                  <a:pt x="150" y="185"/>
                </a:cubicBezTo>
                <a:lnTo>
                  <a:pt x="150" y="135"/>
                </a:lnTo>
                <a:close/>
                <a:moveTo>
                  <a:pt x="599" y="759"/>
                </a:moveTo>
                <a:cubicBezTo>
                  <a:pt x="50" y="759"/>
                  <a:pt x="50" y="759"/>
                  <a:pt x="50" y="759"/>
                </a:cubicBezTo>
                <a:cubicBezTo>
                  <a:pt x="50" y="185"/>
                  <a:pt x="50" y="185"/>
                  <a:pt x="50" y="185"/>
                </a:cubicBezTo>
                <a:cubicBezTo>
                  <a:pt x="100" y="185"/>
                  <a:pt x="100" y="185"/>
                  <a:pt x="100" y="185"/>
                </a:cubicBezTo>
                <a:cubicBezTo>
                  <a:pt x="100" y="210"/>
                  <a:pt x="100" y="210"/>
                  <a:pt x="100" y="210"/>
                </a:cubicBezTo>
                <a:cubicBezTo>
                  <a:pt x="100" y="224"/>
                  <a:pt x="111" y="235"/>
                  <a:pt x="125" y="235"/>
                </a:cubicBezTo>
                <a:cubicBezTo>
                  <a:pt x="125" y="235"/>
                  <a:pt x="125" y="235"/>
                  <a:pt x="125" y="235"/>
                </a:cubicBezTo>
                <a:cubicBezTo>
                  <a:pt x="524" y="235"/>
                  <a:pt x="524" y="235"/>
                  <a:pt x="524" y="235"/>
                </a:cubicBezTo>
                <a:cubicBezTo>
                  <a:pt x="538" y="235"/>
                  <a:pt x="549" y="224"/>
                  <a:pt x="549" y="210"/>
                </a:cubicBezTo>
                <a:cubicBezTo>
                  <a:pt x="549" y="210"/>
                  <a:pt x="549" y="210"/>
                  <a:pt x="549" y="210"/>
                </a:cubicBezTo>
                <a:cubicBezTo>
                  <a:pt x="549" y="185"/>
                  <a:pt x="549" y="185"/>
                  <a:pt x="549" y="185"/>
                </a:cubicBezTo>
                <a:cubicBezTo>
                  <a:pt x="599" y="185"/>
                  <a:pt x="599" y="185"/>
                  <a:pt x="599" y="185"/>
                </a:cubicBezTo>
                <a:lnTo>
                  <a:pt x="599" y="759"/>
                </a:lnTo>
                <a:close/>
                <a:moveTo>
                  <a:pt x="150" y="385"/>
                </a:moveTo>
                <a:cubicBezTo>
                  <a:pt x="200" y="385"/>
                  <a:pt x="200" y="385"/>
                  <a:pt x="200" y="385"/>
                </a:cubicBezTo>
                <a:cubicBezTo>
                  <a:pt x="200" y="335"/>
                  <a:pt x="200" y="335"/>
                  <a:pt x="200" y="335"/>
                </a:cubicBezTo>
                <a:cubicBezTo>
                  <a:pt x="150" y="335"/>
                  <a:pt x="150" y="335"/>
                  <a:pt x="150" y="335"/>
                </a:cubicBezTo>
                <a:lnTo>
                  <a:pt x="150" y="385"/>
                </a:lnTo>
                <a:close/>
                <a:moveTo>
                  <a:pt x="150" y="510"/>
                </a:moveTo>
                <a:cubicBezTo>
                  <a:pt x="200" y="510"/>
                  <a:pt x="200" y="510"/>
                  <a:pt x="200" y="510"/>
                </a:cubicBezTo>
                <a:cubicBezTo>
                  <a:pt x="200" y="460"/>
                  <a:pt x="200" y="460"/>
                  <a:pt x="200" y="460"/>
                </a:cubicBezTo>
                <a:cubicBezTo>
                  <a:pt x="150" y="460"/>
                  <a:pt x="150" y="460"/>
                  <a:pt x="150" y="460"/>
                </a:cubicBezTo>
                <a:lnTo>
                  <a:pt x="150" y="510"/>
                </a:lnTo>
                <a:close/>
                <a:moveTo>
                  <a:pt x="150" y="634"/>
                </a:moveTo>
                <a:cubicBezTo>
                  <a:pt x="200" y="634"/>
                  <a:pt x="200" y="634"/>
                  <a:pt x="200" y="634"/>
                </a:cubicBezTo>
                <a:cubicBezTo>
                  <a:pt x="200" y="585"/>
                  <a:pt x="200" y="585"/>
                  <a:pt x="200" y="585"/>
                </a:cubicBezTo>
                <a:cubicBezTo>
                  <a:pt x="150" y="585"/>
                  <a:pt x="150" y="585"/>
                  <a:pt x="150" y="585"/>
                </a:cubicBezTo>
                <a:lnTo>
                  <a:pt x="150" y="634"/>
                </a:lnTo>
                <a:close/>
                <a:moveTo>
                  <a:pt x="474" y="335"/>
                </a:moveTo>
                <a:cubicBezTo>
                  <a:pt x="275" y="335"/>
                  <a:pt x="275" y="335"/>
                  <a:pt x="275" y="335"/>
                </a:cubicBezTo>
                <a:cubicBezTo>
                  <a:pt x="261" y="335"/>
                  <a:pt x="250" y="346"/>
                  <a:pt x="250" y="360"/>
                </a:cubicBezTo>
                <a:cubicBezTo>
                  <a:pt x="250" y="374"/>
                  <a:pt x="261" y="385"/>
                  <a:pt x="275" y="385"/>
                </a:cubicBezTo>
                <a:cubicBezTo>
                  <a:pt x="474" y="385"/>
                  <a:pt x="474" y="385"/>
                  <a:pt x="474" y="385"/>
                </a:cubicBezTo>
                <a:cubicBezTo>
                  <a:pt x="488" y="385"/>
                  <a:pt x="499" y="374"/>
                  <a:pt x="499" y="360"/>
                </a:cubicBezTo>
                <a:cubicBezTo>
                  <a:pt x="499" y="346"/>
                  <a:pt x="488" y="335"/>
                  <a:pt x="474" y="335"/>
                </a:cubicBezTo>
                <a:close/>
                <a:moveTo>
                  <a:pt x="474" y="460"/>
                </a:moveTo>
                <a:cubicBezTo>
                  <a:pt x="275" y="460"/>
                  <a:pt x="275" y="460"/>
                  <a:pt x="275" y="460"/>
                </a:cubicBezTo>
                <a:cubicBezTo>
                  <a:pt x="261" y="460"/>
                  <a:pt x="250" y="471"/>
                  <a:pt x="250" y="485"/>
                </a:cubicBezTo>
                <a:cubicBezTo>
                  <a:pt x="250" y="498"/>
                  <a:pt x="261" y="510"/>
                  <a:pt x="275" y="510"/>
                </a:cubicBezTo>
                <a:cubicBezTo>
                  <a:pt x="474" y="510"/>
                  <a:pt x="474" y="510"/>
                  <a:pt x="474" y="510"/>
                </a:cubicBezTo>
                <a:cubicBezTo>
                  <a:pt x="488" y="510"/>
                  <a:pt x="499" y="498"/>
                  <a:pt x="499" y="485"/>
                </a:cubicBezTo>
                <a:cubicBezTo>
                  <a:pt x="499" y="471"/>
                  <a:pt x="488" y="460"/>
                  <a:pt x="474" y="460"/>
                </a:cubicBezTo>
                <a:close/>
                <a:moveTo>
                  <a:pt x="474" y="585"/>
                </a:moveTo>
                <a:cubicBezTo>
                  <a:pt x="275" y="585"/>
                  <a:pt x="275" y="585"/>
                  <a:pt x="275" y="585"/>
                </a:cubicBezTo>
                <a:cubicBezTo>
                  <a:pt x="261" y="585"/>
                  <a:pt x="250" y="596"/>
                  <a:pt x="250" y="609"/>
                </a:cubicBezTo>
                <a:cubicBezTo>
                  <a:pt x="250" y="623"/>
                  <a:pt x="261" y="634"/>
                  <a:pt x="275" y="634"/>
                </a:cubicBezTo>
                <a:cubicBezTo>
                  <a:pt x="474" y="634"/>
                  <a:pt x="474" y="634"/>
                  <a:pt x="474" y="634"/>
                </a:cubicBezTo>
                <a:cubicBezTo>
                  <a:pt x="488" y="634"/>
                  <a:pt x="499" y="623"/>
                  <a:pt x="499" y="609"/>
                </a:cubicBezTo>
                <a:cubicBezTo>
                  <a:pt x="499" y="596"/>
                  <a:pt x="488" y="585"/>
                  <a:pt x="474" y="585"/>
                </a:cubicBezTo>
                <a:close/>
              </a:path>
            </a:pathLst>
          </a:custGeom>
          <a:solidFill>
            <a:schemeClr val="bg1"/>
          </a:solidFill>
          <a:ln>
            <a:noFill/>
          </a:ln>
        </p:spPr>
        <p:txBody>
          <a:bodyPr vert="horz" wrap="square" lIns="91440" tIns="45720" rIns="91440" bIns="45720" numCol="1" anchor="t" anchorCtr="0" compatLnSpc="1"/>
          <a:lstStyle/>
          <a:p>
            <a:endParaRPr lang="zh-CN" altLang="en-US">
              <a:ea typeface="汉仪旗黑-50S" panose="00020600040101010101" charset="-122"/>
            </a:endParaRPr>
          </a:p>
        </p:txBody>
      </p:sp>
      <p:sp>
        <p:nvSpPr>
          <p:cNvPr id="67" name="Freeform 13"/>
          <p:cNvSpPr>
            <a:spLocks noEditPoints="1"/>
          </p:cNvSpPr>
          <p:nvPr/>
        </p:nvSpPr>
        <p:spPr bwMode="auto">
          <a:xfrm>
            <a:off x="6094533" y="3671488"/>
            <a:ext cx="228899" cy="227955"/>
          </a:xfrm>
          <a:custGeom>
            <a:avLst/>
            <a:gdLst>
              <a:gd name="T0" fmla="*/ 249 w 795"/>
              <a:gd name="T1" fmla="*/ 745 h 795"/>
              <a:gd name="T2" fmla="*/ 249 w 795"/>
              <a:gd name="T3" fmla="*/ 795 h 795"/>
              <a:gd name="T4" fmla="*/ 323 w 795"/>
              <a:gd name="T5" fmla="*/ 795 h 795"/>
              <a:gd name="T6" fmla="*/ 323 w 795"/>
              <a:gd name="T7" fmla="*/ 745 h 795"/>
              <a:gd name="T8" fmla="*/ 547 w 795"/>
              <a:gd name="T9" fmla="*/ 745 h 795"/>
              <a:gd name="T10" fmla="*/ 448 w 795"/>
              <a:gd name="T11" fmla="*/ 770 h 795"/>
              <a:gd name="T12" fmla="*/ 472 w 795"/>
              <a:gd name="T13" fmla="*/ 795 h 795"/>
              <a:gd name="T14" fmla="*/ 572 w 795"/>
              <a:gd name="T15" fmla="*/ 770 h 795"/>
              <a:gd name="T16" fmla="*/ 547 w 795"/>
              <a:gd name="T17" fmla="*/ 745 h 795"/>
              <a:gd name="T18" fmla="*/ 448 w 795"/>
              <a:gd name="T19" fmla="*/ 199 h 795"/>
              <a:gd name="T20" fmla="*/ 448 w 795"/>
              <a:gd name="T21" fmla="*/ 149 h 795"/>
              <a:gd name="T22" fmla="*/ 348 w 795"/>
              <a:gd name="T23" fmla="*/ 149 h 795"/>
              <a:gd name="T24" fmla="*/ 348 w 795"/>
              <a:gd name="T25" fmla="*/ 199 h 795"/>
              <a:gd name="T26" fmla="*/ 522 w 795"/>
              <a:gd name="T27" fmla="*/ 248 h 795"/>
              <a:gd name="T28" fmla="*/ 249 w 795"/>
              <a:gd name="T29" fmla="*/ 273 h 795"/>
              <a:gd name="T30" fmla="*/ 274 w 795"/>
              <a:gd name="T31" fmla="*/ 298 h 795"/>
              <a:gd name="T32" fmla="*/ 547 w 795"/>
              <a:gd name="T33" fmla="*/ 273 h 795"/>
              <a:gd name="T34" fmla="*/ 522 w 795"/>
              <a:gd name="T35" fmla="*/ 248 h 795"/>
              <a:gd name="T36" fmla="*/ 274 w 795"/>
              <a:gd name="T37" fmla="*/ 348 h 795"/>
              <a:gd name="T38" fmla="*/ 274 w 795"/>
              <a:gd name="T39" fmla="*/ 397 h 795"/>
              <a:gd name="T40" fmla="*/ 522 w 795"/>
              <a:gd name="T41" fmla="*/ 397 h 795"/>
              <a:gd name="T42" fmla="*/ 522 w 795"/>
              <a:gd name="T43" fmla="*/ 348 h 795"/>
              <a:gd name="T44" fmla="*/ 795 w 795"/>
              <a:gd name="T45" fmla="*/ 696 h 795"/>
              <a:gd name="T46" fmla="*/ 795 w 795"/>
              <a:gd name="T47" fmla="*/ 370 h 795"/>
              <a:gd name="T48" fmla="*/ 791 w 795"/>
              <a:gd name="T49" fmla="*/ 358 h 795"/>
              <a:gd name="T50" fmla="*/ 786 w 795"/>
              <a:gd name="T51" fmla="*/ 353 h 795"/>
              <a:gd name="T52" fmla="*/ 671 w 795"/>
              <a:gd name="T53" fmla="*/ 261 h 795"/>
              <a:gd name="T54" fmla="*/ 617 w 795"/>
              <a:gd name="T55" fmla="*/ 0 h 795"/>
              <a:gd name="T56" fmla="*/ 124 w 795"/>
              <a:gd name="T57" fmla="*/ 54 h 795"/>
              <a:gd name="T58" fmla="*/ 10 w 795"/>
              <a:gd name="T59" fmla="*/ 353 h 795"/>
              <a:gd name="T60" fmla="*/ 6 w 795"/>
              <a:gd name="T61" fmla="*/ 357 h 795"/>
              <a:gd name="T62" fmla="*/ 4 w 795"/>
              <a:gd name="T63" fmla="*/ 360 h 795"/>
              <a:gd name="T64" fmla="*/ 0 w 795"/>
              <a:gd name="T65" fmla="*/ 723 h 795"/>
              <a:gd name="T66" fmla="*/ 124 w 795"/>
              <a:gd name="T67" fmla="*/ 795 h 795"/>
              <a:gd name="T68" fmla="*/ 124 w 795"/>
              <a:gd name="T69" fmla="*/ 745 h 795"/>
              <a:gd name="T70" fmla="*/ 73 w 795"/>
              <a:gd name="T71" fmla="*/ 745 h 795"/>
              <a:gd name="T72" fmla="*/ 50 w 795"/>
              <a:gd name="T73" fmla="*/ 421 h 795"/>
              <a:gd name="T74" fmla="*/ 336 w 795"/>
              <a:gd name="T75" fmla="*/ 627 h 795"/>
              <a:gd name="T76" fmla="*/ 460 w 795"/>
              <a:gd name="T77" fmla="*/ 627 h 795"/>
              <a:gd name="T78" fmla="*/ 746 w 795"/>
              <a:gd name="T79" fmla="*/ 421 h 795"/>
              <a:gd name="T80" fmla="*/ 723 w 795"/>
              <a:gd name="T81" fmla="*/ 745 h 795"/>
              <a:gd name="T82" fmla="*/ 646 w 795"/>
              <a:gd name="T83" fmla="*/ 770 h 795"/>
              <a:gd name="T84" fmla="*/ 671 w 795"/>
              <a:gd name="T85" fmla="*/ 795 h 795"/>
              <a:gd name="T86" fmla="*/ 795 w 795"/>
              <a:gd name="T87" fmla="*/ 723 h 795"/>
              <a:gd name="T88" fmla="*/ 124 w 795"/>
              <a:gd name="T89" fmla="*/ 414 h 795"/>
              <a:gd name="T90" fmla="*/ 124 w 795"/>
              <a:gd name="T91" fmla="*/ 325 h 795"/>
              <a:gd name="T92" fmla="*/ 622 w 795"/>
              <a:gd name="T93" fmla="*/ 449 h 795"/>
              <a:gd name="T94" fmla="*/ 361 w 795"/>
              <a:gd name="T95" fmla="*/ 584 h 795"/>
              <a:gd name="T96" fmla="*/ 174 w 795"/>
              <a:gd name="T97" fmla="*/ 54 h 795"/>
              <a:gd name="T98" fmla="*/ 617 w 795"/>
              <a:gd name="T99" fmla="*/ 50 h 795"/>
              <a:gd name="T100" fmla="*/ 622 w 795"/>
              <a:gd name="T101" fmla="*/ 449 h 795"/>
              <a:gd name="T102" fmla="*/ 671 w 795"/>
              <a:gd name="T103" fmla="*/ 325 h 795"/>
              <a:gd name="T104" fmla="*/ 671 w 795"/>
              <a:gd name="T105" fmla="*/ 414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95" h="795">
                <a:moveTo>
                  <a:pt x="323" y="745"/>
                </a:moveTo>
                <a:cubicBezTo>
                  <a:pt x="249" y="745"/>
                  <a:pt x="249" y="745"/>
                  <a:pt x="249" y="745"/>
                </a:cubicBezTo>
                <a:cubicBezTo>
                  <a:pt x="235" y="745"/>
                  <a:pt x="224" y="757"/>
                  <a:pt x="224" y="770"/>
                </a:cubicBezTo>
                <a:cubicBezTo>
                  <a:pt x="224" y="784"/>
                  <a:pt x="235" y="795"/>
                  <a:pt x="249" y="795"/>
                </a:cubicBezTo>
                <a:cubicBezTo>
                  <a:pt x="249" y="795"/>
                  <a:pt x="249" y="795"/>
                  <a:pt x="249" y="795"/>
                </a:cubicBezTo>
                <a:cubicBezTo>
                  <a:pt x="323" y="795"/>
                  <a:pt x="323" y="795"/>
                  <a:pt x="323" y="795"/>
                </a:cubicBezTo>
                <a:cubicBezTo>
                  <a:pt x="337" y="795"/>
                  <a:pt x="348" y="784"/>
                  <a:pt x="348" y="770"/>
                </a:cubicBezTo>
                <a:cubicBezTo>
                  <a:pt x="348" y="757"/>
                  <a:pt x="337" y="745"/>
                  <a:pt x="323" y="745"/>
                </a:cubicBezTo>
                <a:cubicBezTo>
                  <a:pt x="323" y="745"/>
                  <a:pt x="323" y="745"/>
                  <a:pt x="323" y="745"/>
                </a:cubicBezTo>
                <a:close/>
                <a:moveTo>
                  <a:pt x="547" y="745"/>
                </a:moveTo>
                <a:cubicBezTo>
                  <a:pt x="472" y="745"/>
                  <a:pt x="472" y="745"/>
                  <a:pt x="472" y="745"/>
                </a:cubicBezTo>
                <a:cubicBezTo>
                  <a:pt x="459" y="745"/>
                  <a:pt x="448" y="757"/>
                  <a:pt x="448" y="770"/>
                </a:cubicBezTo>
                <a:cubicBezTo>
                  <a:pt x="448" y="784"/>
                  <a:pt x="459" y="795"/>
                  <a:pt x="472" y="795"/>
                </a:cubicBezTo>
                <a:cubicBezTo>
                  <a:pt x="472" y="795"/>
                  <a:pt x="472" y="795"/>
                  <a:pt x="472" y="795"/>
                </a:cubicBezTo>
                <a:cubicBezTo>
                  <a:pt x="547" y="795"/>
                  <a:pt x="547" y="795"/>
                  <a:pt x="547" y="795"/>
                </a:cubicBezTo>
                <a:cubicBezTo>
                  <a:pt x="561" y="795"/>
                  <a:pt x="572" y="784"/>
                  <a:pt x="572" y="770"/>
                </a:cubicBezTo>
                <a:cubicBezTo>
                  <a:pt x="572" y="757"/>
                  <a:pt x="561" y="745"/>
                  <a:pt x="547" y="745"/>
                </a:cubicBezTo>
                <a:cubicBezTo>
                  <a:pt x="547" y="745"/>
                  <a:pt x="547" y="745"/>
                  <a:pt x="547" y="745"/>
                </a:cubicBezTo>
                <a:close/>
                <a:moveTo>
                  <a:pt x="348" y="199"/>
                </a:moveTo>
                <a:cubicBezTo>
                  <a:pt x="448" y="199"/>
                  <a:pt x="448" y="199"/>
                  <a:pt x="448" y="199"/>
                </a:cubicBezTo>
                <a:cubicBezTo>
                  <a:pt x="461" y="199"/>
                  <a:pt x="472" y="188"/>
                  <a:pt x="472" y="174"/>
                </a:cubicBezTo>
                <a:cubicBezTo>
                  <a:pt x="472" y="160"/>
                  <a:pt x="461" y="149"/>
                  <a:pt x="448" y="149"/>
                </a:cubicBezTo>
                <a:cubicBezTo>
                  <a:pt x="448" y="149"/>
                  <a:pt x="448" y="149"/>
                  <a:pt x="448" y="149"/>
                </a:cubicBezTo>
                <a:cubicBezTo>
                  <a:pt x="348" y="149"/>
                  <a:pt x="348" y="149"/>
                  <a:pt x="348" y="149"/>
                </a:cubicBezTo>
                <a:cubicBezTo>
                  <a:pt x="334" y="149"/>
                  <a:pt x="323" y="160"/>
                  <a:pt x="323" y="174"/>
                </a:cubicBezTo>
                <a:cubicBezTo>
                  <a:pt x="323" y="188"/>
                  <a:pt x="334" y="199"/>
                  <a:pt x="348" y="199"/>
                </a:cubicBezTo>
                <a:cubicBezTo>
                  <a:pt x="348" y="199"/>
                  <a:pt x="348" y="199"/>
                  <a:pt x="348" y="199"/>
                </a:cubicBezTo>
                <a:close/>
                <a:moveTo>
                  <a:pt x="522" y="248"/>
                </a:moveTo>
                <a:cubicBezTo>
                  <a:pt x="274" y="248"/>
                  <a:pt x="274" y="248"/>
                  <a:pt x="274" y="248"/>
                </a:cubicBezTo>
                <a:cubicBezTo>
                  <a:pt x="260" y="248"/>
                  <a:pt x="249" y="259"/>
                  <a:pt x="249" y="273"/>
                </a:cubicBezTo>
                <a:cubicBezTo>
                  <a:pt x="249" y="287"/>
                  <a:pt x="260" y="298"/>
                  <a:pt x="274" y="298"/>
                </a:cubicBezTo>
                <a:cubicBezTo>
                  <a:pt x="274" y="298"/>
                  <a:pt x="274" y="298"/>
                  <a:pt x="274" y="298"/>
                </a:cubicBezTo>
                <a:cubicBezTo>
                  <a:pt x="522" y="298"/>
                  <a:pt x="522" y="298"/>
                  <a:pt x="522" y="298"/>
                </a:cubicBezTo>
                <a:cubicBezTo>
                  <a:pt x="536" y="298"/>
                  <a:pt x="547" y="287"/>
                  <a:pt x="547" y="273"/>
                </a:cubicBezTo>
                <a:cubicBezTo>
                  <a:pt x="547" y="259"/>
                  <a:pt x="536" y="248"/>
                  <a:pt x="522" y="248"/>
                </a:cubicBezTo>
                <a:cubicBezTo>
                  <a:pt x="522" y="248"/>
                  <a:pt x="522" y="248"/>
                  <a:pt x="522" y="248"/>
                </a:cubicBezTo>
                <a:close/>
                <a:moveTo>
                  <a:pt x="522" y="348"/>
                </a:moveTo>
                <a:cubicBezTo>
                  <a:pt x="274" y="348"/>
                  <a:pt x="274" y="348"/>
                  <a:pt x="274" y="348"/>
                </a:cubicBezTo>
                <a:cubicBezTo>
                  <a:pt x="260" y="348"/>
                  <a:pt x="249" y="359"/>
                  <a:pt x="249" y="373"/>
                </a:cubicBezTo>
                <a:cubicBezTo>
                  <a:pt x="249" y="386"/>
                  <a:pt x="260" y="397"/>
                  <a:pt x="274" y="397"/>
                </a:cubicBezTo>
                <a:cubicBezTo>
                  <a:pt x="274" y="397"/>
                  <a:pt x="274" y="397"/>
                  <a:pt x="274" y="397"/>
                </a:cubicBezTo>
                <a:cubicBezTo>
                  <a:pt x="522" y="397"/>
                  <a:pt x="522" y="397"/>
                  <a:pt x="522" y="397"/>
                </a:cubicBezTo>
                <a:cubicBezTo>
                  <a:pt x="536" y="397"/>
                  <a:pt x="547" y="386"/>
                  <a:pt x="547" y="373"/>
                </a:cubicBezTo>
                <a:cubicBezTo>
                  <a:pt x="547" y="359"/>
                  <a:pt x="536" y="348"/>
                  <a:pt x="522" y="348"/>
                </a:cubicBezTo>
                <a:cubicBezTo>
                  <a:pt x="522" y="348"/>
                  <a:pt x="522" y="348"/>
                  <a:pt x="522" y="348"/>
                </a:cubicBezTo>
                <a:close/>
                <a:moveTo>
                  <a:pt x="795" y="696"/>
                </a:moveTo>
                <a:cubicBezTo>
                  <a:pt x="795" y="373"/>
                  <a:pt x="795" y="373"/>
                  <a:pt x="795" y="373"/>
                </a:cubicBezTo>
                <a:cubicBezTo>
                  <a:pt x="795" y="372"/>
                  <a:pt x="795" y="371"/>
                  <a:pt x="795" y="370"/>
                </a:cubicBezTo>
                <a:cubicBezTo>
                  <a:pt x="795" y="367"/>
                  <a:pt x="794" y="363"/>
                  <a:pt x="792" y="360"/>
                </a:cubicBezTo>
                <a:cubicBezTo>
                  <a:pt x="792" y="360"/>
                  <a:pt x="791" y="359"/>
                  <a:pt x="791" y="358"/>
                </a:cubicBezTo>
                <a:cubicBezTo>
                  <a:pt x="790" y="358"/>
                  <a:pt x="790" y="357"/>
                  <a:pt x="789" y="357"/>
                </a:cubicBezTo>
                <a:cubicBezTo>
                  <a:pt x="788" y="356"/>
                  <a:pt x="787" y="354"/>
                  <a:pt x="786" y="353"/>
                </a:cubicBezTo>
                <a:cubicBezTo>
                  <a:pt x="786" y="353"/>
                  <a:pt x="786" y="353"/>
                  <a:pt x="786" y="353"/>
                </a:cubicBezTo>
                <a:cubicBezTo>
                  <a:pt x="671" y="261"/>
                  <a:pt x="671" y="261"/>
                  <a:pt x="671" y="261"/>
                </a:cubicBezTo>
                <a:cubicBezTo>
                  <a:pt x="671" y="54"/>
                  <a:pt x="671" y="54"/>
                  <a:pt x="671" y="54"/>
                </a:cubicBezTo>
                <a:cubicBezTo>
                  <a:pt x="671" y="24"/>
                  <a:pt x="647" y="0"/>
                  <a:pt x="617" y="0"/>
                </a:cubicBezTo>
                <a:cubicBezTo>
                  <a:pt x="179" y="0"/>
                  <a:pt x="179" y="0"/>
                  <a:pt x="179" y="0"/>
                </a:cubicBezTo>
                <a:cubicBezTo>
                  <a:pt x="149" y="0"/>
                  <a:pt x="124" y="24"/>
                  <a:pt x="124" y="54"/>
                </a:cubicBezTo>
                <a:cubicBezTo>
                  <a:pt x="124" y="261"/>
                  <a:pt x="124" y="261"/>
                  <a:pt x="124" y="261"/>
                </a:cubicBezTo>
                <a:cubicBezTo>
                  <a:pt x="10" y="353"/>
                  <a:pt x="10" y="353"/>
                  <a:pt x="10" y="353"/>
                </a:cubicBezTo>
                <a:cubicBezTo>
                  <a:pt x="10" y="353"/>
                  <a:pt x="10" y="353"/>
                  <a:pt x="10" y="353"/>
                </a:cubicBezTo>
                <a:cubicBezTo>
                  <a:pt x="8" y="354"/>
                  <a:pt x="7" y="356"/>
                  <a:pt x="6" y="357"/>
                </a:cubicBezTo>
                <a:cubicBezTo>
                  <a:pt x="6" y="357"/>
                  <a:pt x="5" y="358"/>
                  <a:pt x="5" y="358"/>
                </a:cubicBezTo>
                <a:cubicBezTo>
                  <a:pt x="4" y="359"/>
                  <a:pt x="4" y="360"/>
                  <a:pt x="4" y="360"/>
                </a:cubicBezTo>
                <a:cubicBezTo>
                  <a:pt x="2" y="364"/>
                  <a:pt x="1" y="368"/>
                  <a:pt x="0" y="373"/>
                </a:cubicBezTo>
                <a:cubicBezTo>
                  <a:pt x="0" y="723"/>
                  <a:pt x="0" y="723"/>
                  <a:pt x="0" y="723"/>
                </a:cubicBezTo>
                <a:cubicBezTo>
                  <a:pt x="0" y="763"/>
                  <a:pt x="33" y="795"/>
                  <a:pt x="73" y="795"/>
                </a:cubicBezTo>
                <a:cubicBezTo>
                  <a:pt x="124" y="795"/>
                  <a:pt x="124" y="795"/>
                  <a:pt x="124" y="795"/>
                </a:cubicBezTo>
                <a:cubicBezTo>
                  <a:pt x="138" y="795"/>
                  <a:pt x="149" y="784"/>
                  <a:pt x="149" y="770"/>
                </a:cubicBezTo>
                <a:cubicBezTo>
                  <a:pt x="149" y="757"/>
                  <a:pt x="138" y="745"/>
                  <a:pt x="124" y="745"/>
                </a:cubicBezTo>
                <a:cubicBezTo>
                  <a:pt x="124" y="745"/>
                  <a:pt x="124" y="745"/>
                  <a:pt x="124" y="745"/>
                </a:cubicBezTo>
                <a:cubicBezTo>
                  <a:pt x="73" y="745"/>
                  <a:pt x="73" y="745"/>
                  <a:pt x="73" y="745"/>
                </a:cubicBezTo>
                <a:cubicBezTo>
                  <a:pt x="60" y="745"/>
                  <a:pt x="50" y="735"/>
                  <a:pt x="50" y="723"/>
                </a:cubicBezTo>
                <a:cubicBezTo>
                  <a:pt x="50" y="421"/>
                  <a:pt x="50" y="421"/>
                  <a:pt x="50" y="421"/>
                </a:cubicBezTo>
                <a:cubicBezTo>
                  <a:pt x="334" y="625"/>
                  <a:pt x="334" y="625"/>
                  <a:pt x="334" y="625"/>
                </a:cubicBezTo>
                <a:cubicBezTo>
                  <a:pt x="334" y="626"/>
                  <a:pt x="335" y="626"/>
                  <a:pt x="336" y="627"/>
                </a:cubicBezTo>
                <a:cubicBezTo>
                  <a:pt x="359" y="640"/>
                  <a:pt x="378" y="646"/>
                  <a:pt x="398" y="646"/>
                </a:cubicBezTo>
                <a:cubicBezTo>
                  <a:pt x="417" y="646"/>
                  <a:pt x="437" y="640"/>
                  <a:pt x="460" y="627"/>
                </a:cubicBezTo>
                <a:cubicBezTo>
                  <a:pt x="460" y="626"/>
                  <a:pt x="461" y="626"/>
                  <a:pt x="462" y="625"/>
                </a:cubicBezTo>
                <a:cubicBezTo>
                  <a:pt x="746" y="421"/>
                  <a:pt x="746" y="421"/>
                  <a:pt x="746" y="421"/>
                </a:cubicBezTo>
                <a:cubicBezTo>
                  <a:pt x="746" y="723"/>
                  <a:pt x="746" y="723"/>
                  <a:pt x="746" y="723"/>
                </a:cubicBezTo>
                <a:cubicBezTo>
                  <a:pt x="746" y="735"/>
                  <a:pt x="736" y="745"/>
                  <a:pt x="723" y="745"/>
                </a:cubicBezTo>
                <a:cubicBezTo>
                  <a:pt x="671" y="745"/>
                  <a:pt x="671" y="745"/>
                  <a:pt x="671" y="745"/>
                </a:cubicBezTo>
                <a:cubicBezTo>
                  <a:pt x="658" y="745"/>
                  <a:pt x="646" y="757"/>
                  <a:pt x="646" y="770"/>
                </a:cubicBezTo>
                <a:cubicBezTo>
                  <a:pt x="646" y="784"/>
                  <a:pt x="657" y="795"/>
                  <a:pt x="671" y="795"/>
                </a:cubicBezTo>
                <a:cubicBezTo>
                  <a:pt x="671" y="795"/>
                  <a:pt x="671" y="795"/>
                  <a:pt x="671" y="795"/>
                </a:cubicBezTo>
                <a:cubicBezTo>
                  <a:pt x="723" y="795"/>
                  <a:pt x="723" y="795"/>
                  <a:pt x="723" y="795"/>
                </a:cubicBezTo>
                <a:cubicBezTo>
                  <a:pt x="763" y="795"/>
                  <a:pt x="795" y="763"/>
                  <a:pt x="795" y="723"/>
                </a:cubicBezTo>
                <a:lnTo>
                  <a:pt x="795" y="696"/>
                </a:lnTo>
                <a:close/>
                <a:moveTo>
                  <a:pt x="124" y="414"/>
                </a:moveTo>
                <a:cubicBezTo>
                  <a:pt x="66" y="372"/>
                  <a:pt x="66" y="372"/>
                  <a:pt x="66" y="372"/>
                </a:cubicBezTo>
                <a:cubicBezTo>
                  <a:pt x="124" y="325"/>
                  <a:pt x="124" y="325"/>
                  <a:pt x="124" y="325"/>
                </a:cubicBezTo>
                <a:cubicBezTo>
                  <a:pt x="124" y="414"/>
                  <a:pt x="124" y="414"/>
                  <a:pt x="124" y="414"/>
                </a:cubicBezTo>
                <a:close/>
                <a:moveTo>
                  <a:pt x="622" y="449"/>
                </a:moveTo>
                <a:cubicBezTo>
                  <a:pt x="434" y="584"/>
                  <a:pt x="434" y="584"/>
                  <a:pt x="434" y="584"/>
                </a:cubicBezTo>
                <a:cubicBezTo>
                  <a:pt x="405" y="600"/>
                  <a:pt x="391" y="600"/>
                  <a:pt x="361" y="584"/>
                </a:cubicBezTo>
                <a:cubicBezTo>
                  <a:pt x="174" y="449"/>
                  <a:pt x="174" y="449"/>
                  <a:pt x="174" y="449"/>
                </a:cubicBezTo>
                <a:cubicBezTo>
                  <a:pt x="174" y="54"/>
                  <a:pt x="174" y="54"/>
                  <a:pt x="174" y="54"/>
                </a:cubicBezTo>
                <a:cubicBezTo>
                  <a:pt x="174" y="52"/>
                  <a:pt x="176" y="50"/>
                  <a:pt x="179" y="50"/>
                </a:cubicBezTo>
                <a:cubicBezTo>
                  <a:pt x="617" y="50"/>
                  <a:pt x="617" y="50"/>
                  <a:pt x="617" y="50"/>
                </a:cubicBezTo>
                <a:cubicBezTo>
                  <a:pt x="619" y="50"/>
                  <a:pt x="621" y="52"/>
                  <a:pt x="622" y="54"/>
                </a:cubicBezTo>
                <a:lnTo>
                  <a:pt x="622" y="449"/>
                </a:lnTo>
                <a:close/>
                <a:moveTo>
                  <a:pt x="671" y="414"/>
                </a:moveTo>
                <a:cubicBezTo>
                  <a:pt x="671" y="325"/>
                  <a:pt x="671" y="325"/>
                  <a:pt x="671" y="325"/>
                </a:cubicBezTo>
                <a:cubicBezTo>
                  <a:pt x="730" y="372"/>
                  <a:pt x="730" y="372"/>
                  <a:pt x="730" y="372"/>
                </a:cubicBezTo>
                <a:lnTo>
                  <a:pt x="671" y="414"/>
                </a:lnTo>
                <a:close/>
              </a:path>
            </a:pathLst>
          </a:custGeom>
          <a:solidFill>
            <a:schemeClr val="bg1"/>
          </a:solidFill>
          <a:ln>
            <a:noFill/>
          </a:ln>
        </p:spPr>
        <p:txBody>
          <a:bodyPr vert="horz" wrap="square" lIns="91440" tIns="45720" rIns="91440" bIns="45720" numCol="1" anchor="t" anchorCtr="0" compatLnSpc="1"/>
          <a:lstStyle/>
          <a:p>
            <a:endParaRPr lang="zh-CN" altLang="en-US">
              <a:ea typeface="汉仪旗黑-50S" panose="0002060004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37982" y="0"/>
            <a:ext cx="1951504" cy="55444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3" name="矩形 2"/>
          <p:cNvSpPr/>
          <p:nvPr/>
        </p:nvSpPr>
        <p:spPr>
          <a:xfrm>
            <a:off x="3289486"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4" name="矩形 3"/>
          <p:cNvSpPr/>
          <p:nvPr/>
        </p:nvSpPr>
        <p:spPr>
          <a:xfrm>
            <a:off x="5240991"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5" name="矩形 4"/>
          <p:cNvSpPr/>
          <p:nvPr/>
        </p:nvSpPr>
        <p:spPr>
          <a:xfrm>
            <a:off x="7192495"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grpSp>
        <p:nvGrpSpPr>
          <p:cNvPr id="6" name="组合 5"/>
          <p:cNvGrpSpPr/>
          <p:nvPr/>
        </p:nvGrpSpPr>
        <p:grpSpPr>
          <a:xfrm>
            <a:off x="1428163" y="138724"/>
            <a:ext cx="7549958" cy="276999"/>
            <a:chOff x="105638" y="107946"/>
            <a:chExt cx="8844051" cy="276999"/>
          </a:xfrm>
        </p:grpSpPr>
        <p:sp>
          <p:nvSpPr>
            <p:cNvPr id="7" name="矩形 6"/>
            <p:cNvSpPr/>
            <p:nvPr/>
          </p:nvSpPr>
          <p:spPr bwMode="auto">
            <a:xfrm>
              <a:off x="105638" y="107946"/>
              <a:ext cx="210201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选题的背景与意义</a:t>
              </a:r>
              <a:endParaRPr lang="zh-CN" altLang="en-US" sz="1200" kern="100">
                <a:solidFill>
                  <a:schemeClr val="bg1"/>
                </a:solidFill>
                <a:latin typeface="+mj-ea"/>
                <a:ea typeface="+mj-ea"/>
                <a:cs typeface="汉仪旗黑-50S" panose="00020600040101010101" charset="-122"/>
              </a:endParaRPr>
            </a:p>
          </p:txBody>
        </p:sp>
        <p:sp>
          <p:nvSpPr>
            <p:cNvPr id="8" name="矩形 7"/>
            <p:cNvSpPr/>
            <p:nvPr/>
          </p:nvSpPr>
          <p:spPr bwMode="auto">
            <a:xfrm>
              <a:off x="2492229" y="107946"/>
              <a:ext cx="187353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研究方法及过程</a:t>
              </a:r>
              <a:endParaRPr lang="zh-CN" altLang="en-US" sz="1200" kern="100">
                <a:solidFill>
                  <a:schemeClr val="bg1"/>
                </a:solidFill>
                <a:latin typeface="+mj-ea"/>
                <a:ea typeface="+mj-ea"/>
                <a:cs typeface="汉仪旗黑-50S" panose="00020600040101010101" charset="-122"/>
              </a:endParaRPr>
            </a:p>
          </p:txBody>
        </p:sp>
        <p:sp>
          <p:nvSpPr>
            <p:cNvPr id="9" name="矩形 8"/>
            <p:cNvSpPr/>
            <p:nvPr/>
          </p:nvSpPr>
          <p:spPr bwMode="auto">
            <a:xfrm>
              <a:off x="4549750" y="107946"/>
              <a:ext cx="233049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研究成果展示及应用</a:t>
              </a:r>
              <a:endParaRPr lang="zh-CN" altLang="en-US" sz="1200" kern="100">
                <a:solidFill>
                  <a:schemeClr val="bg1"/>
                </a:solidFill>
                <a:latin typeface="+mj-ea"/>
                <a:ea typeface="+mj-ea"/>
                <a:cs typeface="汉仪旗黑-50S" panose="00020600040101010101" charset="-122"/>
              </a:endParaRPr>
            </a:p>
          </p:txBody>
        </p:sp>
        <p:sp>
          <p:nvSpPr>
            <p:cNvPr id="10" name="矩形 9"/>
            <p:cNvSpPr/>
            <p:nvPr/>
          </p:nvSpPr>
          <p:spPr bwMode="auto">
            <a:xfrm>
              <a:off x="7076150" y="107946"/>
              <a:ext cx="187353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论文总结与致谢</a:t>
              </a:r>
              <a:endParaRPr lang="zh-CN" altLang="en-US" sz="1200" kern="100">
                <a:solidFill>
                  <a:schemeClr val="bg1"/>
                </a:solidFill>
                <a:latin typeface="+mj-ea"/>
                <a:ea typeface="+mj-ea"/>
                <a:cs typeface="汉仪旗黑-50S" panose="00020600040101010101" charset="-122"/>
              </a:endParaRPr>
            </a:p>
          </p:txBody>
        </p:sp>
      </p:grpSp>
      <p:sp>
        <p:nvSpPr>
          <p:cNvPr id="11" name="矩形 10"/>
          <p:cNvSpPr/>
          <p:nvPr/>
        </p:nvSpPr>
        <p:spPr>
          <a:xfrm>
            <a:off x="0" y="23"/>
            <a:ext cx="1337982" cy="5544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371474" y="40845"/>
            <a:ext cx="595035" cy="472756"/>
            <a:chOff x="257511" y="1283815"/>
            <a:chExt cx="3608258" cy="2800587"/>
          </a:xfrm>
        </p:grpSpPr>
        <p:grpSp>
          <p:nvGrpSpPr>
            <p:cNvPr id="13" name="Group 79"/>
            <p:cNvGrpSpPr>
              <a:grpSpLocks noChangeAspect="1"/>
            </p:cNvGrpSpPr>
            <p:nvPr/>
          </p:nvGrpSpPr>
          <p:grpSpPr bwMode="auto">
            <a:xfrm>
              <a:off x="1235639" y="1283815"/>
              <a:ext cx="1621531" cy="1625508"/>
              <a:chOff x="1247" y="-15"/>
              <a:chExt cx="3263" cy="3271"/>
            </a:xfrm>
            <a:solidFill>
              <a:sysClr val="window" lastClr="FFFFFF"/>
            </a:solidFill>
          </p:grpSpPr>
          <p:sp>
            <p:nvSpPr>
              <p:cNvPr id="15" name="Freeform 80"/>
              <p:cNvSpPr/>
              <p:nvPr/>
            </p:nvSpPr>
            <p:spPr bwMode="auto">
              <a:xfrm>
                <a:off x="1722" y="1892"/>
                <a:ext cx="207" cy="199"/>
              </a:xfrm>
              <a:custGeom>
                <a:avLst/>
                <a:gdLst>
                  <a:gd name="T0" fmla="*/ 104 w 207"/>
                  <a:gd name="T1" fmla="*/ 0 h 199"/>
                  <a:gd name="T2" fmla="*/ 136 w 207"/>
                  <a:gd name="T3" fmla="*/ 66 h 199"/>
                  <a:gd name="T4" fmla="*/ 207 w 207"/>
                  <a:gd name="T5" fmla="*/ 77 h 199"/>
                  <a:gd name="T6" fmla="*/ 157 w 207"/>
                  <a:gd name="T7" fmla="*/ 126 h 199"/>
                  <a:gd name="T8" fmla="*/ 169 w 207"/>
                  <a:gd name="T9" fmla="*/ 199 h 199"/>
                  <a:gd name="T10" fmla="*/ 104 w 207"/>
                  <a:gd name="T11" fmla="*/ 165 h 199"/>
                  <a:gd name="T12" fmla="*/ 41 w 207"/>
                  <a:gd name="T13" fmla="*/ 199 h 199"/>
                  <a:gd name="T14" fmla="*/ 52 w 207"/>
                  <a:gd name="T15" fmla="*/ 126 h 199"/>
                  <a:gd name="T16" fmla="*/ 0 w 207"/>
                  <a:gd name="T17" fmla="*/ 77 h 199"/>
                  <a:gd name="T18" fmla="*/ 72 w 207"/>
                  <a:gd name="T19" fmla="*/ 66 h 199"/>
                  <a:gd name="T20" fmla="*/ 104 w 207"/>
                  <a:gd name="T21" fmla="*/ 0 h 199"/>
                  <a:gd name="T22" fmla="*/ 104 w 207"/>
                  <a:gd name="T23" fmla="*/ 0 h 199"/>
                  <a:gd name="T24" fmla="*/ 104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4" y="0"/>
                    </a:moveTo>
                    <a:lnTo>
                      <a:pt x="136" y="66"/>
                    </a:lnTo>
                    <a:lnTo>
                      <a:pt x="207" y="77"/>
                    </a:lnTo>
                    <a:lnTo>
                      <a:pt x="157" y="126"/>
                    </a:lnTo>
                    <a:lnTo>
                      <a:pt x="169" y="199"/>
                    </a:lnTo>
                    <a:lnTo>
                      <a:pt x="104" y="165"/>
                    </a:lnTo>
                    <a:lnTo>
                      <a:pt x="41" y="199"/>
                    </a:lnTo>
                    <a:lnTo>
                      <a:pt x="52" y="126"/>
                    </a:lnTo>
                    <a:lnTo>
                      <a:pt x="0" y="77"/>
                    </a:lnTo>
                    <a:lnTo>
                      <a:pt x="72" y="66"/>
                    </a:lnTo>
                    <a:lnTo>
                      <a:pt x="104" y="0"/>
                    </a:lnTo>
                    <a:lnTo>
                      <a:pt x="104" y="0"/>
                    </a:lnTo>
                    <a:lnTo>
                      <a:pt x="10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6" name="Freeform 81"/>
              <p:cNvSpPr/>
              <p:nvPr/>
            </p:nvSpPr>
            <p:spPr bwMode="auto">
              <a:xfrm>
                <a:off x="3779" y="1892"/>
                <a:ext cx="207" cy="199"/>
              </a:xfrm>
              <a:custGeom>
                <a:avLst/>
                <a:gdLst>
                  <a:gd name="T0" fmla="*/ 105 w 207"/>
                  <a:gd name="T1" fmla="*/ 0 h 199"/>
                  <a:gd name="T2" fmla="*/ 136 w 207"/>
                  <a:gd name="T3" fmla="*/ 66 h 199"/>
                  <a:gd name="T4" fmla="*/ 207 w 207"/>
                  <a:gd name="T5" fmla="*/ 77 h 199"/>
                  <a:gd name="T6" fmla="*/ 157 w 207"/>
                  <a:gd name="T7" fmla="*/ 126 h 199"/>
                  <a:gd name="T8" fmla="*/ 170 w 207"/>
                  <a:gd name="T9" fmla="*/ 199 h 199"/>
                  <a:gd name="T10" fmla="*/ 105 w 207"/>
                  <a:gd name="T11" fmla="*/ 165 h 199"/>
                  <a:gd name="T12" fmla="*/ 41 w 207"/>
                  <a:gd name="T13" fmla="*/ 199 h 199"/>
                  <a:gd name="T14" fmla="*/ 52 w 207"/>
                  <a:gd name="T15" fmla="*/ 126 h 199"/>
                  <a:gd name="T16" fmla="*/ 0 w 207"/>
                  <a:gd name="T17" fmla="*/ 77 h 199"/>
                  <a:gd name="T18" fmla="*/ 72 w 207"/>
                  <a:gd name="T19" fmla="*/ 66 h 199"/>
                  <a:gd name="T20" fmla="*/ 105 w 207"/>
                  <a:gd name="T21" fmla="*/ 0 h 199"/>
                  <a:gd name="T22" fmla="*/ 105 w 207"/>
                  <a:gd name="T23" fmla="*/ 0 h 199"/>
                  <a:gd name="T24" fmla="*/ 105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5" y="0"/>
                    </a:moveTo>
                    <a:lnTo>
                      <a:pt x="136" y="66"/>
                    </a:lnTo>
                    <a:lnTo>
                      <a:pt x="207" y="77"/>
                    </a:lnTo>
                    <a:lnTo>
                      <a:pt x="157" y="126"/>
                    </a:lnTo>
                    <a:lnTo>
                      <a:pt x="170" y="199"/>
                    </a:lnTo>
                    <a:lnTo>
                      <a:pt x="105" y="165"/>
                    </a:lnTo>
                    <a:lnTo>
                      <a:pt x="41" y="199"/>
                    </a:lnTo>
                    <a:lnTo>
                      <a:pt x="52" y="126"/>
                    </a:lnTo>
                    <a:lnTo>
                      <a:pt x="0" y="77"/>
                    </a:lnTo>
                    <a:lnTo>
                      <a:pt x="72" y="66"/>
                    </a:lnTo>
                    <a:lnTo>
                      <a:pt x="105" y="0"/>
                    </a:lnTo>
                    <a:lnTo>
                      <a:pt x="105" y="0"/>
                    </a:lnTo>
                    <a:lnTo>
                      <a:pt x="10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7" name="Freeform 82"/>
              <p:cNvSpPr>
                <a:spLocks noEditPoints="1"/>
              </p:cNvSpPr>
              <p:nvPr/>
            </p:nvSpPr>
            <p:spPr bwMode="auto">
              <a:xfrm>
                <a:off x="1247" y="-15"/>
                <a:ext cx="3263" cy="3271"/>
              </a:xfrm>
              <a:custGeom>
                <a:avLst/>
                <a:gdLst>
                  <a:gd name="T0" fmla="*/ 2378 w 2411"/>
                  <a:gd name="T1" fmla="*/ 1061 h 2417"/>
                  <a:gd name="T2" fmla="*/ 2354 w 2411"/>
                  <a:gd name="T3" fmla="*/ 1453 h 2417"/>
                  <a:gd name="T4" fmla="*/ 2203 w 2411"/>
                  <a:gd name="T5" fmla="*/ 1825 h 2417"/>
                  <a:gd name="T6" fmla="*/ 1932 w 2411"/>
                  <a:gd name="T7" fmla="*/ 2133 h 2417"/>
                  <a:gd name="T8" fmla="*/ 1575 w 2411"/>
                  <a:gd name="T9" fmla="*/ 2325 h 2417"/>
                  <a:gd name="T10" fmla="*/ 1169 w 2411"/>
                  <a:gd name="T11" fmla="*/ 2387 h 2417"/>
                  <a:gd name="T12" fmla="*/ 771 w 2411"/>
                  <a:gd name="T13" fmla="*/ 2302 h 2417"/>
                  <a:gd name="T14" fmla="*/ 432 w 2411"/>
                  <a:gd name="T15" fmla="*/ 2089 h 2417"/>
                  <a:gd name="T16" fmla="*/ 176 w 2411"/>
                  <a:gd name="T17" fmla="*/ 1768 h 2417"/>
                  <a:gd name="T18" fmla="*/ 49 w 2411"/>
                  <a:gd name="T19" fmla="*/ 1383 h 2417"/>
                  <a:gd name="T20" fmla="*/ 59 w 2411"/>
                  <a:gd name="T21" fmla="*/ 973 h 2417"/>
                  <a:gd name="T22" fmla="*/ 210 w 2411"/>
                  <a:gd name="T23" fmla="*/ 585 h 2417"/>
                  <a:gd name="T24" fmla="*/ 484 w 2411"/>
                  <a:gd name="T25" fmla="*/ 278 h 2417"/>
                  <a:gd name="T26" fmla="*/ 844 w 2411"/>
                  <a:gd name="T27" fmla="*/ 87 h 2417"/>
                  <a:gd name="T28" fmla="*/ 1247 w 2411"/>
                  <a:gd name="T29" fmla="*/ 31 h 2417"/>
                  <a:gd name="T30" fmla="*/ 1644 w 2411"/>
                  <a:gd name="T31" fmla="*/ 115 h 2417"/>
                  <a:gd name="T32" fmla="*/ 1988 w 2411"/>
                  <a:gd name="T33" fmla="*/ 331 h 2417"/>
                  <a:gd name="T34" fmla="*/ 2242 w 2411"/>
                  <a:gd name="T35" fmla="*/ 655 h 2417"/>
                  <a:gd name="T36" fmla="*/ 2250 w 2411"/>
                  <a:gd name="T37" fmla="*/ 785 h 2417"/>
                  <a:gd name="T38" fmla="*/ 2050 w 2411"/>
                  <a:gd name="T39" fmla="*/ 488 h 2417"/>
                  <a:gd name="T40" fmla="*/ 1752 w 2411"/>
                  <a:gd name="T41" fmla="*/ 240 h 2417"/>
                  <a:gd name="T42" fmla="*/ 1393 w 2411"/>
                  <a:gd name="T43" fmla="*/ 113 h 2417"/>
                  <a:gd name="T44" fmla="*/ 1007 w 2411"/>
                  <a:gd name="T45" fmla="*/ 115 h 2417"/>
                  <a:gd name="T46" fmla="*/ 650 w 2411"/>
                  <a:gd name="T47" fmla="*/ 249 h 2417"/>
                  <a:gd name="T48" fmla="*/ 356 w 2411"/>
                  <a:gd name="T49" fmla="*/ 499 h 2417"/>
                  <a:gd name="T50" fmla="*/ 169 w 2411"/>
                  <a:gd name="T51" fmla="*/ 831 h 2417"/>
                  <a:gd name="T52" fmla="*/ 102 w 2411"/>
                  <a:gd name="T53" fmla="*/ 1210 h 2417"/>
                  <a:gd name="T54" fmla="*/ 168 w 2411"/>
                  <a:gd name="T55" fmla="*/ 1589 h 2417"/>
                  <a:gd name="T56" fmla="*/ 362 w 2411"/>
                  <a:gd name="T57" fmla="*/ 1928 h 2417"/>
                  <a:gd name="T58" fmla="*/ 658 w 2411"/>
                  <a:gd name="T59" fmla="*/ 2176 h 2417"/>
                  <a:gd name="T60" fmla="*/ 1017 w 2411"/>
                  <a:gd name="T61" fmla="*/ 2303 h 2417"/>
                  <a:gd name="T62" fmla="*/ 1404 w 2411"/>
                  <a:gd name="T63" fmla="*/ 2303 h 2417"/>
                  <a:gd name="T64" fmla="*/ 1766 w 2411"/>
                  <a:gd name="T65" fmla="*/ 2170 h 2417"/>
                  <a:gd name="T66" fmla="*/ 2065 w 2411"/>
                  <a:gd name="T67" fmla="*/ 1916 h 2417"/>
                  <a:gd name="T68" fmla="*/ 2253 w 2411"/>
                  <a:gd name="T69" fmla="*/ 1577 h 2417"/>
                  <a:gd name="T70" fmla="*/ 2314 w 2411"/>
                  <a:gd name="T71" fmla="*/ 1196 h 2417"/>
                  <a:gd name="T72" fmla="*/ 2250 w 2411"/>
                  <a:gd name="T73" fmla="*/ 785 h 2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11" h="2417">
                    <a:moveTo>
                      <a:pt x="2317" y="808"/>
                    </a:moveTo>
                    <a:cubicBezTo>
                      <a:pt x="2298" y="899"/>
                      <a:pt x="2323" y="981"/>
                      <a:pt x="2378" y="1061"/>
                    </a:cubicBezTo>
                    <a:cubicBezTo>
                      <a:pt x="2411" y="1110"/>
                      <a:pt x="2411" y="1169"/>
                      <a:pt x="2382" y="1222"/>
                    </a:cubicBezTo>
                    <a:cubicBezTo>
                      <a:pt x="2342" y="1296"/>
                      <a:pt x="2334" y="1371"/>
                      <a:pt x="2354" y="1453"/>
                    </a:cubicBezTo>
                    <a:cubicBezTo>
                      <a:pt x="2371" y="1523"/>
                      <a:pt x="2353" y="1585"/>
                      <a:pt x="2297" y="1635"/>
                    </a:cubicBezTo>
                    <a:cubicBezTo>
                      <a:pt x="2241" y="1685"/>
                      <a:pt x="2209" y="1749"/>
                      <a:pt x="2203" y="1825"/>
                    </a:cubicBezTo>
                    <a:cubicBezTo>
                      <a:pt x="2198" y="1900"/>
                      <a:pt x="2159" y="1954"/>
                      <a:pt x="2089" y="1983"/>
                    </a:cubicBezTo>
                    <a:cubicBezTo>
                      <a:pt x="2016" y="2012"/>
                      <a:pt x="1964" y="2062"/>
                      <a:pt x="1932" y="2133"/>
                    </a:cubicBezTo>
                    <a:cubicBezTo>
                      <a:pt x="1901" y="2200"/>
                      <a:pt x="1848" y="2236"/>
                      <a:pt x="1774" y="2239"/>
                    </a:cubicBezTo>
                    <a:cubicBezTo>
                      <a:pt x="1695" y="2242"/>
                      <a:pt x="1630" y="2270"/>
                      <a:pt x="1575" y="2325"/>
                    </a:cubicBezTo>
                    <a:cubicBezTo>
                      <a:pt x="1523" y="2379"/>
                      <a:pt x="1461" y="2395"/>
                      <a:pt x="1391" y="2372"/>
                    </a:cubicBezTo>
                    <a:cubicBezTo>
                      <a:pt x="1314" y="2347"/>
                      <a:pt x="1241" y="2352"/>
                      <a:pt x="1169" y="2387"/>
                    </a:cubicBezTo>
                    <a:cubicBezTo>
                      <a:pt x="1104" y="2417"/>
                      <a:pt x="1041" y="2410"/>
                      <a:pt x="984" y="2366"/>
                    </a:cubicBezTo>
                    <a:cubicBezTo>
                      <a:pt x="921" y="2316"/>
                      <a:pt x="851" y="2295"/>
                      <a:pt x="771" y="2302"/>
                    </a:cubicBezTo>
                    <a:cubicBezTo>
                      <a:pt x="695" y="2308"/>
                      <a:pt x="638" y="2277"/>
                      <a:pt x="598" y="2212"/>
                    </a:cubicBezTo>
                    <a:cubicBezTo>
                      <a:pt x="559" y="2150"/>
                      <a:pt x="504" y="2108"/>
                      <a:pt x="432" y="2089"/>
                    </a:cubicBezTo>
                    <a:cubicBezTo>
                      <a:pt x="356" y="2069"/>
                      <a:pt x="310" y="2022"/>
                      <a:pt x="294" y="1944"/>
                    </a:cubicBezTo>
                    <a:cubicBezTo>
                      <a:pt x="278" y="1870"/>
                      <a:pt x="239" y="1811"/>
                      <a:pt x="176" y="1768"/>
                    </a:cubicBezTo>
                    <a:cubicBezTo>
                      <a:pt x="114" y="1725"/>
                      <a:pt x="88" y="1665"/>
                      <a:pt x="98" y="1590"/>
                    </a:cubicBezTo>
                    <a:cubicBezTo>
                      <a:pt x="109" y="1514"/>
                      <a:pt x="93" y="1445"/>
                      <a:pt x="49" y="1383"/>
                    </a:cubicBezTo>
                    <a:cubicBezTo>
                      <a:pt x="4" y="1319"/>
                      <a:pt x="0" y="1253"/>
                      <a:pt x="37" y="1184"/>
                    </a:cubicBezTo>
                    <a:cubicBezTo>
                      <a:pt x="72" y="1116"/>
                      <a:pt x="80" y="1046"/>
                      <a:pt x="59" y="973"/>
                    </a:cubicBezTo>
                    <a:cubicBezTo>
                      <a:pt x="38" y="899"/>
                      <a:pt x="58" y="837"/>
                      <a:pt x="114" y="786"/>
                    </a:cubicBezTo>
                    <a:cubicBezTo>
                      <a:pt x="173" y="732"/>
                      <a:pt x="204" y="665"/>
                      <a:pt x="210" y="585"/>
                    </a:cubicBezTo>
                    <a:cubicBezTo>
                      <a:pt x="216" y="516"/>
                      <a:pt x="253" y="465"/>
                      <a:pt x="316" y="439"/>
                    </a:cubicBezTo>
                    <a:cubicBezTo>
                      <a:pt x="394" y="407"/>
                      <a:pt x="449" y="355"/>
                      <a:pt x="484" y="278"/>
                    </a:cubicBezTo>
                    <a:cubicBezTo>
                      <a:pt x="513" y="216"/>
                      <a:pt x="566" y="182"/>
                      <a:pt x="636" y="179"/>
                    </a:cubicBezTo>
                    <a:cubicBezTo>
                      <a:pt x="718" y="177"/>
                      <a:pt x="786" y="146"/>
                      <a:pt x="844" y="87"/>
                    </a:cubicBezTo>
                    <a:cubicBezTo>
                      <a:pt x="892" y="38"/>
                      <a:pt x="953" y="24"/>
                      <a:pt x="1019" y="45"/>
                    </a:cubicBezTo>
                    <a:cubicBezTo>
                      <a:pt x="1097" y="70"/>
                      <a:pt x="1172" y="66"/>
                      <a:pt x="1247" y="31"/>
                    </a:cubicBezTo>
                    <a:cubicBezTo>
                      <a:pt x="1309" y="0"/>
                      <a:pt x="1371" y="8"/>
                      <a:pt x="1425" y="50"/>
                    </a:cubicBezTo>
                    <a:cubicBezTo>
                      <a:pt x="1491" y="101"/>
                      <a:pt x="1562" y="123"/>
                      <a:pt x="1644" y="115"/>
                    </a:cubicBezTo>
                    <a:cubicBezTo>
                      <a:pt x="1715" y="108"/>
                      <a:pt x="1771" y="138"/>
                      <a:pt x="1810" y="199"/>
                    </a:cubicBezTo>
                    <a:cubicBezTo>
                      <a:pt x="1852" y="267"/>
                      <a:pt x="1910" y="311"/>
                      <a:pt x="1988" y="331"/>
                    </a:cubicBezTo>
                    <a:cubicBezTo>
                      <a:pt x="2057" y="349"/>
                      <a:pt x="2102" y="395"/>
                      <a:pt x="2116" y="465"/>
                    </a:cubicBezTo>
                    <a:cubicBezTo>
                      <a:pt x="2133" y="545"/>
                      <a:pt x="2174" y="608"/>
                      <a:pt x="2242" y="655"/>
                    </a:cubicBezTo>
                    <a:cubicBezTo>
                      <a:pt x="2294" y="690"/>
                      <a:pt x="2316" y="742"/>
                      <a:pt x="2317" y="808"/>
                    </a:cubicBezTo>
                    <a:close/>
                    <a:moveTo>
                      <a:pt x="2250" y="785"/>
                    </a:moveTo>
                    <a:cubicBezTo>
                      <a:pt x="2237" y="767"/>
                      <a:pt x="2219" y="729"/>
                      <a:pt x="2191" y="707"/>
                    </a:cubicBezTo>
                    <a:cubicBezTo>
                      <a:pt x="2119" y="648"/>
                      <a:pt x="2068" y="579"/>
                      <a:pt x="2050" y="488"/>
                    </a:cubicBezTo>
                    <a:cubicBezTo>
                      <a:pt x="2040" y="440"/>
                      <a:pt x="2013" y="409"/>
                      <a:pt x="1966" y="397"/>
                    </a:cubicBezTo>
                    <a:cubicBezTo>
                      <a:pt x="1874" y="374"/>
                      <a:pt x="1803" y="321"/>
                      <a:pt x="1752" y="240"/>
                    </a:cubicBezTo>
                    <a:cubicBezTo>
                      <a:pt x="1727" y="199"/>
                      <a:pt x="1691" y="181"/>
                      <a:pt x="1643" y="186"/>
                    </a:cubicBezTo>
                    <a:cubicBezTo>
                      <a:pt x="1550" y="195"/>
                      <a:pt x="1466" y="170"/>
                      <a:pt x="1393" y="113"/>
                    </a:cubicBezTo>
                    <a:cubicBezTo>
                      <a:pt x="1353" y="82"/>
                      <a:pt x="1312" y="77"/>
                      <a:pt x="1266" y="99"/>
                    </a:cubicBezTo>
                    <a:cubicBezTo>
                      <a:pt x="1182" y="138"/>
                      <a:pt x="1095" y="144"/>
                      <a:pt x="1007" y="115"/>
                    </a:cubicBezTo>
                    <a:cubicBezTo>
                      <a:pt x="959" y="99"/>
                      <a:pt x="919" y="110"/>
                      <a:pt x="883" y="146"/>
                    </a:cubicBezTo>
                    <a:cubicBezTo>
                      <a:pt x="820" y="212"/>
                      <a:pt x="740" y="246"/>
                      <a:pt x="650" y="249"/>
                    </a:cubicBezTo>
                    <a:cubicBezTo>
                      <a:pt x="596" y="251"/>
                      <a:pt x="562" y="275"/>
                      <a:pt x="540" y="323"/>
                    </a:cubicBezTo>
                    <a:cubicBezTo>
                      <a:pt x="502" y="405"/>
                      <a:pt x="440" y="465"/>
                      <a:pt x="356" y="499"/>
                    </a:cubicBezTo>
                    <a:cubicBezTo>
                      <a:pt x="305" y="519"/>
                      <a:pt x="281" y="554"/>
                      <a:pt x="277" y="606"/>
                    </a:cubicBezTo>
                    <a:cubicBezTo>
                      <a:pt x="271" y="695"/>
                      <a:pt x="234" y="771"/>
                      <a:pt x="169" y="831"/>
                    </a:cubicBezTo>
                    <a:cubicBezTo>
                      <a:pt x="126" y="869"/>
                      <a:pt x="115" y="911"/>
                      <a:pt x="130" y="966"/>
                    </a:cubicBezTo>
                    <a:cubicBezTo>
                      <a:pt x="152" y="1050"/>
                      <a:pt x="144" y="1133"/>
                      <a:pt x="102" y="1210"/>
                    </a:cubicBezTo>
                    <a:cubicBezTo>
                      <a:pt x="76" y="1258"/>
                      <a:pt x="77" y="1301"/>
                      <a:pt x="109" y="1346"/>
                    </a:cubicBezTo>
                    <a:cubicBezTo>
                      <a:pt x="161" y="1419"/>
                      <a:pt x="181" y="1501"/>
                      <a:pt x="168" y="1589"/>
                    </a:cubicBezTo>
                    <a:cubicBezTo>
                      <a:pt x="161" y="1643"/>
                      <a:pt x="177" y="1683"/>
                      <a:pt x="222" y="1715"/>
                    </a:cubicBezTo>
                    <a:cubicBezTo>
                      <a:pt x="297" y="1767"/>
                      <a:pt x="344" y="1839"/>
                      <a:pt x="362" y="1928"/>
                    </a:cubicBezTo>
                    <a:cubicBezTo>
                      <a:pt x="372" y="1978"/>
                      <a:pt x="400" y="2008"/>
                      <a:pt x="449" y="2021"/>
                    </a:cubicBezTo>
                    <a:cubicBezTo>
                      <a:pt x="539" y="2044"/>
                      <a:pt x="609" y="2096"/>
                      <a:pt x="658" y="2176"/>
                    </a:cubicBezTo>
                    <a:cubicBezTo>
                      <a:pt x="685" y="2219"/>
                      <a:pt x="722" y="2238"/>
                      <a:pt x="773" y="2232"/>
                    </a:cubicBezTo>
                    <a:cubicBezTo>
                      <a:pt x="864" y="2223"/>
                      <a:pt x="946" y="2247"/>
                      <a:pt x="1017" y="2303"/>
                    </a:cubicBezTo>
                    <a:cubicBezTo>
                      <a:pt x="1059" y="2336"/>
                      <a:pt x="1101" y="2341"/>
                      <a:pt x="1149" y="2319"/>
                    </a:cubicBezTo>
                    <a:cubicBezTo>
                      <a:pt x="1232" y="2280"/>
                      <a:pt x="1317" y="2275"/>
                      <a:pt x="1404" y="2303"/>
                    </a:cubicBezTo>
                    <a:cubicBezTo>
                      <a:pt x="1452" y="2318"/>
                      <a:pt x="1492" y="2310"/>
                      <a:pt x="1528" y="2273"/>
                    </a:cubicBezTo>
                    <a:cubicBezTo>
                      <a:pt x="1593" y="2207"/>
                      <a:pt x="1672" y="2172"/>
                      <a:pt x="1766" y="2170"/>
                    </a:cubicBezTo>
                    <a:cubicBezTo>
                      <a:pt x="1814" y="2168"/>
                      <a:pt x="1848" y="2147"/>
                      <a:pt x="1868" y="2103"/>
                    </a:cubicBezTo>
                    <a:cubicBezTo>
                      <a:pt x="1909" y="2014"/>
                      <a:pt x="1974" y="1952"/>
                      <a:pt x="2065" y="1916"/>
                    </a:cubicBezTo>
                    <a:cubicBezTo>
                      <a:pt x="2106" y="1900"/>
                      <a:pt x="2128" y="1869"/>
                      <a:pt x="2132" y="1825"/>
                    </a:cubicBezTo>
                    <a:cubicBezTo>
                      <a:pt x="2140" y="1727"/>
                      <a:pt x="2183" y="1647"/>
                      <a:pt x="2253" y="1577"/>
                    </a:cubicBezTo>
                    <a:cubicBezTo>
                      <a:pt x="2276" y="1553"/>
                      <a:pt x="2291" y="1502"/>
                      <a:pt x="2284" y="1470"/>
                    </a:cubicBezTo>
                    <a:cubicBezTo>
                      <a:pt x="2262" y="1373"/>
                      <a:pt x="2274" y="1285"/>
                      <a:pt x="2314" y="1196"/>
                    </a:cubicBezTo>
                    <a:cubicBezTo>
                      <a:pt x="2327" y="1165"/>
                      <a:pt x="2328" y="1116"/>
                      <a:pt x="2311" y="1089"/>
                    </a:cubicBezTo>
                    <a:cubicBezTo>
                      <a:pt x="2255" y="1001"/>
                      <a:pt x="2228" y="909"/>
                      <a:pt x="2250" y="7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8" name="Freeform 83"/>
              <p:cNvSpPr/>
              <p:nvPr/>
            </p:nvSpPr>
            <p:spPr bwMode="auto">
              <a:xfrm>
                <a:off x="3318" y="2439"/>
                <a:ext cx="327" cy="222"/>
              </a:xfrm>
              <a:custGeom>
                <a:avLst/>
                <a:gdLst>
                  <a:gd name="T0" fmla="*/ 77 w 242"/>
                  <a:gd name="T1" fmla="*/ 122 h 164"/>
                  <a:gd name="T2" fmla="*/ 104 w 242"/>
                  <a:gd name="T3" fmla="*/ 82 h 164"/>
                  <a:gd name="T4" fmla="*/ 112 w 242"/>
                  <a:gd name="T5" fmla="*/ 88 h 164"/>
                  <a:gd name="T6" fmla="*/ 92 w 242"/>
                  <a:gd name="T7" fmla="*/ 119 h 164"/>
                  <a:gd name="T8" fmla="*/ 242 w 242"/>
                  <a:gd name="T9" fmla="*/ 124 h 164"/>
                  <a:gd name="T10" fmla="*/ 161 w 242"/>
                  <a:gd name="T11" fmla="*/ 161 h 164"/>
                  <a:gd name="T12" fmla="*/ 99 w 242"/>
                  <a:gd name="T13" fmla="*/ 153 h 164"/>
                  <a:gd name="T14" fmla="*/ 38 w 242"/>
                  <a:gd name="T15" fmla="*/ 164 h 164"/>
                  <a:gd name="T16" fmla="*/ 29 w 242"/>
                  <a:gd name="T17" fmla="*/ 126 h 164"/>
                  <a:gd name="T18" fmla="*/ 32 w 242"/>
                  <a:gd name="T19" fmla="*/ 0 h 164"/>
                  <a:gd name="T20" fmla="*/ 77 w 242"/>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164">
                    <a:moveTo>
                      <a:pt x="77" y="122"/>
                    </a:moveTo>
                    <a:cubicBezTo>
                      <a:pt x="86" y="109"/>
                      <a:pt x="95" y="96"/>
                      <a:pt x="104" y="82"/>
                    </a:cubicBezTo>
                    <a:cubicBezTo>
                      <a:pt x="107" y="84"/>
                      <a:pt x="109" y="86"/>
                      <a:pt x="112" y="88"/>
                    </a:cubicBezTo>
                    <a:cubicBezTo>
                      <a:pt x="107" y="95"/>
                      <a:pt x="102" y="103"/>
                      <a:pt x="92" y="119"/>
                    </a:cubicBezTo>
                    <a:cubicBezTo>
                      <a:pt x="148" y="90"/>
                      <a:pt x="193" y="98"/>
                      <a:pt x="242" y="124"/>
                    </a:cubicBezTo>
                    <a:cubicBezTo>
                      <a:pt x="218" y="148"/>
                      <a:pt x="192" y="161"/>
                      <a:pt x="161" y="161"/>
                    </a:cubicBezTo>
                    <a:cubicBezTo>
                      <a:pt x="140" y="161"/>
                      <a:pt x="118" y="160"/>
                      <a:pt x="99" y="153"/>
                    </a:cubicBezTo>
                    <a:cubicBezTo>
                      <a:pt x="73" y="143"/>
                      <a:pt x="53" y="143"/>
                      <a:pt x="38" y="164"/>
                    </a:cubicBezTo>
                    <a:cubicBezTo>
                      <a:pt x="35" y="151"/>
                      <a:pt x="36" y="137"/>
                      <a:pt x="29" y="126"/>
                    </a:cubicBezTo>
                    <a:cubicBezTo>
                      <a:pt x="0" y="75"/>
                      <a:pt x="0" y="46"/>
                      <a:pt x="32" y="0"/>
                    </a:cubicBezTo>
                    <a:cubicBezTo>
                      <a:pt x="72" y="14"/>
                      <a:pt x="85" y="53"/>
                      <a:pt x="77"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9" name="Freeform 84"/>
              <p:cNvSpPr/>
              <p:nvPr/>
            </p:nvSpPr>
            <p:spPr bwMode="auto">
              <a:xfrm>
                <a:off x="3417" y="2308"/>
                <a:ext cx="339" cy="217"/>
              </a:xfrm>
              <a:custGeom>
                <a:avLst/>
                <a:gdLst>
                  <a:gd name="T0" fmla="*/ 251 w 251"/>
                  <a:gd name="T1" fmla="*/ 92 h 161"/>
                  <a:gd name="T2" fmla="*/ 65 w 251"/>
                  <a:gd name="T3" fmla="*/ 138 h 161"/>
                  <a:gd name="T4" fmla="*/ 29 w 251"/>
                  <a:gd name="T5" fmla="*/ 0 h 161"/>
                  <a:gd name="T6" fmla="*/ 87 w 251"/>
                  <a:gd name="T7" fmla="*/ 118 h 161"/>
                  <a:gd name="T8" fmla="*/ 251 w 251"/>
                  <a:gd name="T9" fmla="*/ 92 h 161"/>
                </a:gdLst>
                <a:ahLst/>
                <a:cxnLst>
                  <a:cxn ang="0">
                    <a:pos x="T0" y="T1"/>
                  </a:cxn>
                  <a:cxn ang="0">
                    <a:pos x="T2" y="T3"/>
                  </a:cxn>
                  <a:cxn ang="0">
                    <a:pos x="T4" y="T5"/>
                  </a:cxn>
                  <a:cxn ang="0">
                    <a:pos x="T6" y="T7"/>
                  </a:cxn>
                  <a:cxn ang="0">
                    <a:pos x="T8" y="T9"/>
                  </a:cxn>
                </a:cxnLst>
                <a:rect l="0" t="0" r="r" b="b"/>
                <a:pathLst>
                  <a:path w="251" h="161">
                    <a:moveTo>
                      <a:pt x="251" y="92"/>
                    </a:moveTo>
                    <a:cubicBezTo>
                      <a:pt x="205" y="161"/>
                      <a:pt x="133" y="134"/>
                      <a:pt x="65" y="138"/>
                    </a:cubicBezTo>
                    <a:cubicBezTo>
                      <a:pt x="8" y="81"/>
                      <a:pt x="0" y="53"/>
                      <a:pt x="29" y="0"/>
                    </a:cubicBezTo>
                    <a:cubicBezTo>
                      <a:pt x="75" y="19"/>
                      <a:pt x="90" y="48"/>
                      <a:pt x="87" y="118"/>
                    </a:cubicBezTo>
                    <a:cubicBezTo>
                      <a:pt x="139" y="83"/>
                      <a:pt x="191" y="61"/>
                      <a:pt x="251"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0" name="Freeform 85"/>
              <p:cNvSpPr/>
              <p:nvPr/>
            </p:nvSpPr>
            <p:spPr bwMode="auto">
              <a:xfrm>
                <a:off x="3561" y="2259"/>
                <a:ext cx="114" cy="141"/>
              </a:xfrm>
              <a:custGeom>
                <a:avLst/>
                <a:gdLst>
                  <a:gd name="T0" fmla="*/ 17 w 84"/>
                  <a:gd name="T1" fmla="*/ 104 h 104"/>
                  <a:gd name="T2" fmla="*/ 66 w 84"/>
                  <a:gd name="T3" fmla="*/ 0 h 104"/>
                  <a:gd name="T4" fmla="*/ 17 w 84"/>
                  <a:gd name="T5" fmla="*/ 104 h 104"/>
                </a:gdLst>
                <a:ahLst/>
                <a:cxnLst>
                  <a:cxn ang="0">
                    <a:pos x="T0" y="T1"/>
                  </a:cxn>
                  <a:cxn ang="0">
                    <a:pos x="T2" y="T3"/>
                  </a:cxn>
                  <a:cxn ang="0">
                    <a:pos x="T4" y="T5"/>
                  </a:cxn>
                </a:cxnLst>
                <a:rect l="0" t="0" r="r" b="b"/>
                <a:pathLst>
                  <a:path w="84" h="104">
                    <a:moveTo>
                      <a:pt x="17" y="104"/>
                    </a:moveTo>
                    <a:cubicBezTo>
                      <a:pt x="0" y="56"/>
                      <a:pt x="17" y="22"/>
                      <a:pt x="66" y="0"/>
                    </a:cubicBezTo>
                    <a:cubicBezTo>
                      <a:pt x="84" y="48"/>
                      <a:pt x="73" y="74"/>
                      <a:pt x="1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1" name="Freeform 86"/>
              <p:cNvSpPr/>
              <p:nvPr/>
            </p:nvSpPr>
            <p:spPr bwMode="auto">
              <a:xfrm>
                <a:off x="2161" y="2439"/>
                <a:ext cx="329" cy="222"/>
              </a:xfrm>
              <a:custGeom>
                <a:avLst/>
                <a:gdLst>
                  <a:gd name="T0" fmla="*/ 166 w 243"/>
                  <a:gd name="T1" fmla="*/ 122 h 164"/>
                  <a:gd name="T2" fmla="*/ 138 w 243"/>
                  <a:gd name="T3" fmla="*/ 82 h 164"/>
                  <a:gd name="T4" fmla="*/ 131 w 243"/>
                  <a:gd name="T5" fmla="*/ 88 h 164"/>
                  <a:gd name="T6" fmla="*/ 151 w 243"/>
                  <a:gd name="T7" fmla="*/ 119 h 164"/>
                  <a:gd name="T8" fmla="*/ 0 w 243"/>
                  <a:gd name="T9" fmla="*/ 124 h 164"/>
                  <a:gd name="T10" fmla="*/ 82 w 243"/>
                  <a:gd name="T11" fmla="*/ 161 h 164"/>
                  <a:gd name="T12" fmla="*/ 144 w 243"/>
                  <a:gd name="T13" fmla="*/ 153 h 164"/>
                  <a:gd name="T14" fmla="*/ 205 w 243"/>
                  <a:gd name="T15" fmla="*/ 164 h 164"/>
                  <a:gd name="T16" fmla="*/ 213 w 243"/>
                  <a:gd name="T17" fmla="*/ 126 h 164"/>
                  <a:gd name="T18" fmla="*/ 210 w 243"/>
                  <a:gd name="T19" fmla="*/ 0 h 164"/>
                  <a:gd name="T20" fmla="*/ 166 w 243"/>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3" h="164">
                    <a:moveTo>
                      <a:pt x="166" y="122"/>
                    </a:moveTo>
                    <a:cubicBezTo>
                      <a:pt x="156" y="109"/>
                      <a:pt x="147" y="96"/>
                      <a:pt x="138" y="82"/>
                    </a:cubicBezTo>
                    <a:cubicBezTo>
                      <a:pt x="136" y="84"/>
                      <a:pt x="134" y="86"/>
                      <a:pt x="131" y="88"/>
                    </a:cubicBezTo>
                    <a:cubicBezTo>
                      <a:pt x="136" y="95"/>
                      <a:pt x="140" y="103"/>
                      <a:pt x="151" y="119"/>
                    </a:cubicBezTo>
                    <a:cubicBezTo>
                      <a:pt x="95" y="90"/>
                      <a:pt x="50" y="98"/>
                      <a:pt x="0" y="124"/>
                    </a:cubicBezTo>
                    <a:cubicBezTo>
                      <a:pt x="24" y="148"/>
                      <a:pt x="51" y="161"/>
                      <a:pt x="82" y="161"/>
                    </a:cubicBezTo>
                    <a:cubicBezTo>
                      <a:pt x="102" y="161"/>
                      <a:pt x="124" y="160"/>
                      <a:pt x="144" y="153"/>
                    </a:cubicBezTo>
                    <a:cubicBezTo>
                      <a:pt x="169" y="143"/>
                      <a:pt x="190" y="143"/>
                      <a:pt x="205" y="164"/>
                    </a:cubicBezTo>
                    <a:cubicBezTo>
                      <a:pt x="207" y="151"/>
                      <a:pt x="207" y="137"/>
                      <a:pt x="213" y="126"/>
                    </a:cubicBezTo>
                    <a:cubicBezTo>
                      <a:pt x="243" y="75"/>
                      <a:pt x="243" y="46"/>
                      <a:pt x="210" y="0"/>
                    </a:cubicBezTo>
                    <a:cubicBezTo>
                      <a:pt x="170" y="14"/>
                      <a:pt x="157" y="53"/>
                      <a:pt x="16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2" name="Freeform 87"/>
              <p:cNvSpPr/>
              <p:nvPr/>
            </p:nvSpPr>
            <p:spPr bwMode="auto">
              <a:xfrm>
                <a:off x="2051" y="2308"/>
                <a:ext cx="340" cy="217"/>
              </a:xfrm>
              <a:custGeom>
                <a:avLst/>
                <a:gdLst>
                  <a:gd name="T0" fmla="*/ 0 w 251"/>
                  <a:gd name="T1" fmla="*/ 92 h 161"/>
                  <a:gd name="T2" fmla="*/ 186 w 251"/>
                  <a:gd name="T3" fmla="*/ 138 h 161"/>
                  <a:gd name="T4" fmla="*/ 222 w 251"/>
                  <a:gd name="T5" fmla="*/ 0 h 161"/>
                  <a:gd name="T6" fmla="*/ 164 w 251"/>
                  <a:gd name="T7" fmla="*/ 118 h 161"/>
                  <a:gd name="T8" fmla="*/ 0 w 251"/>
                  <a:gd name="T9" fmla="*/ 92 h 161"/>
                </a:gdLst>
                <a:ahLst/>
                <a:cxnLst>
                  <a:cxn ang="0">
                    <a:pos x="T0" y="T1"/>
                  </a:cxn>
                  <a:cxn ang="0">
                    <a:pos x="T2" y="T3"/>
                  </a:cxn>
                  <a:cxn ang="0">
                    <a:pos x="T4" y="T5"/>
                  </a:cxn>
                  <a:cxn ang="0">
                    <a:pos x="T6" y="T7"/>
                  </a:cxn>
                  <a:cxn ang="0">
                    <a:pos x="T8" y="T9"/>
                  </a:cxn>
                </a:cxnLst>
                <a:rect l="0" t="0" r="r" b="b"/>
                <a:pathLst>
                  <a:path w="251" h="161">
                    <a:moveTo>
                      <a:pt x="0" y="92"/>
                    </a:moveTo>
                    <a:cubicBezTo>
                      <a:pt x="45" y="161"/>
                      <a:pt x="118" y="134"/>
                      <a:pt x="186" y="138"/>
                    </a:cubicBezTo>
                    <a:cubicBezTo>
                      <a:pt x="243" y="81"/>
                      <a:pt x="251" y="53"/>
                      <a:pt x="222" y="0"/>
                    </a:cubicBezTo>
                    <a:cubicBezTo>
                      <a:pt x="175" y="19"/>
                      <a:pt x="160" y="48"/>
                      <a:pt x="164" y="118"/>
                    </a:cubicBezTo>
                    <a:cubicBezTo>
                      <a:pt x="112" y="83"/>
                      <a:pt x="60" y="61"/>
                      <a:pt x="0"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3" name="Freeform 88"/>
              <p:cNvSpPr/>
              <p:nvPr/>
            </p:nvSpPr>
            <p:spPr bwMode="auto">
              <a:xfrm>
                <a:off x="2132" y="2259"/>
                <a:ext cx="113" cy="141"/>
              </a:xfrm>
              <a:custGeom>
                <a:avLst/>
                <a:gdLst>
                  <a:gd name="T0" fmla="*/ 66 w 83"/>
                  <a:gd name="T1" fmla="*/ 104 h 104"/>
                  <a:gd name="T2" fmla="*/ 18 w 83"/>
                  <a:gd name="T3" fmla="*/ 0 h 104"/>
                  <a:gd name="T4" fmla="*/ 66 w 83"/>
                  <a:gd name="T5" fmla="*/ 104 h 104"/>
                </a:gdLst>
                <a:ahLst/>
                <a:cxnLst>
                  <a:cxn ang="0">
                    <a:pos x="T0" y="T1"/>
                  </a:cxn>
                  <a:cxn ang="0">
                    <a:pos x="T2" y="T3"/>
                  </a:cxn>
                  <a:cxn ang="0">
                    <a:pos x="T4" y="T5"/>
                  </a:cxn>
                </a:cxnLst>
                <a:rect l="0" t="0" r="r" b="b"/>
                <a:pathLst>
                  <a:path w="83" h="104">
                    <a:moveTo>
                      <a:pt x="66" y="104"/>
                    </a:moveTo>
                    <a:cubicBezTo>
                      <a:pt x="83" y="56"/>
                      <a:pt x="67" y="22"/>
                      <a:pt x="18" y="0"/>
                    </a:cubicBezTo>
                    <a:cubicBezTo>
                      <a:pt x="0" y="48"/>
                      <a:pt x="11" y="74"/>
                      <a:pt x="66"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4" name="Freeform 89"/>
              <p:cNvSpPr>
                <a:spLocks noEditPoints="1"/>
              </p:cNvSpPr>
              <p:nvPr/>
            </p:nvSpPr>
            <p:spPr bwMode="auto">
              <a:xfrm>
                <a:off x="1383" y="115"/>
                <a:ext cx="3004" cy="3013"/>
              </a:xfrm>
              <a:custGeom>
                <a:avLst/>
                <a:gdLst>
                  <a:gd name="T0" fmla="*/ 96 w 2220"/>
                  <a:gd name="T1" fmla="*/ 1479 h 2226"/>
                  <a:gd name="T2" fmla="*/ 31 w 2220"/>
                  <a:gd name="T3" fmla="*/ 1240 h 2226"/>
                  <a:gd name="T4" fmla="*/ 22 w 2220"/>
                  <a:gd name="T5" fmla="*/ 1129 h 2226"/>
                  <a:gd name="T6" fmla="*/ 52 w 2220"/>
                  <a:gd name="T7" fmla="*/ 860 h 2226"/>
                  <a:gd name="T8" fmla="*/ 83 w 2220"/>
                  <a:gd name="T9" fmla="*/ 753 h 2226"/>
                  <a:gd name="T10" fmla="*/ 206 w 2220"/>
                  <a:gd name="T11" fmla="*/ 505 h 2226"/>
                  <a:gd name="T12" fmla="*/ 260 w 2220"/>
                  <a:gd name="T13" fmla="*/ 428 h 2226"/>
                  <a:gd name="T14" fmla="*/ 469 w 2220"/>
                  <a:gd name="T15" fmla="*/ 229 h 2226"/>
                  <a:gd name="T16" fmla="*/ 547 w 2220"/>
                  <a:gd name="T17" fmla="*/ 176 h 2226"/>
                  <a:gd name="T18" fmla="*/ 810 w 2220"/>
                  <a:gd name="T19" fmla="*/ 59 h 2226"/>
                  <a:gd name="T20" fmla="*/ 902 w 2220"/>
                  <a:gd name="T21" fmla="*/ 39 h 2226"/>
                  <a:gd name="T22" fmla="*/ 1183 w 2220"/>
                  <a:gd name="T23" fmla="*/ 18 h 2226"/>
                  <a:gd name="T24" fmla="*/ 1283 w 2220"/>
                  <a:gd name="T25" fmla="*/ 31 h 2226"/>
                  <a:gd name="T26" fmla="*/ 1548 w 2220"/>
                  <a:gd name="T27" fmla="*/ 110 h 2226"/>
                  <a:gd name="T28" fmla="*/ 1639 w 2220"/>
                  <a:gd name="T29" fmla="*/ 153 h 2226"/>
                  <a:gd name="T30" fmla="*/ 1865 w 2220"/>
                  <a:gd name="T31" fmla="*/ 321 h 2226"/>
                  <a:gd name="T32" fmla="*/ 1934 w 2220"/>
                  <a:gd name="T33" fmla="*/ 396 h 2226"/>
                  <a:gd name="T34" fmla="*/ 2086 w 2220"/>
                  <a:gd name="T35" fmla="*/ 626 h 2226"/>
                  <a:gd name="T36" fmla="*/ 2128 w 2220"/>
                  <a:gd name="T37" fmla="*/ 724 h 2226"/>
                  <a:gd name="T38" fmla="*/ 2194 w 2220"/>
                  <a:gd name="T39" fmla="*/ 998 h 2226"/>
                  <a:gd name="T40" fmla="*/ 2200 w 2220"/>
                  <a:gd name="T41" fmla="*/ 1093 h 2226"/>
                  <a:gd name="T42" fmla="*/ 2168 w 2220"/>
                  <a:gd name="T43" fmla="*/ 1379 h 2226"/>
                  <a:gd name="T44" fmla="*/ 2140 w 2220"/>
                  <a:gd name="T45" fmla="*/ 1470 h 2226"/>
                  <a:gd name="T46" fmla="*/ 2018 w 2220"/>
                  <a:gd name="T47" fmla="*/ 1723 h 2226"/>
                  <a:gd name="T48" fmla="*/ 1958 w 2220"/>
                  <a:gd name="T49" fmla="*/ 1805 h 2226"/>
                  <a:gd name="T50" fmla="*/ 1757 w 2220"/>
                  <a:gd name="T51" fmla="*/ 1996 h 2226"/>
                  <a:gd name="T52" fmla="*/ 1669 w 2220"/>
                  <a:gd name="T53" fmla="*/ 2055 h 2226"/>
                  <a:gd name="T54" fmla="*/ 1421 w 2220"/>
                  <a:gd name="T55" fmla="*/ 2163 h 2226"/>
                  <a:gd name="T56" fmla="*/ 1314 w 2220"/>
                  <a:gd name="T57" fmla="*/ 2190 h 2226"/>
                  <a:gd name="T58" fmla="*/ 1049 w 2220"/>
                  <a:gd name="T59" fmla="*/ 2206 h 2226"/>
                  <a:gd name="T60" fmla="*/ 933 w 2220"/>
                  <a:gd name="T61" fmla="*/ 2194 h 2226"/>
                  <a:gd name="T62" fmla="*/ 679 w 2220"/>
                  <a:gd name="T63" fmla="*/ 2118 h 2226"/>
                  <a:gd name="T64" fmla="*/ 575 w 2220"/>
                  <a:gd name="T65" fmla="*/ 2065 h 2226"/>
                  <a:gd name="T66" fmla="*/ 366 w 2220"/>
                  <a:gd name="T67" fmla="*/ 1910 h 2226"/>
                  <a:gd name="T68" fmla="*/ 285 w 2220"/>
                  <a:gd name="T69" fmla="*/ 1827 h 2226"/>
                  <a:gd name="T70" fmla="*/ 160 w 2220"/>
                  <a:gd name="T71" fmla="*/ 1622 h 2226"/>
                  <a:gd name="T72" fmla="*/ 96 w 2220"/>
                  <a:gd name="T73" fmla="*/ 1479 h 2226"/>
                  <a:gd name="T74" fmla="*/ 1109 w 2220"/>
                  <a:gd name="T75" fmla="*/ 2139 h 2226"/>
                  <a:gd name="T76" fmla="*/ 1271 w 2220"/>
                  <a:gd name="T77" fmla="*/ 2122 h 2226"/>
                  <a:gd name="T78" fmla="*/ 2069 w 2220"/>
                  <a:gd name="T79" fmla="*/ 851 h 2226"/>
                  <a:gd name="T80" fmla="*/ 964 w 2220"/>
                  <a:gd name="T81" fmla="*/ 103 h 2226"/>
                  <a:gd name="T82" fmla="*/ 123 w 2220"/>
                  <a:gd name="T83" fmla="*/ 1029 h 2226"/>
                  <a:gd name="T84" fmla="*/ 1109 w 2220"/>
                  <a:gd name="T85" fmla="*/ 2139 h 2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220" h="2226">
                    <a:moveTo>
                      <a:pt x="96" y="1479"/>
                    </a:moveTo>
                    <a:cubicBezTo>
                      <a:pt x="98" y="1387"/>
                      <a:pt x="79" y="1309"/>
                      <a:pt x="31" y="1240"/>
                    </a:cubicBezTo>
                    <a:cubicBezTo>
                      <a:pt x="4" y="1203"/>
                      <a:pt x="0" y="1170"/>
                      <a:pt x="22" y="1129"/>
                    </a:cubicBezTo>
                    <a:cubicBezTo>
                      <a:pt x="67" y="1044"/>
                      <a:pt x="76" y="953"/>
                      <a:pt x="52" y="860"/>
                    </a:cubicBezTo>
                    <a:cubicBezTo>
                      <a:pt x="42" y="817"/>
                      <a:pt x="50" y="784"/>
                      <a:pt x="83" y="753"/>
                    </a:cubicBezTo>
                    <a:cubicBezTo>
                      <a:pt x="155" y="686"/>
                      <a:pt x="192" y="602"/>
                      <a:pt x="206" y="505"/>
                    </a:cubicBezTo>
                    <a:cubicBezTo>
                      <a:pt x="210" y="476"/>
                      <a:pt x="235" y="440"/>
                      <a:pt x="260" y="428"/>
                    </a:cubicBezTo>
                    <a:cubicBezTo>
                      <a:pt x="353" y="383"/>
                      <a:pt x="420" y="318"/>
                      <a:pt x="469" y="229"/>
                    </a:cubicBezTo>
                    <a:cubicBezTo>
                      <a:pt x="482" y="203"/>
                      <a:pt x="519" y="178"/>
                      <a:pt x="547" y="176"/>
                    </a:cubicBezTo>
                    <a:cubicBezTo>
                      <a:pt x="649" y="166"/>
                      <a:pt x="734" y="128"/>
                      <a:pt x="810" y="59"/>
                    </a:cubicBezTo>
                    <a:cubicBezTo>
                      <a:pt x="831" y="41"/>
                      <a:pt x="875" y="32"/>
                      <a:pt x="902" y="39"/>
                    </a:cubicBezTo>
                    <a:cubicBezTo>
                      <a:pt x="999" y="64"/>
                      <a:pt x="1092" y="61"/>
                      <a:pt x="1183" y="18"/>
                    </a:cubicBezTo>
                    <a:cubicBezTo>
                      <a:pt x="1221" y="0"/>
                      <a:pt x="1251" y="6"/>
                      <a:pt x="1283" y="31"/>
                    </a:cubicBezTo>
                    <a:cubicBezTo>
                      <a:pt x="1361" y="92"/>
                      <a:pt x="1450" y="118"/>
                      <a:pt x="1548" y="110"/>
                    </a:cubicBezTo>
                    <a:cubicBezTo>
                      <a:pt x="1589" y="107"/>
                      <a:pt x="1617" y="119"/>
                      <a:pt x="1639" y="153"/>
                    </a:cubicBezTo>
                    <a:cubicBezTo>
                      <a:pt x="1693" y="239"/>
                      <a:pt x="1768" y="295"/>
                      <a:pt x="1865" y="321"/>
                    </a:cubicBezTo>
                    <a:cubicBezTo>
                      <a:pt x="1905" y="332"/>
                      <a:pt x="1925" y="356"/>
                      <a:pt x="1934" y="396"/>
                    </a:cubicBezTo>
                    <a:cubicBezTo>
                      <a:pt x="1955" y="492"/>
                      <a:pt x="2005" y="570"/>
                      <a:pt x="2086" y="626"/>
                    </a:cubicBezTo>
                    <a:cubicBezTo>
                      <a:pt x="2121" y="651"/>
                      <a:pt x="2133" y="681"/>
                      <a:pt x="2128" y="724"/>
                    </a:cubicBezTo>
                    <a:cubicBezTo>
                      <a:pt x="2116" y="824"/>
                      <a:pt x="2141" y="913"/>
                      <a:pt x="2194" y="998"/>
                    </a:cubicBezTo>
                    <a:cubicBezTo>
                      <a:pt x="2209" y="1022"/>
                      <a:pt x="2212" y="1067"/>
                      <a:pt x="2200" y="1093"/>
                    </a:cubicBezTo>
                    <a:cubicBezTo>
                      <a:pt x="2156" y="1186"/>
                      <a:pt x="2149" y="1279"/>
                      <a:pt x="2168" y="1379"/>
                    </a:cubicBezTo>
                    <a:cubicBezTo>
                      <a:pt x="2173" y="1407"/>
                      <a:pt x="2160" y="1449"/>
                      <a:pt x="2140" y="1470"/>
                    </a:cubicBezTo>
                    <a:cubicBezTo>
                      <a:pt x="2071" y="1542"/>
                      <a:pt x="2026" y="1623"/>
                      <a:pt x="2018" y="1723"/>
                    </a:cubicBezTo>
                    <a:cubicBezTo>
                      <a:pt x="2014" y="1763"/>
                      <a:pt x="1996" y="1790"/>
                      <a:pt x="1958" y="1805"/>
                    </a:cubicBezTo>
                    <a:cubicBezTo>
                      <a:pt x="1866" y="1843"/>
                      <a:pt x="1799" y="1907"/>
                      <a:pt x="1757" y="1996"/>
                    </a:cubicBezTo>
                    <a:cubicBezTo>
                      <a:pt x="1739" y="2035"/>
                      <a:pt x="1713" y="2053"/>
                      <a:pt x="1669" y="2055"/>
                    </a:cubicBezTo>
                    <a:cubicBezTo>
                      <a:pt x="1573" y="2059"/>
                      <a:pt x="1489" y="2095"/>
                      <a:pt x="1421" y="2163"/>
                    </a:cubicBezTo>
                    <a:cubicBezTo>
                      <a:pt x="1389" y="2195"/>
                      <a:pt x="1357" y="2205"/>
                      <a:pt x="1314" y="2190"/>
                    </a:cubicBezTo>
                    <a:cubicBezTo>
                      <a:pt x="1224" y="2160"/>
                      <a:pt x="1134" y="2166"/>
                      <a:pt x="1049" y="2206"/>
                    </a:cubicBezTo>
                    <a:cubicBezTo>
                      <a:pt x="1005" y="2226"/>
                      <a:pt x="971" y="2223"/>
                      <a:pt x="933" y="2194"/>
                    </a:cubicBezTo>
                    <a:cubicBezTo>
                      <a:pt x="859" y="2136"/>
                      <a:pt x="773" y="2110"/>
                      <a:pt x="679" y="2118"/>
                    </a:cubicBezTo>
                    <a:cubicBezTo>
                      <a:pt x="631" y="2122"/>
                      <a:pt x="600" y="2106"/>
                      <a:pt x="575" y="2065"/>
                    </a:cubicBezTo>
                    <a:cubicBezTo>
                      <a:pt x="526" y="1987"/>
                      <a:pt x="455" y="1934"/>
                      <a:pt x="366" y="1910"/>
                    </a:cubicBezTo>
                    <a:cubicBezTo>
                      <a:pt x="321" y="1897"/>
                      <a:pt x="296" y="1875"/>
                      <a:pt x="285" y="1827"/>
                    </a:cubicBezTo>
                    <a:cubicBezTo>
                      <a:pt x="269" y="1745"/>
                      <a:pt x="228" y="1671"/>
                      <a:pt x="160" y="1622"/>
                    </a:cubicBezTo>
                    <a:cubicBezTo>
                      <a:pt x="105" y="1582"/>
                      <a:pt x="76" y="1539"/>
                      <a:pt x="96" y="1479"/>
                    </a:cubicBezTo>
                    <a:close/>
                    <a:moveTo>
                      <a:pt x="1109" y="2139"/>
                    </a:moveTo>
                    <a:cubicBezTo>
                      <a:pt x="1163" y="2134"/>
                      <a:pt x="1218" y="2131"/>
                      <a:pt x="1271" y="2122"/>
                    </a:cubicBezTo>
                    <a:cubicBezTo>
                      <a:pt x="1851" y="2023"/>
                      <a:pt x="2220" y="1434"/>
                      <a:pt x="2069" y="851"/>
                    </a:cubicBezTo>
                    <a:cubicBezTo>
                      <a:pt x="1938" y="347"/>
                      <a:pt x="1469" y="30"/>
                      <a:pt x="964" y="103"/>
                    </a:cubicBezTo>
                    <a:cubicBezTo>
                      <a:pt x="514" y="168"/>
                      <a:pt x="168" y="550"/>
                      <a:pt x="123" y="1029"/>
                    </a:cubicBezTo>
                    <a:cubicBezTo>
                      <a:pt x="67" y="1615"/>
                      <a:pt x="530" y="2135"/>
                      <a:pt x="1109" y="21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5" name="Freeform 90"/>
              <p:cNvSpPr>
                <a:spLocks noEditPoints="1"/>
              </p:cNvSpPr>
              <p:nvPr/>
            </p:nvSpPr>
            <p:spPr bwMode="auto">
              <a:xfrm>
                <a:off x="1577" y="318"/>
                <a:ext cx="2608" cy="2607"/>
              </a:xfrm>
              <a:custGeom>
                <a:avLst/>
                <a:gdLst>
                  <a:gd name="T0" fmla="*/ 964 w 1927"/>
                  <a:gd name="T1" fmla="*/ 1926 h 1926"/>
                  <a:gd name="T2" fmla="*/ 1 w 1927"/>
                  <a:gd name="T3" fmla="*/ 962 h 1926"/>
                  <a:gd name="T4" fmla="*/ 967 w 1927"/>
                  <a:gd name="T5" fmla="*/ 1 h 1926"/>
                  <a:gd name="T6" fmla="*/ 1926 w 1927"/>
                  <a:gd name="T7" fmla="*/ 963 h 1926"/>
                  <a:gd name="T8" fmla="*/ 964 w 1927"/>
                  <a:gd name="T9" fmla="*/ 1926 h 1926"/>
                  <a:gd name="T10" fmla="*/ 962 w 1927"/>
                  <a:gd name="T11" fmla="*/ 1903 h 1926"/>
                  <a:gd name="T12" fmla="*/ 1902 w 1927"/>
                  <a:gd name="T13" fmla="*/ 969 h 1926"/>
                  <a:gd name="T14" fmla="*/ 968 w 1927"/>
                  <a:gd name="T15" fmla="*/ 26 h 1926"/>
                  <a:gd name="T16" fmla="*/ 25 w 1927"/>
                  <a:gd name="T17" fmla="*/ 961 h 1926"/>
                  <a:gd name="T18" fmla="*/ 962 w 1927"/>
                  <a:gd name="T19" fmla="*/ 1903 h 1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7" h="1926">
                    <a:moveTo>
                      <a:pt x="964" y="1926"/>
                    </a:moveTo>
                    <a:cubicBezTo>
                      <a:pt x="433" y="1926"/>
                      <a:pt x="0" y="1493"/>
                      <a:pt x="1" y="962"/>
                    </a:cubicBezTo>
                    <a:cubicBezTo>
                      <a:pt x="2" y="432"/>
                      <a:pt x="436" y="0"/>
                      <a:pt x="967" y="1"/>
                    </a:cubicBezTo>
                    <a:cubicBezTo>
                      <a:pt x="1495" y="2"/>
                      <a:pt x="1926" y="433"/>
                      <a:pt x="1926" y="963"/>
                    </a:cubicBezTo>
                    <a:cubicBezTo>
                      <a:pt x="1927" y="1495"/>
                      <a:pt x="1496" y="1926"/>
                      <a:pt x="964" y="1926"/>
                    </a:cubicBezTo>
                    <a:close/>
                    <a:moveTo>
                      <a:pt x="962" y="1903"/>
                    </a:moveTo>
                    <a:cubicBezTo>
                      <a:pt x="1477" y="1904"/>
                      <a:pt x="1899" y="1485"/>
                      <a:pt x="1902" y="969"/>
                    </a:cubicBezTo>
                    <a:cubicBezTo>
                      <a:pt x="1904" y="450"/>
                      <a:pt x="1485" y="27"/>
                      <a:pt x="968" y="26"/>
                    </a:cubicBezTo>
                    <a:cubicBezTo>
                      <a:pt x="449" y="25"/>
                      <a:pt x="28" y="443"/>
                      <a:pt x="25" y="961"/>
                    </a:cubicBezTo>
                    <a:cubicBezTo>
                      <a:pt x="23" y="1477"/>
                      <a:pt x="445" y="1902"/>
                      <a:pt x="962" y="19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6" name="Freeform 91"/>
              <p:cNvSpPr>
                <a:spLocks noEditPoints="1"/>
              </p:cNvSpPr>
              <p:nvPr/>
            </p:nvSpPr>
            <p:spPr bwMode="auto">
              <a:xfrm>
                <a:off x="2237" y="1173"/>
                <a:ext cx="1289" cy="953"/>
              </a:xfrm>
              <a:custGeom>
                <a:avLst/>
                <a:gdLst>
                  <a:gd name="T0" fmla="*/ 938 w 953"/>
                  <a:gd name="T1" fmla="*/ 198 h 704"/>
                  <a:gd name="T2" fmla="*/ 485 w 953"/>
                  <a:gd name="T3" fmla="*/ 3 h 704"/>
                  <a:gd name="T4" fmla="*/ 477 w 953"/>
                  <a:gd name="T5" fmla="*/ 0 h 704"/>
                  <a:gd name="T6" fmla="*/ 468 w 953"/>
                  <a:gd name="T7" fmla="*/ 3 h 704"/>
                  <a:gd name="T8" fmla="*/ 15 w 953"/>
                  <a:gd name="T9" fmla="*/ 198 h 704"/>
                  <a:gd name="T10" fmla="*/ 0 w 953"/>
                  <a:gd name="T11" fmla="*/ 223 h 704"/>
                  <a:gd name="T12" fmla="*/ 15 w 953"/>
                  <a:gd name="T13" fmla="*/ 249 h 704"/>
                  <a:gd name="T14" fmla="*/ 468 w 953"/>
                  <a:gd name="T15" fmla="*/ 444 h 704"/>
                  <a:gd name="T16" fmla="*/ 485 w 953"/>
                  <a:gd name="T17" fmla="*/ 444 h 704"/>
                  <a:gd name="T18" fmla="*/ 838 w 953"/>
                  <a:gd name="T19" fmla="*/ 293 h 704"/>
                  <a:gd name="T20" fmla="*/ 838 w 953"/>
                  <a:gd name="T21" fmla="*/ 448 h 704"/>
                  <a:gd name="T22" fmla="*/ 805 w 953"/>
                  <a:gd name="T23" fmla="*/ 505 h 704"/>
                  <a:gd name="T24" fmla="*/ 838 w 953"/>
                  <a:gd name="T25" fmla="*/ 562 h 704"/>
                  <a:gd name="T26" fmla="*/ 838 w 953"/>
                  <a:gd name="T27" fmla="*/ 615 h 704"/>
                  <a:gd name="T28" fmla="*/ 884 w 953"/>
                  <a:gd name="T29" fmla="*/ 615 h 704"/>
                  <a:gd name="T30" fmla="*/ 884 w 953"/>
                  <a:gd name="T31" fmla="*/ 562 h 704"/>
                  <a:gd name="T32" fmla="*/ 915 w 953"/>
                  <a:gd name="T33" fmla="*/ 505 h 704"/>
                  <a:gd name="T34" fmla="*/ 884 w 953"/>
                  <a:gd name="T35" fmla="*/ 448 h 704"/>
                  <a:gd name="T36" fmla="*/ 884 w 953"/>
                  <a:gd name="T37" fmla="*/ 272 h 704"/>
                  <a:gd name="T38" fmla="*/ 938 w 953"/>
                  <a:gd name="T39" fmla="*/ 249 h 704"/>
                  <a:gd name="T40" fmla="*/ 953 w 953"/>
                  <a:gd name="T41" fmla="*/ 223 h 704"/>
                  <a:gd name="T42" fmla="*/ 938 w 953"/>
                  <a:gd name="T43" fmla="*/ 198 h 704"/>
                  <a:gd name="T44" fmla="*/ 477 w 953"/>
                  <a:gd name="T45" fmla="*/ 483 h 704"/>
                  <a:gd name="T46" fmla="*/ 457 w 953"/>
                  <a:gd name="T47" fmla="*/ 479 h 704"/>
                  <a:gd name="T48" fmla="*/ 174 w 953"/>
                  <a:gd name="T49" fmla="*/ 358 h 704"/>
                  <a:gd name="T50" fmla="*/ 174 w 953"/>
                  <a:gd name="T51" fmla="*/ 526 h 704"/>
                  <a:gd name="T52" fmla="*/ 445 w 953"/>
                  <a:gd name="T53" fmla="*/ 704 h 704"/>
                  <a:gd name="T54" fmla="*/ 509 w 953"/>
                  <a:gd name="T55" fmla="*/ 704 h 704"/>
                  <a:gd name="T56" fmla="*/ 779 w 953"/>
                  <a:gd name="T57" fmla="*/ 526 h 704"/>
                  <a:gd name="T58" fmla="*/ 779 w 953"/>
                  <a:gd name="T59" fmla="*/ 358 h 704"/>
                  <a:gd name="T60" fmla="*/ 496 w 953"/>
                  <a:gd name="T61" fmla="*/ 479 h 704"/>
                  <a:gd name="T62" fmla="*/ 477 w 953"/>
                  <a:gd name="T63" fmla="*/ 483 h 7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53" h="704">
                    <a:moveTo>
                      <a:pt x="938" y="198"/>
                    </a:moveTo>
                    <a:cubicBezTo>
                      <a:pt x="485" y="3"/>
                      <a:pt x="485" y="3"/>
                      <a:pt x="485" y="3"/>
                    </a:cubicBezTo>
                    <a:cubicBezTo>
                      <a:pt x="483" y="2"/>
                      <a:pt x="480" y="0"/>
                      <a:pt x="477" y="0"/>
                    </a:cubicBezTo>
                    <a:cubicBezTo>
                      <a:pt x="473" y="0"/>
                      <a:pt x="470" y="2"/>
                      <a:pt x="468" y="3"/>
                    </a:cubicBezTo>
                    <a:cubicBezTo>
                      <a:pt x="15" y="198"/>
                      <a:pt x="15" y="198"/>
                      <a:pt x="15" y="198"/>
                    </a:cubicBezTo>
                    <a:cubicBezTo>
                      <a:pt x="5" y="202"/>
                      <a:pt x="0" y="211"/>
                      <a:pt x="0" y="223"/>
                    </a:cubicBezTo>
                    <a:cubicBezTo>
                      <a:pt x="0" y="234"/>
                      <a:pt x="5" y="245"/>
                      <a:pt x="15" y="249"/>
                    </a:cubicBezTo>
                    <a:cubicBezTo>
                      <a:pt x="468" y="444"/>
                      <a:pt x="468" y="444"/>
                      <a:pt x="468" y="444"/>
                    </a:cubicBezTo>
                    <a:cubicBezTo>
                      <a:pt x="473" y="447"/>
                      <a:pt x="480" y="447"/>
                      <a:pt x="485" y="444"/>
                    </a:cubicBezTo>
                    <a:cubicBezTo>
                      <a:pt x="838" y="293"/>
                      <a:pt x="838" y="293"/>
                      <a:pt x="838" y="293"/>
                    </a:cubicBezTo>
                    <a:cubicBezTo>
                      <a:pt x="838" y="448"/>
                      <a:pt x="838" y="448"/>
                      <a:pt x="838" y="448"/>
                    </a:cubicBezTo>
                    <a:cubicBezTo>
                      <a:pt x="819" y="457"/>
                      <a:pt x="805" y="479"/>
                      <a:pt x="805" y="505"/>
                    </a:cubicBezTo>
                    <a:cubicBezTo>
                      <a:pt x="805" y="530"/>
                      <a:pt x="819" y="551"/>
                      <a:pt x="838" y="562"/>
                    </a:cubicBezTo>
                    <a:cubicBezTo>
                      <a:pt x="838" y="615"/>
                      <a:pt x="838" y="615"/>
                      <a:pt x="838" y="615"/>
                    </a:cubicBezTo>
                    <a:cubicBezTo>
                      <a:pt x="884" y="615"/>
                      <a:pt x="884" y="615"/>
                      <a:pt x="884" y="615"/>
                    </a:cubicBezTo>
                    <a:cubicBezTo>
                      <a:pt x="884" y="562"/>
                      <a:pt x="884" y="562"/>
                      <a:pt x="884" y="562"/>
                    </a:cubicBezTo>
                    <a:cubicBezTo>
                      <a:pt x="903" y="551"/>
                      <a:pt x="915" y="530"/>
                      <a:pt x="915" y="505"/>
                    </a:cubicBezTo>
                    <a:cubicBezTo>
                      <a:pt x="915" y="479"/>
                      <a:pt x="903" y="457"/>
                      <a:pt x="884" y="448"/>
                    </a:cubicBezTo>
                    <a:cubicBezTo>
                      <a:pt x="884" y="272"/>
                      <a:pt x="884" y="272"/>
                      <a:pt x="884" y="272"/>
                    </a:cubicBezTo>
                    <a:cubicBezTo>
                      <a:pt x="938" y="249"/>
                      <a:pt x="938" y="249"/>
                      <a:pt x="938" y="249"/>
                    </a:cubicBezTo>
                    <a:cubicBezTo>
                      <a:pt x="948" y="245"/>
                      <a:pt x="953" y="234"/>
                      <a:pt x="953" y="223"/>
                    </a:cubicBezTo>
                    <a:cubicBezTo>
                      <a:pt x="953" y="211"/>
                      <a:pt x="948" y="202"/>
                      <a:pt x="938" y="198"/>
                    </a:cubicBezTo>
                    <a:close/>
                    <a:moveTo>
                      <a:pt x="477" y="483"/>
                    </a:moveTo>
                    <a:cubicBezTo>
                      <a:pt x="470" y="483"/>
                      <a:pt x="462" y="482"/>
                      <a:pt x="457" y="479"/>
                    </a:cubicBezTo>
                    <a:cubicBezTo>
                      <a:pt x="174" y="358"/>
                      <a:pt x="174" y="358"/>
                      <a:pt x="174" y="358"/>
                    </a:cubicBezTo>
                    <a:cubicBezTo>
                      <a:pt x="174" y="526"/>
                      <a:pt x="174" y="526"/>
                      <a:pt x="174" y="526"/>
                    </a:cubicBezTo>
                    <a:cubicBezTo>
                      <a:pt x="174" y="663"/>
                      <a:pt x="381" y="704"/>
                      <a:pt x="445" y="704"/>
                    </a:cubicBezTo>
                    <a:cubicBezTo>
                      <a:pt x="509" y="704"/>
                      <a:pt x="509" y="704"/>
                      <a:pt x="509" y="704"/>
                    </a:cubicBezTo>
                    <a:cubicBezTo>
                      <a:pt x="558" y="704"/>
                      <a:pt x="779" y="663"/>
                      <a:pt x="779" y="526"/>
                    </a:cubicBezTo>
                    <a:cubicBezTo>
                      <a:pt x="779" y="358"/>
                      <a:pt x="779" y="358"/>
                      <a:pt x="779" y="358"/>
                    </a:cubicBezTo>
                    <a:cubicBezTo>
                      <a:pt x="496" y="479"/>
                      <a:pt x="496" y="479"/>
                      <a:pt x="496" y="479"/>
                    </a:cubicBezTo>
                    <a:cubicBezTo>
                      <a:pt x="491" y="482"/>
                      <a:pt x="484" y="483"/>
                      <a:pt x="477" y="4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7" name="Freeform 92"/>
              <p:cNvSpPr/>
              <p:nvPr/>
            </p:nvSpPr>
            <p:spPr bwMode="auto">
              <a:xfrm>
                <a:off x="1702" y="1676"/>
                <a:ext cx="256" cy="138"/>
              </a:xfrm>
              <a:custGeom>
                <a:avLst/>
                <a:gdLst>
                  <a:gd name="T0" fmla="*/ 187 w 189"/>
                  <a:gd name="T1" fmla="*/ 49 h 102"/>
                  <a:gd name="T2" fmla="*/ 182 w 189"/>
                  <a:gd name="T3" fmla="*/ 84 h 102"/>
                  <a:gd name="T4" fmla="*/ 160 w 189"/>
                  <a:gd name="T5" fmla="*/ 102 h 102"/>
                  <a:gd name="T6" fmla="*/ 145 w 189"/>
                  <a:gd name="T7" fmla="*/ 78 h 102"/>
                  <a:gd name="T8" fmla="*/ 161 w 189"/>
                  <a:gd name="T9" fmla="*/ 54 h 102"/>
                  <a:gd name="T10" fmla="*/ 154 w 189"/>
                  <a:gd name="T11" fmla="*/ 39 h 102"/>
                  <a:gd name="T12" fmla="*/ 136 w 189"/>
                  <a:gd name="T13" fmla="*/ 36 h 102"/>
                  <a:gd name="T14" fmla="*/ 4 w 189"/>
                  <a:gd name="T15" fmla="*/ 49 h 102"/>
                  <a:gd name="T16" fmla="*/ 0 w 189"/>
                  <a:gd name="T17" fmla="*/ 16 h 102"/>
                  <a:gd name="T18" fmla="*/ 130 w 189"/>
                  <a:gd name="T19" fmla="*/ 2 h 102"/>
                  <a:gd name="T20" fmla="*/ 170 w 189"/>
                  <a:gd name="T21" fmla="*/ 12 h 102"/>
                  <a:gd name="T22" fmla="*/ 187 w 189"/>
                  <a:gd name="T23" fmla="*/ 4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2">
                    <a:moveTo>
                      <a:pt x="187" y="49"/>
                    </a:moveTo>
                    <a:cubicBezTo>
                      <a:pt x="189" y="63"/>
                      <a:pt x="187" y="75"/>
                      <a:pt x="182" y="84"/>
                    </a:cubicBezTo>
                    <a:cubicBezTo>
                      <a:pt x="177" y="92"/>
                      <a:pt x="169" y="99"/>
                      <a:pt x="160" y="102"/>
                    </a:cubicBezTo>
                    <a:cubicBezTo>
                      <a:pt x="145" y="78"/>
                      <a:pt x="145" y="78"/>
                      <a:pt x="145" y="78"/>
                    </a:cubicBezTo>
                    <a:cubicBezTo>
                      <a:pt x="157" y="74"/>
                      <a:pt x="162" y="66"/>
                      <a:pt x="161" y="54"/>
                    </a:cubicBezTo>
                    <a:cubicBezTo>
                      <a:pt x="160" y="47"/>
                      <a:pt x="158" y="42"/>
                      <a:pt x="154" y="39"/>
                    </a:cubicBezTo>
                    <a:cubicBezTo>
                      <a:pt x="149" y="36"/>
                      <a:pt x="144" y="35"/>
                      <a:pt x="136" y="36"/>
                    </a:cubicBezTo>
                    <a:cubicBezTo>
                      <a:pt x="4" y="49"/>
                      <a:pt x="4" y="49"/>
                      <a:pt x="4" y="49"/>
                    </a:cubicBezTo>
                    <a:cubicBezTo>
                      <a:pt x="0" y="16"/>
                      <a:pt x="0" y="16"/>
                      <a:pt x="0" y="16"/>
                    </a:cubicBezTo>
                    <a:cubicBezTo>
                      <a:pt x="130" y="2"/>
                      <a:pt x="130" y="2"/>
                      <a:pt x="130" y="2"/>
                    </a:cubicBezTo>
                    <a:cubicBezTo>
                      <a:pt x="147" y="0"/>
                      <a:pt x="160" y="4"/>
                      <a:pt x="170" y="12"/>
                    </a:cubicBezTo>
                    <a:cubicBezTo>
                      <a:pt x="180" y="20"/>
                      <a:pt x="185" y="32"/>
                      <a:pt x="187"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8" name="Freeform 93"/>
              <p:cNvSpPr/>
              <p:nvPr/>
            </p:nvSpPr>
            <p:spPr bwMode="auto">
              <a:xfrm>
                <a:off x="1702" y="1581"/>
                <a:ext cx="245" cy="54"/>
              </a:xfrm>
              <a:custGeom>
                <a:avLst/>
                <a:gdLst>
                  <a:gd name="T0" fmla="*/ 1 w 245"/>
                  <a:gd name="T1" fmla="*/ 0 h 54"/>
                  <a:gd name="T2" fmla="*/ 245 w 245"/>
                  <a:gd name="T3" fmla="*/ 8 h 54"/>
                  <a:gd name="T4" fmla="*/ 244 w 245"/>
                  <a:gd name="T5" fmla="*/ 54 h 54"/>
                  <a:gd name="T6" fmla="*/ 0 w 245"/>
                  <a:gd name="T7" fmla="*/ 46 h 54"/>
                  <a:gd name="T8" fmla="*/ 1 w 245"/>
                  <a:gd name="T9" fmla="*/ 0 h 54"/>
                </a:gdLst>
                <a:ahLst/>
                <a:cxnLst>
                  <a:cxn ang="0">
                    <a:pos x="T0" y="T1"/>
                  </a:cxn>
                  <a:cxn ang="0">
                    <a:pos x="T2" y="T3"/>
                  </a:cxn>
                  <a:cxn ang="0">
                    <a:pos x="T4" y="T5"/>
                  </a:cxn>
                  <a:cxn ang="0">
                    <a:pos x="T6" y="T7"/>
                  </a:cxn>
                  <a:cxn ang="0">
                    <a:pos x="T8" y="T9"/>
                  </a:cxn>
                </a:cxnLst>
                <a:rect l="0" t="0" r="r" b="b"/>
                <a:pathLst>
                  <a:path w="245" h="54">
                    <a:moveTo>
                      <a:pt x="1" y="0"/>
                    </a:moveTo>
                    <a:lnTo>
                      <a:pt x="245" y="8"/>
                    </a:lnTo>
                    <a:lnTo>
                      <a:pt x="244" y="54"/>
                    </a:lnTo>
                    <a:lnTo>
                      <a:pt x="0" y="46"/>
                    </a:ln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9" name="Freeform 94"/>
              <p:cNvSpPr/>
              <p:nvPr/>
            </p:nvSpPr>
            <p:spPr bwMode="auto">
              <a:xfrm>
                <a:off x="1706" y="1311"/>
                <a:ext cx="277" cy="241"/>
              </a:xfrm>
              <a:custGeom>
                <a:avLst/>
                <a:gdLst>
                  <a:gd name="T0" fmla="*/ 39 w 277"/>
                  <a:gd name="T1" fmla="*/ 0 h 241"/>
                  <a:gd name="T2" fmla="*/ 277 w 277"/>
                  <a:gd name="T3" fmla="*/ 48 h 241"/>
                  <a:gd name="T4" fmla="*/ 269 w 277"/>
                  <a:gd name="T5" fmla="*/ 88 h 241"/>
                  <a:gd name="T6" fmla="*/ 80 w 277"/>
                  <a:gd name="T7" fmla="*/ 168 h 241"/>
                  <a:gd name="T8" fmla="*/ 246 w 277"/>
                  <a:gd name="T9" fmla="*/ 201 h 241"/>
                  <a:gd name="T10" fmla="*/ 238 w 277"/>
                  <a:gd name="T11" fmla="*/ 241 h 241"/>
                  <a:gd name="T12" fmla="*/ 0 w 277"/>
                  <a:gd name="T13" fmla="*/ 194 h 241"/>
                  <a:gd name="T14" fmla="*/ 9 w 277"/>
                  <a:gd name="T15" fmla="*/ 147 h 241"/>
                  <a:gd name="T16" fmla="*/ 188 w 277"/>
                  <a:gd name="T17" fmla="*/ 72 h 241"/>
                  <a:gd name="T18" fmla="*/ 31 w 277"/>
                  <a:gd name="T19" fmla="*/ 41 h 241"/>
                  <a:gd name="T20" fmla="*/ 39 w 277"/>
                  <a:gd name="T21" fmla="*/ 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7" h="241">
                    <a:moveTo>
                      <a:pt x="39" y="0"/>
                    </a:moveTo>
                    <a:lnTo>
                      <a:pt x="277" y="48"/>
                    </a:lnTo>
                    <a:lnTo>
                      <a:pt x="269" y="88"/>
                    </a:lnTo>
                    <a:lnTo>
                      <a:pt x="80" y="168"/>
                    </a:lnTo>
                    <a:lnTo>
                      <a:pt x="246" y="201"/>
                    </a:lnTo>
                    <a:lnTo>
                      <a:pt x="238" y="241"/>
                    </a:lnTo>
                    <a:lnTo>
                      <a:pt x="0" y="194"/>
                    </a:lnTo>
                    <a:lnTo>
                      <a:pt x="9" y="147"/>
                    </a:lnTo>
                    <a:lnTo>
                      <a:pt x="188" y="72"/>
                    </a:lnTo>
                    <a:lnTo>
                      <a:pt x="31" y="41"/>
                    </a:lnTo>
                    <a:lnTo>
                      <a:pt x="3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0" name="Freeform 95"/>
              <p:cNvSpPr/>
              <p:nvPr/>
            </p:nvSpPr>
            <p:spPr bwMode="auto">
              <a:xfrm>
                <a:off x="1832" y="1015"/>
                <a:ext cx="249" cy="232"/>
              </a:xfrm>
              <a:custGeom>
                <a:avLst/>
                <a:gdLst>
                  <a:gd name="T0" fmla="*/ 27 w 184"/>
                  <a:gd name="T1" fmla="*/ 117 h 171"/>
                  <a:gd name="T2" fmla="*/ 7 w 184"/>
                  <a:gd name="T3" fmla="*/ 98 h 171"/>
                  <a:gd name="T4" fmla="*/ 1 w 184"/>
                  <a:gd name="T5" fmla="*/ 70 h 171"/>
                  <a:gd name="T6" fmla="*/ 11 w 184"/>
                  <a:gd name="T7" fmla="*/ 38 h 171"/>
                  <a:gd name="T8" fmla="*/ 39 w 184"/>
                  <a:gd name="T9" fmla="*/ 7 h 171"/>
                  <a:gd name="T10" fmla="*/ 74 w 184"/>
                  <a:gd name="T11" fmla="*/ 2 h 171"/>
                  <a:gd name="T12" fmla="*/ 72 w 184"/>
                  <a:gd name="T13" fmla="*/ 32 h 171"/>
                  <a:gd name="T14" fmla="*/ 52 w 184"/>
                  <a:gd name="T15" fmla="*/ 35 h 171"/>
                  <a:gd name="T16" fmla="*/ 37 w 184"/>
                  <a:gd name="T17" fmla="*/ 51 h 171"/>
                  <a:gd name="T18" fmla="*/ 31 w 184"/>
                  <a:gd name="T19" fmla="*/ 73 h 171"/>
                  <a:gd name="T20" fmla="*/ 42 w 184"/>
                  <a:gd name="T21" fmla="*/ 87 h 171"/>
                  <a:gd name="T22" fmla="*/ 59 w 184"/>
                  <a:gd name="T23" fmla="*/ 88 h 171"/>
                  <a:gd name="T24" fmla="*/ 80 w 184"/>
                  <a:gd name="T25" fmla="*/ 69 h 171"/>
                  <a:gd name="T26" fmla="*/ 118 w 184"/>
                  <a:gd name="T27" fmla="*/ 39 h 171"/>
                  <a:gd name="T28" fmla="*/ 157 w 184"/>
                  <a:gd name="T29" fmla="*/ 45 h 171"/>
                  <a:gd name="T30" fmla="*/ 178 w 184"/>
                  <a:gd name="T31" fmla="*/ 66 h 171"/>
                  <a:gd name="T32" fmla="*/ 183 w 184"/>
                  <a:gd name="T33" fmla="*/ 95 h 171"/>
                  <a:gd name="T34" fmla="*/ 173 w 184"/>
                  <a:gd name="T35" fmla="*/ 129 h 171"/>
                  <a:gd name="T36" fmla="*/ 142 w 184"/>
                  <a:gd name="T37" fmla="*/ 162 h 171"/>
                  <a:gd name="T38" fmla="*/ 104 w 184"/>
                  <a:gd name="T39" fmla="*/ 168 h 171"/>
                  <a:gd name="T40" fmla="*/ 106 w 184"/>
                  <a:gd name="T41" fmla="*/ 137 h 171"/>
                  <a:gd name="T42" fmla="*/ 130 w 184"/>
                  <a:gd name="T43" fmla="*/ 134 h 171"/>
                  <a:gd name="T44" fmla="*/ 148 w 184"/>
                  <a:gd name="T45" fmla="*/ 115 h 171"/>
                  <a:gd name="T46" fmla="*/ 154 w 184"/>
                  <a:gd name="T47" fmla="*/ 91 h 171"/>
                  <a:gd name="T48" fmla="*/ 141 w 184"/>
                  <a:gd name="T49" fmla="*/ 75 h 171"/>
                  <a:gd name="T50" fmla="*/ 122 w 184"/>
                  <a:gd name="T51" fmla="*/ 74 h 171"/>
                  <a:gd name="T52" fmla="*/ 98 w 184"/>
                  <a:gd name="T53" fmla="*/ 95 h 171"/>
                  <a:gd name="T54" fmla="*/ 63 w 184"/>
                  <a:gd name="T55" fmla="*/ 122 h 171"/>
                  <a:gd name="T56" fmla="*/ 27 w 184"/>
                  <a:gd name="T57" fmla="*/ 11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4" h="171">
                    <a:moveTo>
                      <a:pt x="27" y="117"/>
                    </a:moveTo>
                    <a:cubicBezTo>
                      <a:pt x="18" y="112"/>
                      <a:pt x="11" y="106"/>
                      <a:pt x="7" y="98"/>
                    </a:cubicBezTo>
                    <a:cubicBezTo>
                      <a:pt x="2" y="90"/>
                      <a:pt x="0" y="80"/>
                      <a:pt x="1" y="70"/>
                    </a:cubicBezTo>
                    <a:cubicBezTo>
                      <a:pt x="2" y="60"/>
                      <a:pt x="5" y="49"/>
                      <a:pt x="11" y="38"/>
                    </a:cubicBezTo>
                    <a:cubicBezTo>
                      <a:pt x="19" y="24"/>
                      <a:pt x="28" y="13"/>
                      <a:pt x="39" y="7"/>
                    </a:cubicBezTo>
                    <a:cubicBezTo>
                      <a:pt x="50" y="1"/>
                      <a:pt x="61" y="0"/>
                      <a:pt x="74" y="2"/>
                    </a:cubicBezTo>
                    <a:cubicBezTo>
                      <a:pt x="72" y="32"/>
                      <a:pt x="72" y="32"/>
                      <a:pt x="72" y="32"/>
                    </a:cubicBezTo>
                    <a:cubicBezTo>
                      <a:pt x="64" y="31"/>
                      <a:pt x="58" y="32"/>
                      <a:pt x="52" y="35"/>
                    </a:cubicBezTo>
                    <a:cubicBezTo>
                      <a:pt x="46" y="38"/>
                      <a:pt x="41" y="43"/>
                      <a:pt x="37" y="51"/>
                    </a:cubicBezTo>
                    <a:cubicBezTo>
                      <a:pt x="32" y="59"/>
                      <a:pt x="30" y="67"/>
                      <a:pt x="31" y="73"/>
                    </a:cubicBezTo>
                    <a:cubicBezTo>
                      <a:pt x="32" y="79"/>
                      <a:pt x="36" y="83"/>
                      <a:pt x="42" y="87"/>
                    </a:cubicBezTo>
                    <a:cubicBezTo>
                      <a:pt x="48" y="90"/>
                      <a:pt x="54" y="90"/>
                      <a:pt x="59" y="88"/>
                    </a:cubicBezTo>
                    <a:cubicBezTo>
                      <a:pt x="65" y="85"/>
                      <a:pt x="72" y="79"/>
                      <a:pt x="80" y="69"/>
                    </a:cubicBezTo>
                    <a:cubicBezTo>
                      <a:pt x="93" y="53"/>
                      <a:pt x="106" y="43"/>
                      <a:pt x="118" y="39"/>
                    </a:cubicBezTo>
                    <a:cubicBezTo>
                      <a:pt x="130" y="35"/>
                      <a:pt x="143" y="37"/>
                      <a:pt x="157" y="45"/>
                    </a:cubicBezTo>
                    <a:cubicBezTo>
                      <a:pt x="166" y="50"/>
                      <a:pt x="173" y="57"/>
                      <a:pt x="178" y="66"/>
                    </a:cubicBezTo>
                    <a:cubicBezTo>
                      <a:pt x="182" y="74"/>
                      <a:pt x="184" y="84"/>
                      <a:pt x="183" y="95"/>
                    </a:cubicBezTo>
                    <a:cubicBezTo>
                      <a:pt x="183" y="106"/>
                      <a:pt x="179" y="118"/>
                      <a:pt x="173" y="129"/>
                    </a:cubicBezTo>
                    <a:cubicBezTo>
                      <a:pt x="164" y="144"/>
                      <a:pt x="154" y="155"/>
                      <a:pt x="142" y="162"/>
                    </a:cubicBezTo>
                    <a:cubicBezTo>
                      <a:pt x="130" y="169"/>
                      <a:pt x="118" y="171"/>
                      <a:pt x="104" y="168"/>
                    </a:cubicBezTo>
                    <a:cubicBezTo>
                      <a:pt x="106" y="137"/>
                      <a:pt x="106" y="137"/>
                      <a:pt x="106" y="137"/>
                    </a:cubicBezTo>
                    <a:cubicBezTo>
                      <a:pt x="115" y="139"/>
                      <a:pt x="122" y="138"/>
                      <a:pt x="130" y="134"/>
                    </a:cubicBezTo>
                    <a:cubicBezTo>
                      <a:pt x="137" y="131"/>
                      <a:pt x="143" y="124"/>
                      <a:pt x="148" y="115"/>
                    </a:cubicBezTo>
                    <a:cubicBezTo>
                      <a:pt x="153" y="106"/>
                      <a:pt x="155" y="98"/>
                      <a:pt x="154" y="91"/>
                    </a:cubicBezTo>
                    <a:cubicBezTo>
                      <a:pt x="152" y="84"/>
                      <a:pt x="148" y="79"/>
                      <a:pt x="141" y="75"/>
                    </a:cubicBezTo>
                    <a:cubicBezTo>
                      <a:pt x="135" y="71"/>
                      <a:pt x="128" y="71"/>
                      <a:pt x="122" y="74"/>
                    </a:cubicBezTo>
                    <a:cubicBezTo>
                      <a:pt x="115" y="77"/>
                      <a:pt x="107" y="84"/>
                      <a:pt x="98" y="95"/>
                    </a:cubicBezTo>
                    <a:cubicBezTo>
                      <a:pt x="87" y="109"/>
                      <a:pt x="75" y="119"/>
                      <a:pt x="63" y="122"/>
                    </a:cubicBezTo>
                    <a:cubicBezTo>
                      <a:pt x="51" y="126"/>
                      <a:pt x="39" y="124"/>
                      <a:pt x="27" y="1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1" name="Freeform 96"/>
              <p:cNvSpPr/>
              <p:nvPr/>
            </p:nvSpPr>
            <p:spPr bwMode="auto">
              <a:xfrm>
                <a:off x="1933" y="784"/>
                <a:ext cx="314" cy="310"/>
              </a:xfrm>
              <a:custGeom>
                <a:avLst/>
                <a:gdLst>
                  <a:gd name="T0" fmla="*/ 133 w 314"/>
                  <a:gd name="T1" fmla="*/ 0 h 310"/>
                  <a:gd name="T2" fmla="*/ 314 w 314"/>
                  <a:gd name="T3" fmla="*/ 161 h 310"/>
                  <a:gd name="T4" fmla="*/ 283 w 314"/>
                  <a:gd name="T5" fmla="*/ 196 h 310"/>
                  <a:gd name="T6" fmla="*/ 203 w 314"/>
                  <a:gd name="T7" fmla="*/ 124 h 310"/>
                  <a:gd name="T8" fmla="*/ 132 w 314"/>
                  <a:gd name="T9" fmla="*/ 203 h 310"/>
                  <a:gd name="T10" fmla="*/ 213 w 314"/>
                  <a:gd name="T11" fmla="*/ 274 h 310"/>
                  <a:gd name="T12" fmla="*/ 182 w 314"/>
                  <a:gd name="T13" fmla="*/ 310 h 310"/>
                  <a:gd name="T14" fmla="*/ 0 w 314"/>
                  <a:gd name="T15" fmla="*/ 147 h 310"/>
                  <a:gd name="T16" fmla="*/ 31 w 314"/>
                  <a:gd name="T17" fmla="*/ 113 h 310"/>
                  <a:gd name="T18" fmla="*/ 103 w 314"/>
                  <a:gd name="T19" fmla="*/ 177 h 310"/>
                  <a:gd name="T20" fmla="*/ 175 w 314"/>
                  <a:gd name="T21" fmla="*/ 98 h 310"/>
                  <a:gd name="T22" fmla="*/ 102 w 314"/>
                  <a:gd name="T23" fmla="*/ 34 h 310"/>
                  <a:gd name="T24" fmla="*/ 133 w 314"/>
                  <a:gd name="T25"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4" h="310">
                    <a:moveTo>
                      <a:pt x="133" y="0"/>
                    </a:moveTo>
                    <a:lnTo>
                      <a:pt x="314" y="161"/>
                    </a:lnTo>
                    <a:lnTo>
                      <a:pt x="283" y="196"/>
                    </a:lnTo>
                    <a:lnTo>
                      <a:pt x="203" y="124"/>
                    </a:lnTo>
                    <a:lnTo>
                      <a:pt x="132" y="203"/>
                    </a:lnTo>
                    <a:lnTo>
                      <a:pt x="213" y="274"/>
                    </a:lnTo>
                    <a:lnTo>
                      <a:pt x="182" y="310"/>
                    </a:lnTo>
                    <a:lnTo>
                      <a:pt x="0" y="147"/>
                    </a:lnTo>
                    <a:lnTo>
                      <a:pt x="31" y="113"/>
                    </a:lnTo>
                    <a:lnTo>
                      <a:pt x="103" y="177"/>
                    </a:lnTo>
                    <a:lnTo>
                      <a:pt x="175" y="98"/>
                    </a:lnTo>
                    <a:lnTo>
                      <a:pt x="102" y="34"/>
                    </a:lnTo>
                    <a:lnTo>
                      <a:pt x="1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2" name="Freeform 97"/>
              <p:cNvSpPr>
                <a:spLocks noEditPoints="1"/>
              </p:cNvSpPr>
              <p:nvPr/>
            </p:nvSpPr>
            <p:spPr bwMode="auto">
              <a:xfrm>
                <a:off x="2184" y="658"/>
                <a:ext cx="251" cy="279"/>
              </a:xfrm>
              <a:custGeom>
                <a:avLst/>
                <a:gdLst>
                  <a:gd name="T0" fmla="*/ 161 w 251"/>
                  <a:gd name="T1" fmla="*/ 141 h 279"/>
                  <a:gd name="T2" fmla="*/ 90 w 251"/>
                  <a:gd name="T3" fmla="*/ 191 h 279"/>
                  <a:gd name="T4" fmla="*/ 111 w 251"/>
                  <a:gd name="T5" fmla="*/ 252 h 279"/>
                  <a:gd name="T6" fmla="*/ 71 w 251"/>
                  <a:gd name="T7" fmla="*/ 279 h 279"/>
                  <a:gd name="T8" fmla="*/ 0 w 251"/>
                  <a:gd name="T9" fmla="*/ 32 h 279"/>
                  <a:gd name="T10" fmla="*/ 47 w 251"/>
                  <a:gd name="T11" fmla="*/ 0 h 279"/>
                  <a:gd name="T12" fmla="*/ 251 w 251"/>
                  <a:gd name="T13" fmla="*/ 153 h 279"/>
                  <a:gd name="T14" fmla="*/ 211 w 251"/>
                  <a:gd name="T15" fmla="*/ 181 h 279"/>
                  <a:gd name="T16" fmla="*/ 161 w 251"/>
                  <a:gd name="T17" fmla="*/ 141 h 279"/>
                  <a:gd name="T18" fmla="*/ 130 w 251"/>
                  <a:gd name="T19" fmla="*/ 116 h 279"/>
                  <a:gd name="T20" fmla="*/ 43 w 251"/>
                  <a:gd name="T21" fmla="*/ 47 h 279"/>
                  <a:gd name="T22" fmla="*/ 78 w 251"/>
                  <a:gd name="T23" fmla="*/ 151 h 279"/>
                  <a:gd name="T24" fmla="*/ 130 w 251"/>
                  <a:gd name="T25" fmla="*/ 116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1" h="279">
                    <a:moveTo>
                      <a:pt x="161" y="141"/>
                    </a:moveTo>
                    <a:lnTo>
                      <a:pt x="90" y="191"/>
                    </a:lnTo>
                    <a:lnTo>
                      <a:pt x="111" y="252"/>
                    </a:lnTo>
                    <a:lnTo>
                      <a:pt x="71" y="279"/>
                    </a:lnTo>
                    <a:lnTo>
                      <a:pt x="0" y="32"/>
                    </a:lnTo>
                    <a:lnTo>
                      <a:pt x="47" y="0"/>
                    </a:lnTo>
                    <a:lnTo>
                      <a:pt x="251" y="153"/>
                    </a:lnTo>
                    <a:lnTo>
                      <a:pt x="211" y="181"/>
                    </a:lnTo>
                    <a:lnTo>
                      <a:pt x="161" y="141"/>
                    </a:lnTo>
                    <a:close/>
                    <a:moveTo>
                      <a:pt x="130" y="116"/>
                    </a:moveTo>
                    <a:lnTo>
                      <a:pt x="43" y="47"/>
                    </a:lnTo>
                    <a:lnTo>
                      <a:pt x="78" y="151"/>
                    </a:lnTo>
                    <a:lnTo>
                      <a:pt x="130" y="1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3" name="Freeform 98"/>
              <p:cNvSpPr/>
              <p:nvPr/>
            </p:nvSpPr>
            <p:spPr bwMode="auto">
              <a:xfrm>
                <a:off x="2360" y="509"/>
                <a:ext cx="272" cy="298"/>
              </a:xfrm>
              <a:custGeom>
                <a:avLst/>
                <a:gdLst>
                  <a:gd name="T0" fmla="*/ 184 w 272"/>
                  <a:gd name="T1" fmla="*/ 0 h 298"/>
                  <a:gd name="T2" fmla="*/ 272 w 272"/>
                  <a:gd name="T3" fmla="*/ 226 h 298"/>
                  <a:gd name="T4" fmla="*/ 232 w 272"/>
                  <a:gd name="T5" fmla="*/ 241 h 298"/>
                  <a:gd name="T6" fmla="*/ 65 w 272"/>
                  <a:gd name="T7" fmla="*/ 124 h 298"/>
                  <a:gd name="T8" fmla="*/ 127 w 272"/>
                  <a:gd name="T9" fmla="*/ 283 h 298"/>
                  <a:gd name="T10" fmla="*/ 88 w 272"/>
                  <a:gd name="T11" fmla="*/ 298 h 298"/>
                  <a:gd name="T12" fmla="*/ 0 w 272"/>
                  <a:gd name="T13" fmla="*/ 72 h 298"/>
                  <a:gd name="T14" fmla="*/ 44 w 272"/>
                  <a:gd name="T15" fmla="*/ 54 h 298"/>
                  <a:gd name="T16" fmla="*/ 204 w 272"/>
                  <a:gd name="T17" fmla="*/ 165 h 298"/>
                  <a:gd name="T18" fmla="*/ 144 w 272"/>
                  <a:gd name="T19" fmla="*/ 15 h 298"/>
                  <a:gd name="T20" fmla="*/ 184 w 272"/>
                  <a:gd name="T2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298">
                    <a:moveTo>
                      <a:pt x="184" y="0"/>
                    </a:moveTo>
                    <a:lnTo>
                      <a:pt x="272" y="226"/>
                    </a:lnTo>
                    <a:lnTo>
                      <a:pt x="232" y="241"/>
                    </a:lnTo>
                    <a:lnTo>
                      <a:pt x="65" y="124"/>
                    </a:lnTo>
                    <a:lnTo>
                      <a:pt x="127" y="283"/>
                    </a:lnTo>
                    <a:lnTo>
                      <a:pt x="88" y="298"/>
                    </a:lnTo>
                    <a:lnTo>
                      <a:pt x="0" y="72"/>
                    </a:lnTo>
                    <a:lnTo>
                      <a:pt x="44" y="54"/>
                    </a:lnTo>
                    <a:lnTo>
                      <a:pt x="204" y="165"/>
                    </a:lnTo>
                    <a:lnTo>
                      <a:pt x="144" y="15"/>
                    </a:lnTo>
                    <a:lnTo>
                      <a:pt x="18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4" name="Freeform 99"/>
              <p:cNvSpPr/>
              <p:nvPr/>
            </p:nvSpPr>
            <p:spPr bwMode="auto">
              <a:xfrm>
                <a:off x="2726" y="462"/>
                <a:ext cx="205" cy="251"/>
              </a:xfrm>
              <a:custGeom>
                <a:avLst/>
                <a:gdLst>
                  <a:gd name="T0" fmla="*/ 81 w 151"/>
                  <a:gd name="T1" fmla="*/ 185 h 186"/>
                  <a:gd name="T2" fmla="*/ 42 w 151"/>
                  <a:gd name="T3" fmla="*/ 179 h 186"/>
                  <a:gd name="T4" fmla="*/ 16 w 151"/>
                  <a:gd name="T5" fmla="*/ 156 h 186"/>
                  <a:gd name="T6" fmla="*/ 5 w 151"/>
                  <a:gd name="T7" fmla="*/ 121 h 186"/>
                  <a:gd name="T8" fmla="*/ 0 w 151"/>
                  <a:gd name="T9" fmla="*/ 6 h 186"/>
                  <a:gd name="T10" fmla="*/ 32 w 151"/>
                  <a:gd name="T11" fmla="*/ 5 h 186"/>
                  <a:gd name="T12" fmla="*/ 37 w 151"/>
                  <a:gd name="T13" fmla="*/ 117 h 186"/>
                  <a:gd name="T14" fmla="*/ 48 w 151"/>
                  <a:gd name="T15" fmla="*/ 148 h 186"/>
                  <a:gd name="T16" fmla="*/ 79 w 151"/>
                  <a:gd name="T17" fmla="*/ 158 h 186"/>
                  <a:gd name="T18" fmla="*/ 107 w 151"/>
                  <a:gd name="T19" fmla="*/ 145 h 186"/>
                  <a:gd name="T20" fmla="*/ 116 w 151"/>
                  <a:gd name="T21" fmla="*/ 113 h 186"/>
                  <a:gd name="T22" fmla="*/ 111 w 151"/>
                  <a:gd name="T23" fmla="*/ 1 h 186"/>
                  <a:gd name="T24" fmla="*/ 145 w 151"/>
                  <a:gd name="T25" fmla="*/ 0 h 186"/>
                  <a:gd name="T26" fmla="*/ 150 w 151"/>
                  <a:gd name="T27" fmla="*/ 114 h 186"/>
                  <a:gd name="T28" fmla="*/ 143 w 151"/>
                  <a:gd name="T29" fmla="*/ 151 h 186"/>
                  <a:gd name="T30" fmla="*/ 119 w 151"/>
                  <a:gd name="T31" fmla="*/ 175 h 186"/>
                  <a:gd name="T32" fmla="*/ 81 w 151"/>
                  <a:gd name="T33" fmla="*/ 18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1" h="186">
                    <a:moveTo>
                      <a:pt x="81" y="185"/>
                    </a:moveTo>
                    <a:cubicBezTo>
                      <a:pt x="66" y="186"/>
                      <a:pt x="53" y="184"/>
                      <a:pt x="42" y="179"/>
                    </a:cubicBezTo>
                    <a:cubicBezTo>
                      <a:pt x="31" y="174"/>
                      <a:pt x="22" y="166"/>
                      <a:pt x="16" y="156"/>
                    </a:cubicBezTo>
                    <a:cubicBezTo>
                      <a:pt x="9" y="146"/>
                      <a:pt x="6" y="134"/>
                      <a:pt x="5" y="121"/>
                    </a:cubicBezTo>
                    <a:cubicBezTo>
                      <a:pt x="0" y="6"/>
                      <a:pt x="0" y="6"/>
                      <a:pt x="0" y="6"/>
                    </a:cubicBezTo>
                    <a:cubicBezTo>
                      <a:pt x="32" y="5"/>
                      <a:pt x="32" y="5"/>
                      <a:pt x="32" y="5"/>
                    </a:cubicBezTo>
                    <a:cubicBezTo>
                      <a:pt x="37" y="117"/>
                      <a:pt x="37" y="117"/>
                      <a:pt x="37" y="117"/>
                    </a:cubicBezTo>
                    <a:cubicBezTo>
                      <a:pt x="37" y="131"/>
                      <a:pt x="41" y="141"/>
                      <a:pt x="48" y="148"/>
                    </a:cubicBezTo>
                    <a:cubicBezTo>
                      <a:pt x="56" y="155"/>
                      <a:pt x="66" y="158"/>
                      <a:pt x="79" y="158"/>
                    </a:cubicBezTo>
                    <a:cubicBezTo>
                      <a:pt x="91" y="157"/>
                      <a:pt x="101" y="153"/>
                      <a:pt x="107" y="145"/>
                    </a:cubicBezTo>
                    <a:cubicBezTo>
                      <a:pt x="114" y="138"/>
                      <a:pt x="117" y="127"/>
                      <a:pt x="116" y="113"/>
                    </a:cubicBezTo>
                    <a:cubicBezTo>
                      <a:pt x="111" y="1"/>
                      <a:pt x="111" y="1"/>
                      <a:pt x="111" y="1"/>
                    </a:cubicBezTo>
                    <a:cubicBezTo>
                      <a:pt x="145" y="0"/>
                      <a:pt x="145" y="0"/>
                      <a:pt x="145" y="0"/>
                    </a:cubicBezTo>
                    <a:cubicBezTo>
                      <a:pt x="150" y="114"/>
                      <a:pt x="150" y="114"/>
                      <a:pt x="150" y="114"/>
                    </a:cubicBezTo>
                    <a:cubicBezTo>
                      <a:pt x="151" y="128"/>
                      <a:pt x="149" y="140"/>
                      <a:pt x="143" y="151"/>
                    </a:cubicBezTo>
                    <a:cubicBezTo>
                      <a:pt x="138" y="161"/>
                      <a:pt x="130" y="169"/>
                      <a:pt x="119" y="175"/>
                    </a:cubicBezTo>
                    <a:cubicBezTo>
                      <a:pt x="108" y="181"/>
                      <a:pt x="96" y="184"/>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5" name="Freeform 100"/>
              <p:cNvSpPr/>
              <p:nvPr/>
            </p:nvSpPr>
            <p:spPr bwMode="auto">
              <a:xfrm>
                <a:off x="2961" y="467"/>
                <a:ext cx="242" cy="277"/>
              </a:xfrm>
              <a:custGeom>
                <a:avLst/>
                <a:gdLst>
                  <a:gd name="T0" fmla="*/ 242 w 242"/>
                  <a:gd name="T1" fmla="*/ 39 h 277"/>
                  <a:gd name="T2" fmla="*/ 194 w 242"/>
                  <a:gd name="T3" fmla="*/ 277 h 277"/>
                  <a:gd name="T4" fmla="*/ 152 w 242"/>
                  <a:gd name="T5" fmla="*/ 269 h 277"/>
                  <a:gd name="T6" fmla="*/ 74 w 242"/>
                  <a:gd name="T7" fmla="*/ 80 h 277"/>
                  <a:gd name="T8" fmla="*/ 42 w 242"/>
                  <a:gd name="T9" fmla="*/ 248 h 277"/>
                  <a:gd name="T10" fmla="*/ 0 w 242"/>
                  <a:gd name="T11" fmla="*/ 240 h 277"/>
                  <a:gd name="T12" fmla="*/ 47 w 242"/>
                  <a:gd name="T13" fmla="*/ 0 h 277"/>
                  <a:gd name="T14" fmla="*/ 96 w 242"/>
                  <a:gd name="T15" fmla="*/ 9 h 277"/>
                  <a:gd name="T16" fmla="*/ 169 w 242"/>
                  <a:gd name="T17" fmla="*/ 189 h 277"/>
                  <a:gd name="T18" fmla="*/ 201 w 242"/>
                  <a:gd name="T19" fmla="*/ 31 h 277"/>
                  <a:gd name="T20" fmla="*/ 242 w 242"/>
                  <a:gd name="T21" fmla="*/ 39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277">
                    <a:moveTo>
                      <a:pt x="242" y="39"/>
                    </a:moveTo>
                    <a:lnTo>
                      <a:pt x="194" y="277"/>
                    </a:lnTo>
                    <a:lnTo>
                      <a:pt x="152" y="269"/>
                    </a:lnTo>
                    <a:lnTo>
                      <a:pt x="74" y="80"/>
                    </a:lnTo>
                    <a:lnTo>
                      <a:pt x="42" y="248"/>
                    </a:lnTo>
                    <a:lnTo>
                      <a:pt x="0" y="240"/>
                    </a:lnTo>
                    <a:lnTo>
                      <a:pt x="47" y="0"/>
                    </a:lnTo>
                    <a:lnTo>
                      <a:pt x="96" y="9"/>
                    </a:lnTo>
                    <a:lnTo>
                      <a:pt x="169" y="189"/>
                    </a:lnTo>
                    <a:lnTo>
                      <a:pt x="201" y="31"/>
                    </a:lnTo>
                    <a:lnTo>
                      <a:pt x="242" y="3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6" name="Freeform 101"/>
              <p:cNvSpPr/>
              <p:nvPr/>
            </p:nvSpPr>
            <p:spPr bwMode="auto">
              <a:xfrm>
                <a:off x="3187" y="533"/>
                <a:ext cx="130" cy="244"/>
              </a:xfrm>
              <a:custGeom>
                <a:avLst/>
                <a:gdLst>
                  <a:gd name="T0" fmla="*/ 130 w 130"/>
                  <a:gd name="T1" fmla="*/ 17 h 244"/>
                  <a:gd name="T2" fmla="*/ 43 w 130"/>
                  <a:gd name="T3" fmla="*/ 244 h 244"/>
                  <a:gd name="T4" fmla="*/ 0 w 130"/>
                  <a:gd name="T5" fmla="*/ 228 h 244"/>
                  <a:gd name="T6" fmla="*/ 86 w 130"/>
                  <a:gd name="T7" fmla="*/ 0 h 244"/>
                  <a:gd name="T8" fmla="*/ 130 w 130"/>
                  <a:gd name="T9" fmla="*/ 17 h 244"/>
                </a:gdLst>
                <a:ahLst/>
                <a:cxnLst>
                  <a:cxn ang="0">
                    <a:pos x="T0" y="T1"/>
                  </a:cxn>
                  <a:cxn ang="0">
                    <a:pos x="T2" y="T3"/>
                  </a:cxn>
                  <a:cxn ang="0">
                    <a:pos x="T4" y="T5"/>
                  </a:cxn>
                  <a:cxn ang="0">
                    <a:pos x="T6" y="T7"/>
                  </a:cxn>
                  <a:cxn ang="0">
                    <a:pos x="T8" y="T9"/>
                  </a:cxn>
                </a:cxnLst>
                <a:rect l="0" t="0" r="r" b="b"/>
                <a:pathLst>
                  <a:path w="130" h="244">
                    <a:moveTo>
                      <a:pt x="130" y="17"/>
                    </a:moveTo>
                    <a:lnTo>
                      <a:pt x="43" y="244"/>
                    </a:lnTo>
                    <a:lnTo>
                      <a:pt x="0" y="228"/>
                    </a:lnTo>
                    <a:lnTo>
                      <a:pt x="86" y="0"/>
                    </a:lnTo>
                    <a:lnTo>
                      <a:pt x="130"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7" name="Freeform 102"/>
              <p:cNvSpPr/>
              <p:nvPr/>
            </p:nvSpPr>
            <p:spPr bwMode="auto">
              <a:xfrm>
                <a:off x="3321" y="568"/>
                <a:ext cx="240" cy="279"/>
              </a:xfrm>
              <a:custGeom>
                <a:avLst/>
                <a:gdLst>
                  <a:gd name="T0" fmla="*/ 240 w 240"/>
                  <a:gd name="T1" fmla="*/ 110 h 279"/>
                  <a:gd name="T2" fmla="*/ 48 w 240"/>
                  <a:gd name="T3" fmla="*/ 279 h 279"/>
                  <a:gd name="T4" fmla="*/ 0 w 240"/>
                  <a:gd name="T5" fmla="*/ 251 h 279"/>
                  <a:gd name="T6" fmla="*/ 51 w 240"/>
                  <a:gd name="T7" fmla="*/ 0 h 279"/>
                  <a:gd name="T8" fmla="*/ 94 w 240"/>
                  <a:gd name="T9" fmla="*/ 25 h 279"/>
                  <a:gd name="T10" fmla="*/ 44 w 240"/>
                  <a:gd name="T11" fmla="*/ 235 h 279"/>
                  <a:gd name="T12" fmla="*/ 200 w 240"/>
                  <a:gd name="T13" fmla="*/ 87 h 279"/>
                  <a:gd name="T14" fmla="*/ 240 w 240"/>
                  <a:gd name="T15" fmla="*/ 110 h 2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0" h="279">
                    <a:moveTo>
                      <a:pt x="240" y="110"/>
                    </a:moveTo>
                    <a:lnTo>
                      <a:pt x="48" y="279"/>
                    </a:lnTo>
                    <a:lnTo>
                      <a:pt x="0" y="251"/>
                    </a:lnTo>
                    <a:lnTo>
                      <a:pt x="51" y="0"/>
                    </a:lnTo>
                    <a:lnTo>
                      <a:pt x="94" y="25"/>
                    </a:lnTo>
                    <a:lnTo>
                      <a:pt x="44" y="235"/>
                    </a:lnTo>
                    <a:lnTo>
                      <a:pt x="200" y="87"/>
                    </a:lnTo>
                    <a:lnTo>
                      <a:pt x="240" y="1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8" name="Freeform 103"/>
              <p:cNvSpPr/>
              <p:nvPr/>
            </p:nvSpPr>
            <p:spPr bwMode="auto">
              <a:xfrm>
                <a:off x="3449" y="720"/>
                <a:ext cx="275" cy="280"/>
              </a:xfrm>
              <a:custGeom>
                <a:avLst/>
                <a:gdLst>
                  <a:gd name="T0" fmla="*/ 172 w 275"/>
                  <a:gd name="T1" fmla="*/ 60 h 280"/>
                  <a:gd name="T2" fmla="*/ 133 w 275"/>
                  <a:gd name="T3" fmla="*/ 102 h 280"/>
                  <a:gd name="T4" fmla="*/ 204 w 275"/>
                  <a:gd name="T5" fmla="*/ 168 h 280"/>
                  <a:gd name="T6" fmla="*/ 179 w 275"/>
                  <a:gd name="T7" fmla="*/ 196 h 280"/>
                  <a:gd name="T8" fmla="*/ 107 w 275"/>
                  <a:gd name="T9" fmla="*/ 131 h 280"/>
                  <a:gd name="T10" fmla="*/ 60 w 275"/>
                  <a:gd name="T11" fmla="*/ 183 h 280"/>
                  <a:gd name="T12" fmla="*/ 137 w 275"/>
                  <a:gd name="T13" fmla="*/ 252 h 280"/>
                  <a:gd name="T14" fmla="*/ 111 w 275"/>
                  <a:gd name="T15" fmla="*/ 280 h 280"/>
                  <a:gd name="T16" fmla="*/ 0 w 275"/>
                  <a:gd name="T17" fmla="*/ 180 h 280"/>
                  <a:gd name="T18" fmla="*/ 164 w 275"/>
                  <a:gd name="T19" fmla="*/ 0 h 280"/>
                  <a:gd name="T20" fmla="*/ 275 w 275"/>
                  <a:gd name="T21" fmla="*/ 100 h 280"/>
                  <a:gd name="T22" fmla="*/ 248 w 275"/>
                  <a:gd name="T23" fmla="*/ 129 h 280"/>
                  <a:gd name="T24" fmla="*/ 172 w 275"/>
                  <a:gd name="T25" fmla="*/ 6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5" h="280">
                    <a:moveTo>
                      <a:pt x="172" y="60"/>
                    </a:moveTo>
                    <a:lnTo>
                      <a:pt x="133" y="102"/>
                    </a:lnTo>
                    <a:lnTo>
                      <a:pt x="204" y="168"/>
                    </a:lnTo>
                    <a:lnTo>
                      <a:pt x="179" y="196"/>
                    </a:lnTo>
                    <a:lnTo>
                      <a:pt x="107" y="131"/>
                    </a:lnTo>
                    <a:lnTo>
                      <a:pt x="60" y="183"/>
                    </a:lnTo>
                    <a:lnTo>
                      <a:pt x="137" y="252"/>
                    </a:lnTo>
                    <a:lnTo>
                      <a:pt x="111" y="280"/>
                    </a:lnTo>
                    <a:lnTo>
                      <a:pt x="0" y="180"/>
                    </a:lnTo>
                    <a:lnTo>
                      <a:pt x="164" y="0"/>
                    </a:lnTo>
                    <a:lnTo>
                      <a:pt x="275" y="100"/>
                    </a:lnTo>
                    <a:lnTo>
                      <a:pt x="248" y="129"/>
                    </a:lnTo>
                    <a:lnTo>
                      <a:pt x="172" y="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9" name="Freeform 104"/>
              <p:cNvSpPr>
                <a:spLocks noEditPoints="1"/>
              </p:cNvSpPr>
              <p:nvPr/>
            </p:nvSpPr>
            <p:spPr bwMode="auto">
              <a:xfrm>
                <a:off x="3579" y="877"/>
                <a:ext cx="271" cy="294"/>
              </a:xfrm>
              <a:custGeom>
                <a:avLst/>
                <a:gdLst>
                  <a:gd name="T0" fmla="*/ 87 w 200"/>
                  <a:gd name="T1" fmla="*/ 108 h 217"/>
                  <a:gd name="T2" fmla="*/ 76 w 200"/>
                  <a:gd name="T3" fmla="*/ 93 h 217"/>
                  <a:gd name="T4" fmla="*/ 20 w 200"/>
                  <a:gd name="T5" fmla="*/ 133 h 217"/>
                  <a:gd name="T6" fmla="*/ 0 w 200"/>
                  <a:gd name="T7" fmla="*/ 106 h 217"/>
                  <a:gd name="T8" fmla="*/ 145 w 200"/>
                  <a:gd name="T9" fmla="*/ 0 h 217"/>
                  <a:gd name="T10" fmla="*/ 187 w 200"/>
                  <a:gd name="T11" fmla="*/ 58 h 217"/>
                  <a:gd name="T12" fmla="*/ 199 w 200"/>
                  <a:gd name="T13" fmla="*/ 85 h 217"/>
                  <a:gd name="T14" fmla="*/ 195 w 200"/>
                  <a:gd name="T15" fmla="*/ 112 h 217"/>
                  <a:gd name="T16" fmla="*/ 175 w 200"/>
                  <a:gd name="T17" fmla="*/ 135 h 217"/>
                  <a:gd name="T18" fmla="*/ 141 w 200"/>
                  <a:gd name="T19" fmla="*/ 147 h 217"/>
                  <a:gd name="T20" fmla="*/ 109 w 200"/>
                  <a:gd name="T21" fmla="*/ 135 h 217"/>
                  <a:gd name="T22" fmla="*/ 81 w 200"/>
                  <a:gd name="T23" fmla="*/ 217 h 217"/>
                  <a:gd name="T24" fmla="*/ 57 w 200"/>
                  <a:gd name="T25" fmla="*/ 184 h 217"/>
                  <a:gd name="T26" fmla="*/ 87 w 200"/>
                  <a:gd name="T27" fmla="*/ 108 h 217"/>
                  <a:gd name="T28" fmla="*/ 97 w 200"/>
                  <a:gd name="T29" fmla="*/ 77 h 217"/>
                  <a:gd name="T30" fmla="*/ 115 w 200"/>
                  <a:gd name="T31" fmla="*/ 101 h 217"/>
                  <a:gd name="T32" fmla="*/ 134 w 200"/>
                  <a:gd name="T33" fmla="*/ 114 h 217"/>
                  <a:gd name="T34" fmla="*/ 155 w 200"/>
                  <a:gd name="T35" fmla="*/ 108 h 217"/>
                  <a:gd name="T36" fmla="*/ 168 w 200"/>
                  <a:gd name="T37" fmla="*/ 89 h 217"/>
                  <a:gd name="T38" fmla="*/ 161 w 200"/>
                  <a:gd name="T39" fmla="*/ 68 h 217"/>
                  <a:gd name="T40" fmla="*/ 143 w 200"/>
                  <a:gd name="T41" fmla="*/ 43 h 217"/>
                  <a:gd name="T42" fmla="*/ 97 w 200"/>
                  <a:gd name="T43" fmla="*/ 7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0" h="217">
                    <a:moveTo>
                      <a:pt x="87" y="108"/>
                    </a:moveTo>
                    <a:cubicBezTo>
                      <a:pt x="76" y="93"/>
                      <a:pt x="76" y="93"/>
                      <a:pt x="76" y="93"/>
                    </a:cubicBezTo>
                    <a:cubicBezTo>
                      <a:pt x="20" y="133"/>
                      <a:pt x="20" y="133"/>
                      <a:pt x="20" y="133"/>
                    </a:cubicBezTo>
                    <a:cubicBezTo>
                      <a:pt x="0" y="106"/>
                      <a:pt x="0" y="106"/>
                      <a:pt x="0" y="106"/>
                    </a:cubicBezTo>
                    <a:cubicBezTo>
                      <a:pt x="145" y="0"/>
                      <a:pt x="145" y="0"/>
                      <a:pt x="145" y="0"/>
                    </a:cubicBezTo>
                    <a:cubicBezTo>
                      <a:pt x="187" y="58"/>
                      <a:pt x="187" y="58"/>
                      <a:pt x="187" y="58"/>
                    </a:cubicBezTo>
                    <a:cubicBezTo>
                      <a:pt x="194" y="67"/>
                      <a:pt x="198" y="76"/>
                      <a:pt x="199" y="85"/>
                    </a:cubicBezTo>
                    <a:cubicBezTo>
                      <a:pt x="200" y="95"/>
                      <a:pt x="199" y="104"/>
                      <a:pt x="195" y="112"/>
                    </a:cubicBezTo>
                    <a:cubicBezTo>
                      <a:pt x="190" y="121"/>
                      <a:pt x="184" y="129"/>
                      <a:pt x="175" y="135"/>
                    </a:cubicBezTo>
                    <a:cubicBezTo>
                      <a:pt x="164" y="143"/>
                      <a:pt x="152" y="147"/>
                      <a:pt x="141" y="147"/>
                    </a:cubicBezTo>
                    <a:cubicBezTo>
                      <a:pt x="129" y="147"/>
                      <a:pt x="118" y="143"/>
                      <a:pt x="109" y="135"/>
                    </a:cubicBezTo>
                    <a:cubicBezTo>
                      <a:pt x="81" y="217"/>
                      <a:pt x="81" y="217"/>
                      <a:pt x="81" y="217"/>
                    </a:cubicBezTo>
                    <a:cubicBezTo>
                      <a:pt x="57" y="184"/>
                      <a:pt x="57" y="184"/>
                      <a:pt x="57" y="184"/>
                    </a:cubicBezTo>
                    <a:lnTo>
                      <a:pt x="87" y="108"/>
                    </a:lnTo>
                    <a:close/>
                    <a:moveTo>
                      <a:pt x="97" y="77"/>
                    </a:moveTo>
                    <a:cubicBezTo>
                      <a:pt x="115" y="101"/>
                      <a:pt x="115" y="101"/>
                      <a:pt x="115" y="101"/>
                    </a:cubicBezTo>
                    <a:cubicBezTo>
                      <a:pt x="120" y="109"/>
                      <a:pt x="127" y="113"/>
                      <a:pt x="134" y="114"/>
                    </a:cubicBezTo>
                    <a:cubicBezTo>
                      <a:pt x="140" y="115"/>
                      <a:pt x="148" y="113"/>
                      <a:pt x="155" y="108"/>
                    </a:cubicBezTo>
                    <a:cubicBezTo>
                      <a:pt x="163" y="102"/>
                      <a:pt x="167" y="96"/>
                      <a:pt x="168" y="89"/>
                    </a:cubicBezTo>
                    <a:cubicBezTo>
                      <a:pt x="169" y="82"/>
                      <a:pt x="167" y="75"/>
                      <a:pt x="161" y="68"/>
                    </a:cubicBezTo>
                    <a:cubicBezTo>
                      <a:pt x="143" y="43"/>
                      <a:pt x="143" y="43"/>
                      <a:pt x="143" y="43"/>
                    </a:cubicBezTo>
                    <a:lnTo>
                      <a:pt x="97" y="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0" name="Freeform 105"/>
              <p:cNvSpPr/>
              <p:nvPr/>
            </p:nvSpPr>
            <p:spPr bwMode="auto">
              <a:xfrm>
                <a:off x="3708" y="1099"/>
                <a:ext cx="255" cy="215"/>
              </a:xfrm>
              <a:custGeom>
                <a:avLst/>
                <a:gdLst>
                  <a:gd name="T0" fmla="*/ 107 w 189"/>
                  <a:gd name="T1" fmla="*/ 6 h 159"/>
                  <a:gd name="T2" fmla="*/ 135 w 189"/>
                  <a:gd name="T3" fmla="*/ 1 h 159"/>
                  <a:gd name="T4" fmla="*/ 160 w 189"/>
                  <a:gd name="T5" fmla="*/ 13 h 159"/>
                  <a:gd name="T6" fmla="*/ 180 w 189"/>
                  <a:gd name="T7" fmla="*/ 41 h 159"/>
                  <a:gd name="T8" fmla="*/ 188 w 189"/>
                  <a:gd name="T9" fmla="*/ 81 h 159"/>
                  <a:gd name="T10" fmla="*/ 171 w 189"/>
                  <a:gd name="T11" fmla="*/ 112 h 159"/>
                  <a:gd name="T12" fmla="*/ 148 w 189"/>
                  <a:gd name="T13" fmla="*/ 93 h 159"/>
                  <a:gd name="T14" fmla="*/ 158 w 189"/>
                  <a:gd name="T15" fmla="*/ 75 h 159"/>
                  <a:gd name="T16" fmla="*/ 154 w 189"/>
                  <a:gd name="T17" fmla="*/ 54 h 159"/>
                  <a:gd name="T18" fmla="*/ 140 w 189"/>
                  <a:gd name="T19" fmla="*/ 36 h 159"/>
                  <a:gd name="T20" fmla="*/ 122 w 189"/>
                  <a:gd name="T21" fmla="*/ 36 h 159"/>
                  <a:gd name="T22" fmla="*/ 111 w 189"/>
                  <a:gd name="T23" fmla="*/ 49 h 159"/>
                  <a:gd name="T24" fmla="*/ 114 w 189"/>
                  <a:gd name="T25" fmla="*/ 77 h 159"/>
                  <a:gd name="T26" fmla="*/ 115 w 189"/>
                  <a:gd name="T27" fmla="*/ 126 h 159"/>
                  <a:gd name="T28" fmla="*/ 87 w 189"/>
                  <a:gd name="T29" fmla="*/ 154 h 159"/>
                  <a:gd name="T30" fmla="*/ 58 w 189"/>
                  <a:gd name="T31" fmla="*/ 158 h 159"/>
                  <a:gd name="T32" fmla="*/ 31 w 189"/>
                  <a:gd name="T33" fmla="*/ 144 h 159"/>
                  <a:gd name="T34" fmla="*/ 10 w 189"/>
                  <a:gd name="T35" fmla="*/ 116 h 159"/>
                  <a:gd name="T36" fmla="*/ 2 w 189"/>
                  <a:gd name="T37" fmla="*/ 72 h 159"/>
                  <a:gd name="T38" fmla="*/ 20 w 189"/>
                  <a:gd name="T39" fmla="*/ 38 h 159"/>
                  <a:gd name="T40" fmla="*/ 43 w 189"/>
                  <a:gd name="T41" fmla="*/ 57 h 159"/>
                  <a:gd name="T42" fmla="*/ 32 w 189"/>
                  <a:gd name="T43" fmla="*/ 78 h 159"/>
                  <a:gd name="T44" fmla="*/ 37 w 189"/>
                  <a:gd name="T45" fmla="*/ 104 h 159"/>
                  <a:gd name="T46" fmla="*/ 52 w 189"/>
                  <a:gd name="T47" fmla="*/ 123 h 159"/>
                  <a:gd name="T48" fmla="*/ 72 w 189"/>
                  <a:gd name="T49" fmla="*/ 123 h 159"/>
                  <a:gd name="T50" fmla="*/ 85 w 189"/>
                  <a:gd name="T51" fmla="*/ 108 h 159"/>
                  <a:gd name="T52" fmla="*/ 82 w 189"/>
                  <a:gd name="T53" fmla="*/ 76 h 159"/>
                  <a:gd name="T54" fmla="*/ 81 w 189"/>
                  <a:gd name="T55" fmla="*/ 32 h 159"/>
                  <a:gd name="T56" fmla="*/ 107 w 189"/>
                  <a:gd name="T57" fmla="*/ 6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9" h="159">
                    <a:moveTo>
                      <a:pt x="107" y="6"/>
                    </a:moveTo>
                    <a:cubicBezTo>
                      <a:pt x="116" y="2"/>
                      <a:pt x="125" y="0"/>
                      <a:pt x="135" y="1"/>
                    </a:cubicBezTo>
                    <a:cubicBezTo>
                      <a:pt x="144" y="3"/>
                      <a:pt x="152" y="7"/>
                      <a:pt x="160" y="13"/>
                    </a:cubicBezTo>
                    <a:cubicBezTo>
                      <a:pt x="168" y="20"/>
                      <a:pt x="175" y="29"/>
                      <a:pt x="180" y="41"/>
                    </a:cubicBezTo>
                    <a:cubicBezTo>
                      <a:pt x="187" y="56"/>
                      <a:pt x="189" y="69"/>
                      <a:pt x="188" y="81"/>
                    </a:cubicBezTo>
                    <a:cubicBezTo>
                      <a:pt x="186" y="93"/>
                      <a:pt x="181" y="104"/>
                      <a:pt x="171" y="112"/>
                    </a:cubicBezTo>
                    <a:cubicBezTo>
                      <a:pt x="148" y="93"/>
                      <a:pt x="148" y="93"/>
                      <a:pt x="148" y="93"/>
                    </a:cubicBezTo>
                    <a:cubicBezTo>
                      <a:pt x="154" y="87"/>
                      <a:pt x="157" y="82"/>
                      <a:pt x="158" y="75"/>
                    </a:cubicBezTo>
                    <a:cubicBezTo>
                      <a:pt x="159" y="69"/>
                      <a:pt x="158" y="62"/>
                      <a:pt x="154" y="54"/>
                    </a:cubicBezTo>
                    <a:cubicBezTo>
                      <a:pt x="150" y="45"/>
                      <a:pt x="145" y="39"/>
                      <a:pt x="140" y="36"/>
                    </a:cubicBezTo>
                    <a:cubicBezTo>
                      <a:pt x="135" y="33"/>
                      <a:pt x="129" y="33"/>
                      <a:pt x="122" y="36"/>
                    </a:cubicBezTo>
                    <a:cubicBezTo>
                      <a:pt x="116" y="39"/>
                      <a:pt x="112" y="43"/>
                      <a:pt x="111" y="49"/>
                    </a:cubicBezTo>
                    <a:cubicBezTo>
                      <a:pt x="110" y="56"/>
                      <a:pt x="111" y="65"/>
                      <a:pt x="114" y="77"/>
                    </a:cubicBezTo>
                    <a:cubicBezTo>
                      <a:pt x="119" y="97"/>
                      <a:pt x="120" y="114"/>
                      <a:pt x="115" y="126"/>
                    </a:cubicBezTo>
                    <a:cubicBezTo>
                      <a:pt x="111" y="138"/>
                      <a:pt x="102" y="147"/>
                      <a:pt x="87" y="154"/>
                    </a:cubicBezTo>
                    <a:cubicBezTo>
                      <a:pt x="78" y="158"/>
                      <a:pt x="68" y="159"/>
                      <a:pt x="58" y="158"/>
                    </a:cubicBezTo>
                    <a:cubicBezTo>
                      <a:pt x="48" y="156"/>
                      <a:pt x="39" y="152"/>
                      <a:pt x="31" y="144"/>
                    </a:cubicBezTo>
                    <a:cubicBezTo>
                      <a:pt x="23" y="137"/>
                      <a:pt x="16" y="128"/>
                      <a:pt x="10" y="116"/>
                    </a:cubicBezTo>
                    <a:cubicBezTo>
                      <a:pt x="3" y="100"/>
                      <a:pt x="0" y="85"/>
                      <a:pt x="2" y="72"/>
                    </a:cubicBezTo>
                    <a:cubicBezTo>
                      <a:pt x="4" y="58"/>
                      <a:pt x="10" y="47"/>
                      <a:pt x="20" y="38"/>
                    </a:cubicBezTo>
                    <a:cubicBezTo>
                      <a:pt x="43" y="57"/>
                      <a:pt x="43" y="57"/>
                      <a:pt x="43" y="57"/>
                    </a:cubicBezTo>
                    <a:cubicBezTo>
                      <a:pt x="37" y="63"/>
                      <a:pt x="33" y="70"/>
                      <a:pt x="32" y="78"/>
                    </a:cubicBezTo>
                    <a:cubicBezTo>
                      <a:pt x="31" y="86"/>
                      <a:pt x="32" y="95"/>
                      <a:pt x="37" y="104"/>
                    </a:cubicBezTo>
                    <a:cubicBezTo>
                      <a:pt x="41" y="114"/>
                      <a:pt x="46" y="120"/>
                      <a:pt x="52" y="123"/>
                    </a:cubicBezTo>
                    <a:cubicBezTo>
                      <a:pt x="58" y="126"/>
                      <a:pt x="65" y="126"/>
                      <a:pt x="72" y="123"/>
                    </a:cubicBezTo>
                    <a:cubicBezTo>
                      <a:pt x="79" y="120"/>
                      <a:pt x="83" y="115"/>
                      <a:pt x="85" y="108"/>
                    </a:cubicBezTo>
                    <a:cubicBezTo>
                      <a:pt x="86" y="101"/>
                      <a:pt x="86" y="90"/>
                      <a:pt x="82" y="76"/>
                    </a:cubicBezTo>
                    <a:cubicBezTo>
                      <a:pt x="77" y="58"/>
                      <a:pt x="77" y="43"/>
                      <a:pt x="81" y="32"/>
                    </a:cubicBezTo>
                    <a:cubicBezTo>
                      <a:pt x="85" y="20"/>
                      <a:pt x="94" y="12"/>
                      <a:pt x="10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1" name="Freeform 106"/>
              <p:cNvSpPr/>
              <p:nvPr/>
            </p:nvSpPr>
            <p:spPr bwMode="auto">
              <a:xfrm>
                <a:off x="3767" y="1295"/>
                <a:ext cx="246" cy="111"/>
              </a:xfrm>
              <a:custGeom>
                <a:avLst/>
                <a:gdLst>
                  <a:gd name="T0" fmla="*/ 246 w 246"/>
                  <a:gd name="T1" fmla="*/ 44 h 111"/>
                  <a:gd name="T2" fmla="*/ 12 w 246"/>
                  <a:gd name="T3" fmla="*/ 111 h 111"/>
                  <a:gd name="T4" fmla="*/ 0 w 246"/>
                  <a:gd name="T5" fmla="*/ 67 h 111"/>
                  <a:gd name="T6" fmla="*/ 233 w 246"/>
                  <a:gd name="T7" fmla="*/ 0 h 111"/>
                  <a:gd name="T8" fmla="*/ 246 w 246"/>
                  <a:gd name="T9" fmla="*/ 44 h 111"/>
                </a:gdLst>
                <a:ahLst/>
                <a:cxnLst>
                  <a:cxn ang="0">
                    <a:pos x="T0" y="T1"/>
                  </a:cxn>
                  <a:cxn ang="0">
                    <a:pos x="T2" y="T3"/>
                  </a:cxn>
                  <a:cxn ang="0">
                    <a:pos x="T4" y="T5"/>
                  </a:cxn>
                  <a:cxn ang="0">
                    <a:pos x="T6" y="T7"/>
                  </a:cxn>
                  <a:cxn ang="0">
                    <a:pos x="T8" y="T9"/>
                  </a:cxn>
                </a:cxnLst>
                <a:rect l="0" t="0" r="r" b="b"/>
                <a:pathLst>
                  <a:path w="246" h="111">
                    <a:moveTo>
                      <a:pt x="246" y="44"/>
                    </a:moveTo>
                    <a:lnTo>
                      <a:pt x="12" y="111"/>
                    </a:lnTo>
                    <a:lnTo>
                      <a:pt x="0" y="67"/>
                    </a:lnTo>
                    <a:lnTo>
                      <a:pt x="233" y="0"/>
                    </a:lnTo>
                    <a:lnTo>
                      <a:pt x="246" y="4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2" name="Freeform 107"/>
              <p:cNvSpPr/>
              <p:nvPr/>
            </p:nvSpPr>
            <p:spPr bwMode="auto">
              <a:xfrm>
                <a:off x="3798" y="1398"/>
                <a:ext cx="255" cy="179"/>
              </a:xfrm>
              <a:custGeom>
                <a:avLst/>
                <a:gdLst>
                  <a:gd name="T0" fmla="*/ 217 w 255"/>
                  <a:gd name="T1" fmla="*/ 179 h 179"/>
                  <a:gd name="T2" fmla="*/ 209 w 255"/>
                  <a:gd name="T3" fmla="*/ 115 h 179"/>
                  <a:gd name="T4" fmla="*/ 6 w 255"/>
                  <a:gd name="T5" fmla="*/ 142 h 179"/>
                  <a:gd name="T6" fmla="*/ 0 w 255"/>
                  <a:gd name="T7" fmla="*/ 96 h 179"/>
                  <a:gd name="T8" fmla="*/ 202 w 255"/>
                  <a:gd name="T9" fmla="*/ 69 h 179"/>
                  <a:gd name="T10" fmla="*/ 194 w 255"/>
                  <a:gd name="T11" fmla="*/ 6 h 179"/>
                  <a:gd name="T12" fmla="*/ 232 w 255"/>
                  <a:gd name="T13" fmla="*/ 0 h 179"/>
                  <a:gd name="T14" fmla="*/ 255 w 255"/>
                  <a:gd name="T15" fmla="*/ 173 h 179"/>
                  <a:gd name="T16" fmla="*/ 217 w 255"/>
                  <a:gd name="T17" fmla="*/ 17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 h="179">
                    <a:moveTo>
                      <a:pt x="217" y="179"/>
                    </a:moveTo>
                    <a:lnTo>
                      <a:pt x="209" y="115"/>
                    </a:lnTo>
                    <a:lnTo>
                      <a:pt x="6" y="142"/>
                    </a:lnTo>
                    <a:lnTo>
                      <a:pt x="0" y="96"/>
                    </a:lnTo>
                    <a:lnTo>
                      <a:pt x="202" y="69"/>
                    </a:lnTo>
                    <a:lnTo>
                      <a:pt x="194" y="6"/>
                    </a:lnTo>
                    <a:lnTo>
                      <a:pt x="232" y="0"/>
                    </a:lnTo>
                    <a:lnTo>
                      <a:pt x="255" y="173"/>
                    </a:lnTo>
                    <a:lnTo>
                      <a:pt x="21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3" name="Freeform 108"/>
              <p:cNvSpPr/>
              <p:nvPr/>
            </p:nvSpPr>
            <p:spPr bwMode="auto">
              <a:xfrm>
                <a:off x="3804" y="1623"/>
                <a:ext cx="253" cy="211"/>
              </a:xfrm>
              <a:custGeom>
                <a:avLst/>
                <a:gdLst>
                  <a:gd name="T0" fmla="*/ 96 w 253"/>
                  <a:gd name="T1" fmla="*/ 117 h 211"/>
                  <a:gd name="T2" fmla="*/ 0 w 253"/>
                  <a:gd name="T3" fmla="*/ 109 h 211"/>
                  <a:gd name="T4" fmla="*/ 4 w 253"/>
                  <a:gd name="T5" fmla="*/ 63 h 211"/>
                  <a:gd name="T6" fmla="*/ 100 w 253"/>
                  <a:gd name="T7" fmla="*/ 71 h 211"/>
                  <a:gd name="T8" fmla="*/ 253 w 253"/>
                  <a:gd name="T9" fmla="*/ 0 h 211"/>
                  <a:gd name="T10" fmla="*/ 249 w 253"/>
                  <a:gd name="T11" fmla="*/ 51 h 211"/>
                  <a:gd name="T12" fmla="*/ 134 w 253"/>
                  <a:gd name="T13" fmla="*/ 97 h 211"/>
                  <a:gd name="T14" fmla="*/ 241 w 253"/>
                  <a:gd name="T15" fmla="*/ 161 h 211"/>
                  <a:gd name="T16" fmla="*/ 237 w 253"/>
                  <a:gd name="T17" fmla="*/ 211 h 211"/>
                  <a:gd name="T18" fmla="*/ 96 w 253"/>
                  <a:gd name="T19" fmla="*/ 1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3" h="211">
                    <a:moveTo>
                      <a:pt x="96" y="117"/>
                    </a:moveTo>
                    <a:lnTo>
                      <a:pt x="0" y="109"/>
                    </a:lnTo>
                    <a:lnTo>
                      <a:pt x="4" y="63"/>
                    </a:lnTo>
                    <a:lnTo>
                      <a:pt x="100" y="71"/>
                    </a:lnTo>
                    <a:lnTo>
                      <a:pt x="253" y="0"/>
                    </a:lnTo>
                    <a:lnTo>
                      <a:pt x="249" y="51"/>
                    </a:lnTo>
                    <a:lnTo>
                      <a:pt x="134" y="97"/>
                    </a:lnTo>
                    <a:lnTo>
                      <a:pt x="241" y="161"/>
                    </a:lnTo>
                    <a:lnTo>
                      <a:pt x="237" y="211"/>
                    </a:lnTo>
                    <a:lnTo>
                      <a:pt x="96" y="1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4" name="Freeform 109"/>
              <p:cNvSpPr/>
              <p:nvPr/>
            </p:nvSpPr>
            <p:spPr bwMode="auto">
              <a:xfrm>
                <a:off x="2609" y="2605"/>
                <a:ext cx="73" cy="191"/>
              </a:xfrm>
              <a:custGeom>
                <a:avLst/>
                <a:gdLst>
                  <a:gd name="T0" fmla="*/ 73 w 73"/>
                  <a:gd name="T1" fmla="*/ 191 h 191"/>
                  <a:gd name="T2" fmla="*/ 39 w 73"/>
                  <a:gd name="T3" fmla="*/ 191 h 191"/>
                  <a:gd name="T4" fmla="*/ 39 w 73"/>
                  <a:gd name="T5" fmla="*/ 40 h 191"/>
                  <a:gd name="T6" fmla="*/ 0 w 73"/>
                  <a:gd name="T7" fmla="*/ 63 h 191"/>
                  <a:gd name="T8" fmla="*/ 0 w 73"/>
                  <a:gd name="T9" fmla="*/ 27 h 191"/>
                  <a:gd name="T10" fmla="*/ 48 w 73"/>
                  <a:gd name="T11" fmla="*/ 0 h 191"/>
                  <a:gd name="T12" fmla="*/ 73 w 73"/>
                  <a:gd name="T13" fmla="*/ 0 h 191"/>
                  <a:gd name="T14" fmla="*/ 73 w 73"/>
                  <a:gd name="T15" fmla="*/ 191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191">
                    <a:moveTo>
                      <a:pt x="73" y="191"/>
                    </a:moveTo>
                    <a:lnTo>
                      <a:pt x="39" y="191"/>
                    </a:lnTo>
                    <a:lnTo>
                      <a:pt x="39" y="40"/>
                    </a:lnTo>
                    <a:lnTo>
                      <a:pt x="0" y="63"/>
                    </a:lnTo>
                    <a:lnTo>
                      <a:pt x="0" y="27"/>
                    </a:lnTo>
                    <a:lnTo>
                      <a:pt x="48" y="0"/>
                    </a:lnTo>
                    <a:lnTo>
                      <a:pt x="73" y="0"/>
                    </a:lnTo>
                    <a:lnTo>
                      <a:pt x="73" y="1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5" name="Freeform 110"/>
              <p:cNvSpPr>
                <a:spLocks noEditPoints="1"/>
              </p:cNvSpPr>
              <p:nvPr/>
            </p:nvSpPr>
            <p:spPr bwMode="auto">
              <a:xfrm>
                <a:off x="2724" y="2601"/>
                <a:ext cx="130" cy="195"/>
              </a:xfrm>
              <a:custGeom>
                <a:avLst/>
                <a:gdLst>
                  <a:gd name="T0" fmla="*/ 96 w 96"/>
                  <a:gd name="T1" fmla="*/ 48 h 144"/>
                  <a:gd name="T2" fmla="*/ 91 w 96"/>
                  <a:gd name="T3" fmla="*/ 77 h 144"/>
                  <a:gd name="T4" fmla="*/ 75 w 96"/>
                  <a:gd name="T5" fmla="*/ 107 h 144"/>
                  <a:gd name="T6" fmla="*/ 50 w 96"/>
                  <a:gd name="T7" fmla="*/ 144 h 144"/>
                  <a:gd name="T8" fmla="*/ 22 w 96"/>
                  <a:gd name="T9" fmla="*/ 144 h 144"/>
                  <a:gd name="T10" fmla="*/ 52 w 96"/>
                  <a:gd name="T11" fmla="*/ 102 h 144"/>
                  <a:gd name="T12" fmla="*/ 62 w 96"/>
                  <a:gd name="T13" fmla="*/ 86 h 144"/>
                  <a:gd name="T14" fmla="*/ 43 w 96"/>
                  <a:gd name="T15" fmla="*/ 91 h 144"/>
                  <a:gd name="T16" fmla="*/ 21 w 96"/>
                  <a:gd name="T17" fmla="*/ 85 h 144"/>
                  <a:gd name="T18" fmla="*/ 6 w 96"/>
                  <a:gd name="T19" fmla="*/ 69 h 144"/>
                  <a:gd name="T20" fmla="*/ 0 w 96"/>
                  <a:gd name="T21" fmla="*/ 46 h 144"/>
                  <a:gd name="T22" fmla="*/ 6 w 96"/>
                  <a:gd name="T23" fmla="*/ 22 h 144"/>
                  <a:gd name="T24" fmla="*/ 23 w 96"/>
                  <a:gd name="T25" fmla="*/ 6 h 144"/>
                  <a:gd name="T26" fmla="*/ 48 w 96"/>
                  <a:gd name="T27" fmla="*/ 0 h 144"/>
                  <a:gd name="T28" fmla="*/ 73 w 96"/>
                  <a:gd name="T29" fmla="*/ 6 h 144"/>
                  <a:gd name="T30" fmla="*/ 90 w 96"/>
                  <a:gd name="T31" fmla="*/ 23 h 144"/>
                  <a:gd name="T32" fmla="*/ 96 w 96"/>
                  <a:gd name="T33" fmla="*/ 48 h 144"/>
                  <a:gd name="T34" fmla="*/ 48 w 96"/>
                  <a:gd name="T35" fmla="*/ 70 h 144"/>
                  <a:gd name="T36" fmla="*/ 65 w 96"/>
                  <a:gd name="T37" fmla="*/ 64 h 144"/>
                  <a:gd name="T38" fmla="*/ 72 w 96"/>
                  <a:gd name="T39" fmla="*/ 48 h 144"/>
                  <a:gd name="T40" fmla="*/ 72 w 96"/>
                  <a:gd name="T41" fmla="*/ 46 h 144"/>
                  <a:gd name="T42" fmla="*/ 65 w 96"/>
                  <a:gd name="T43" fmla="*/ 28 h 144"/>
                  <a:gd name="T44" fmla="*/ 48 w 96"/>
                  <a:gd name="T45" fmla="*/ 21 h 144"/>
                  <a:gd name="T46" fmla="*/ 31 w 96"/>
                  <a:gd name="T47" fmla="*/ 28 h 144"/>
                  <a:gd name="T48" fmla="*/ 25 w 96"/>
                  <a:gd name="T49" fmla="*/ 46 h 144"/>
                  <a:gd name="T50" fmla="*/ 31 w 96"/>
                  <a:gd name="T51" fmla="*/ 63 h 144"/>
                  <a:gd name="T52" fmla="*/ 48 w 96"/>
                  <a:gd name="T53" fmla="*/ 7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6" h="144">
                    <a:moveTo>
                      <a:pt x="96" y="48"/>
                    </a:moveTo>
                    <a:cubicBezTo>
                      <a:pt x="96" y="58"/>
                      <a:pt x="95" y="67"/>
                      <a:pt x="91" y="77"/>
                    </a:cubicBezTo>
                    <a:cubicBezTo>
                      <a:pt x="88" y="86"/>
                      <a:pt x="82" y="96"/>
                      <a:pt x="75" y="107"/>
                    </a:cubicBezTo>
                    <a:cubicBezTo>
                      <a:pt x="50" y="144"/>
                      <a:pt x="50" y="144"/>
                      <a:pt x="50" y="144"/>
                    </a:cubicBezTo>
                    <a:cubicBezTo>
                      <a:pt x="22" y="144"/>
                      <a:pt x="22" y="144"/>
                      <a:pt x="22" y="144"/>
                    </a:cubicBezTo>
                    <a:cubicBezTo>
                      <a:pt x="52" y="102"/>
                      <a:pt x="52" y="102"/>
                      <a:pt x="52" y="102"/>
                    </a:cubicBezTo>
                    <a:cubicBezTo>
                      <a:pt x="57" y="96"/>
                      <a:pt x="60" y="90"/>
                      <a:pt x="62" y="86"/>
                    </a:cubicBezTo>
                    <a:cubicBezTo>
                      <a:pt x="57" y="89"/>
                      <a:pt x="50" y="91"/>
                      <a:pt x="43" y="91"/>
                    </a:cubicBezTo>
                    <a:cubicBezTo>
                      <a:pt x="35" y="91"/>
                      <a:pt x="27" y="89"/>
                      <a:pt x="21" y="85"/>
                    </a:cubicBezTo>
                    <a:cubicBezTo>
                      <a:pt x="14" y="81"/>
                      <a:pt x="9" y="76"/>
                      <a:pt x="6" y="69"/>
                    </a:cubicBezTo>
                    <a:cubicBezTo>
                      <a:pt x="2" y="62"/>
                      <a:pt x="0" y="54"/>
                      <a:pt x="0" y="46"/>
                    </a:cubicBezTo>
                    <a:cubicBezTo>
                      <a:pt x="0" y="37"/>
                      <a:pt x="2" y="29"/>
                      <a:pt x="6" y="22"/>
                    </a:cubicBezTo>
                    <a:cubicBezTo>
                      <a:pt x="10" y="15"/>
                      <a:pt x="16" y="10"/>
                      <a:pt x="23" y="6"/>
                    </a:cubicBezTo>
                    <a:cubicBezTo>
                      <a:pt x="31" y="2"/>
                      <a:pt x="39" y="0"/>
                      <a:pt x="48" y="0"/>
                    </a:cubicBezTo>
                    <a:cubicBezTo>
                      <a:pt x="58" y="0"/>
                      <a:pt x="66" y="2"/>
                      <a:pt x="73" y="6"/>
                    </a:cubicBezTo>
                    <a:cubicBezTo>
                      <a:pt x="81" y="10"/>
                      <a:pt x="86" y="16"/>
                      <a:pt x="90" y="23"/>
                    </a:cubicBezTo>
                    <a:cubicBezTo>
                      <a:pt x="94" y="30"/>
                      <a:pt x="96" y="39"/>
                      <a:pt x="96" y="48"/>
                    </a:cubicBezTo>
                    <a:close/>
                    <a:moveTo>
                      <a:pt x="48" y="70"/>
                    </a:moveTo>
                    <a:cubicBezTo>
                      <a:pt x="55" y="70"/>
                      <a:pt x="61" y="68"/>
                      <a:pt x="65" y="64"/>
                    </a:cubicBezTo>
                    <a:cubicBezTo>
                      <a:pt x="69" y="60"/>
                      <a:pt x="71" y="55"/>
                      <a:pt x="72" y="48"/>
                    </a:cubicBezTo>
                    <a:cubicBezTo>
                      <a:pt x="72" y="46"/>
                      <a:pt x="72" y="46"/>
                      <a:pt x="72" y="46"/>
                    </a:cubicBezTo>
                    <a:cubicBezTo>
                      <a:pt x="72" y="38"/>
                      <a:pt x="70" y="32"/>
                      <a:pt x="65" y="28"/>
                    </a:cubicBezTo>
                    <a:cubicBezTo>
                      <a:pt x="61" y="23"/>
                      <a:pt x="55" y="21"/>
                      <a:pt x="48" y="21"/>
                    </a:cubicBezTo>
                    <a:cubicBezTo>
                      <a:pt x="41" y="21"/>
                      <a:pt x="36" y="23"/>
                      <a:pt x="31" y="28"/>
                    </a:cubicBezTo>
                    <a:cubicBezTo>
                      <a:pt x="27" y="32"/>
                      <a:pt x="25" y="38"/>
                      <a:pt x="25" y="46"/>
                    </a:cubicBezTo>
                    <a:cubicBezTo>
                      <a:pt x="25" y="53"/>
                      <a:pt x="27" y="59"/>
                      <a:pt x="31" y="63"/>
                    </a:cubicBezTo>
                    <a:cubicBezTo>
                      <a:pt x="35" y="68"/>
                      <a:pt x="41" y="70"/>
                      <a:pt x="48"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6" name="Freeform 111"/>
              <p:cNvSpPr>
                <a:spLocks noEditPoints="1"/>
              </p:cNvSpPr>
              <p:nvPr/>
            </p:nvSpPr>
            <p:spPr bwMode="auto">
              <a:xfrm>
                <a:off x="2878"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1 w 99"/>
                  <a:gd name="T23" fmla="*/ 19 h 146"/>
                  <a:gd name="T24" fmla="*/ 26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7 w 99"/>
                  <a:gd name="T37" fmla="*/ 67 h 146"/>
                  <a:gd name="T38" fmla="*/ 93 w 99"/>
                  <a:gd name="T39" fmla="*/ 81 h 146"/>
                  <a:gd name="T40" fmla="*/ 99 w 99"/>
                  <a:gd name="T41" fmla="*/ 102 h 146"/>
                  <a:gd name="T42" fmla="*/ 75 w 99"/>
                  <a:gd name="T43" fmla="*/ 101 h 146"/>
                  <a:gd name="T44" fmla="*/ 68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8 w 99"/>
                  <a:gd name="T57" fmla="*/ 119 h 146"/>
                  <a:gd name="T58" fmla="*/ 75 w 99"/>
                  <a:gd name="T59" fmla="*/ 101 h 146"/>
                  <a:gd name="T60" fmla="*/ 29 w 99"/>
                  <a:gd name="T61" fmla="*/ 39 h 146"/>
                  <a:gd name="T62" fmla="*/ 35 w 99"/>
                  <a:gd name="T63" fmla="*/ 53 h 146"/>
                  <a:gd name="T64" fmla="*/ 50 w 99"/>
                  <a:gd name="T65" fmla="*/ 58 h 146"/>
                  <a:gd name="T66" fmla="*/ 65 w 99"/>
                  <a:gd name="T67" fmla="*/ 53 h 146"/>
                  <a:gd name="T68" fmla="*/ 70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59" y="146"/>
                      <a:pt x="50" y="146"/>
                    </a:cubicBezTo>
                    <a:cubicBezTo>
                      <a:pt x="40" y="146"/>
                      <a:pt x="31" y="144"/>
                      <a:pt x="24" y="140"/>
                    </a:cubicBezTo>
                    <a:cubicBezTo>
                      <a:pt x="16" y="137"/>
                      <a:pt x="10"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7" y="50"/>
                      <a:pt x="6" y="45"/>
                      <a:pt x="6" y="39"/>
                    </a:cubicBezTo>
                    <a:cubicBezTo>
                      <a:pt x="6" y="32"/>
                      <a:pt x="8" y="25"/>
                      <a:pt x="11" y="19"/>
                    </a:cubicBezTo>
                    <a:cubicBezTo>
                      <a:pt x="15" y="13"/>
                      <a:pt x="20" y="9"/>
                      <a:pt x="26" y="5"/>
                    </a:cubicBezTo>
                    <a:cubicBezTo>
                      <a:pt x="33" y="2"/>
                      <a:pt x="41" y="0"/>
                      <a:pt x="50" y="0"/>
                    </a:cubicBezTo>
                    <a:cubicBezTo>
                      <a:pt x="58" y="0"/>
                      <a:pt x="66" y="2"/>
                      <a:pt x="73" y="5"/>
                    </a:cubicBezTo>
                    <a:cubicBezTo>
                      <a:pt x="79" y="9"/>
                      <a:pt x="84" y="13"/>
                      <a:pt x="88" y="19"/>
                    </a:cubicBezTo>
                    <a:cubicBezTo>
                      <a:pt x="91" y="25"/>
                      <a:pt x="93" y="32"/>
                      <a:pt x="93" y="39"/>
                    </a:cubicBezTo>
                    <a:cubicBezTo>
                      <a:pt x="93" y="45"/>
                      <a:pt x="92" y="50"/>
                      <a:pt x="89" y="55"/>
                    </a:cubicBezTo>
                    <a:cubicBezTo>
                      <a:pt x="86" y="60"/>
                      <a:pt x="82" y="64"/>
                      <a:pt x="77" y="67"/>
                    </a:cubicBezTo>
                    <a:cubicBezTo>
                      <a:pt x="84" y="70"/>
                      <a:pt x="89" y="75"/>
                      <a:pt x="93" y="81"/>
                    </a:cubicBezTo>
                    <a:cubicBezTo>
                      <a:pt x="97" y="87"/>
                      <a:pt x="99" y="94"/>
                      <a:pt x="99" y="102"/>
                    </a:cubicBezTo>
                    <a:close/>
                    <a:moveTo>
                      <a:pt x="75" y="101"/>
                    </a:moveTo>
                    <a:cubicBezTo>
                      <a:pt x="75" y="94"/>
                      <a:pt x="73" y="88"/>
                      <a:pt x="68" y="83"/>
                    </a:cubicBezTo>
                    <a:cubicBezTo>
                      <a:pt x="64" y="79"/>
                      <a:pt x="58" y="76"/>
                      <a:pt x="50" y="76"/>
                    </a:cubicBezTo>
                    <a:cubicBezTo>
                      <a:pt x="42" y="76"/>
                      <a:pt x="35" y="79"/>
                      <a:pt x="31" y="83"/>
                    </a:cubicBezTo>
                    <a:cubicBezTo>
                      <a:pt x="26" y="88"/>
                      <a:pt x="24" y="94"/>
                      <a:pt x="24" y="101"/>
                    </a:cubicBezTo>
                    <a:cubicBezTo>
                      <a:pt x="24" y="109"/>
                      <a:pt x="26" y="115"/>
                      <a:pt x="31" y="119"/>
                    </a:cubicBezTo>
                    <a:cubicBezTo>
                      <a:pt x="35" y="124"/>
                      <a:pt x="42" y="126"/>
                      <a:pt x="50" y="126"/>
                    </a:cubicBezTo>
                    <a:cubicBezTo>
                      <a:pt x="58" y="126"/>
                      <a:pt x="64" y="124"/>
                      <a:pt x="68" y="119"/>
                    </a:cubicBezTo>
                    <a:cubicBezTo>
                      <a:pt x="73" y="115"/>
                      <a:pt x="75" y="109"/>
                      <a:pt x="75" y="101"/>
                    </a:cubicBezTo>
                    <a:close/>
                    <a:moveTo>
                      <a:pt x="29" y="39"/>
                    </a:moveTo>
                    <a:cubicBezTo>
                      <a:pt x="29" y="44"/>
                      <a:pt x="31" y="49"/>
                      <a:pt x="35" y="53"/>
                    </a:cubicBezTo>
                    <a:cubicBezTo>
                      <a:pt x="38" y="56"/>
                      <a:pt x="43" y="58"/>
                      <a:pt x="50" y="58"/>
                    </a:cubicBezTo>
                    <a:cubicBezTo>
                      <a:pt x="56" y="58"/>
                      <a:pt x="61" y="56"/>
                      <a:pt x="65" y="53"/>
                    </a:cubicBezTo>
                    <a:cubicBezTo>
                      <a:pt x="68" y="49"/>
                      <a:pt x="70" y="44"/>
                      <a:pt x="70" y="39"/>
                    </a:cubicBezTo>
                    <a:cubicBezTo>
                      <a:pt x="70" y="33"/>
                      <a:pt x="68" y="28"/>
                      <a:pt x="65" y="24"/>
                    </a:cubicBezTo>
                    <a:cubicBezTo>
                      <a:pt x="61" y="21"/>
                      <a:pt x="56" y="19"/>
                      <a:pt x="50" y="19"/>
                    </a:cubicBezTo>
                    <a:cubicBezTo>
                      <a:pt x="43" y="19"/>
                      <a:pt x="38"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7" name="Freeform 112"/>
              <p:cNvSpPr>
                <a:spLocks noEditPoints="1"/>
              </p:cNvSpPr>
              <p:nvPr/>
            </p:nvSpPr>
            <p:spPr bwMode="auto">
              <a:xfrm>
                <a:off x="3034"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2 w 99"/>
                  <a:gd name="T23" fmla="*/ 19 h 146"/>
                  <a:gd name="T24" fmla="*/ 27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8 w 99"/>
                  <a:gd name="T37" fmla="*/ 67 h 146"/>
                  <a:gd name="T38" fmla="*/ 94 w 99"/>
                  <a:gd name="T39" fmla="*/ 81 h 146"/>
                  <a:gd name="T40" fmla="*/ 99 w 99"/>
                  <a:gd name="T41" fmla="*/ 102 h 146"/>
                  <a:gd name="T42" fmla="*/ 76 w 99"/>
                  <a:gd name="T43" fmla="*/ 101 h 146"/>
                  <a:gd name="T44" fmla="*/ 69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9 w 99"/>
                  <a:gd name="T57" fmla="*/ 119 h 146"/>
                  <a:gd name="T58" fmla="*/ 76 w 99"/>
                  <a:gd name="T59" fmla="*/ 101 h 146"/>
                  <a:gd name="T60" fmla="*/ 29 w 99"/>
                  <a:gd name="T61" fmla="*/ 39 h 146"/>
                  <a:gd name="T62" fmla="*/ 35 w 99"/>
                  <a:gd name="T63" fmla="*/ 53 h 146"/>
                  <a:gd name="T64" fmla="*/ 50 w 99"/>
                  <a:gd name="T65" fmla="*/ 58 h 146"/>
                  <a:gd name="T66" fmla="*/ 65 w 99"/>
                  <a:gd name="T67" fmla="*/ 53 h 146"/>
                  <a:gd name="T68" fmla="*/ 71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60" y="146"/>
                      <a:pt x="50" y="146"/>
                    </a:cubicBezTo>
                    <a:cubicBezTo>
                      <a:pt x="40" y="146"/>
                      <a:pt x="31" y="144"/>
                      <a:pt x="24" y="140"/>
                    </a:cubicBezTo>
                    <a:cubicBezTo>
                      <a:pt x="16" y="137"/>
                      <a:pt x="11"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8" y="50"/>
                      <a:pt x="6" y="45"/>
                      <a:pt x="6" y="39"/>
                    </a:cubicBezTo>
                    <a:cubicBezTo>
                      <a:pt x="6" y="32"/>
                      <a:pt x="8" y="25"/>
                      <a:pt x="12" y="19"/>
                    </a:cubicBezTo>
                    <a:cubicBezTo>
                      <a:pt x="15" y="13"/>
                      <a:pt x="20" y="9"/>
                      <a:pt x="27" y="5"/>
                    </a:cubicBezTo>
                    <a:cubicBezTo>
                      <a:pt x="33" y="2"/>
                      <a:pt x="41" y="0"/>
                      <a:pt x="50" y="0"/>
                    </a:cubicBezTo>
                    <a:cubicBezTo>
                      <a:pt x="59" y="0"/>
                      <a:pt x="66" y="2"/>
                      <a:pt x="73" y="5"/>
                    </a:cubicBezTo>
                    <a:cubicBezTo>
                      <a:pt x="80" y="9"/>
                      <a:pt x="85" y="13"/>
                      <a:pt x="88" y="19"/>
                    </a:cubicBezTo>
                    <a:cubicBezTo>
                      <a:pt x="92" y="25"/>
                      <a:pt x="93" y="32"/>
                      <a:pt x="93" y="39"/>
                    </a:cubicBezTo>
                    <a:cubicBezTo>
                      <a:pt x="93" y="45"/>
                      <a:pt x="92" y="50"/>
                      <a:pt x="89" y="55"/>
                    </a:cubicBezTo>
                    <a:cubicBezTo>
                      <a:pt x="87" y="60"/>
                      <a:pt x="83" y="64"/>
                      <a:pt x="78" y="67"/>
                    </a:cubicBezTo>
                    <a:cubicBezTo>
                      <a:pt x="84" y="70"/>
                      <a:pt x="90" y="75"/>
                      <a:pt x="94" y="81"/>
                    </a:cubicBezTo>
                    <a:cubicBezTo>
                      <a:pt x="98" y="87"/>
                      <a:pt x="99" y="94"/>
                      <a:pt x="99" y="102"/>
                    </a:cubicBezTo>
                    <a:close/>
                    <a:moveTo>
                      <a:pt x="76" y="101"/>
                    </a:moveTo>
                    <a:cubicBezTo>
                      <a:pt x="76" y="94"/>
                      <a:pt x="73" y="88"/>
                      <a:pt x="69" y="83"/>
                    </a:cubicBezTo>
                    <a:cubicBezTo>
                      <a:pt x="64" y="79"/>
                      <a:pt x="58" y="76"/>
                      <a:pt x="50" y="76"/>
                    </a:cubicBezTo>
                    <a:cubicBezTo>
                      <a:pt x="42" y="76"/>
                      <a:pt x="36" y="79"/>
                      <a:pt x="31" y="83"/>
                    </a:cubicBezTo>
                    <a:cubicBezTo>
                      <a:pt x="26" y="88"/>
                      <a:pt x="24" y="94"/>
                      <a:pt x="24" y="101"/>
                    </a:cubicBezTo>
                    <a:cubicBezTo>
                      <a:pt x="24" y="109"/>
                      <a:pt x="26" y="115"/>
                      <a:pt x="31" y="119"/>
                    </a:cubicBezTo>
                    <a:cubicBezTo>
                      <a:pt x="36" y="124"/>
                      <a:pt x="42" y="126"/>
                      <a:pt x="50" y="126"/>
                    </a:cubicBezTo>
                    <a:cubicBezTo>
                      <a:pt x="58" y="126"/>
                      <a:pt x="64" y="124"/>
                      <a:pt x="69" y="119"/>
                    </a:cubicBezTo>
                    <a:cubicBezTo>
                      <a:pt x="73" y="115"/>
                      <a:pt x="76" y="109"/>
                      <a:pt x="76" y="101"/>
                    </a:cubicBezTo>
                    <a:close/>
                    <a:moveTo>
                      <a:pt x="29" y="39"/>
                    </a:moveTo>
                    <a:cubicBezTo>
                      <a:pt x="29" y="44"/>
                      <a:pt x="31" y="49"/>
                      <a:pt x="35" y="53"/>
                    </a:cubicBezTo>
                    <a:cubicBezTo>
                      <a:pt x="39" y="56"/>
                      <a:pt x="44" y="58"/>
                      <a:pt x="50" y="58"/>
                    </a:cubicBezTo>
                    <a:cubicBezTo>
                      <a:pt x="56" y="58"/>
                      <a:pt x="61" y="56"/>
                      <a:pt x="65" y="53"/>
                    </a:cubicBezTo>
                    <a:cubicBezTo>
                      <a:pt x="69" y="49"/>
                      <a:pt x="71" y="44"/>
                      <a:pt x="71" y="39"/>
                    </a:cubicBezTo>
                    <a:cubicBezTo>
                      <a:pt x="71" y="33"/>
                      <a:pt x="69" y="28"/>
                      <a:pt x="65" y="24"/>
                    </a:cubicBezTo>
                    <a:cubicBezTo>
                      <a:pt x="61" y="21"/>
                      <a:pt x="56" y="19"/>
                      <a:pt x="50" y="19"/>
                    </a:cubicBezTo>
                    <a:cubicBezTo>
                      <a:pt x="44" y="19"/>
                      <a:pt x="39"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grpSp>
        <p:sp>
          <p:nvSpPr>
            <p:cNvPr id="14" name="矩形 13"/>
            <p:cNvSpPr/>
            <p:nvPr/>
          </p:nvSpPr>
          <p:spPr bwMode="auto">
            <a:xfrm>
              <a:off x="257511" y="2808121"/>
              <a:ext cx="3608258" cy="1276281"/>
            </a:xfrm>
            <a:prstGeom prst="rect">
              <a:avLst/>
            </a:prstGeom>
          </p:spPr>
          <p:txBody>
            <a:bodyPr wrap="none">
              <a:spAutoFit/>
            </a:bodyPr>
            <a:lstStyle/>
            <a:p>
              <a:pPr algn="ctr"/>
              <a:r>
                <a:rPr lang="zh-CN" altLang="en-US" sz="800" kern="100">
                  <a:solidFill>
                    <a:schemeClr val="bg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金山大学</a:t>
              </a:r>
              <a:endParaRPr lang="zh-CN" altLang="en-US" sz="800" kern="100">
                <a:solidFill>
                  <a:schemeClr val="bg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endParaRPr>
            </a:p>
          </p:txBody>
        </p:sp>
      </p:grpSp>
      <p:sp>
        <p:nvSpPr>
          <p:cNvPr id="65" name="矩形 64"/>
          <p:cNvSpPr/>
          <p:nvPr/>
        </p:nvSpPr>
        <p:spPr>
          <a:xfrm rot="2700000">
            <a:off x="3558545" y="1664929"/>
            <a:ext cx="2026909" cy="2026909"/>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汉仪旗黑-50S" panose="00020600040101010101" charset="-122"/>
            </a:endParaRPr>
          </a:p>
        </p:txBody>
      </p:sp>
      <p:grpSp>
        <p:nvGrpSpPr>
          <p:cNvPr id="81" name="组合 80"/>
          <p:cNvGrpSpPr/>
          <p:nvPr/>
        </p:nvGrpSpPr>
        <p:grpSpPr>
          <a:xfrm>
            <a:off x="4944744" y="1669517"/>
            <a:ext cx="616832" cy="616832"/>
            <a:chOff x="4870916" y="1665574"/>
            <a:chExt cx="715786" cy="715786"/>
          </a:xfrm>
        </p:grpSpPr>
        <p:sp>
          <p:nvSpPr>
            <p:cNvPr id="67" name="椭圆 66"/>
            <p:cNvSpPr/>
            <p:nvPr/>
          </p:nvSpPr>
          <p:spPr>
            <a:xfrm>
              <a:off x="4870916" y="1665574"/>
              <a:ext cx="715786" cy="71578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汉仪旗黑-50S" panose="00020600040101010101" charset="-122"/>
              </a:endParaRPr>
            </a:p>
          </p:txBody>
        </p:sp>
        <p:grpSp>
          <p:nvGrpSpPr>
            <p:cNvPr id="70" name="Group 112"/>
            <p:cNvGrpSpPr/>
            <p:nvPr/>
          </p:nvGrpSpPr>
          <p:grpSpPr>
            <a:xfrm>
              <a:off x="5041687" y="1848160"/>
              <a:ext cx="374244" cy="350615"/>
              <a:chOff x="5368132" y="3540125"/>
              <a:chExt cx="465138" cy="435769"/>
            </a:xfrm>
            <a:solidFill>
              <a:schemeClr val="bg1"/>
            </a:solidFill>
          </p:grpSpPr>
          <p:sp>
            <p:nvSpPr>
              <p:cNvPr id="71"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汉仪旗黑-50S" panose="00020600040101010101" charset="-122"/>
                  <a:ea typeface="汉仪旗黑-50S" panose="00020600040101010101" charset="-122"/>
                  <a:sym typeface="汉仪旗黑-50S" panose="00020600040101010101" charset="-122"/>
                </a:endParaRPr>
              </a:p>
            </p:txBody>
          </p:sp>
          <p:sp>
            <p:nvSpPr>
              <p:cNvPr id="72"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汉仪旗黑-50S" panose="00020600040101010101" charset="-122"/>
                  <a:ea typeface="汉仪旗黑-50S" panose="00020600040101010101" charset="-122"/>
                  <a:sym typeface="汉仪旗黑-50S" panose="00020600040101010101" charset="-122"/>
                </a:endParaRPr>
              </a:p>
            </p:txBody>
          </p:sp>
        </p:grpSp>
      </p:grpSp>
      <p:grpSp>
        <p:nvGrpSpPr>
          <p:cNvPr id="83" name="组合 82"/>
          <p:cNvGrpSpPr/>
          <p:nvPr/>
        </p:nvGrpSpPr>
        <p:grpSpPr>
          <a:xfrm>
            <a:off x="3599829" y="2990374"/>
            <a:ext cx="616832" cy="616832"/>
            <a:chOff x="3557298" y="2888706"/>
            <a:chExt cx="715786" cy="715786"/>
          </a:xfrm>
        </p:grpSpPr>
        <p:sp>
          <p:nvSpPr>
            <p:cNvPr id="68" name="椭圆 67"/>
            <p:cNvSpPr/>
            <p:nvPr/>
          </p:nvSpPr>
          <p:spPr>
            <a:xfrm>
              <a:off x="3557298" y="2888706"/>
              <a:ext cx="715786" cy="71578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汉仪旗黑-50S" panose="00020600040101010101" charset="-122"/>
              </a:endParaRPr>
            </a:p>
          </p:txBody>
        </p:sp>
        <p:sp>
          <p:nvSpPr>
            <p:cNvPr id="73" name="AutoShape 112"/>
            <p:cNvSpPr/>
            <p:nvPr/>
          </p:nvSpPr>
          <p:spPr bwMode="auto">
            <a:xfrm>
              <a:off x="3719143" y="3041339"/>
              <a:ext cx="374853" cy="373201"/>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汉仪旗黑-50S" panose="00020600040101010101" charset="-122"/>
                <a:ea typeface="汉仪旗黑-50S" panose="00020600040101010101" charset="-122"/>
                <a:sym typeface="汉仪旗黑-50S" panose="00020600040101010101" charset="-122"/>
              </a:endParaRPr>
            </a:p>
          </p:txBody>
        </p:sp>
      </p:grpSp>
      <p:grpSp>
        <p:nvGrpSpPr>
          <p:cNvPr id="82" name="组合 81"/>
          <p:cNvGrpSpPr/>
          <p:nvPr/>
        </p:nvGrpSpPr>
        <p:grpSpPr>
          <a:xfrm>
            <a:off x="4944744" y="3045183"/>
            <a:ext cx="616832" cy="616832"/>
            <a:chOff x="4870915" y="2888705"/>
            <a:chExt cx="715786" cy="715786"/>
          </a:xfrm>
        </p:grpSpPr>
        <p:sp>
          <p:nvSpPr>
            <p:cNvPr id="69" name="椭圆 68"/>
            <p:cNvSpPr/>
            <p:nvPr/>
          </p:nvSpPr>
          <p:spPr>
            <a:xfrm>
              <a:off x="4870915" y="2888705"/>
              <a:ext cx="715786" cy="71578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汉仪旗黑-50S" panose="00020600040101010101" charset="-122"/>
              </a:endParaRPr>
            </a:p>
          </p:txBody>
        </p:sp>
        <p:grpSp>
          <p:nvGrpSpPr>
            <p:cNvPr id="74" name="组合 73"/>
            <p:cNvGrpSpPr/>
            <p:nvPr/>
          </p:nvGrpSpPr>
          <p:grpSpPr>
            <a:xfrm>
              <a:off x="5104070" y="3059476"/>
              <a:ext cx="256734" cy="374244"/>
              <a:chOff x="2528974" y="2863357"/>
              <a:chExt cx="246811" cy="359779"/>
            </a:xfrm>
            <a:solidFill>
              <a:schemeClr val="bg1"/>
            </a:solidFill>
          </p:grpSpPr>
          <p:sp>
            <p:nvSpPr>
              <p:cNvPr id="75" name="AutoShape 113"/>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汉仪旗黑-50S" panose="00020600040101010101" charset="-122"/>
                  <a:ea typeface="汉仪旗黑-50S" panose="00020600040101010101" charset="-122"/>
                  <a:sym typeface="汉仪旗黑-50S" panose="00020600040101010101" charset="-122"/>
                </a:endParaRPr>
              </a:p>
            </p:txBody>
          </p:sp>
          <p:sp>
            <p:nvSpPr>
              <p:cNvPr id="76" name="AutoShape 114"/>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汉仪旗黑-50S" panose="00020600040101010101" charset="-122"/>
                  <a:ea typeface="汉仪旗黑-50S" panose="00020600040101010101" charset="-122"/>
                  <a:sym typeface="汉仪旗黑-50S" panose="00020600040101010101" charset="-122"/>
                </a:endParaRPr>
              </a:p>
            </p:txBody>
          </p:sp>
        </p:grpSp>
      </p:grpSp>
      <p:grpSp>
        <p:nvGrpSpPr>
          <p:cNvPr id="80" name="组合 79"/>
          <p:cNvGrpSpPr/>
          <p:nvPr/>
        </p:nvGrpSpPr>
        <p:grpSpPr>
          <a:xfrm>
            <a:off x="3599829" y="1669517"/>
            <a:ext cx="616832" cy="616832"/>
            <a:chOff x="3557299" y="1665574"/>
            <a:chExt cx="715786" cy="715786"/>
          </a:xfrm>
        </p:grpSpPr>
        <p:sp>
          <p:nvSpPr>
            <p:cNvPr id="66" name="椭圆 65"/>
            <p:cNvSpPr/>
            <p:nvPr/>
          </p:nvSpPr>
          <p:spPr>
            <a:xfrm>
              <a:off x="3557299" y="1665574"/>
              <a:ext cx="715786" cy="71578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汉仪旗黑-50S" panose="00020600040101010101" charset="-122"/>
              </a:endParaRPr>
            </a:p>
          </p:txBody>
        </p:sp>
        <p:grpSp>
          <p:nvGrpSpPr>
            <p:cNvPr id="77" name="组合 76"/>
            <p:cNvGrpSpPr/>
            <p:nvPr/>
          </p:nvGrpSpPr>
          <p:grpSpPr>
            <a:xfrm flipH="1">
              <a:off x="3728389" y="1836664"/>
              <a:ext cx="373606" cy="373606"/>
              <a:chOff x="2473104" y="2145028"/>
              <a:chExt cx="359165" cy="359165"/>
            </a:xfrm>
            <a:solidFill>
              <a:schemeClr val="bg1"/>
            </a:solidFill>
          </p:grpSpPr>
          <p:sp>
            <p:nvSpPr>
              <p:cNvPr id="78"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汉仪旗黑-50S" panose="00020600040101010101" charset="-122"/>
                  <a:ea typeface="汉仪旗黑-50S" panose="00020600040101010101" charset="-122"/>
                  <a:sym typeface="汉仪旗黑-50S" panose="00020600040101010101" charset="-122"/>
                </a:endParaRPr>
              </a:p>
            </p:txBody>
          </p:sp>
          <p:sp>
            <p:nvSpPr>
              <p:cNvPr id="79"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汉仪旗黑-50S" panose="00020600040101010101" charset="-122"/>
                  <a:ea typeface="汉仪旗黑-50S" panose="00020600040101010101" charset="-122"/>
                  <a:sym typeface="汉仪旗黑-50S" panose="00020600040101010101" charset="-122"/>
                </a:endParaRPr>
              </a:p>
            </p:txBody>
          </p:sp>
        </p:grpSp>
      </p:grpSp>
      <p:sp>
        <p:nvSpPr>
          <p:cNvPr id="85" name="矩形 84"/>
          <p:cNvSpPr/>
          <p:nvPr/>
        </p:nvSpPr>
        <p:spPr>
          <a:xfrm>
            <a:off x="537773" y="1640798"/>
            <a:ext cx="2402168" cy="798808"/>
          </a:xfrm>
          <a:prstGeom prst="rect">
            <a:avLst/>
          </a:prstGeom>
        </p:spPr>
        <p:txBody>
          <a:bodyPr wrap="square">
            <a:spAutoFit/>
          </a:bodyPr>
          <a:lstStyle/>
          <a:p>
            <a:pPr algn="r">
              <a:lnSpc>
                <a:spcPct val="150000"/>
              </a:lnSpc>
            </a:pPr>
            <a:r>
              <a:rPr lang="en-US" altLang="zh-CN" sz="1050" kern="0">
                <a:solidFill>
                  <a:schemeClr val="tx1">
                    <a:lumMod val="75000"/>
                    <a:lumOff val="25000"/>
                  </a:schemeClr>
                </a:solidFill>
                <a:latin typeface="汉仪旗黑-50S" panose="00020600040101010101" charset="-122"/>
                <a:sym typeface="汉仪旗黑-50S" panose="00020600040101010101" charset="-122"/>
              </a:rPr>
              <a:t>Lorem ipsum dolor sit amet, consectetuer adipiscing elit. Aenean commodo ligula eget dolor. </a:t>
            </a:r>
            <a:endParaRPr lang="en-US" altLang="zh-CN" sz="1050" kern="0">
              <a:solidFill>
                <a:schemeClr val="tx1">
                  <a:lumMod val="75000"/>
                  <a:lumOff val="25000"/>
                </a:schemeClr>
              </a:solidFill>
              <a:latin typeface="汉仪旗黑-50S" panose="00020600040101010101" charset="-122"/>
              <a:sym typeface="汉仪旗黑-50S" panose="00020600040101010101" charset="-122"/>
            </a:endParaRPr>
          </a:p>
        </p:txBody>
      </p:sp>
      <p:sp>
        <p:nvSpPr>
          <p:cNvPr id="86" name="矩形 85"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1749524" y="1358794"/>
            <a:ext cx="12105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fontAlgn="base">
              <a:spcBef>
                <a:spcPct val="0"/>
              </a:spcBef>
              <a:spcAft>
                <a:spcPct val="0"/>
              </a:spcAft>
            </a:pPr>
            <a:r>
              <a:rPr lang="zh-CN" altLang="en-US" sz="1600">
                <a:solidFill>
                  <a:schemeClr val="accent1"/>
                </a:solidFill>
                <a:latin typeface="+mj-ea"/>
                <a:ea typeface="+mj-ea"/>
                <a:sym typeface="汉仪旗黑-50S" panose="00020600040101010101" charset="-122"/>
              </a:rPr>
              <a:t>选题的意义</a:t>
            </a:r>
            <a:endParaRPr lang="zh-CN" altLang="en-US" sz="1600">
              <a:solidFill>
                <a:schemeClr val="accent1"/>
              </a:solidFill>
              <a:latin typeface="+mj-ea"/>
              <a:ea typeface="+mj-ea"/>
              <a:sym typeface="汉仪旗黑-50S" panose="00020600040101010101" charset="-122"/>
            </a:endParaRPr>
          </a:p>
        </p:txBody>
      </p:sp>
      <p:sp>
        <p:nvSpPr>
          <p:cNvPr id="87" name="矩形 86"/>
          <p:cNvSpPr/>
          <p:nvPr/>
        </p:nvSpPr>
        <p:spPr>
          <a:xfrm>
            <a:off x="537773" y="3154804"/>
            <a:ext cx="2402168" cy="798808"/>
          </a:xfrm>
          <a:prstGeom prst="rect">
            <a:avLst/>
          </a:prstGeom>
        </p:spPr>
        <p:txBody>
          <a:bodyPr wrap="square">
            <a:spAutoFit/>
          </a:bodyPr>
          <a:lstStyle/>
          <a:p>
            <a:pPr algn="r">
              <a:lnSpc>
                <a:spcPct val="150000"/>
              </a:lnSpc>
            </a:pPr>
            <a:r>
              <a:rPr lang="en-US" altLang="zh-CN" sz="1050" kern="0">
                <a:solidFill>
                  <a:schemeClr val="tx1">
                    <a:lumMod val="75000"/>
                    <a:lumOff val="25000"/>
                  </a:schemeClr>
                </a:solidFill>
                <a:latin typeface="汉仪旗黑-50S" panose="00020600040101010101" charset="-122"/>
                <a:sym typeface="汉仪旗黑-50S" panose="00020600040101010101" charset="-122"/>
              </a:rPr>
              <a:t>Lorem ipsum dolor sit amet, consectetuer adipiscing elit. Aenean commodo ligula eget dolor. </a:t>
            </a:r>
            <a:endParaRPr lang="en-US" altLang="zh-CN" sz="1050" kern="0">
              <a:solidFill>
                <a:schemeClr val="tx1">
                  <a:lumMod val="75000"/>
                  <a:lumOff val="25000"/>
                </a:schemeClr>
              </a:solidFill>
              <a:latin typeface="汉仪旗黑-50S" panose="00020600040101010101" charset="-122"/>
              <a:sym typeface="汉仪旗黑-50S" panose="00020600040101010101" charset="-122"/>
            </a:endParaRPr>
          </a:p>
        </p:txBody>
      </p:sp>
      <p:sp>
        <p:nvSpPr>
          <p:cNvPr id="88" name="矩形 87"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1729353" y="2872800"/>
            <a:ext cx="12105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fontAlgn="base">
              <a:spcBef>
                <a:spcPct val="0"/>
              </a:spcBef>
              <a:spcAft>
                <a:spcPct val="0"/>
              </a:spcAft>
            </a:pPr>
            <a:r>
              <a:rPr lang="zh-CN" altLang="en-US" sz="1600">
                <a:solidFill>
                  <a:schemeClr val="accent1"/>
                </a:solidFill>
                <a:latin typeface="+mj-ea"/>
                <a:ea typeface="+mj-ea"/>
                <a:sym typeface="汉仪旗黑-50S" panose="00020600040101010101" charset="-122"/>
              </a:rPr>
              <a:t>选题的意义</a:t>
            </a:r>
            <a:endParaRPr lang="zh-CN" altLang="en-US" sz="1600">
              <a:solidFill>
                <a:schemeClr val="accent1"/>
              </a:solidFill>
              <a:latin typeface="+mj-ea"/>
              <a:ea typeface="+mj-ea"/>
              <a:sym typeface="汉仪旗黑-50S" panose="00020600040101010101" charset="-122"/>
            </a:endParaRPr>
          </a:p>
        </p:txBody>
      </p:sp>
      <p:sp>
        <p:nvSpPr>
          <p:cNvPr id="89" name="矩形 88"/>
          <p:cNvSpPr/>
          <p:nvPr/>
        </p:nvSpPr>
        <p:spPr>
          <a:xfrm>
            <a:off x="6204060" y="1640798"/>
            <a:ext cx="2402168" cy="798808"/>
          </a:xfrm>
          <a:prstGeom prst="rect">
            <a:avLst/>
          </a:prstGeom>
        </p:spPr>
        <p:txBody>
          <a:bodyPr wrap="square">
            <a:spAutoFit/>
          </a:bodyPr>
          <a:lstStyle/>
          <a:p>
            <a:pPr>
              <a:lnSpc>
                <a:spcPct val="150000"/>
              </a:lnSpc>
            </a:pPr>
            <a:r>
              <a:rPr lang="en-US" altLang="zh-CN" sz="1050" kern="0">
                <a:solidFill>
                  <a:schemeClr val="tx1">
                    <a:lumMod val="75000"/>
                    <a:lumOff val="25000"/>
                  </a:schemeClr>
                </a:solidFill>
                <a:latin typeface="汉仪旗黑-50S" panose="00020600040101010101" charset="-122"/>
                <a:sym typeface="汉仪旗黑-50S" panose="00020600040101010101" charset="-122"/>
              </a:rPr>
              <a:t>Lorem ipsum dolor sit amet, consectetuer adipiscing elit. Aenean commodo ligula eget dolor. </a:t>
            </a:r>
            <a:endParaRPr lang="en-US" altLang="zh-CN" sz="1050" kern="0">
              <a:solidFill>
                <a:schemeClr val="tx1">
                  <a:lumMod val="75000"/>
                  <a:lumOff val="25000"/>
                </a:schemeClr>
              </a:solidFill>
              <a:latin typeface="汉仪旗黑-50S" panose="00020600040101010101" charset="-122"/>
              <a:sym typeface="汉仪旗黑-50S" panose="00020600040101010101" charset="-122"/>
            </a:endParaRPr>
          </a:p>
        </p:txBody>
      </p:sp>
      <p:sp>
        <p:nvSpPr>
          <p:cNvPr id="90" name="矩形 89"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6224231" y="1358794"/>
            <a:ext cx="12105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pPr>
            <a:r>
              <a:rPr lang="zh-CN" altLang="en-US" sz="1600">
                <a:solidFill>
                  <a:schemeClr val="accent1"/>
                </a:solidFill>
                <a:latin typeface="+mj-ea"/>
                <a:ea typeface="+mj-ea"/>
                <a:sym typeface="汉仪旗黑-50S" panose="00020600040101010101" charset="-122"/>
              </a:rPr>
              <a:t>选题的意义</a:t>
            </a:r>
            <a:endParaRPr lang="zh-CN" altLang="en-US" sz="1600">
              <a:solidFill>
                <a:schemeClr val="accent1"/>
              </a:solidFill>
              <a:latin typeface="+mj-ea"/>
              <a:ea typeface="+mj-ea"/>
              <a:sym typeface="汉仪旗黑-50S" panose="00020600040101010101" charset="-122"/>
            </a:endParaRPr>
          </a:p>
        </p:txBody>
      </p:sp>
      <p:sp>
        <p:nvSpPr>
          <p:cNvPr id="91" name="矩形 90"/>
          <p:cNvSpPr/>
          <p:nvPr/>
        </p:nvSpPr>
        <p:spPr>
          <a:xfrm>
            <a:off x="6204060" y="3154804"/>
            <a:ext cx="2402168" cy="798808"/>
          </a:xfrm>
          <a:prstGeom prst="rect">
            <a:avLst/>
          </a:prstGeom>
        </p:spPr>
        <p:txBody>
          <a:bodyPr wrap="square">
            <a:spAutoFit/>
          </a:bodyPr>
          <a:lstStyle/>
          <a:p>
            <a:pPr>
              <a:lnSpc>
                <a:spcPct val="150000"/>
              </a:lnSpc>
            </a:pPr>
            <a:r>
              <a:rPr lang="en-US" altLang="zh-CN" sz="1050" kern="0">
                <a:solidFill>
                  <a:schemeClr val="tx1">
                    <a:lumMod val="75000"/>
                    <a:lumOff val="25000"/>
                  </a:schemeClr>
                </a:solidFill>
                <a:latin typeface="汉仪旗黑-50S" panose="00020600040101010101" charset="-122"/>
                <a:sym typeface="汉仪旗黑-50S" panose="00020600040101010101" charset="-122"/>
              </a:rPr>
              <a:t>Lorem ipsum dolor sit amet, consectetuer adipiscing elit. Aenean commodo ligula eget dolor. </a:t>
            </a:r>
            <a:endParaRPr lang="en-US" altLang="zh-CN" sz="1050" kern="0">
              <a:solidFill>
                <a:schemeClr val="tx1">
                  <a:lumMod val="75000"/>
                  <a:lumOff val="25000"/>
                </a:schemeClr>
              </a:solidFill>
              <a:latin typeface="汉仪旗黑-50S" panose="00020600040101010101" charset="-122"/>
              <a:sym typeface="汉仪旗黑-50S" panose="00020600040101010101" charset="-122"/>
            </a:endParaRPr>
          </a:p>
        </p:txBody>
      </p:sp>
      <p:sp>
        <p:nvSpPr>
          <p:cNvPr id="92" name="矩形 91"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6204060" y="2872800"/>
            <a:ext cx="12105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pPr>
            <a:r>
              <a:rPr lang="zh-CN" altLang="en-US" sz="1600">
                <a:solidFill>
                  <a:schemeClr val="accent1"/>
                </a:solidFill>
                <a:latin typeface="+mj-ea"/>
                <a:ea typeface="+mj-ea"/>
                <a:sym typeface="汉仪旗黑-50S" panose="00020600040101010101" charset="-122"/>
              </a:rPr>
              <a:t>选题的意义</a:t>
            </a:r>
            <a:endParaRPr lang="zh-CN" altLang="en-US" sz="1600">
              <a:solidFill>
                <a:schemeClr val="accent1"/>
              </a:solidFill>
              <a:latin typeface="+mj-ea"/>
              <a:ea typeface="+mj-ea"/>
              <a:sym typeface="汉仪旗黑-50S" panose="0002060004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37982" y="0"/>
            <a:ext cx="1951504" cy="55444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3" name="矩形 2"/>
          <p:cNvSpPr/>
          <p:nvPr/>
        </p:nvSpPr>
        <p:spPr>
          <a:xfrm>
            <a:off x="3289486"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4" name="矩形 3"/>
          <p:cNvSpPr/>
          <p:nvPr/>
        </p:nvSpPr>
        <p:spPr>
          <a:xfrm>
            <a:off x="5240991"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5" name="矩形 4"/>
          <p:cNvSpPr/>
          <p:nvPr/>
        </p:nvSpPr>
        <p:spPr>
          <a:xfrm>
            <a:off x="7192495"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grpSp>
        <p:nvGrpSpPr>
          <p:cNvPr id="6" name="组合 5"/>
          <p:cNvGrpSpPr/>
          <p:nvPr/>
        </p:nvGrpSpPr>
        <p:grpSpPr>
          <a:xfrm>
            <a:off x="1428163" y="138724"/>
            <a:ext cx="7549958" cy="276999"/>
            <a:chOff x="105638" y="107946"/>
            <a:chExt cx="8844051" cy="276999"/>
          </a:xfrm>
        </p:grpSpPr>
        <p:sp>
          <p:nvSpPr>
            <p:cNvPr id="7" name="矩形 6"/>
            <p:cNvSpPr/>
            <p:nvPr/>
          </p:nvSpPr>
          <p:spPr bwMode="auto">
            <a:xfrm>
              <a:off x="105638" y="107946"/>
              <a:ext cx="210201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选题的背景与意义</a:t>
              </a:r>
              <a:endParaRPr lang="zh-CN" altLang="en-US" sz="1200" kern="100">
                <a:solidFill>
                  <a:schemeClr val="bg1"/>
                </a:solidFill>
                <a:latin typeface="+mj-ea"/>
                <a:ea typeface="+mj-ea"/>
                <a:cs typeface="汉仪旗黑-50S" panose="00020600040101010101" charset="-122"/>
              </a:endParaRPr>
            </a:p>
          </p:txBody>
        </p:sp>
        <p:sp>
          <p:nvSpPr>
            <p:cNvPr id="8" name="矩形 7"/>
            <p:cNvSpPr/>
            <p:nvPr/>
          </p:nvSpPr>
          <p:spPr bwMode="auto">
            <a:xfrm>
              <a:off x="2492229" y="107946"/>
              <a:ext cx="187353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研究方法及过程</a:t>
              </a:r>
              <a:endParaRPr lang="zh-CN" altLang="en-US" sz="1200" kern="100">
                <a:solidFill>
                  <a:schemeClr val="bg1"/>
                </a:solidFill>
                <a:latin typeface="+mj-ea"/>
                <a:ea typeface="+mj-ea"/>
                <a:cs typeface="汉仪旗黑-50S" panose="00020600040101010101" charset="-122"/>
              </a:endParaRPr>
            </a:p>
          </p:txBody>
        </p:sp>
        <p:sp>
          <p:nvSpPr>
            <p:cNvPr id="9" name="矩形 8"/>
            <p:cNvSpPr/>
            <p:nvPr/>
          </p:nvSpPr>
          <p:spPr bwMode="auto">
            <a:xfrm>
              <a:off x="4549750" y="107946"/>
              <a:ext cx="233049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研究成果展示及应用</a:t>
              </a:r>
              <a:endParaRPr lang="zh-CN" altLang="en-US" sz="1200" kern="100">
                <a:solidFill>
                  <a:schemeClr val="bg1"/>
                </a:solidFill>
                <a:latin typeface="+mj-ea"/>
                <a:ea typeface="+mj-ea"/>
                <a:cs typeface="汉仪旗黑-50S" panose="00020600040101010101" charset="-122"/>
              </a:endParaRPr>
            </a:p>
          </p:txBody>
        </p:sp>
        <p:sp>
          <p:nvSpPr>
            <p:cNvPr id="10" name="矩形 9"/>
            <p:cNvSpPr/>
            <p:nvPr/>
          </p:nvSpPr>
          <p:spPr bwMode="auto">
            <a:xfrm>
              <a:off x="7076150" y="107946"/>
              <a:ext cx="187353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论文总结与致谢</a:t>
              </a:r>
              <a:endParaRPr lang="zh-CN" altLang="en-US" sz="1200" kern="100">
                <a:solidFill>
                  <a:schemeClr val="bg1"/>
                </a:solidFill>
                <a:latin typeface="+mj-ea"/>
                <a:ea typeface="+mj-ea"/>
                <a:cs typeface="汉仪旗黑-50S" panose="00020600040101010101" charset="-122"/>
              </a:endParaRPr>
            </a:p>
          </p:txBody>
        </p:sp>
      </p:grpSp>
      <p:sp>
        <p:nvSpPr>
          <p:cNvPr id="11" name="矩形 10"/>
          <p:cNvSpPr/>
          <p:nvPr/>
        </p:nvSpPr>
        <p:spPr>
          <a:xfrm>
            <a:off x="0" y="23"/>
            <a:ext cx="1337982" cy="5544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371474" y="40845"/>
            <a:ext cx="595035" cy="472756"/>
            <a:chOff x="257511" y="1283815"/>
            <a:chExt cx="3608258" cy="2800587"/>
          </a:xfrm>
        </p:grpSpPr>
        <p:grpSp>
          <p:nvGrpSpPr>
            <p:cNvPr id="13" name="Group 79"/>
            <p:cNvGrpSpPr>
              <a:grpSpLocks noChangeAspect="1"/>
            </p:cNvGrpSpPr>
            <p:nvPr/>
          </p:nvGrpSpPr>
          <p:grpSpPr bwMode="auto">
            <a:xfrm>
              <a:off x="1235639" y="1283815"/>
              <a:ext cx="1621531" cy="1625508"/>
              <a:chOff x="1247" y="-15"/>
              <a:chExt cx="3263" cy="3271"/>
            </a:xfrm>
            <a:solidFill>
              <a:sysClr val="window" lastClr="FFFFFF"/>
            </a:solidFill>
          </p:grpSpPr>
          <p:sp>
            <p:nvSpPr>
              <p:cNvPr id="15" name="Freeform 80"/>
              <p:cNvSpPr/>
              <p:nvPr/>
            </p:nvSpPr>
            <p:spPr bwMode="auto">
              <a:xfrm>
                <a:off x="1722" y="1892"/>
                <a:ext cx="207" cy="199"/>
              </a:xfrm>
              <a:custGeom>
                <a:avLst/>
                <a:gdLst>
                  <a:gd name="T0" fmla="*/ 104 w 207"/>
                  <a:gd name="T1" fmla="*/ 0 h 199"/>
                  <a:gd name="T2" fmla="*/ 136 w 207"/>
                  <a:gd name="T3" fmla="*/ 66 h 199"/>
                  <a:gd name="T4" fmla="*/ 207 w 207"/>
                  <a:gd name="T5" fmla="*/ 77 h 199"/>
                  <a:gd name="T6" fmla="*/ 157 w 207"/>
                  <a:gd name="T7" fmla="*/ 126 h 199"/>
                  <a:gd name="T8" fmla="*/ 169 w 207"/>
                  <a:gd name="T9" fmla="*/ 199 h 199"/>
                  <a:gd name="T10" fmla="*/ 104 w 207"/>
                  <a:gd name="T11" fmla="*/ 165 h 199"/>
                  <a:gd name="T12" fmla="*/ 41 w 207"/>
                  <a:gd name="T13" fmla="*/ 199 h 199"/>
                  <a:gd name="T14" fmla="*/ 52 w 207"/>
                  <a:gd name="T15" fmla="*/ 126 h 199"/>
                  <a:gd name="T16" fmla="*/ 0 w 207"/>
                  <a:gd name="T17" fmla="*/ 77 h 199"/>
                  <a:gd name="T18" fmla="*/ 72 w 207"/>
                  <a:gd name="T19" fmla="*/ 66 h 199"/>
                  <a:gd name="T20" fmla="*/ 104 w 207"/>
                  <a:gd name="T21" fmla="*/ 0 h 199"/>
                  <a:gd name="T22" fmla="*/ 104 w 207"/>
                  <a:gd name="T23" fmla="*/ 0 h 199"/>
                  <a:gd name="T24" fmla="*/ 104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4" y="0"/>
                    </a:moveTo>
                    <a:lnTo>
                      <a:pt x="136" y="66"/>
                    </a:lnTo>
                    <a:lnTo>
                      <a:pt x="207" y="77"/>
                    </a:lnTo>
                    <a:lnTo>
                      <a:pt x="157" y="126"/>
                    </a:lnTo>
                    <a:lnTo>
                      <a:pt x="169" y="199"/>
                    </a:lnTo>
                    <a:lnTo>
                      <a:pt x="104" y="165"/>
                    </a:lnTo>
                    <a:lnTo>
                      <a:pt x="41" y="199"/>
                    </a:lnTo>
                    <a:lnTo>
                      <a:pt x="52" y="126"/>
                    </a:lnTo>
                    <a:lnTo>
                      <a:pt x="0" y="77"/>
                    </a:lnTo>
                    <a:lnTo>
                      <a:pt x="72" y="66"/>
                    </a:lnTo>
                    <a:lnTo>
                      <a:pt x="104" y="0"/>
                    </a:lnTo>
                    <a:lnTo>
                      <a:pt x="104" y="0"/>
                    </a:lnTo>
                    <a:lnTo>
                      <a:pt x="10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6" name="Freeform 81"/>
              <p:cNvSpPr/>
              <p:nvPr/>
            </p:nvSpPr>
            <p:spPr bwMode="auto">
              <a:xfrm>
                <a:off x="3779" y="1892"/>
                <a:ext cx="207" cy="199"/>
              </a:xfrm>
              <a:custGeom>
                <a:avLst/>
                <a:gdLst>
                  <a:gd name="T0" fmla="*/ 105 w 207"/>
                  <a:gd name="T1" fmla="*/ 0 h 199"/>
                  <a:gd name="T2" fmla="*/ 136 w 207"/>
                  <a:gd name="T3" fmla="*/ 66 h 199"/>
                  <a:gd name="T4" fmla="*/ 207 w 207"/>
                  <a:gd name="T5" fmla="*/ 77 h 199"/>
                  <a:gd name="T6" fmla="*/ 157 w 207"/>
                  <a:gd name="T7" fmla="*/ 126 h 199"/>
                  <a:gd name="T8" fmla="*/ 170 w 207"/>
                  <a:gd name="T9" fmla="*/ 199 h 199"/>
                  <a:gd name="T10" fmla="*/ 105 w 207"/>
                  <a:gd name="T11" fmla="*/ 165 h 199"/>
                  <a:gd name="T12" fmla="*/ 41 w 207"/>
                  <a:gd name="T13" fmla="*/ 199 h 199"/>
                  <a:gd name="T14" fmla="*/ 52 w 207"/>
                  <a:gd name="T15" fmla="*/ 126 h 199"/>
                  <a:gd name="T16" fmla="*/ 0 w 207"/>
                  <a:gd name="T17" fmla="*/ 77 h 199"/>
                  <a:gd name="T18" fmla="*/ 72 w 207"/>
                  <a:gd name="T19" fmla="*/ 66 h 199"/>
                  <a:gd name="T20" fmla="*/ 105 w 207"/>
                  <a:gd name="T21" fmla="*/ 0 h 199"/>
                  <a:gd name="T22" fmla="*/ 105 w 207"/>
                  <a:gd name="T23" fmla="*/ 0 h 199"/>
                  <a:gd name="T24" fmla="*/ 105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5" y="0"/>
                    </a:moveTo>
                    <a:lnTo>
                      <a:pt x="136" y="66"/>
                    </a:lnTo>
                    <a:lnTo>
                      <a:pt x="207" y="77"/>
                    </a:lnTo>
                    <a:lnTo>
                      <a:pt x="157" y="126"/>
                    </a:lnTo>
                    <a:lnTo>
                      <a:pt x="170" y="199"/>
                    </a:lnTo>
                    <a:lnTo>
                      <a:pt x="105" y="165"/>
                    </a:lnTo>
                    <a:lnTo>
                      <a:pt x="41" y="199"/>
                    </a:lnTo>
                    <a:lnTo>
                      <a:pt x="52" y="126"/>
                    </a:lnTo>
                    <a:lnTo>
                      <a:pt x="0" y="77"/>
                    </a:lnTo>
                    <a:lnTo>
                      <a:pt x="72" y="66"/>
                    </a:lnTo>
                    <a:lnTo>
                      <a:pt x="105" y="0"/>
                    </a:lnTo>
                    <a:lnTo>
                      <a:pt x="105" y="0"/>
                    </a:lnTo>
                    <a:lnTo>
                      <a:pt x="10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7" name="Freeform 82"/>
              <p:cNvSpPr>
                <a:spLocks noEditPoints="1"/>
              </p:cNvSpPr>
              <p:nvPr/>
            </p:nvSpPr>
            <p:spPr bwMode="auto">
              <a:xfrm>
                <a:off x="1247" y="-15"/>
                <a:ext cx="3263" cy="3271"/>
              </a:xfrm>
              <a:custGeom>
                <a:avLst/>
                <a:gdLst>
                  <a:gd name="T0" fmla="*/ 2378 w 2411"/>
                  <a:gd name="T1" fmla="*/ 1061 h 2417"/>
                  <a:gd name="T2" fmla="*/ 2354 w 2411"/>
                  <a:gd name="T3" fmla="*/ 1453 h 2417"/>
                  <a:gd name="T4" fmla="*/ 2203 w 2411"/>
                  <a:gd name="T5" fmla="*/ 1825 h 2417"/>
                  <a:gd name="T6" fmla="*/ 1932 w 2411"/>
                  <a:gd name="T7" fmla="*/ 2133 h 2417"/>
                  <a:gd name="T8" fmla="*/ 1575 w 2411"/>
                  <a:gd name="T9" fmla="*/ 2325 h 2417"/>
                  <a:gd name="T10" fmla="*/ 1169 w 2411"/>
                  <a:gd name="T11" fmla="*/ 2387 h 2417"/>
                  <a:gd name="T12" fmla="*/ 771 w 2411"/>
                  <a:gd name="T13" fmla="*/ 2302 h 2417"/>
                  <a:gd name="T14" fmla="*/ 432 w 2411"/>
                  <a:gd name="T15" fmla="*/ 2089 h 2417"/>
                  <a:gd name="T16" fmla="*/ 176 w 2411"/>
                  <a:gd name="T17" fmla="*/ 1768 h 2417"/>
                  <a:gd name="T18" fmla="*/ 49 w 2411"/>
                  <a:gd name="T19" fmla="*/ 1383 h 2417"/>
                  <a:gd name="T20" fmla="*/ 59 w 2411"/>
                  <a:gd name="T21" fmla="*/ 973 h 2417"/>
                  <a:gd name="T22" fmla="*/ 210 w 2411"/>
                  <a:gd name="T23" fmla="*/ 585 h 2417"/>
                  <a:gd name="T24" fmla="*/ 484 w 2411"/>
                  <a:gd name="T25" fmla="*/ 278 h 2417"/>
                  <a:gd name="T26" fmla="*/ 844 w 2411"/>
                  <a:gd name="T27" fmla="*/ 87 h 2417"/>
                  <a:gd name="T28" fmla="*/ 1247 w 2411"/>
                  <a:gd name="T29" fmla="*/ 31 h 2417"/>
                  <a:gd name="T30" fmla="*/ 1644 w 2411"/>
                  <a:gd name="T31" fmla="*/ 115 h 2417"/>
                  <a:gd name="T32" fmla="*/ 1988 w 2411"/>
                  <a:gd name="T33" fmla="*/ 331 h 2417"/>
                  <a:gd name="T34" fmla="*/ 2242 w 2411"/>
                  <a:gd name="T35" fmla="*/ 655 h 2417"/>
                  <a:gd name="T36" fmla="*/ 2250 w 2411"/>
                  <a:gd name="T37" fmla="*/ 785 h 2417"/>
                  <a:gd name="T38" fmla="*/ 2050 w 2411"/>
                  <a:gd name="T39" fmla="*/ 488 h 2417"/>
                  <a:gd name="T40" fmla="*/ 1752 w 2411"/>
                  <a:gd name="T41" fmla="*/ 240 h 2417"/>
                  <a:gd name="T42" fmla="*/ 1393 w 2411"/>
                  <a:gd name="T43" fmla="*/ 113 h 2417"/>
                  <a:gd name="T44" fmla="*/ 1007 w 2411"/>
                  <a:gd name="T45" fmla="*/ 115 h 2417"/>
                  <a:gd name="T46" fmla="*/ 650 w 2411"/>
                  <a:gd name="T47" fmla="*/ 249 h 2417"/>
                  <a:gd name="T48" fmla="*/ 356 w 2411"/>
                  <a:gd name="T49" fmla="*/ 499 h 2417"/>
                  <a:gd name="T50" fmla="*/ 169 w 2411"/>
                  <a:gd name="T51" fmla="*/ 831 h 2417"/>
                  <a:gd name="T52" fmla="*/ 102 w 2411"/>
                  <a:gd name="T53" fmla="*/ 1210 h 2417"/>
                  <a:gd name="T54" fmla="*/ 168 w 2411"/>
                  <a:gd name="T55" fmla="*/ 1589 h 2417"/>
                  <a:gd name="T56" fmla="*/ 362 w 2411"/>
                  <a:gd name="T57" fmla="*/ 1928 h 2417"/>
                  <a:gd name="T58" fmla="*/ 658 w 2411"/>
                  <a:gd name="T59" fmla="*/ 2176 h 2417"/>
                  <a:gd name="T60" fmla="*/ 1017 w 2411"/>
                  <a:gd name="T61" fmla="*/ 2303 h 2417"/>
                  <a:gd name="T62" fmla="*/ 1404 w 2411"/>
                  <a:gd name="T63" fmla="*/ 2303 h 2417"/>
                  <a:gd name="T64" fmla="*/ 1766 w 2411"/>
                  <a:gd name="T65" fmla="*/ 2170 h 2417"/>
                  <a:gd name="T66" fmla="*/ 2065 w 2411"/>
                  <a:gd name="T67" fmla="*/ 1916 h 2417"/>
                  <a:gd name="T68" fmla="*/ 2253 w 2411"/>
                  <a:gd name="T69" fmla="*/ 1577 h 2417"/>
                  <a:gd name="T70" fmla="*/ 2314 w 2411"/>
                  <a:gd name="T71" fmla="*/ 1196 h 2417"/>
                  <a:gd name="T72" fmla="*/ 2250 w 2411"/>
                  <a:gd name="T73" fmla="*/ 785 h 2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11" h="2417">
                    <a:moveTo>
                      <a:pt x="2317" y="808"/>
                    </a:moveTo>
                    <a:cubicBezTo>
                      <a:pt x="2298" y="899"/>
                      <a:pt x="2323" y="981"/>
                      <a:pt x="2378" y="1061"/>
                    </a:cubicBezTo>
                    <a:cubicBezTo>
                      <a:pt x="2411" y="1110"/>
                      <a:pt x="2411" y="1169"/>
                      <a:pt x="2382" y="1222"/>
                    </a:cubicBezTo>
                    <a:cubicBezTo>
                      <a:pt x="2342" y="1296"/>
                      <a:pt x="2334" y="1371"/>
                      <a:pt x="2354" y="1453"/>
                    </a:cubicBezTo>
                    <a:cubicBezTo>
                      <a:pt x="2371" y="1523"/>
                      <a:pt x="2353" y="1585"/>
                      <a:pt x="2297" y="1635"/>
                    </a:cubicBezTo>
                    <a:cubicBezTo>
                      <a:pt x="2241" y="1685"/>
                      <a:pt x="2209" y="1749"/>
                      <a:pt x="2203" y="1825"/>
                    </a:cubicBezTo>
                    <a:cubicBezTo>
                      <a:pt x="2198" y="1900"/>
                      <a:pt x="2159" y="1954"/>
                      <a:pt x="2089" y="1983"/>
                    </a:cubicBezTo>
                    <a:cubicBezTo>
                      <a:pt x="2016" y="2012"/>
                      <a:pt x="1964" y="2062"/>
                      <a:pt x="1932" y="2133"/>
                    </a:cubicBezTo>
                    <a:cubicBezTo>
                      <a:pt x="1901" y="2200"/>
                      <a:pt x="1848" y="2236"/>
                      <a:pt x="1774" y="2239"/>
                    </a:cubicBezTo>
                    <a:cubicBezTo>
                      <a:pt x="1695" y="2242"/>
                      <a:pt x="1630" y="2270"/>
                      <a:pt x="1575" y="2325"/>
                    </a:cubicBezTo>
                    <a:cubicBezTo>
                      <a:pt x="1523" y="2379"/>
                      <a:pt x="1461" y="2395"/>
                      <a:pt x="1391" y="2372"/>
                    </a:cubicBezTo>
                    <a:cubicBezTo>
                      <a:pt x="1314" y="2347"/>
                      <a:pt x="1241" y="2352"/>
                      <a:pt x="1169" y="2387"/>
                    </a:cubicBezTo>
                    <a:cubicBezTo>
                      <a:pt x="1104" y="2417"/>
                      <a:pt x="1041" y="2410"/>
                      <a:pt x="984" y="2366"/>
                    </a:cubicBezTo>
                    <a:cubicBezTo>
                      <a:pt x="921" y="2316"/>
                      <a:pt x="851" y="2295"/>
                      <a:pt x="771" y="2302"/>
                    </a:cubicBezTo>
                    <a:cubicBezTo>
                      <a:pt x="695" y="2308"/>
                      <a:pt x="638" y="2277"/>
                      <a:pt x="598" y="2212"/>
                    </a:cubicBezTo>
                    <a:cubicBezTo>
                      <a:pt x="559" y="2150"/>
                      <a:pt x="504" y="2108"/>
                      <a:pt x="432" y="2089"/>
                    </a:cubicBezTo>
                    <a:cubicBezTo>
                      <a:pt x="356" y="2069"/>
                      <a:pt x="310" y="2022"/>
                      <a:pt x="294" y="1944"/>
                    </a:cubicBezTo>
                    <a:cubicBezTo>
                      <a:pt x="278" y="1870"/>
                      <a:pt x="239" y="1811"/>
                      <a:pt x="176" y="1768"/>
                    </a:cubicBezTo>
                    <a:cubicBezTo>
                      <a:pt x="114" y="1725"/>
                      <a:pt x="88" y="1665"/>
                      <a:pt x="98" y="1590"/>
                    </a:cubicBezTo>
                    <a:cubicBezTo>
                      <a:pt x="109" y="1514"/>
                      <a:pt x="93" y="1445"/>
                      <a:pt x="49" y="1383"/>
                    </a:cubicBezTo>
                    <a:cubicBezTo>
                      <a:pt x="4" y="1319"/>
                      <a:pt x="0" y="1253"/>
                      <a:pt x="37" y="1184"/>
                    </a:cubicBezTo>
                    <a:cubicBezTo>
                      <a:pt x="72" y="1116"/>
                      <a:pt x="80" y="1046"/>
                      <a:pt x="59" y="973"/>
                    </a:cubicBezTo>
                    <a:cubicBezTo>
                      <a:pt x="38" y="899"/>
                      <a:pt x="58" y="837"/>
                      <a:pt x="114" y="786"/>
                    </a:cubicBezTo>
                    <a:cubicBezTo>
                      <a:pt x="173" y="732"/>
                      <a:pt x="204" y="665"/>
                      <a:pt x="210" y="585"/>
                    </a:cubicBezTo>
                    <a:cubicBezTo>
                      <a:pt x="216" y="516"/>
                      <a:pt x="253" y="465"/>
                      <a:pt x="316" y="439"/>
                    </a:cubicBezTo>
                    <a:cubicBezTo>
                      <a:pt x="394" y="407"/>
                      <a:pt x="449" y="355"/>
                      <a:pt x="484" y="278"/>
                    </a:cubicBezTo>
                    <a:cubicBezTo>
                      <a:pt x="513" y="216"/>
                      <a:pt x="566" y="182"/>
                      <a:pt x="636" y="179"/>
                    </a:cubicBezTo>
                    <a:cubicBezTo>
                      <a:pt x="718" y="177"/>
                      <a:pt x="786" y="146"/>
                      <a:pt x="844" y="87"/>
                    </a:cubicBezTo>
                    <a:cubicBezTo>
                      <a:pt x="892" y="38"/>
                      <a:pt x="953" y="24"/>
                      <a:pt x="1019" y="45"/>
                    </a:cubicBezTo>
                    <a:cubicBezTo>
                      <a:pt x="1097" y="70"/>
                      <a:pt x="1172" y="66"/>
                      <a:pt x="1247" y="31"/>
                    </a:cubicBezTo>
                    <a:cubicBezTo>
                      <a:pt x="1309" y="0"/>
                      <a:pt x="1371" y="8"/>
                      <a:pt x="1425" y="50"/>
                    </a:cubicBezTo>
                    <a:cubicBezTo>
                      <a:pt x="1491" y="101"/>
                      <a:pt x="1562" y="123"/>
                      <a:pt x="1644" y="115"/>
                    </a:cubicBezTo>
                    <a:cubicBezTo>
                      <a:pt x="1715" y="108"/>
                      <a:pt x="1771" y="138"/>
                      <a:pt x="1810" y="199"/>
                    </a:cubicBezTo>
                    <a:cubicBezTo>
                      <a:pt x="1852" y="267"/>
                      <a:pt x="1910" y="311"/>
                      <a:pt x="1988" y="331"/>
                    </a:cubicBezTo>
                    <a:cubicBezTo>
                      <a:pt x="2057" y="349"/>
                      <a:pt x="2102" y="395"/>
                      <a:pt x="2116" y="465"/>
                    </a:cubicBezTo>
                    <a:cubicBezTo>
                      <a:pt x="2133" y="545"/>
                      <a:pt x="2174" y="608"/>
                      <a:pt x="2242" y="655"/>
                    </a:cubicBezTo>
                    <a:cubicBezTo>
                      <a:pt x="2294" y="690"/>
                      <a:pt x="2316" y="742"/>
                      <a:pt x="2317" y="808"/>
                    </a:cubicBezTo>
                    <a:close/>
                    <a:moveTo>
                      <a:pt x="2250" y="785"/>
                    </a:moveTo>
                    <a:cubicBezTo>
                      <a:pt x="2237" y="767"/>
                      <a:pt x="2219" y="729"/>
                      <a:pt x="2191" y="707"/>
                    </a:cubicBezTo>
                    <a:cubicBezTo>
                      <a:pt x="2119" y="648"/>
                      <a:pt x="2068" y="579"/>
                      <a:pt x="2050" y="488"/>
                    </a:cubicBezTo>
                    <a:cubicBezTo>
                      <a:pt x="2040" y="440"/>
                      <a:pt x="2013" y="409"/>
                      <a:pt x="1966" y="397"/>
                    </a:cubicBezTo>
                    <a:cubicBezTo>
                      <a:pt x="1874" y="374"/>
                      <a:pt x="1803" y="321"/>
                      <a:pt x="1752" y="240"/>
                    </a:cubicBezTo>
                    <a:cubicBezTo>
                      <a:pt x="1727" y="199"/>
                      <a:pt x="1691" y="181"/>
                      <a:pt x="1643" y="186"/>
                    </a:cubicBezTo>
                    <a:cubicBezTo>
                      <a:pt x="1550" y="195"/>
                      <a:pt x="1466" y="170"/>
                      <a:pt x="1393" y="113"/>
                    </a:cubicBezTo>
                    <a:cubicBezTo>
                      <a:pt x="1353" y="82"/>
                      <a:pt x="1312" y="77"/>
                      <a:pt x="1266" y="99"/>
                    </a:cubicBezTo>
                    <a:cubicBezTo>
                      <a:pt x="1182" y="138"/>
                      <a:pt x="1095" y="144"/>
                      <a:pt x="1007" y="115"/>
                    </a:cubicBezTo>
                    <a:cubicBezTo>
                      <a:pt x="959" y="99"/>
                      <a:pt x="919" y="110"/>
                      <a:pt x="883" y="146"/>
                    </a:cubicBezTo>
                    <a:cubicBezTo>
                      <a:pt x="820" y="212"/>
                      <a:pt x="740" y="246"/>
                      <a:pt x="650" y="249"/>
                    </a:cubicBezTo>
                    <a:cubicBezTo>
                      <a:pt x="596" y="251"/>
                      <a:pt x="562" y="275"/>
                      <a:pt x="540" y="323"/>
                    </a:cubicBezTo>
                    <a:cubicBezTo>
                      <a:pt x="502" y="405"/>
                      <a:pt x="440" y="465"/>
                      <a:pt x="356" y="499"/>
                    </a:cubicBezTo>
                    <a:cubicBezTo>
                      <a:pt x="305" y="519"/>
                      <a:pt x="281" y="554"/>
                      <a:pt x="277" y="606"/>
                    </a:cubicBezTo>
                    <a:cubicBezTo>
                      <a:pt x="271" y="695"/>
                      <a:pt x="234" y="771"/>
                      <a:pt x="169" y="831"/>
                    </a:cubicBezTo>
                    <a:cubicBezTo>
                      <a:pt x="126" y="869"/>
                      <a:pt x="115" y="911"/>
                      <a:pt x="130" y="966"/>
                    </a:cubicBezTo>
                    <a:cubicBezTo>
                      <a:pt x="152" y="1050"/>
                      <a:pt x="144" y="1133"/>
                      <a:pt x="102" y="1210"/>
                    </a:cubicBezTo>
                    <a:cubicBezTo>
                      <a:pt x="76" y="1258"/>
                      <a:pt x="77" y="1301"/>
                      <a:pt x="109" y="1346"/>
                    </a:cubicBezTo>
                    <a:cubicBezTo>
                      <a:pt x="161" y="1419"/>
                      <a:pt x="181" y="1501"/>
                      <a:pt x="168" y="1589"/>
                    </a:cubicBezTo>
                    <a:cubicBezTo>
                      <a:pt x="161" y="1643"/>
                      <a:pt x="177" y="1683"/>
                      <a:pt x="222" y="1715"/>
                    </a:cubicBezTo>
                    <a:cubicBezTo>
                      <a:pt x="297" y="1767"/>
                      <a:pt x="344" y="1839"/>
                      <a:pt x="362" y="1928"/>
                    </a:cubicBezTo>
                    <a:cubicBezTo>
                      <a:pt x="372" y="1978"/>
                      <a:pt x="400" y="2008"/>
                      <a:pt x="449" y="2021"/>
                    </a:cubicBezTo>
                    <a:cubicBezTo>
                      <a:pt x="539" y="2044"/>
                      <a:pt x="609" y="2096"/>
                      <a:pt x="658" y="2176"/>
                    </a:cubicBezTo>
                    <a:cubicBezTo>
                      <a:pt x="685" y="2219"/>
                      <a:pt x="722" y="2238"/>
                      <a:pt x="773" y="2232"/>
                    </a:cubicBezTo>
                    <a:cubicBezTo>
                      <a:pt x="864" y="2223"/>
                      <a:pt x="946" y="2247"/>
                      <a:pt x="1017" y="2303"/>
                    </a:cubicBezTo>
                    <a:cubicBezTo>
                      <a:pt x="1059" y="2336"/>
                      <a:pt x="1101" y="2341"/>
                      <a:pt x="1149" y="2319"/>
                    </a:cubicBezTo>
                    <a:cubicBezTo>
                      <a:pt x="1232" y="2280"/>
                      <a:pt x="1317" y="2275"/>
                      <a:pt x="1404" y="2303"/>
                    </a:cubicBezTo>
                    <a:cubicBezTo>
                      <a:pt x="1452" y="2318"/>
                      <a:pt x="1492" y="2310"/>
                      <a:pt x="1528" y="2273"/>
                    </a:cubicBezTo>
                    <a:cubicBezTo>
                      <a:pt x="1593" y="2207"/>
                      <a:pt x="1672" y="2172"/>
                      <a:pt x="1766" y="2170"/>
                    </a:cubicBezTo>
                    <a:cubicBezTo>
                      <a:pt x="1814" y="2168"/>
                      <a:pt x="1848" y="2147"/>
                      <a:pt x="1868" y="2103"/>
                    </a:cubicBezTo>
                    <a:cubicBezTo>
                      <a:pt x="1909" y="2014"/>
                      <a:pt x="1974" y="1952"/>
                      <a:pt x="2065" y="1916"/>
                    </a:cubicBezTo>
                    <a:cubicBezTo>
                      <a:pt x="2106" y="1900"/>
                      <a:pt x="2128" y="1869"/>
                      <a:pt x="2132" y="1825"/>
                    </a:cubicBezTo>
                    <a:cubicBezTo>
                      <a:pt x="2140" y="1727"/>
                      <a:pt x="2183" y="1647"/>
                      <a:pt x="2253" y="1577"/>
                    </a:cubicBezTo>
                    <a:cubicBezTo>
                      <a:pt x="2276" y="1553"/>
                      <a:pt x="2291" y="1502"/>
                      <a:pt x="2284" y="1470"/>
                    </a:cubicBezTo>
                    <a:cubicBezTo>
                      <a:pt x="2262" y="1373"/>
                      <a:pt x="2274" y="1285"/>
                      <a:pt x="2314" y="1196"/>
                    </a:cubicBezTo>
                    <a:cubicBezTo>
                      <a:pt x="2327" y="1165"/>
                      <a:pt x="2328" y="1116"/>
                      <a:pt x="2311" y="1089"/>
                    </a:cubicBezTo>
                    <a:cubicBezTo>
                      <a:pt x="2255" y="1001"/>
                      <a:pt x="2228" y="909"/>
                      <a:pt x="2250" y="7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8" name="Freeform 83"/>
              <p:cNvSpPr/>
              <p:nvPr/>
            </p:nvSpPr>
            <p:spPr bwMode="auto">
              <a:xfrm>
                <a:off x="3318" y="2439"/>
                <a:ext cx="327" cy="222"/>
              </a:xfrm>
              <a:custGeom>
                <a:avLst/>
                <a:gdLst>
                  <a:gd name="T0" fmla="*/ 77 w 242"/>
                  <a:gd name="T1" fmla="*/ 122 h 164"/>
                  <a:gd name="T2" fmla="*/ 104 w 242"/>
                  <a:gd name="T3" fmla="*/ 82 h 164"/>
                  <a:gd name="T4" fmla="*/ 112 w 242"/>
                  <a:gd name="T5" fmla="*/ 88 h 164"/>
                  <a:gd name="T6" fmla="*/ 92 w 242"/>
                  <a:gd name="T7" fmla="*/ 119 h 164"/>
                  <a:gd name="T8" fmla="*/ 242 w 242"/>
                  <a:gd name="T9" fmla="*/ 124 h 164"/>
                  <a:gd name="T10" fmla="*/ 161 w 242"/>
                  <a:gd name="T11" fmla="*/ 161 h 164"/>
                  <a:gd name="T12" fmla="*/ 99 w 242"/>
                  <a:gd name="T13" fmla="*/ 153 h 164"/>
                  <a:gd name="T14" fmla="*/ 38 w 242"/>
                  <a:gd name="T15" fmla="*/ 164 h 164"/>
                  <a:gd name="T16" fmla="*/ 29 w 242"/>
                  <a:gd name="T17" fmla="*/ 126 h 164"/>
                  <a:gd name="T18" fmla="*/ 32 w 242"/>
                  <a:gd name="T19" fmla="*/ 0 h 164"/>
                  <a:gd name="T20" fmla="*/ 77 w 242"/>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164">
                    <a:moveTo>
                      <a:pt x="77" y="122"/>
                    </a:moveTo>
                    <a:cubicBezTo>
                      <a:pt x="86" y="109"/>
                      <a:pt x="95" y="96"/>
                      <a:pt x="104" y="82"/>
                    </a:cubicBezTo>
                    <a:cubicBezTo>
                      <a:pt x="107" y="84"/>
                      <a:pt x="109" y="86"/>
                      <a:pt x="112" y="88"/>
                    </a:cubicBezTo>
                    <a:cubicBezTo>
                      <a:pt x="107" y="95"/>
                      <a:pt x="102" y="103"/>
                      <a:pt x="92" y="119"/>
                    </a:cubicBezTo>
                    <a:cubicBezTo>
                      <a:pt x="148" y="90"/>
                      <a:pt x="193" y="98"/>
                      <a:pt x="242" y="124"/>
                    </a:cubicBezTo>
                    <a:cubicBezTo>
                      <a:pt x="218" y="148"/>
                      <a:pt x="192" y="161"/>
                      <a:pt x="161" y="161"/>
                    </a:cubicBezTo>
                    <a:cubicBezTo>
                      <a:pt x="140" y="161"/>
                      <a:pt x="118" y="160"/>
                      <a:pt x="99" y="153"/>
                    </a:cubicBezTo>
                    <a:cubicBezTo>
                      <a:pt x="73" y="143"/>
                      <a:pt x="53" y="143"/>
                      <a:pt x="38" y="164"/>
                    </a:cubicBezTo>
                    <a:cubicBezTo>
                      <a:pt x="35" y="151"/>
                      <a:pt x="36" y="137"/>
                      <a:pt x="29" y="126"/>
                    </a:cubicBezTo>
                    <a:cubicBezTo>
                      <a:pt x="0" y="75"/>
                      <a:pt x="0" y="46"/>
                      <a:pt x="32" y="0"/>
                    </a:cubicBezTo>
                    <a:cubicBezTo>
                      <a:pt x="72" y="14"/>
                      <a:pt x="85" y="53"/>
                      <a:pt x="77"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9" name="Freeform 84"/>
              <p:cNvSpPr/>
              <p:nvPr/>
            </p:nvSpPr>
            <p:spPr bwMode="auto">
              <a:xfrm>
                <a:off x="3417" y="2308"/>
                <a:ext cx="339" cy="217"/>
              </a:xfrm>
              <a:custGeom>
                <a:avLst/>
                <a:gdLst>
                  <a:gd name="T0" fmla="*/ 251 w 251"/>
                  <a:gd name="T1" fmla="*/ 92 h 161"/>
                  <a:gd name="T2" fmla="*/ 65 w 251"/>
                  <a:gd name="T3" fmla="*/ 138 h 161"/>
                  <a:gd name="T4" fmla="*/ 29 w 251"/>
                  <a:gd name="T5" fmla="*/ 0 h 161"/>
                  <a:gd name="T6" fmla="*/ 87 w 251"/>
                  <a:gd name="T7" fmla="*/ 118 h 161"/>
                  <a:gd name="T8" fmla="*/ 251 w 251"/>
                  <a:gd name="T9" fmla="*/ 92 h 161"/>
                </a:gdLst>
                <a:ahLst/>
                <a:cxnLst>
                  <a:cxn ang="0">
                    <a:pos x="T0" y="T1"/>
                  </a:cxn>
                  <a:cxn ang="0">
                    <a:pos x="T2" y="T3"/>
                  </a:cxn>
                  <a:cxn ang="0">
                    <a:pos x="T4" y="T5"/>
                  </a:cxn>
                  <a:cxn ang="0">
                    <a:pos x="T6" y="T7"/>
                  </a:cxn>
                  <a:cxn ang="0">
                    <a:pos x="T8" y="T9"/>
                  </a:cxn>
                </a:cxnLst>
                <a:rect l="0" t="0" r="r" b="b"/>
                <a:pathLst>
                  <a:path w="251" h="161">
                    <a:moveTo>
                      <a:pt x="251" y="92"/>
                    </a:moveTo>
                    <a:cubicBezTo>
                      <a:pt x="205" y="161"/>
                      <a:pt x="133" y="134"/>
                      <a:pt x="65" y="138"/>
                    </a:cubicBezTo>
                    <a:cubicBezTo>
                      <a:pt x="8" y="81"/>
                      <a:pt x="0" y="53"/>
                      <a:pt x="29" y="0"/>
                    </a:cubicBezTo>
                    <a:cubicBezTo>
                      <a:pt x="75" y="19"/>
                      <a:pt x="90" y="48"/>
                      <a:pt x="87" y="118"/>
                    </a:cubicBezTo>
                    <a:cubicBezTo>
                      <a:pt x="139" y="83"/>
                      <a:pt x="191" y="61"/>
                      <a:pt x="251"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0" name="Freeform 85"/>
              <p:cNvSpPr/>
              <p:nvPr/>
            </p:nvSpPr>
            <p:spPr bwMode="auto">
              <a:xfrm>
                <a:off x="3561" y="2259"/>
                <a:ext cx="114" cy="141"/>
              </a:xfrm>
              <a:custGeom>
                <a:avLst/>
                <a:gdLst>
                  <a:gd name="T0" fmla="*/ 17 w 84"/>
                  <a:gd name="T1" fmla="*/ 104 h 104"/>
                  <a:gd name="T2" fmla="*/ 66 w 84"/>
                  <a:gd name="T3" fmla="*/ 0 h 104"/>
                  <a:gd name="T4" fmla="*/ 17 w 84"/>
                  <a:gd name="T5" fmla="*/ 104 h 104"/>
                </a:gdLst>
                <a:ahLst/>
                <a:cxnLst>
                  <a:cxn ang="0">
                    <a:pos x="T0" y="T1"/>
                  </a:cxn>
                  <a:cxn ang="0">
                    <a:pos x="T2" y="T3"/>
                  </a:cxn>
                  <a:cxn ang="0">
                    <a:pos x="T4" y="T5"/>
                  </a:cxn>
                </a:cxnLst>
                <a:rect l="0" t="0" r="r" b="b"/>
                <a:pathLst>
                  <a:path w="84" h="104">
                    <a:moveTo>
                      <a:pt x="17" y="104"/>
                    </a:moveTo>
                    <a:cubicBezTo>
                      <a:pt x="0" y="56"/>
                      <a:pt x="17" y="22"/>
                      <a:pt x="66" y="0"/>
                    </a:cubicBezTo>
                    <a:cubicBezTo>
                      <a:pt x="84" y="48"/>
                      <a:pt x="73" y="74"/>
                      <a:pt x="1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1" name="Freeform 86"/>
              <p:cNvSpPr/>
              <p:nvPr/>
            </p:nvSpPr>
            <p:spPr bwMode="auto">
              <a:xfrm>
                <a:off x="2161" y="2439"/>
                <a:ext cx="329" cy="222"/>
              </a:xfrm>
              <a:custGeom>
                <a:avLst/>
                <a:gdLst>
                  <a:gd name="T0" fmla="*/ 166 w 243"/>
                  <a:gd name="T1" fmla="*/ 122 h 164"/>
                  <a:gd name="T2" fmla="*/ 138 w 243"/>
                  <a:gd name="T3" fmla="*/ 82 h 164"/>
                  <a:gd name="T4" fmla="*/ 131 w 243"/>
                  <a:gd name="T5" fmla="*/ 88 h 164"/>
                  <a:gd name="T6" fmla="*/ 151 w 243"/>
                  <a:gd name="T7" fmla="*/ 119 h 164"/>
                  <a:gd name="T8" fmla="*/ 0 w 243"/>
                  <a:gd name="T9" fmla="*/ 124 h 164"/>
                  <a:gd name="T10" fmla="*/ 82 w 243"/>
                  <a:gd name="T11" fmla="*/ 161 h 164"/>
                  <a:gd name="T12" fmla="*/ 144 w 243"/>
                  <a:gd name="T13" fmla="*/ 153 h 164"/>
                  <a:gd name="T14" fmla="*/ 205 w 243"/>
                  <a:gd name="T15" fmla="*/ 164 h 164"/>
                  <a:gd name="T16" fmla="*/ 213 w 243"/>
                  <a:gd name="T17" fmla="*/ 126 h 164"/>
                  <a:gd name="T18" fmla="*/ 210 w 243"/>
                  <a:gd name="T19" fmla="*/ 0 h 164"/>
                  <a:gd name="T20" fmla="*/ 166 w 243"/>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3" h="164">
                    <a:moveTo>
                      <a:pt x="166" y="122"/>
                    </a:moveTo>
                    <a:cubicBezTo>
                      <a:pt x="156" y="109"/>
                      <a:pt x="147" y="96"/>
                      <a:pt x="138" y="82"/>
                    </a:cubicBezTo>
                    <a:cubicBezTo>
                      <a:pt x="136" y="84"/>
                      <a:pt x="134" y="86"/>
                      <a:pt x="131" y="88"/>
                    </a:cubicBezTo>
                    <a:cubicBezTo>
                      <a:pt x="136" y="95"/>
                      <a:pt x="140" y="103"/>
                      <a:pt x="151" y="119"/>
                    </a:cubicBezTo>
                    <a:cubicBezTo>
                      <a:pt x="95" y="90"/>
                      <a:pt x="50" y="98"/>
                      <a:pt x="0" y="124"/>
                    </a:cubicBezTo>
                    <a:cubicBezTo>
                      <a:pt x="24" y="148"/>
                      <a:pt x="51" y="161"/>
                      <a:pt x="82" y="161"/>
                    </a:cubicBezTo>
                    <a:cubicBezTo>
                      <a:pt x="102" y="161"/>
                      <a:pt x="124" y="160"/>
                      <a:pt x="144" y="153"/>
                    </a:cubicBezTo>
                    <a:cubicBezTo>
                      <a:pt x="169" y="143"/>
                      <a:pt x="190" y="143"/>
                      <a:pt x="205" y="164"/>
                    </a:cubicBezTo>
                    <a:cubicBezTo>
                      <a:pt x="207" y="151"/>
                      <a:pt x="207" y="137"/>
                      <a:pt x="213" y="126"/>
                    </a:cubicBezTo>
                    <a:cubicBezTo>
                      <a:pt x="243" y="75"/>
                      <a:pt x="243" y="46"/>
                      <a:pt x="210" y="0"/>
                    </a:cubicBezTo>
                    <a:cubicBezTo>
                      <a:pt x="170" y="14"/>
                      <a:pt x="157" y="53"/>
                      <a:pt x="16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2" name="Freeform 87"/>
              <p:cNvSpPr/>
              <p:nvPr/>
            </p:nvSpPr>
            <p:spPr bwMode="auto">
              <a:xfrm>
                <a:off x="2051" y="2308"/>
                <a:ext cx="340" cy="217"/>
              </a:xfrm>
              <a:custGeom>
                <a:avLst/>
                <a:gdLst>
                  <a:gd name="T0" fmla="*/ 0 w 251"/>
                  <a:gd name="T1" fmla="*/ 92 h 161"/>
                  <a:gd name="T2" fmla="*/ 186 w 251"/>
                  <a:gd name="T3" fmla="*/ 138 h 161"/>
                  <a:gd name="T4" fmla="*/ 222 w 251"/>
                  <a:gd name="T5" fmla="*/ 0 h 161"/>
                  <a:gd name="T6" fmla="*/ 164 w 251"/>
                  <a:gd name="T7" fmla="*/ 118 h 161"/>
                  <a:gd name="T8" fmla="*/ 0 w 251"/>
                  <a:gd name="T9" fmla="*/ 92 h 161"/>
                </a:gdLst>
                <a:ahLst/>
                <a:cxnLst>
                  <a:cxn ang="0">
                    <a:pos x="T0" y="T1"/>
                  </a:cxn>
                  <a:cxn ang="0">
                    <a:pos x="T2" y="T3"/>
                  </a:cxn>
                  <a:cxn ang="0">
                    <a:pos x="T4" y="T5"/>
                  </a:cxn>
                  <a:cxn ang="0">
                    <a:pos x="T6" y="T7"/>
                  </a:cxn>
                  <a:cxn ang="0">
                    <a:pos x="T8" y="T9"/>
                  </a:cxn>
                </a:cxnLst>
                <a:rect l="0" t="0" r="r" b="b"/>
                <a:pathLst>
                  <a:path w="251" h="161">
                    <a:moveTo>
                      <a:pt x="0" y="92"/>
                    </a:moveTo>
                    <a:cubicBezTo>
                      <a:pt x="45" y="161"/>
                      <a:pt x="118" y="134"/>
                      <a:pt x="186" y="138"/>
                    </a:cubicBezTo>
                    <a:cubicBezTo>
                      <a:pt x="243" y="81"/>
                      <a:pt x="251" y="53"/>
                      <a:pt x="222" y="0"/>
                    </a:cubicBezTo>
                    <a:cubicBezTo>
                      <a:pt x="175" y="19"/>
                      <a:pt x="160" y="48"/>
                      <a:pt x="164" y="118"/>
                    </a:cubicBezTo>
                    <a:cubicBezTo>
                      <a:pt x="112" y="83"/>
                      <a:pt x="60" y="61"/>
                      <a:pt x="0"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3" name="Freeform 88"/>
              <p:cNvSpPr/>
              <p:nvPr/>
            </p:nvSpPr>
            <p:spPr bwMode="auto">
              <a:xfrm>
                <a:off x="2132" y="2259"/>
                <a:ext cx="113" cy="141"/>
              </a:xfrm>
              <a:custGeom>
                <a:avLst/>
                <a:gdLst>
                  <a:gd name="T0" fmla="*/ 66 w 83"/>
                  <a:gd name="T1" fmla="*/ 104 h 104"/>
                  <a:gd name="T2" fmla="*/ 18 w 83"/>
                  <a:gd name="T3" fmla="*/ 0 h 104"/>
                  <a:gd name="T4" fmla="*/ 66 w 83"/>
                  <a:gd name="T5" fmla="*/ 104 h 104"/>
                </a:gdLst>
                <a:ahLst/>
                <a:cxnLst>
                  <a:cxn ang="0">
                    <a:pos x="T0" y="T1"/>
                  </a:cxn>
                  <a:cxn ang="0">
                    <a:pos x="T2" y="T3"/>
                  </a:cxn>
                  <a:cxn ang="0">
                    <a:pos x="T4" y="T5"/>
                  </a:cxn>
                </a:cxnLst>
                <a:rect l="0" t="0" r="r" b="b"/>
                <a:pathLst>
                  <a:path w="83" h="104">
                    <a:moveTo>
                      <a:pt x="66" y="104"/>
                    </a:moveTo>
                    <a:cubicBezTo>
                      <a:pt x="83" y="56"/>
                      <a:pt x="67" y="22"/>
                      <a:pt x="18" y="0"/>
                    </a:cubicBezTo>
                    <a:cubicBezTo>
                      <a:pt x="0" y="48"/>
                      <a:pt x="11" y="74"/>
                      <a:pt x="66"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4" name="Freeform 89"/>
              <p:cNvSpPr>
                <a:spLocks noEditPoints="1"/>
              </p:cNvSpPr>
              <p:nvPr/>
            </p:nvSpPr>
            <p:spPr bwMode="auto">
              <a:xfrm>
                <a:off x="1383" y="115"/>
                <a:ext cx="3004" cy="3013"/>
              </a:xfrm>
              <a:custGeom>
                <a:avLst/>
                <a:gdLst>
                  <a:gd name="T0" fmla="*/ 96 w 2220"/>
                  <a:gd name="T1" fmla="*/ 1479 h 2226"/>
                  <a:gd name="T2" fmla="*/ 31 w 2220"/>
                  <a:gd name="T3" fmla="*/ 1240 h 2226"/>
                  <a:gd name="T4" fmla="*/ 22 w 2220"/>
                  <a:gd name="T5" fmla="*/ 1129 h 2226"/>
                  <a:gd name="T6" fmla="*/ 52 w 2220"/>
                  <a:gd name="T7" fmla="*/ 860 h 2226"/>
                  <a:gd name="T8" fmla="*/ 83 w 2220"/>
                  <a:gd name="T9" fmla="*/ 753 h 2226"/>
                  <a:gd name="T10" fmla="*/ 206 w 2220"/>
                  <a:gd name="T11" fmla="*/ 505 h 2226"/>
                  <a:gd name="T12" fmla="*/ 260 w 2220"/>
                  <a:gd name="T13" fmla="*/ 428 h 2226"/>
                  <a:gd name="T14" fmla="*/ 469 w 2220"/>
                  <a:gd name="T15" fmla="*/ 229 h 2226"/>
                  <a:gd name="T16" fmla="*/ 547 w 2220"/>
                  <a:gd name="T17" fmla="*/ 176 h 2226"/>
                  <a:gd name="T18" fmla="*/ 810 w 2220"/>
                  <a:gd name="T19" fmla="*/ 59 h 2226"/>
                  <a:gd name="T20" fmla="*/ 902 w 2220"/>
                  <a:gd name="T21" fmla="*/ 39 h 2226"/>
                  <a:gd name="T22" fmla="*/ 1183 w 2220"/>
                  <a:gd name="T23" fmla="*/ 18 h 2226"/>
                  <a:gd name="T24" fmla="*/ 1283 w 2220"/>
                  <a:gd name="T25" fmla="*/ 31 h 2226"/>
                  <a:gd name="T26" fmla="*/ 1548 w 2220"/>
                  <a:gd name="T27" fmla="*/ 110 h 2226"/>
                  <a:gd name="T28" fmla="*/ 1639 w 2220"/>
                  <a:gd name="T29" fmla="*/ 153 h 2226"/>
                  <a:gd name="T30" fmla="*/ 1865 w 2220"/>
                  <a:gd name="T31" fmla="*/ 321 h 2226"/>
                  <a:gd name="T32" fmla="*/ 1934 w 2220"/>
                  <a:gd name="T33" fmla="*/ 396 h 2226"/>
                  <a:gd name="T34" fmla="*/ 2086 w 2220"/>
                  <a:gd name="T35" fmla="*/ 626 h 2226"/>
                  <a:gd name="T36" fmla="*/ 2128 w 2220"/>
                  <a:gd name="T37" fmla="*/ 724 h 2226"/>
                  <a:gd name="T38" fmla="*/ 2194 w 2220"/>
                  <a:gd name="T39" fmla="*/ 998 h 2226"/>
                  <a:gd name="T40" fmla="*/ 2200 w 2220"/>
                  <a:gd name="T41" fmla="*/ 1093 h 2226"/>
                  <a:gd name="T42" fmla="*/ 2168 w 2220"/>
                  <a:gd name="T43" fmla="*/ 1379 h 2226"/>
                  <a:gd name="T44" fmla="*/ 2140 w 2220"/>
                  <a:gd name="T45" fmla="*/ 1470 h 2226"/>
                  <a:gd name="T46" fmla="*/ 2018 w 2220"/>
                  <a:gd name="T47" fmla="*/ 1723 h 2226"/>
                  <a:gd name="T48" fmla="*/ 1958 w 2220"/>
                  <a:gd name="T49" fmla="*/ 1805 h 2226"/>
                  <a:gd name="T50" fmla="*/ 1757 w 2220"/>
                  <a:gd name="T51" fmla="*/ 1996 h 2226"/>
                  <a:gd name="T52" fmla="*/ 1669 w 2220"/>
                  <a:gd name="T53" fmla="*/ 2055 h 2226"/>
                  <a:gd name="T54" fmla="*/ 1421 w 2220"/>
                  <a:gd name="T55" fmla="*/ 2163 h 2226"/>
                  <a:gd name="T56" fmla="*/ 1314 w 2220"/>
                  <a:gd name="T57" fmla="*/ 2190 h 2226"/>
                  <a:gd name="T58" fmla="*/ 1049 w 2220"/>
                  <a:gd name="T59" fmla="*/ 2206 h 2226"/>
                  <a:gd name="T60" fmla="*/ 933 w 2220"/>
                  <a:gd name="T61" fmla="*/ 2194 h 2226"/>
                  <a:gd name="T62" fmla="*/ 679 w 2220"/>
                  <a:gd name="T63" fmla="*/ 2118 h 2226"/>
                  <a:gd name="T64" fmla="*/ 575 w 2220"/>
                  <a:gd name="T65" fmla="*/ 2065 h 2226"/>
                  <a:gd name="T66" fmla="*/ 366 w 2220"/>
                  <a:gd name="T67" fmla="*/ 1910 h 2226"/>
                  <a:gd name="T68" fmla="*/ 285 w 2220"/>
                  <a:gd name="T69" fmla="*/ 1827 h 2226"/>
                  <a:gd name="T70" fmla="*/ 160 w 2220"/>
                  <a:gd name="T71" fmla="*/ 1622 h 2226"/>
                  <a:gd name="T72" fmla="*/ 96 w 2220"/>
                  <a:gd name="T73" fmla="*/ 1479 h 2226"/>
                  <a:gd name="T74" fmla="*/ 1109 w 2220"/>
                  <a:gd name="T75" fmla="*/ 2139 h 2226"/>
                  <a:gd name="T76" fmla="*/ 1271 w 2220"/>
                  <a:gd name="T77" fmla="*/ 2122 h 2226"/>
                  <a:gd name="T78" fmla="*/ 2069 w 2220"/>
                  <a:gd name="T79" fmla="*/ 851 h 2226"/>
                  <a:gd name="T80" fmla="*/ 964 w 2220"/>
                  <a:gd name="T81" fmla="*/ 103 h 2226"/>
                  <a:gd name="T82" fmla="*/ 123 w 2220"/>
                  <a:gd name="T83" fmla="*/ 1029 h 2226"/>
                  <a:gd name="T84" fmla="*/ 1109 w 2220"/>
                  <a:gd name="T85" fmla="*/ 2139 h 2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220" h="2226">
                    <a:moveTo>
                      <a:pt x="96" y="1479"/>
                    </a:moveTo>
                    <a:cubicBezTo>
                      <a:pt x="98" y="1387"/>
                      <a:pt x="79" y="1309"/>
                      <a:pt x="31" y="1240"/>
                    </a:cubicBezTo>
                    <a:cubicBezTo>
                      <a:pt x="4" y="1203"/>
                      <a:pt x="0" y="1170"/>
                      <a:pt x="22" y="1129"/>
                    </a:cubicBezTo>
                    <a:cubicBezTo>
                      <a:pt x="67" y="1044"/>
                      <a:pt x="76" y="953"/>
                      <a:pt x="52" y="860"/>
                    </a:cubicBezTo>
                    <a:cubicBezTo>
                      <a:pt x="42" y="817"/>
                      <a:pt x="50" y="784"/>
                      <a:pt x="83" y="753"/>
                    </a:cubicBezTo>
                    <a:cubicBezTo>
                      <a:pt x="155" y="686"/>
                      <a:pt x="192" y="602"/>
                      <a:pt x="206" y="505"/>
                    </a:cubicBezTo>
                    <a:cubicBezTo>
                      <a:pt x="210" y="476"/>
                      <a:pt x="235" y="440"/>
                      <a:pt x="260" y="428"/>
                    </a:cubicBezTo>
                    <a:cubicBezTo>
                      <a:pt x="353" y="383"/>
                      <a:pt x="420" y="318"/>
                      <a:pt x="469" y="229"/>
                    </a:cubicBezTo>
                    <a:cubicBezTo>
                      <a:pt x="482" y="203"/>
                      <a:pt x="519" y="178"/>
                      <a:pt x="547" y="176"/>
                    </a:cubicBezTo>
                    <a:cubicBezTo>
                      <a:pt x="649" y="166"/>
                      <a:pt x="734" y="128"/>
                      <a:pt x="810" y="59"/>
                    </a:cubicBezTo>
                    <a:cubicBezTo>
                      <a:pt x="831" y="41"/>
                      <a:pt x="875" y="32"/>
                      <a:pt x="902" y="39"/>
                    </a:cubicBezTo>
                    <a:cubicBezTo>
                      <a:pt x="999" y="64"/>
                      <a:pt x="1092" y="61"/>
                      <a:pt x="1183" y="18"/>
                    </a:cubicBezTo>
                    <a:cubicBezTo>
                      <a:pt x="1221" y="0"/>
                      <a:pt x="1251" y="6"/>
                      <a:pt x="1283" y="31"/>
                    </a:cubicBezTo>
                    <a:cubicBezTo>
                      <a:pt x="1361" y="92"/>
                      <a:pt x="1450" y="118"/>
                      <a:pt x="1548" y="110"/>
                    </a:cubicBezTo>
                    <a:cubicBezTo>
                      <a:pt x="1589" y="107"/>
                      <a:pt x="1617" y="119"/>
                      <a:pt x="1639" y="153"/>
                    </a:cubicBezTo>
                    <a:cubicBezTo>
                      <a:pt x="1693" y="239"/>
                      <a:pt x="1768" y="295"/>
                      <a:pt x="1865" y="321"/>
                    </a:cubicBezTo>
                    <a:cubicBezTo>
                      <a:pt x="1905" y="332"/>
                      <a:pt x="1925" y="356"/>
                      <a:pt x="1934" y="396"/>
                    </a:cubicBezTo>
                    <a:cubicBezTo>
                      <a:pt x="1955" y="492"/>
                      <a:pt x="2005" y="570"/>
                      <a:pt x="2086" y="626"/>
                    </a:cubicBezTo>
                    <a:cubicBezTo>
                      <a:pt x="2121" y="651"/>
                      <a:pt x="2133" y="681"/>
                      <a:pt x="2128" y="724"/>
                    </a:cubicBezTo>
                    <a:cubicBezTo>
                      <a:pt x="2116" y="824"/>
                      <a:pt x="2141" y="913"/>
                      <a:pt x="2194" y="998"/>
                    </a:cubicBezTo>
                    <a:cubicBezTo>
                      <a:pt x="2209" y="1022"/>
                      <a:pt x="2212" y="1067"/>
                      <a:pt x="2200" y="1093"/>
                    </a:cubicBezTo>
                    <a:cubicBezTo>
                      <a:pt x="2156" y="1186"/>
                      <a:pt x="2149" y="1279"/>
                      <a:pt x="2168" y="1379"/>
                    </a:cubicBezTo>
                    <a:cubicBezTo>
                      <a:pt x="2173" y="1407"/>
                      <a:pt x="2160" y="1449"/>
                      <a:pt x="2140" y="1470"/>
                    </a:cubicBezTo>
                    <a:cubicBezTo>
                      <a:pt x="2071" y="1542"/>
                      <a:pt x="2026" y="1623"/>
                      <a:pt x="2018" y="1723"/>
                    </a:cubicBezTo>
                    <a:cubicBezTo>
                      <a:pt x="2014" y="1763"/>
                      <a:pt x="1996" y="1790"/>
                      <a:pt x="1958" y="1805"/>
                    </a:cubicBezTo>
                    <a:cubicBezTo>
                      <a:pt x="1866" y="1843"/>
                      <a:pt x="1799" y="1907"/>
                      <a:pt x="1757" y="1996"/>
                    </a:cubicBezTo>
                    <a:cubicBezTo>
                      <a:pt x="1739" y="2035"/>
                      <a:pt x="1713" y="2053"/>
                      <a:pt x="1669" y="2055"/>
                    </a:cubicBezTo>
                    <a:cubicBezTo>
                      <a:pt x="1573" y="2059"/>
                      <a:pt x="1489" y="2095"/>
                      <a:pt x="1421" y="2163"/>
                    </a:cubicBezTo>
                    <a:cubicBezTo>
                      <a:pt x="1389" y="2195"/>
                      <a:pt x="1357" y="2205"/>
                      <a:pt x="1314" y="2190"/>
                    </a:cubicBezTo>
                    <a:cubicBezTo>
                      <a:pt x="1224" y="2160"/>
                      <a:pt x="1134" y="2166"/>
                      <a:pt x="1049" y="2206"/>
                    </a:cubicBezTo>
                    <a:cubicBezTo>
                      <a:pt x="1005" y="2226"/>
                      <a:pt x="971" y="2223"/>
                      <a:pt x="933" y="2194"/>
                    </a:cubicBezTo>
                    <a:cubicBezTo>
                      <a:pt x="859" y="2136"/>
                      <a:pt x="773" y="2110"/>
                      <a:pt x="679" y="2118"/>
                    </a:cubicBezTo>
                    <a:cubicBezTo>
                      <a:pt x="631" y="2122"/>
                      <a:pt x="600" y="2106"/>
                      <a:pt x="575" y="2065"/>
                    </a:cubicBezTo>
                    <a:cubicBezTo>
                      <a:pt x="526" y="1987"/>
                      <a:pt x="455" y="1934"/>
                      <a:pt x="366" y="1910"/>
                    </a:cubicBezTo>
                    <a:cubicBezTo>
                      <a:pt x="321" y="1897"/>
                      <a:pt x="296" y="1875"/>
                      <a:pt x="285" y="1827"/>
                    </a:cubicBezTo>
                    <a:cubicBezTo>
                      <a:pt x="269" y="1745"/>
                      <a:pt x="228" y="1671"/>
                      <a:pt x="160" y="1622"/>
                    </a:cubicBezTo>
                    <a:cubicBezTo>
                      <a:pt x="105" y="1582"/>
                      <a:pt x="76" y="1539"/>
                      <a:pt x="96" y="1479"/>
                    </a:cubicBezTo>
                    <a:close/>
                    <a:moveTo>
                      <a:pt x="1109" y="2139"/>
                    </a:moveTo>
                    <a:cubicBezTo>
                      <a:pt x="1163" y="2134"/>
                      <a:pt x="1218" y="2131"/>
                      <a:pt x="1271" y="2122"/>
                    </a:cubicBezTo>
                    <a:cubicBezTo>
                      <a:pt x="1851" y="2023"/>
                      <a:pt x="2220" y="1434"/>
                      <a:pt x="2069" y="851"/>
                    </a:cubicBezTo>
                    <a:cubicBezTo>
                      <a:pt x="1938" y="347"/>
                      <a:pt x="1469" y="30"/>
                      <a:pt x="964" y="103"/>
                    </a:cubicBezTo>
                    <a:cubicBezTo>
                      <a:pt x="514" y="168"/>
                      <a:pt x="168" y="550"/>
                      <a:pt x="123" y="1029"/>
                    </a:cubicBezTo>
                    <a:cubicBezTo>
                      <a:pt x="67" y="1615"/>
                      <a:pt x="530" y="2135"/>
                      <a:pt x="1109" y="21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5" name="Freeform 90"/>
              <p:cNvSpPr>
                <a:spLocks noEditPoints="1"/>
              </p:cNvSpPr>
              <p:nvPr/>
            </p:nvSpPr>
            <p:spPr bwMode="auto">
              <a:xfrm>
                <a:off x="1577" y="318"/>
                <a:ext cx="2608" cy="2607"/>
              </a:xfrm>
              <a:custGeom>
                <a:avLst/>
                <a:gdLst>
                  <a:gd name="T0" fmla="*/ 964 w 1927"/>
                  <a:gd name="T1" fmla="*/ 1926 h 1926"/>
                  <a:gd name="T2" fmla="*/ 1 w 1927"/>
                  <a:gd name="T3" fmla="*/ 962 h 1926"/>
                  <a:gd name="T4" fmla="*/ 967 w 1927"/>
                  <a:gd name="T5" fmla="*/ 1 h 1926"/>
                  <a:gd name="T6" fmla="*/ 1926 w 1927"/>
                  <a:gd name="T7" fmla="*/ 963 h 1926"/>
                  <a:gd name="T8" fmla="*/ 964 w 1927"/>
                  <a:gd name="T9" fmla="*/ 1926 h 1926"/>
                  <a:gd name="T10" fmla="*/ 962 w 1927"/>
                  <a:gd name="T11" fmla="*/ 1903 h 1926"/>
                  <a:gd name="T12" fmla="*/ 1902 w 1927"/>
                  <a:gd name="T13" fmla="*/ 969 h 1926"/>
                  <a:gd name="T14" fmla="*/ 968 w 1927"/>
                  <a:gd name="T15" fmla="*/ 26 h 1926"/>
                  <a:gd name="T16" fmla="*/ 25 w 1927"/>
                  <a:gd name="T17" fmla="*/ 961 h 1926"/>
                  <a:gd name="T18" fmla="*/ 962 w 1927"/>
                  <a:gd name="T19" fmla="*/ 1903 h 1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7" h="1926">
                    <a:moveTo>
                      <a:pt x="964" y="1926"/>
                    </a:moveTo>
                    <a:cubicBezTo>
                      <a:pt x="433" y="1926"/>
                      <a:pt x="0" y="1493"/>
                      <a:pt x="1" y="962"/>
                    </a:cubicBezTo>
                    <a:cubicBezTo>
                      <a:pt x="2" y="432"/>
                      <a:pt x="436" y="0"/>
                      <a:pt x="967" y="1"/>
                    </a:cubicBezTo>
                    <a:cubicBezTo>
                      <a:pt x="1495" y="2"/>
                      <a:pt x="1926" y="433"/>
                      <a:pt x="1926" y="963"/>
                    </a:cubicBezTo>
                    <a:cubicBezTo>
                      <a:pt x="1927" y="1495"/>
                      <a:pt x="1496" y="1926"/>
                      <a:pt x="964" y="1926"/>
                    </a:cubicBezTo>
                    <a:close/>
                    <a:moveTo>
                      <a:pt x="962" y="1903"/>
                    </a:moveTo>
                    <a:cubicBezTo>
                      <a:pt x="1477" y="1904"/>
                      <a:pt x="1899" y="1485"/>
                      <a:pt x="1902" y="969"/>
                    </a:cubicBezTo>
                    <a:cubicBezTo>
                      <a:pt x="1904" y="450"/>
                      <a:pt x="1485" y="27"/>
                      <a:pt x="968" y="26"/>
                    </a:cubicBezTo>
                    <a:cubicBezTo>
                      <a:pt x="449" y="25"/>
                      <a:pt x="28" y="443"/>
                      <a:pt x="25" y="961"/>
                    </a:cubicBezTo>
                    <a:cubicBezTo>
                      <a:pt x="23" y="1477"/>
                      <a:pt x="445" y="1902"/>
                      <a:pt x="962" y="19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6" name="Freeform 91"/>
              <p:cNvSpPr>
                <a:spLocks noEditPoints="1"/>
              </p:cNvSpPr>
              <p:nvPr/>
            </p:nvSpPr>
            <p:spPr bwMode="auto">
              <a:xfrm>
                <a:off x="2237" y="1173"/>
                <a:ext cx="1289" cy="953"/>
              </a:xfrm>
              <a:custGeom>
                <a:avLst/>
                <a:gdLst>
                  <a:gd name="T0" fmla="*/ 938 w 953"/>
                  <a:gd name="T1" fmla="*/ 198 h 704"/>
                  <a:gd name="T2" fmla="*/ 485 w 953"/>
                  <a:gd name="T3" fmla="*/ 3 h 704"/>
                  <a:gd name="T4" fmla="*/ 477 w 953"/>
                  <a:gd name="T5" fmla="*/ 0 h 704"/>
                  <a:gd name="T6" fmla="*/ 468 w 953"/>
                  <a:gd name="T7" fmla="*/ 3 h 704"/>
                  <a:gd name="T8" fmla="*/ 15 w 953"/>
                  <a:gd name="T9" fmla="*/ 198 h 704"/>
                  <a:gd name="T10" fmla="*/ 0 w 953"/>
                  <a:gd name="T11" fmla="*/ 223 h 704"/>
                  <a:gd name="T12" fmla="*/ 15 w 953"/>
                  <a:gd name="T13" fmla="*/ 249 h 704"/>
                  <a:gd name="T14" fmla="*/ 468 w 953"/>
                  <a:gd name="T15" fmla="*/ 444 h 704"/>
                  <a:gd name="T16" fmla="*/ 485 w 953"/>
                  <a:gd name="T17" fmla="*/ 444 h 704"/>
                  <a:gd name="T18" fmla="*/ 838 w 953"/>
                  <a:gd name="T19" fmla="*/ 293 h 704"/>
                  <a:gd name="T20" fmla="*/ 838 w 953"/>
                  <a:gd name="T21" fmla="*/ 448 h 704"/>
                  <a:gd name="T22" fmla="*/ 805 w 953"/>
                  <a:gd name="T23" fmla="*/ 505 h 704"/>
                  <a:gd name="T24" fmla="*/ 838 w 953"/>
                  <a:gd name="T25" fmla="*/ 562 h 704"/>
                  <a:gd name="T26" fmla="*/ 838 w 953"/>
                  <a:gd name="T27" fmla="*/ 615 h 704"/>
                  <a:gd name="T28" fmla="*/ 884 w 953"/>
                  <a:gd name="T29" fmla="*/ 615 h 704"/>
                  <a:gd name="T30" fmla="*/ 884 w 953"/>
                  <a:gd name="T31" fmla="*/ 562 h 704"/>
                  <a:gd name="T32" fmla="*/ 915 w 953"/>
                  <a:gd name="T33" fmla="*/ 505 h 704"/>
                  <a:gd name="T34" fmla="*/ 884 w 953"/>
                  <a:gd name="T35" fmla="*/ 448 h 704"/>
                  <a:gd name="T36" fmla="*/ 884 w 953"/>
                  <a:gd name="T37" fmla="*/ 272 h 704"/>
                  <a:gd name="T38" fmla="*/ 938 w 953"/>
                  <a:gd name="T39" fmla="*/ 249 h 704"/>
                  <a:gd name="T40" fmla="*/ 953 w 953"/>
                  <a:gd name="T41" fmla="*/ 223 h 704"/>
                  <a:gd name="T42" fmla="*/ 938 w 953"/>
                  <a:gd name="T43" fmla="*/ 198 h 704"/>
                  <a:gd name="T44" fmla="*/ 477 w 953"/>
                  <a:gd name="T45" fmla="*/ 483 h 704"/>
                  <a:gd name="T46" fmla="*/ 457 w 953"/>
                  <a:gd name="T47" fmla="*/ 479 h 704"/>
                  <a:gd name="T48" fmla="*/ 174 w 953"/>
                  <a:gd name="T49" fmla="*/ 358 h 704"/>
                  <a:gd name="T50" fmla="*/ 174 w 953"/>
                  <a:gd name="T51" fmla="*/ 526 h 704"/>
                  <a:gd name="T52" fmla="*/ 445 w 953"/>
                  <a:gd name="T53" fmla="*/ 704 h 704"/>
                  <a:gd name="T54" fmla="*/ 509 w 953"/>
                  <a:gd name="T55" fmla="*/ 704 h 704"/>
                  <a:gd name="T56" fmla="*/ 779 w 953"/>
                  <a:gd name="T57" fmla="*/ 526 h 704"/>
                  <a:gd name="T58" fmla="*/ 779 w 953"/>
                  <a:gd name="T59" fmla="*/ 358 h 704"/>
                  <a:gd name="T60" fmla="*/ 496 w 953"/>
                  <a:gd name="T61" fmla="*/ 479 h 704"/>
                  <a:gd name="T62" fmla="*/ 477 w 953"/>
                  <a:gd name="T63" fmla="*/ 483 h 7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53" h="704">
                    <a:moveTo>
                      <a:pt x="938" y="198"/>
                    </a:moveTo>
                    <a:cubicBezTo>
                      <a:pt x="485" y="3"/>
                      <a:pt x="485" y="3"/>
                      <a:pt x="485" y="3"/>
                    </a:cubicBezTo>
                    <a:cubicBezTo>
                      <a:pt x="483" y="2"/>
                      <a:pt x="480" y="0"/>
                      <a:pt x="477" y="0"/>
                    </a:cubicBezTo>
                    <a:cubicBezTo>
                      <a:pt x="473" y="0"/>
                      <a:pt x="470" y="2"/>
                      <a:pt x="468" y="3"/>
                    </a:cubicBezTo>
                    <a:cubicBezTo>
                      <a:pt x="15" y="198"/>
                      <a:pt x="15" y="198"/>
                      <a:pt x="15" y="198"/>
                    </a:cubicBezTo>
                    <a:cubicBezTo>
                      <a:pt x="5" y="202"/>
                      <a:pt x="0" y="211"/>
                      <a:pt x="0" y="223"/>
                    </a:cubicBezTo>
                    <a:cubicBezTo>
                      <a:pt x="0" y="234"/>
                      <a:pt x="5" y="245"/>
                      <a:pt x="15" y="249"/>
                    </a:cubicBezTo>
                    <a:cubicBezTo>
                      <a:pt x="468" y="444"/>
                      <a:pt x="468" y="444"/>
                      <a:pt x="468" y="444"/>
                    </a:cubicBezTo>
                    <a:cubicBezTo>
                      <a:pt x="473" y="447"/>
                      <a:pt x="480" y="447"/>
                      <a:pt x="485" y="444"/>
                    </a:cubicBezTo>
                    <a:cubicBezTo>
                      <a:pt x="838" y="293"/>
                      <a:pt x="838" y="293"/>
                      <a:pt x="838" y="293"/>
                    </a:cubicBezTo>
                    <a:cubicBezTo>
                      <a:pt x="838" y="448"/>
                      <a:pt x="838" y="448"/>
                      <a:pt x="838" y="448"/>
                    </a:cubicBezTo>
                    <a:cubicBezTo>
                      <a:pt x="819" y="457"/>
                      <a:pt x="805" y="479"/>
                      <a:pt x="805" y="505"/>
                    </a:cubicBezTo>
                    <a:cubicBezTo>
                      <a:pt x="805" y="530"/>
                      <a:pt x="819" y="551"/>
                      <a:pt x="838" y="562"/>
                    </a:cubicBezTo>
                    <a:cubicBezTo>
                      <a:pt x="838" y="615"/>
                      <a:pt x="838" y="615"/>
                      <a:pt x="838" y="615"/>
                    </a:cubicBezTo>
                    <a:cubicBezTo>
                      <a:pt x="884" y="615"/>
                      <a:pt x="884" y="615"/>
                      <a:pt x="884" y="615"/>
                    </a:cubicBezTo>
                    <a:cubicBezTo>
                      <a:pt x="884" y="562"/>
                      <a:pt x="884" y="562"/>
                      <a:pt x="884" y="562"/>
                    </a:cubicBezTo>
                    <a:cubicBezTo>
                      <a:pt x="903" y="551"/>
                      <a:pt x="915" y="530"/>
                      <a:pt x="915" y="505"/>
                    </a:cubicBezTo>
                    <a:cubicBezTo>
                      <a:pt x="915" y="479"/>
                      <a:pt x="903" y="457"/>
                      <a:pt x="884" y="448"/>
                    </a:cubicBezTo>
                    <a:cubicBezTo>
                      <a:pt x="884" y="272"/>
                      <a:pt x="884" y="272"/>
                      <a:pt x="884" y="272"/>
                    </a:cubicBezTo>
                    <a:cubicBezTo>
                      <a:pt x="938" y="249"/>
                      <a:pt x="938" y="249"/>
                      <a:pt x="938" y="249"/>
                    </a:cubicBezTo>
                    <a:cubicBezTo>
                      <a:pt x="948" y="245"/>
                      <a:pt x="953" y="234"/>
                      <a:pt x="953" y="223"/>
                    </a:cubicBezTo>
                    <a:cubicBezTo>
                      <a:pt x="953" y="211"/>
                      <a:pt x="948" y="202"/>
                      <a:pt x="938" y="198"/>
                    </a:cubicBezTo>
                    <a:close/>
                    <a:moveTo>
                      <a:pt x="477" y="483"/>
                    </a:moveTo>
                    <a:cubicBezTo>
                      <a:pt x="470" y="483"/>
                      <a:pt x="462" y="482"/>
                      <a:pt x="457" y="479"/>
                    </a:cubicBezTo>
                    <a:cubicBezTo>
                      <a:pt x="174" y="358"/>
                      <a:pt x="174" y="358"/>
                      <a:pt x="174" y="358"/>
                    </a:cubicBezTo>
                    <a:cubicBezTo>
                      <a:pt x="174" y="526"/>
                      <a:pt x="174" y="526"/>
                      <a:pt x="174" y="526"/>
                    </a:cubicBezTo>
                    <a:cubicBezTo>
                      <a:pt x="174" y="663"/>
                      <a:pt x="381" y="704"/>
                      <a:pt x="445" y="704"/>
                    </a:cubicBezTo>
                    <a:cubicBezTo>
                      <a:pt x="509" y="704"/>
                      <a:pt x="509" y="704"/>
                      <a:pt x="509" y="704"/>
                    </a:cubicBezTo>
                    <a:cubicBezTo>
                      <a:pt x="558" y="704"/>
                      <a:pt x="779" y="663"/>
                      <a:pt x="779" y="526"/>
                    </a:cubicBezTo>
                    <a:cubicBezTo>
                      <a:pt x="779" y="358"/>
                      <a:pt x="779" y="358"/>
                      <a:pt x="779" y="358"/>
                    </a:cubicBezTo>
                    <a:cubicBezTo>
                      <a:pt x="496" y="479"/>
                      <a:pt x="496" y="479"/>
                      <a:pt x="496" y="479"/>
                    </a:cubicBezTo>
                    <a:cubicBezTo>
                      <a:pt x="491" y="482"/>
                      <a:pt x="484" y="483"/>
                      <a:pt x="477" y="4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7" name="Freeform 92"/>
              <p:cNvSpPr/>
              <p:nvPr/>
            </p:nvSpPr>
            <p:spPr bwMode="auto">
              <a:xfrm>
                <a:off x="1702" y="1676"/>
                <a:ext cx="256" cy="138"/>
              </a:xfrm>
              <a:custGeom>
                <a:avLst/>
                <a:gdLst>
                  <a:gd name="T0" fmla="*/ 187 w 189"/>
                  <a:gd name="T1" fmla="*/ 49 h 102"/>
                  <a:gd name="T2" fmla="*/ 182 w 189"/>
                  <a:gd name="T3" fmla="*/ 84 h 102"/>
                  <a:gd name="T4" fmla="*/ 160 w 189"/>
                  <a:gd name="T5" fmla="*/ 102 h 102"/>
                  <a:gd name="T6" fmla="*/ 145 w 189"/>
                  <a:gd name="T7" fmla="*/ 78 h 102"/>
                  <a:gd name="T8" fmla="*/ 161 w 189"/>
                  <a:gd name="T9" fmla="*/ 54 h 102"/>
                  <a:gd name="T10" fmla="*/ 154 w 189"/>
                  <a:gd name="T11" fmla="*/ 39 h 102"/>
                  <a:gd name="T12" fmla="*/ 136 w 189"/>
                  <a:gd name="T13" fmla="*/ 36 h 102"/>
                  <a:gd name="T14" fmla="*/ 4 w 189"/>
                  <a:gd name="T15" fmla="*/ 49 h 102"/>
                  <a:gd name="T16" fmla="*/ 0 w 189"/>
                  <a:gd name="T17" fmla="*/ 16 h 102"/>
                  <a:gd name="T18" fmla="*/ 130 w 189"/>
                  <a:gd name="T19" fmla="*/ 2 h 102"/>
                  <a:gd name="T20" fmla="*/ 170 w 189"/>
                  <a:gd name="T21" fmla="*/ 12 h 102"/>
                  <a:gd name="T22" fmla="*/ 187 w 189"/>
                  <a:gd name="T23" fmla="*/ 4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2">
                    <a:moveTo>
                      <a:pt x="187" y="49"/>
                    </a:moveTo>
                    <a:cubicBezTo>
                      <a:pt x="189" y="63"/>
                      <a:pt x="187" y="75"/>
                      <a:pt x="182" y="84"/>
                    </a:cubicBezTo>
                    <a:cubicBezTo>
                      <a:pt x="177" y="92"/>
                      <a:pt x="169" y="99"/>
                      <a:pt x="160" y="102"/>
                    </a:cubicBezTo>
                    <a:cubicBezTo>
                      <a:pt x="145" y="78"/>
                      <a:pt x="145" y="78"/>
                      <a:pt x="145" y="78"/>
                    </a:cubicBezTo>
                    <a:cubicBezTo>
                      <a:pt x="157" y="74"/>
                      <a:pt x="162" y="66"/>
                      <a:pt x="161" y="54"/>
                    </a:cubicBezTo>
                    <a:cubicBezTo>
                      <a:pt x="160" y="47"/>
                      <a:pt x="158" y="42"/>
                      <a:pt x="154" y="39"/>
                    </a:cubicBezTo>
                    <a:cubicBezTo>
                      <a:pt x="149" y="36"/>
                      <a:pt x="144" y="35"/>
                      <a:pt x="136" y="36"/>
                    </a:cubicBezTo>
                    <a:cubicBezTo>
                      <a:pt x="4" y="49"/>
                      <a:pt x="4" y="49"/>
                      <a:pt x="4" y="49"/>
                    </a:cubicBezTo>
                    <a:cubicBezTo>
                      <a:pt x="0" y="16"/>
                      <a:pt x="0" y="16"/>
                      <a:pt x="0" y="16"/>
                    </a:cubicBezTo>
                    <a:cubicBezTo>
                      <a:pt x="130" y="2"/>
                      <a:pt x="130" y="2"/>
                      <a:pt x="130" y="2"/>
                    </a:cubicBezTo>
                    <a:cubicBezTo>
                      <a:pt x="147" y="0"/>
                      <a:pt x="160" y="4"/>
                      <a:pt x="170" y="12"/>
                    </a:cubicBezTo>
                    <a:cubicBezTo>
                      <a:pt x="180" y="20"/>
                      <a:pt x="185" y="32"/>
                      <a:pt x="187"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8" name="Freeform 93"/>
              <p:cNvSpPr/>
              <p:nvPr/>
            </p:nvSpPr>
            <p:spPr bwMode="auto">
              <a:xfrm>
                <a:off x="1702" y="1581"/>
                <a:ext cx="245" cy="54"/>
              </a:xfrm>
              <a:custGeom>
                <a:avLst/>
                <a:gdLst>
                  <a:gd name="T0" fmla="*/ 1 w 245"/>
                  <a:gd name="T1" fmla="*/ 0 h 54"/>
                  <a:gd name="T2" fmla="*/ 245 w 245"/>
                  <a:gd name="T3" fmla="*/ 8 h 54"/>
                  <a:gd name="T4" fmla="*/ 244 w 245"/>
                  <a:gd name="T5" fmla="*/ 54 h 54"/>
                  <a:gd name="T6" fmla="*/ 0 w 245"/>
                  <a:gd name="T7" fmla="*/ 46 h 54"/>
                  <a:gd name="T8" fmla="*/ 1 w 245"/>
                  <a:gd name="T9" fmla="*/ 0 h 54"/>
                </a:gdLst>
                <a:ahLst/>
                <a:cxnLst>
                  <a:cxn ang="0">
                    <a:pos x="T0" y="T1"/>
                  </a:cxn>
                  <a:cxn ang="0">
                    <a:pos x="T2" y="T3"/>
                  </a:cxn>
                  <a:cxn ang="0">
                    <a:pos x="T4" y="T5"/>
                  </a:cxn>
                  <a:cxn ang="0">
                    <a:pos x="T6" y="T7"/>
                  </a:cxn>
                  <a:cxn ang="0">
                    <a:pos x="T8" y="T9"/>
                  </a:cxn>
                </a:cxnLst>
                <a:rect l="0" t="0" r="r" b="b"/>
                <a:pathLst>
                  <a:path w="245" h="54">
                    <a:moveTo>
                      <a:pt x="1" y="0"/>
                    </a:moveTo>
                    <a:lnTo>
                      <a:pt x="245" y="8"/>
                    </a:lnTo>
                    <a:lnTo>
                      <a:pt x="244" y="54"/>
                    </a:lnTo>
                    <a:lnTo>
                      <a:pt x="0" y="46"/>
                    </a:ln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9" name="Freeform 94"/>
              <p:cNvSpPr/>
              <p:nvPr/>
            </p:nvSpPr>
            <p:spPr bwMode="auto">
              <a:xfrm>
                <a:off x="1706" y="1311"/>
                <a:ext cx="277" cy="241"/>
              </a:xfrm>
              <a:custGeom>
                <a:avLst/>
                <a:gdLst>
                  <a:gd name="T0" fmla="*/ 39 w 277"/>
                  <a:gd name="T1" fmla="*/ 0 h 241"/>
                  <a:gd name="T2" fmla="*/ 277 w 277"/>
                  <a:gd name="T3" fmla="*/ 48 h 241"/>
                  <a:gd name="T4" fmla="*/ 269 w 277"/>
                  <a:gd name="T5" fmla="*/ 88 h 241"/>
                  <a:gd name="T6" fmla="*/ 80 w 277"/>
                  <a:gd name="T7" fmla="*/ 168 h 241"/>
                  <a:gd name="T8" fmla="*/ 246 w 277"/>
                  <a:gd name="T9" fmla="*/ 201 h 241"/>
                  <a:gd name="T10" fmla="*/ 238 w 277"/>
                  <a:gd name="T11" fmla="*/ 241 h 241"/>
                  <a:gd name="T12" fmla="*/ 0 w 277"/>
                  <a:gd name="T13" fmla="*/ 194 h 241"/>
                  <a:gd name="T14" fmla="*/ 9 w 277"/>
                  <a:gd name="T15" fmla="*/ 147 h 241"/>
                  <a:gd name="T16" fmla="*/ 188 w 277"/>
                  <a:gd name="T17" fmla="*/ 72 h 241"/>
                  <a:gd name="T18" fmla="*/ 31 w 277"/>
                  <a:gd name="T19" fmla="*/ 41 h 241"/>
                  <a:gd name="T20" fmla="*/ 39 w 277"/>
                  <a:gd name="T21" fmla="*/ 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7" h="241">
                    <a:moveTo>
                      <a:pt x="39" y="0"/>
                    </a:moveTo>
                    <a:lnTo>
                      <a:pt x="277" y="48"/>
                    </a:lnTo>
                    <a:lnTo>
                      <a:pt x="269" y="88"/>
                    </a:lnTo>
                    <a:lnTo>
                      <a:pt x="80" y="168"/>
                    </a:lnTo>
                    <a:lnTo>
                      <a:pt x="246" y="201"/>
                    </a:lnTo>
                    <a:lnTo>
                      <a:pt x="238" y="241"/>
                    </a:lnTo>
                    <a:lnTo>
                      <a:pt x="0" y="194"/>
                    </a:lnTo>
                    <a:lnTo>
                      <a:pt x="9" y="147"/>
                    </a:lnTo>
                    <a:lnTo>
                      <a:pt x="188" y="72"/>
                    </a:lnTo>
                    <a:lnTo>
                      <a:pt x="31" y="41"/>
                    </a:lnTo>
                    <a:lnTo>
                      <a:pt x="3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0" name="Freeform 95"/>
              <p:cNvSpPr/>
              <p:nvPr/>
            </p:nvSpPr>
            <p:spPr bwMode="auto">
              <a:xfrm>
                <a:off x="1832" y="1015"/>
                <a:ext cx="249" cy="232"/>
              </a:xfrm>
              <a:custGeom>
                <a:avLst/>
                <a:gdLst>
                  <a:gd name="T0" fmla="*/ 27 w 184"/>
                  <a:gd name="T1" fmla="*/ 117 h 171"/>
                  <a:gd name="T2" fmla="*/ 7 w 184"/>
                  <a:gd name="T3" fmla="*/ 98 h 171"/>
                  <a:gd name="T4" fmla="*/ 1 w 184"/>
                  <a:gd name="T5" fmla="*/ 70 h 171"/>
                  <a:gd name="T6" fmla="*/ 11 w 184"/>
                  <a:gd name="T7" fmla="*/ 38 h 171"/>
                  <a:gd name="T8" fmla="*/ 39 w 184"/>
                  <a:gd name="T9" fmla="*/ 7 h 171"/>
                  <a:gd name="T10" fmla="*/ 74 w 184"/>
                  <a:gd name="T11" fmla="*/ 2 h 171"/>
                  <a:gd name="T12" fmla="*/ 72 w 184"/>
                  <a:gd name="T13" fmla="*/ 32 h 171"/>
                  <a:gd name="T14" fmla="*/ 52 w 184"/>
                  <a:gd name="T15" fmla="*/ 35 h 171"/>
                  <a:gd name="T16" fmla="*/ 37 w 184"/>
                  <a:gd name="T17" fmla="*/ 51 h 171"/>
                  <a:gd name="T18" fmla="*/ 31 w 184"/>
                  <a:gd name="T19" fmla="*/ 73 h 171"/>
                  <a:gd name="T20" fmla="*/ 42 w 184"/>
                  <a:gd name="T21" fmla="*/ 87 h 171"/>
                  <a:gd name="T22" fmla="*/ 59 w 184"/>
                  <a:gd name="T23" fmla="*/ 88 h 171"/>
                  <a:gd name="T24" fmla="*/ 80 w 184"/>
                  <a:gd name="T25" fmla="*/ 69 h 171"/>
                  <a:gd name="T26" fmla="*/ 118 w 184"/>
                  <a:gd name="T27" fmla="*/ 39 h 171"/>
                  <a:gd name="T28" fmla="*/ 157 w 184"/>
                  <a:gd name="T29" fmla="*/ 45 h 171"/>
                  <a:gd name="T30" fmla="*/ 178 w 184"/>
                  <a:gd name="T31" fmla="*/ 66 h 171"/>
                  <a:gd name="T32" fmla="*/ 183 w 184"/>
                  <a:gd name="T33" fmla="*/ 95 h 171"/>
                  <a:gd name="T34" fmla="*/ 173 w 184"/>
                  <a:gd name="T35" fmla="*/ 129 h 171"/>
                  <a:gd name="T36" fmla="*/ 142 w 184"/>
                  <a:gd name="T37" fmla="*/ 162 h 171"/>
                  <a:gd name="T38" fmla="*/ 104 w 184"/>
                  <a:gd name="T39" fmla="*/ 168 h 171"/>
                  <a:gd name="T40" fmla="*/ 106 w 184"/>
                  <a:gd name="T41" fmla="*/ 137 h 171"/>
                  <a:gd name="T42" fmla="*/ 130 w 184"/>
                  <a:gd name="T43" fmla="*/ 134 h 171"/>
                  <a:gd name="T44" fmla="*/ 148 w 184"/>
                  <a:gd name="T45" fmla="*/ 115 h 171"/>
                  <a:gd name="T46" fmla="*/ 154 w 184"/>
                  <a:gd name="T47" fmla="*/ 91 h 171"/>
                  <a:gd name="T48" fmla="*/ 141 w 184"/>
                  <a:gd name="T49" fmla="*/ 75 h 171"/>
                  <a:gd name="T50" fmla="*/ 122 w 184"/>
                  <a:gd name="T51" fmla="*/ 74 h 171"/>
                  <a:gd name="T52" fmla="*/ 98 w 184"/>
                  <a:gd name="T53" fmla="*/ 95 h 171"/>
                  <a:gd name="T54" fmla="*/ 63 w 184"/>
                  <a:gd name="T55" fmla="*/ 122 h 171"/>
                  <a:gd name="T56" fmla="*/ 27 w 184"/>
                  <a:gd name="T57" fmla="*/ 11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4" h="171">
                    <a:moveTo>
                      <a:pt x="27" y="117"/>
                    </a:moveTo>
                    <a:cubicBezTo>
                      <a:pt x="18" y="112"/>
                      <a:pt x="11" y="106"/>
                      <a:pt x="7" y="98"/>
                    </a:cubicBezTo>
                    <a:cubicBezTo>
                      <a:pt x="2" y="90"/>
                      <a:pt x="0" y="80"/>
                      <a:pt x="1" y="70"/>
                    </a:cubicBezTo>
                    <a:cubicBezTo>
                      <a:pt x="2" y="60"/>
                      <a:pt x="5" y="49"/>
                      <a:pt x="11" y="38"/>
                    </a:cubicBezTo>
                    <a:cubicBezTo>
                      <a:pt x="19" y="24"/>
                      <a:pt x="28" y="13"/>
                      <a:pt x="39" y="7"/>
                    </a:cubicBezTo>
                    <a:cubicBezTo>
                      <a:pt x="50" y="1"/>
                      <a:pt x="61" y="0"/>
                      <a:pt x="74" y="2"/>
                    </a:cubicBezTo>
                    <a:cubicBezTo>
                      <a:pt x="72" y="32"/>
                      <a:pt x="72" y="32"/>
                      <a:pt x="72" y="32"/>
                    </a:cubicBezTo>
                    <a:cubicBezTo>
                      <a:pt x="64" y="31"/>
                      <a:pt x="58" y="32"/>
                      <a:pt x="52" y="35"/>
                    </a:cubicBezTo>
                    <a:cubicBezTo>
                      <a:pt x="46" y="38"/>
                      <a:pt x="41" y="43"/>
                      <a:pt x="37" y="51"/>
                    </a:cubicBezTo>
                    <a:cubicBezTo>
                      <a:pt x="32" y="59"/>
                      <a:pt x="30" y="67"/>
                      <a:pt x="31" y="73"/>
                    </a:cubicBezTo>
                    <a:cubicBezTo>
                      <a:pt x="32" y="79"/>
                      <a:pt x="36" y="83"/>
                      <a:pt x="42" y="87"/>
                    </a:cubicBezTo>
                    <a:cubicBezTo>
                      <a:pt x="48" y="90"/>
                      <a:pt x="54" y="90"/>
                      <a:pt x="59" y="88"/>
                    </a:cubicBezTo>
                    <a:cubicBezTo>
                      <a:pt x="65" y="85"/>
                      <a:pt x="72" y="79"/>
                      <a:pt x="80" y="69"/>
                    </a:cubicBezTo>
                    <a:cubicBezTo>
                      <a:pt x="93" y="53"/>
                      <a:pt x="106" y="43"/>
                      <a:pt x="118" y="39"/>
                    </a:cubicBezTo>
                    <a:cubicBezTo>
                      <a:pt x="130" y="35"/>
                      <a:pt x="143" y="37"/>
                      <a:pt x="157" y="45"/>
                    </a:cubicBezTo>
                    <a:cubicBezTo>
                      <a:pt x="166" y="50"/>
                      <a:pt x="173" y="57"/>
                      <a:pt x="178" y="66"/>
                    </a:cubicBezTo>
                    <a:cubicBezTo>
                      <a:pt x="182" y="74"/>
                      <a:pt x="184" y="84"/>
                      <a:pt x="183" y="95"/>
                    </a:cubicBezTo>
                    <a:cubicBezTo>
                      <a:pt x="183" y="106"/>
                      <a:pt x="179" y="118"/>
                      <a:pt x="173" y="129"/>
                    </a:cubicBezTo>
                    <a:cubicBezTo>
                      <a:pt x="164" y="144"/>
                      <a:pt x="154" y="155"/>
                      <a:pt x="142" y="162"/>
                    </a:cubicBezTo>
                    <a:cubicBezTo>
                      <a:pt x="130" y="169"/>
                      <a:pt x="118" y="171"/>
                      <a:pt x="104" y="168"/>
                    </a:cubicBezTo>
                    <a:cubicBezTo>
                      <a:pt x="106" y="137"/>
                      <a:pt x="106" y="137"/>
                      <a:pt x="106" y="137"/>
                    </a:cubicBezTo>
                    <a:cubicBezTo>
                      <a:pt x="115" y="139"/>
                      <a:pt x="122" y="138"/>
                      <a:pt x="130" y="134"/>
                    </a:cubicBezTo>
                    <a:cubicBezTo>
                      <a:pt x="137" y="131"/>
                      <a:pt x="143" y="124"/>
                      <a:pt x="148" y="115"/>
                    </a:cubicBezTo>
                    <a:cubicBezTo>
                      <a:pt x="153" y="106"/>
                      <a:pt x="155" y="98"/>
                      <a:pt x="154" y="91"/>
                    </a:cubicBezTo>
                    <a:cubicBezTo>
                      <a:pt x="152" y="84"/>
                      <a:pt x="148" y="79"/>
                      <a:pt x="141" y="75"/>
                    </a:cubicBezTo>
                    <a:cubicBezTo>
                      <a:pt x="135" y="71"/>
                      <a:pt x="128" y="71"/>
                      <a:pt x="122" y="74"/>
                    </a:cubicBezTo>
                    <a:cubicBezTo>
                      <a:pt x="115" y="77"/>
                      <a:pt x="107" y="84"/>
                      <a:pt x="98" y="95"/>
                    </a:cubicBezTo>
                    <a:cubicBezTo>
                      <a:pt x="87" y="109"/>
                      <a:pt x="75" y="119"/>
                      <a:pt x="63" y="122"/>
                    </a:cubicBezTo>
                    <a:cubicBezTo>
                      <a:pt x="51" y="126"/>
                      <a:pt x="39" y="124"/>
                      <a:pt x="27" y="1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1" name="Freeform 96"/>
              <p:cNvSpPr/>
              <p:nvPr/>
            </p:nvSpPr>
            <p:spPr bwMode="auto">
              <a:xfrm>
                <a:off x="1933" y="784"/>
                <a:ext cx="314" cy="310"/>
              </a:xfrm>
              <a:custGeom>
                <a:avLst/>
                <a:gdLst>
                  <a:gd name="T0" fmla="*/ 133 w 314"/>
                  <a:gd name="T1" fmla="*/ 0 h 310"/>
                  <a:gd name="T2" fmla="*/ 314 w 314"/>
                  <a:gd name="T3" fmla="*/ 161 h 310"/>
                  <a:gd name="T4" fmla="*/ 283 w 314"/>
                  <a:gd name="T5" fmla="*/ 196 h 310"/>
                  <a:gd name="T6" fmla="*/ 203 w 314"/>
                  <a:gd name="T7" fmla="*/ 124 h 310"/>
                  <a:gd name="T8" fmla="*/ 132 w 314"/>
                  <a:gd name="T9" fmla="*/ 203 h 310"/>
                  <a:gd name="T10" fmla="*/ 213 w 314"/>
                  <a:gd name="T11" fmla="*/ 274 h 310"/>
                  <a:gd name="T12" fmla="*/ 182 w 314"/>
                  <a:gd name="T13" fmla="*/ 310 h 310"/>
                  <a:gd name="T14" fmla="*/ 0 w 314"/>
                  <a:gd name="T15" fmla="*/ 147 h 310"/>
                  <a:gd name="T16" fmla="*/ 31 w 314"/>
                  <a:gd name="T17" fmla="*/ 113 h 310"/>
                  <a:gd name="T18" fmla="*/ 103 w 314"/>
                  <a:gd name="T19" fmla="*/ 177 h 310"/>
                  <a:gd name="T20" fmla="*/ 175 w 314"/>
                  <a:gd name="T21" fmla="*/ 98 h 310"/>
                  <a:gd name="T22" fmla="*/ 102 w 314"/>
                  <a:gd name="T23" fmla="*/ 34 h 310"/>
                  <a:gd name="T24" fmla="*/ 133 w 314"/>
                  <a:gd name="T25"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4" h="310">
                    <a:moveTo>
                      <a:pt x="133" y="0"/>
                    </a:moveTo>
                    <a:lnTo>
                      <a:pt x="314" y="161"/>
                    </a:lnTo>
                    <a:lnTo>
                      <a:pt x="283" y="196"/>
                    </a:lnTo>
                    <a:lnTo>
                      <a:pt x="203" y="124"/>
                    </a:lnTo>
                    <a:lnTo>
                      <a:pt x="132" y="203"/>
                    </a:lnTo>
                    <a:lnTo>
                      <a:pt x="213" y="274"/>
                    </a:lnTo>
                    <a:lnTo>
                      <a:pt x="182" y="310"/>
                    </a:lnTo>
                    <a:lnTo>
                      <a:pt x="0" y="147"/>
                    </a:lnTo>
                    <a:lnTo>
                      <a:pt x="31" y="113"/>
                    </a:lnTo>
                    <a:lnTo>
                      <a:pt x="103" y="177"/>
                    </a:lnTo>
                    <a:lnTo>
                      <a:pt x="175" y="98"/>
                    </a:lnTo>
                    <a:lnTo>
                      <a:pt x="102" y="34"/>
                    </a:lnTo>
                    <a:lnTo>
                      <a:pt x="1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2" name="Freeform 97"/>
              <p:cNvSpPr>
                <a:spLocks noEditPoints="1"/>
              </p:cNvSpPr>
              <p:nvPr/>
            </p:nvSpPr>
            <p:spPr bwMode="auto">
              <a:xfrm>
                <a:off x="2184" y="658"/>
                <a:ext cx="251" cy="279"/>
              </a:xfrm>
              <a:custGeom>
                <a:avLst/>
                <a:gdLst>
                  <a:gd name="T0" fmla="*/ 161 w 251"/>
                  <a:gd name="T1" fmla="*/ 141 h 279"/>
                  <a:gd name="T2" fmla="*/ 90 w 251"/>
                  <a:gd name="T3" fmla="*/ 191 h 279"/>
                  <a:gd name="T4" fmla="*/ 111 w 251"/>
                  <a:gd name="T5" fmla="*/ 252 h 279"/>
                  <a:gd name="T6" fmla="*/ 71 w 251"/>
                  <a:gd name="T7" fmla="*/ 279 h 279"/>
                  <a:gd name="T8" fmla="*/ 0 w 251"/>
                  <a:gd name="T9" fmla="*/ 32 h 279"/>
                  <a:gd name="T10" fmla="*/ 47 w 251"/>
                  <a:gd name="T11" fmla="*/ 0 h 279"/>
                  <a:gd name="T12" fmla="*/ 251 w 251"/>
                  <a:gd name="T13" fmla="*/ 153 h 279"/>
                  <a:gd name="T14" fmla="*/ 211 w 251"/>
                  <a:gd name="T15" fmla="*/ 181 h 279"/>
                  <a:gd name="T16" fmla="*/ 161 w 251"/>
                  <a:gd name="T17" fmla="*/ 141 h 279"/>
                  <a:gd name="T18" fmla="*/ 130 w 251"/>
                  <a:gd name="T19" fmla="*/ 116 h 279"/>
                  <a:gd name="T20" fmla="*/ 43 w 251"/>
                  <a:gd name="T21" fmla="*/ 47 h 279"/>
                  <a:gd name="T22" fmla="*/ 78 w 251"/>
                  <a:gd name="T23" fmla="*/ 151 h 279"/>
                  <a:gd name="T24" fmla="*/ 130 w 251"/>
                  <a:gd name="T25" fmla="*/ 116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1" h="279">
                    <a:moveTo>
                      <a:pt x="161" y="141"/>
                    </a:moveTo>
                    <a:lnTo>
                      <a:pt x="90" y="191"/>
                    </a:lnTo>
                    <a:lnTo>
                      <a:pt x="111" y="252"/>
                    </a:lnTo>
                    <a:lnTo>
                      <a:pt x="71" y="279"/>
                    </a:lnTo>
                    <a:lnTo>
                      <a:pt x="0" y="32"/>
                    </a:lnTo>
                    <a:lnTo>
                      <a:pt x="47" y="0"/>
                    </a:lnTo>
                    <a:lnTo>
                      <a:pt x="251" y="153"/>
                    </a:lnTo>
                    <a:lnTo>
                      <a:pt x="211" y="181"/>
                    </a:lnTo>
                    <a:lnTo>
                      <a:pt x="161" y="141"/>
                    </a:lnTo>
                    <a:close/>
                    <a:moveTo>
                      <a:pt x="130" y="116"/>
                    </a:moveTo>
                    <a:lnTo>
                      <a:pt x="43" y="47"/>
                    </a:lnTo>
                    <a:lnTo>
                      <a:pt x="78" y="151"/>
                    </a:lnTo>
                    <a:lnTo>
                      <a:pt x="130" y="1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3" name="Freeform 98"/>
              <p:cNvSpPr/>
              <p:nvPr/>
            </p:nvSpPr>
            <p:spPr bwMode="auto">
              <a:xfrm>
                <a:off x="2360" y="509"/>
                <a:ext cx="272" cy="298"/>
              </a:xfrm>
              <a:custGeom>
                <a:avLst/>
                <a:gdLst>
                  <a:gd name="T0" fmla="*/ 184 w 272"/>
                  <a:gd name="T1" fmla="*/ 0 h 298"/>
                  <a:gd name="T2" fmla="*/ 272 w 272"/>
                  <a:gd name="T3" fmla="*/ 226 h 298"/>
                  <a:gd name="T4" fmla="*/ 232 w 272"/>
                  <a:gd name="T5" fmla="*/ 241 h 298"/>
                  <a:gd name="T6" fmla="*/ 65 w 272"/>
                  <a:gd name="T7" fmla="*/ 124 h 298"/>
                  <a:gd name="T8" fmla="*/ 127 w 272"/>
                  <a:gd name="T9" fmla="*/ 283 h 298"/>
                  <a:gd name="T10" fmla="*/ 88 w 272"/>
                  <a:gd name="T11" fmla="*/ 298 h 298"/>
                  <a:gd name="T12" fmla="*/ 0 w 272"/>
                  <a:gd name="T13" fmla="*/ 72 h 298"/>
                  <a:gd name="T14" fmla="*/ 44 w 272"/>
                  <a:gd name="T15" fmla="*/ 54 h 298"/>
                  <a:gd name="T16" fmla="*/ 204 w 272"/>
                  <a:gd name="T17" fmla="*/ 165 h 298"/>
                  <a:gd name="T18" fmla="*/ 144 w 272"/>
                  <a:gd name="T19" fmla="*/ 15 h 298"/>
                  <a:gd name="T20" fmla="*/ 184 w 272"/>
                  <a:gd name="T2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298">
                    <a:moveTo>
                      <a:pt x="184" y="0"/>
                    </a:moveTo>
                    <a:lnTo>
                      <a:pt x="272" y="226"/>
                    </a:lnTo>
                    <a:lnTo>
                      <a:pt x="232" y="241"/>
                    </a:lnTo>
                    <a:lnTo>
                      <a:pt x="65" y="124"/>
                    </a:lnTo>
                    <a:lnTo>
                      <a:pt x="127" y="283"/>
                    </a:lnTo>
                    <a:lnTo>
                      <a:pt x="88" y="298"/>
                    </a:lnTo>
                    <a:lnTo>
                      <a:pt x="0" y="72"/>
                    </a:lnTo>
                    <a:lnTo>
                      <a:pt x="44" y="54"/>
                    </a:lnTo>
                    <a:lnTo>
                      <a:pt x="204" y="165"/>
                    </a:lnTo>
                    <a:lnTo>
                      <a:pt x="144" y="15"/>
                    </a:lnTo>
                    <a:lnTo>
                      <a:pt x="18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4" name="Freeform 99"/>
              <p:cNvSpPr/>
              <p:nvPr/>
            </p:nvSpPr>
            <p:spPr bwMode="auto">
              <a:xfrm>
                <a:off x="2726" y="462"/>
                <a:ext cx="205" cy="251"/>
              </a:xfrm>
              <a:custGeom>
                <a:avLst/>
                <a:gdLst>
                  <a:gd name="T0" fmla="*/ 81 w 151"/>
                  <a:gd name="T1" fmla="*/ 185 h 186"/>
                  <a:gd name="T2" fmla="*/ 42 w 151"/>
                  <a:gd name="T3" fmla="*/ 179 h 186"/>
                  <a:gd name="T4" fmla="*/ 16 w 151"/>
                  <a:gd name="T5" fmla="*/ 156 h 186"/>
                  <a:gd name="T6" fmla="*/ 5 w 151"/>
                  <a:gd name="T7" fmla="*/ 121 h 186"/>
                  <a:gd name="T8" fmla="*/ 0 w 151"/>
                  <a:gd name="T9" fmla="*/ 6 h 186"/>
                  <a:gd name="T10" fmla="*/ 32 w 151"/>
                  <a:gd name="T11" fmla="*/ 5 h 186"/>
                  <a:gd name="T12" fmla="*/ 37 w 151"/>
                  <a:gd name="T13" fmla="*/ 117 h 186"/>
                  <a:gd name="T14" fmla="*/ 48 w 151"/>
                  <a:gd name="T15" fmla="*/ 148 h 186"/>
                  <a:gd name="T16" fmla="*/ 79 w 151"/>
                  <a:gd name="T17" fmla="*/ 158 h 186"/>
                  <a:gd name="T18" fmla="*/ 107 w 151"/>
                  <a:gd name="T19" fmla="*/ 145 h 186"/>
                  <a:gd name="T20" fmla="*/ 116 w 151"/>
                  <a:gd name="T21" fmla="*/ 113 h 186"/>
                  <a:gd name="T22" fmla="*/ 111 w 151"/>
                  <a:gd name="T23" fmla="*/ 1 h 186"/>
                  <a:gd name="T24" fmla="*/ 145 w 151"/>
                  <a:gd name="T25" fmla="*/ 0 h 186"/>
                  <a:gd name="T26" fmla="*/ 150 w 151"/>
                  <a:gd name="T27" fmla="*/ 114 h 186"/>
                  <a:gd name="T28" fmla="*/ 143 w 151"/>
                  <a:gd name="T29" fmla="*/ 151 h 186"/>
                  <a:gd name="T30" fmla="*/ 119 w 151"/>
                  <a:gd name="T31" fmla="*/ 175 h 186"/>
                  <a:gd name="T32" fmla="*/ 81 w 151"/>
                  <a:gd name="T33" fmla="*/ 18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1" h="186">
                    <a:moveTo>
                      <a:pt x="81" y="185"/>
                    </a:moveTo>
                    <a:cubicBezTo>
                      <a:pt x="66" y="186"/>
                      <a:pt x="53" y="184"/>
                      <a:pt x="42" y="179"/>
                    </a:cubicBezTo>
                    <a:cubicBezTo>
                      <a:pt x="31" y="174"/>
                      <a:pt x="22" y="166"/>
                      <a:pt x="16" y="156"/>
                    </a:cubicBezTo>
                    <a:cubicBezTo>
                      <a:pt x="9" y="146"/>
                      <a:pt x="6" y="134"/>
                      <a:pt x="5" y="121"/>
                    </a:cubicBezTo>
                    <a:cubicBezTo>
                      <a:pt x="0" y="6"/>
                      <a:pt x="0" y="6"/>
                      <a:pt x="0" y="6"/>
                    </a:cubicBezTo>
                    <a:cubicBezTo>
                      <a:pt x="32" y="5"/>
                      <a:pt x="32" y="5"/>
                      <a:pt x="32" y="5"/>
                    </a:cubicBezTo>
                    <a:cubicBezTo>
                      <a:pt x="37" y="117"/>
                      <a:pt x="37" y="117"/>
                      <a:pt x="37" y="117"/>
                    </a:cubicBezTo>
                    <a:cubicBezTo>
                      <a:pt x="37" y="131"/>
                      <a:pt x="41" y="141"/>
                      <a:pt x="48" y="148"/>
                    </a:cubicBezTo>
                    <a:cubicBezTo>
                      <a:pt x="56" y="155"/>
                      <a:pt x="66" y="158"/>
                      <a:pt x="79" y="158"/>
                    </a:cubicBezTo>
                    <a:cubicBezTo>
                      <a:pt x="91" y="157"/>
                      <a:pt x="101" y="153"/>
                      <a:pt x="107" y="145"/>
                    </a:cubicBezTo>
                    <a:cubicBezTo>
                      <a:pt x="114" y="138"/>
                      <a:pt x="117" y="127"/>
                      <a:pt x="116" y="113"/>
                    </a:cubicBezTo>
                    <a:cubicBezTo>
                      <a:pt x="111" y="1"/>
                      <a:pt x="111" y="1"/>
                      <a:pt x="111" y="1"/>
                    </a:cubicBezTo>
                    <a:cubicBezTo>
                      <a:pt x="145" y="0"/>
                      <a:pt x="145" y="0"/>
                      <a:pt x="145" y="0"/>
                    </a:cubicBezTo>
                    <a:cubicBezTo>
                      <a:pt x="150" y="114"/>
                      <a:pt x="150" y="114"/>
                      <a:pt x="150" y="114"/>
                    </a:cubicBezTo>
                    <a:cubicBezTo>
                      <a:pt x="151" y="128"/>
                      <a:pt x="149" y="140"/>
                      <a:pt x="143" y="151"/>
                    </a:cubicBezTo>
                    <a:cubicBezTo>
                      <a:pt x="138" y="161"/>
                      <a:pt x="130" y="169"/>
                      <a:pt x="119" y="175"/>
                    </a:cubicBezTo>
                    <a:cubicBezTo>
                      <a:pt x="108" y="181"/>
                      <a:pt x="96" y="184"/>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5" name="Freeform 100"/>
              <p:cNvSpPr/>
              <p:nvPr/>
            </p:nvSpPr>
            <p:spPr bwMode="auto">
              <a:xfrm>
                <a:off x="2961" y="467"/>
                <a:ext cx="242" cy="277"/>
              </a:xfrm>
              <a:custGeom>
                <a:avLst/>
                <a:gdLst>
                  <a:gd name="T0" fmla="*/ 242 w 242"/>
                  <a:gd name="T1" fmla="*/ 39 h 277"/>
                  <a:gd name="T2" fmla="*/ 194 w 242"/>
                  <a:gd name="T3" fmla="*/ 277 h 277"/>
                  <a:gd name="T4" fmla="*/ 152 w 242"/>
                  <a:gd name="T5" fmla="*/ 269 h 277"/>
                  <a:gd name="T6" fmla="*/ 74 w 242"/>
                  <a:gd name="T7" fmla="*/ 80 h 277"/>
                  <a:gd name="T8" fmla="*/ 42 w 242"/>
                  <a:gd name="T9" fmla="*/ 248 h 277"/>
                  <a:gd name="T10" fmla="*/ 0 w 242"/>
                  <a:gd name="T11" fmla="*/ 240 h 277"/>
                  <a:gd name="T12" fmla="*/ 47 w 242"/>
                  <a:gd name="T13" fmla="*/ 0 h 277"/>
                  <a:gd name="T14" fmla="*/ 96 w 242"/>
                  <a:gd name="T15" fmla="*/ 9 h 277"/>
                  <a:gd name="T16" fmla="*/ 169 w 242"/>
                  <a:gd name="T17" fmla="*/ 189 h 277"/>
                  <a:gd name="T18" fmla="*/ 201 w 242"/>
                  <a:gd name="T19" fmla="*/ 31 h 277"/>
                  <a:gd name="T20" fmla="*/ 242 w 242"/>
                  <a:gd name="T21" fmla="*/ 39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277">
                    <a:moveTo>
                      <a:pt x="242" y="39"/>
                    </a:moveTo>
                    <a:lnTo>
                      <a:pt x="194" y="277"/>
                    </a:lnTo>
                    <a:lnTo>
                      <a:pt x="152" y="269"/>
                    </a:lnTo>
                    <a:lnTo>
                      <a:pt x="74" y="80"/>
                    </a:lnTo>
                    <a:lnTo>
                      <a:pt x="42" y="248"/>
                    </a:lnTo>
                    <a:lnTo>
                      <a:pt x="0" y="240"/>
                    </a:lnTo>
                    <a:lnTo>
                      <a:pt x="47" y="0"/>
                    </a:lnTo>
                    <a:lnTo>
                      <a:pt x="96" y="9"/>
                    </a:lnTo>
                    <a:lnTo>
                      <a:pt x="169" y="189"/>
                    </a:lnTo>
                    <a:lnTo>
                      <a:pt x="201" y="31"/>
                    </a:lnTo>
                    <a:lnTo>
                      <a:pt x="242" y="3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6" name="Freeform 101"/>
              <p:cNvSpPr/>
              <p:nvPr/>
            </p:nvSpPr>
            <p:spPr bwMode="auto">
              <a:xfrm>
                <a:off x="3187" y="533"/>
                <a:ext cx="130" cy="244"/>
              </a:xfrm>
              <a:custGeom>
                <a:avLst/>
                <a:gdLst>
                  <a:gd name="T0" fmla="*/ 130 w 130"/>
                  <a:gd name="T1" fmla="*/ 17 h 244"/>
                  <a:gd name="T2" fmla="*/ 43 w 130"/>
                  <a:gd name="T3" fmla="*/ 244 h 244"/>
                  <a:gd name="T4" fmla="*/ 0 w 130"/>
                  <a:gd name="T5" fmla="*/ 228 h 244"/>
                  <a:gd name="T6" fmla="*/ 86 w 130"/>
                  <a:gd name="T7" fmla="*/ 0 h 244"/>
                  <a:gd name="T8" fmla="*/ 130 w 130"/>
                  <a:gd name="T9" fmla="*/ 17 h 244"/>
                </a:gdLst>
                <a:ahLst/>
                <a:cxnLst>
                  <a:cxn ang="0">
                    <a:pos x="T0" y="T1"/>
                  </a:cxn>
                  <a:cxn ang="0">
                    <a:pos x="T2" y="T3"/>
                  </a:cxn>
                  <a:cxn ang="0">
                    <a:pos x="T4" y="T5"/>
                  </a:cxn>
                  <a:cxn ang="0">
                    <a:pos x="T6" y="T7"/>
                  </a:cxn>
                  <a:cxn ang="0">
                    <a:pos x="T8" y="T9"/>
                  </a:cxn>
                </a:cxnLst>
                <a:rect l="0" t="0" r="r" b="b"/>
                <a:pathLst>
                  <a:path w="130" h="244">
                    <a:moveTo>
                      <a:pt x="130" y="17"/>
                    </a:moveTo>
                    <a:lnTo>
                      <a:pt x="43" y="244"/>
                    </a:lnTo>
                    <a:lnTo>
                      <a:pt x="0" y="228"/>
                    </a:lnTo>
                    <a:lnTo>
                      <a:pt x="86" y="0"/>
                    </a:lnTo>
                    <a:lnTo>
                      <a:pt x="130"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7" name="Freeform 102"/>
              <p:cNvSpPr/>
              <p:nvPr/>
            </p:nvSpPr>
            <p:spPr bwMode="auto">
              <a:xfrm>
                <a:off x="3321" y="568"/>
                <a:ext cx="240" cy="279"/>
              </a:xfrm>
              <a:custGeom>
                <a:avLst/>
                <a:gdLst>
                  <a:gd name="T0" fmla="*/ 240 w 240"/>
                  <a:gd name="T1" fmla="*/ 110 h 279"/>
                  <a:gd name="T2" fmla="*/ 48 w 240"/>
                  <a:gd name="T3" fmla="*/ 279 h 279"/>
                  <a:gd name="T4" fmla="*/ 0 w 240"/>
                  <a:gd name="T5" fmla="*/ 251 h 279"/>
                  <a:gd name="T6" fmla="*/ 51 w 240"/>
                  <a:gd name="T7" fmla="*/ 0 h 279"/>
                  <a:gd name="T8" fmla="*/ 94 w 240"/>
                  <a:gd name="T9" fmla="*/ 25 h 279"/>
                  <a:gd name="T10" fmla="*/ 44 w 240"/>
                  <a:gd name="T11" fmla="*/ 235 h 279"/>
                  <a:gd name="T12" fmla="*/ 200 w 240"/>
                  <a:gd name="T13" fmla="*/ 87 h 279"/>
                  <a:gd name="T14" fmla="*/ 240 w 240"/>
                  <a:gd name="T15" fmla="*/ 110 h 2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0" h="279">
                    <a:moveTo>
                      <a:pt x="240" y="110"/>
                    </a:moveTo>
                    <a:lnTo>
                      <a:pt x="48" y="279"/>
                    </a:lnTo>
                    <a:lnTo>
                      <a:pt x="0" y="251"/>
                    </a:lnTo>
                    <a:lnTo>
                      <a:pt x="51" y="0"/>
                    </a:lnTo>
                    <a:lnTo>
                      <a:pt x="94" y="25"/>
                    </a:lnTo>
                    <a:lnTo>
                      <a:pt x="44" y="235"/>
                    </a:lnTo>
                    <a:lnTo>
                      <a:pt x="200" y="87"/>
                    </a:lnTo>
                    <a:lnTo>
                      <a:pt x="240" y="1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8" name="Freeform 103"/>
              <p:cNvSpPr/>
              <p:nvPr/>
            </p:nvSpPr>
            <p:spPr bwMode="auto">
              <a:xfrm>
                <a:off x="3449" y="720"/>
                <a:ext cx="275" cy="280"/>
              </a:xfrm>
              <a:custGeom>
                <a:avLst/>
                <a:gdLst>
                  <a:gd name="T0" fmla="*/ 172 w 275"/>
                  <a:gd name="T1" fmla="*/ 60 h 280"/>
                  <a:gd name="T2" fmla="*/ 133 w 275"/>
                  <a:gd name="T3" fmla="*/ 102 h 280"/>
                  <a:gd name="T4" fmla="*/ 204 w 275"/>
                  <a:gd name="T5" fmla="*/ 168 h 280"/>
                  <a:gd name="T6" fmla="*/ 179 w 275"/>
                  <a:gd name="T7" fmla="*/ 196 h 280"/>
                  <a:gd name="T8" fmla="*/ 107 w 275"/>
                  <a:gd name="T9" fmla="*/ 131 h 280"/>
                  <a:gd name="T10" fmla="*/ 60 w 275"/>
                  <a:gd name="T11" fmla="*/ 183 h 280"/>
                  <a:gd name="T12" fmla="*/ 137 w 275"/>
                  <a:gd name="T13" fmla="*/ 252 h 280"/>
                  <a:gd name="T14" fmla="*/ 111 w 275"/>
                  <a:gd name="T15" fmla="*/ 280 h 280"/>
                  <a:gd name="T16" fmla="*/ 0 w 275"/>
                  <a:gd name="T17" fmla="*/ 180 h 280"/>
                  <a:gd name="T18" fmla="*/ 164 w 275"/>
                  <a:gd name="T19" fmla="*/ 0 h 280"/>
                  <a:gd name="T20" fmla="*/ 275 w 275"/>
                  <a:gd name="T21" fmla="*/ 100 h 280"/>
                  <a:gd name="T22" fmla="*/ 248 w 275"/>
                  <a:gd name="T23" fmla="*/ 129 h 280"/>
                  <a:gd name="T24" fmla="*/ 172 w 275"/>
                  <a:gd name="T25" fmla="*/ 6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5" h="280">
                    <a:moveTo>
                      <a:pt x="172" y="60"/>
                    </a:moveTo>
                    <a:lnTo>
                      <a:pt x="133" y="102"/>
                    </a:lnTo>
                    <a:lnTo>
                      <a:pt x="204" y="168"/>
                    </a:lnTo>
                    <a:lnTo>
                      <a:pt x="179" y="196"/>
                    </a:lnTo>
                    <a:lnTo>
                      <a:pt x="107" y="131"/>
                    </a:lnTo>
                    <a:lnTo>
                      <a:pt x="60" y="183"/>
                    </a:lnTo>
                    <a:lnTo>
                      <a:pt x="137" y="252"/>
                    </a:lnTo>
                    <a:lnTo>
                      <a:pt x="111" y="280"/>
                    </a:lnTo>
                    <a:lnTo>
                      <a:pt x="0" y="180"/>
                    </a:lnTo>
                    <a:lnTo>
                      <a:pt x="164" y="0"/>
                    </a:lnTo>
                    <a:lnTo>
                      <a:pt x="275" y="100"/>
                    </a:lnTo>
                    <a:lnTo>
                      <a:pt x="248" y="129"/>
                    </a:lnTo>
                    <a:lnTo>
                      <a:pt x="172" y="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9" name="Freeform 104"/>
              <p:cNvSpPr>
                <a:spLocks noEditPoints="1"/>
              </p:cNvSpPr>
              <p:nvPr/>
            </p:nvSpPr>
            <p:spPr bwMode="auto">
              <a:xfrm>
                <a:off x="3579" y="877"/>
                <a:ext cx="271" cy="294"/>
              </a:xfrm>
              <a:custGeom>
                <a:avLst/>
                <a:gdLst>
                  <a:gd name="T0" fmla="*/ 87 w 200"/>
                  <a:gd name="T1" fmla="*/ 108 h 217"/>
                  <a:gd name="T2" fmla="*/ 76 w 200"/>
                  <a:gd name="T3" fmla="*/ 93 h 217"/>
                  <a:gd name="T4" fmla="*/ 20 w 200"/>
                  <a:gd name="T5" fmla="*/ 133 h 217"/>
                  <a:gd name="T6" fmla="*/ 0 w 200"/>
                  <a:gd name="T7" fmla="*/ 106 h 217"/>
                  <a:gd name="T8" fmla="*/ 145 w 200"/>
                  <a:gd name="T9" fmla="*/ 0 h 217"/>
                  <a:gd name="T10" fmla="*/ 187 w 200"/>
                  <a:gd name="T11" fmla="*/ 58 h 217"/>
                  <a:gd name="T12" fmla="*/ 199 w 200"/>
                  <a:gd name="T13" fmla="*/ 85 h 217"/>
                  <a:gd name="T14" fmla="*/ 195 w 200"/>
                  <a:gd name="T15" fmla="*/ 112 h 217"/>
                  <a:gd name="T16" fmla="*/ 175 w 200"/>
                  <a:gd name="T17" fmla="*/ 135 h 217"/>
                  <a:gd name="T18" fmla="*/ 141 w 200"/>
                  <a:gd name="T19" fmla="*/ 147 h 217"/>
                  <a:gd name="T20" fmla="*/ 109 w 200"/>
                  <a:gd name="T21" fmla="*/ 135 h 217"/>
                  <a:gd name="T22" fmla="*/ 81 w 200"/>
                  <a:gd name="T23" fmla="*/ 217 h 217"/>
                  <a:gd name="T24" fmla="*/ 57 w 200"/>
                  <a:gd name="T25" fmla="*/ 184 h 217"/>
                  <a:gd name="T26" fmla="*/ 87 w 200"/>
                  <a:gd name="T27" fmla="*/ 108 h 217"/>
                  <a:gd name="T28" fmla="*/ 97 w 200"/>
                  <a:gd name="T29" fmla="*/ 77 h 217"/>
                  <a:gd name="T30" fmla="*/ 115 w 200"/>
                  <a:gd name="T31" fmla="*/ 101 h 217"/>
                  <a:gd name="T32" fmla="*/ 134 w 200"/>
                  <a:gd name="T33" fmla="*/ 114 h 217"/>
                  <a:gd name="T34" fmla="*/ 155 w 200"/>
                  <a:gd name="T35" fmla="*/ 108 h 217"/>
                  <a:gd name="T36" fmla="*/ 168 w 200"/>
                  <a:gd name="T37" fmla="*/ 89 h 217"/>
                  <a:gd name="T38" fmla="*/ 161 w 200"/>
                  <a:gd name="T39" fmla="*/ 68 h 217"/>
                  <a:gd name="T40" fmla="*/ 143 w 200"/>
                  <a:gd name="T41" fmla="*/ 43 h 217"/>
                  <a:gd name="T42" fmla="*/ 97 w 200"/>
                  <a:gd name="T43" fmla="*/ 7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0" h="217">
                    <a:moveTo>
                      <a:pt x="87" y="108"/>
                    </a:moveTo>
                    <a:cubicBezTo>
                      <a:pt x="76" y="93"/>
                      <a:pt x="76" y="93"/>
                      <a:pt x="76" y="93"/>
                    </a:cubicBezTo>
                    <a:cubicBezTo>
                      <a:pt x="20" y="133"/>
                      <a:pt x="20" y="133"/>
                      <a:pt x="20" y="133"/>
                    </a:cubicBezTo>
                    <a:cubicBezTo>
                      <a:pt x="0" y="106"/>
                      <a:pt x="0" y="106"/>
                      <a:pt x="0" y="106"/>
                    </a:cubicBezTo>
                    <a:cubicBezTo>
                      <a:pt x="145" y="0"/>
                      <a:pt x="145" y="0"/>
                      <a:pt x="145" y="0"/>
                    </a:cubicBezTo>
                    <a:cubicBezTo>
                      <a:pt x="187" y="58"/>
                      <a:pt x="187" y="58"/>
                      <a:pt x="187" y="58"/>
                    </a:cubicBezTo>
                    <a:cubicBezTo>
                      <a:pt x="194" y="67"/>
                      <a:pt x="198" y="76"/>
                      <a:pt x="199" y="85"/>
                    </a:cubicBezTo>
                    <a:cubicBezTo>
                      <a:pt x="200" y="95"/>
                      <a:pt x="199" y="104"/>
                      <a:pt x="195" y="112"/>
                    </a:cubicBezTo>
                    <a:cubicBezTo>
                      <a:pt x="190" y="121"/>
                      <a:pt x="184" y="129"/>
                      <a:pt x="175" y="135"/>
                    </a:cubicBezTo>
                    <a:cubicBezTo>
                      <a:pt x="164" y="143"/>
                      <a:pt x="152" y="147"/>
                      <a:pt x="141" y="147"/>
                    </a:cubicBezTo>
                    <a:cubicBezTo>
                      <a:pt x="129" y="147"/>
                      <a:pt x="118" y="143"/>
                      <a:pt x="109" y="135"/>
                    </a:cubicBezTo>
                    <a:cubicBezTo>
                      <a:pt x="81" y="217"/>
                      <a:pt x="81" y="217"/>
                      <a:pt x="81" y="217"/>
                    </a:cubicBezTo>
                    <a:cubicBezTo>
                      <a:pt x="57" y="184"/>
                      <a:pt x="57" y="184"/>
                      <a:pt x="57" y="184"/>
                    </a:cubicBezTo>
                    <a:lnTo>
                      <a:pt x="87" y="108"/>
                    </a:lnTo>
                    <a:close/>
                    <a:moveTo>
                      <a:pt x="97" y="77"/>
                    </a:moveTo>
                    <a:cubicBezTo>
                      <a:pt x="115" y="101"/>
                      <a:pt x="115" y="101"/>
                      <a:pt x="115" y="101"/>
                    </a:cubicBezTo>
                    <a:cubicBezTo>
                      <a:pt x="120" y="109"/>
                      <a:pt x="127" y="113"/>
                      <a:pt x="134" y="114"/>
                    </a:cubicBezTo>
                    <a:cubicBezTo>
                      <a:pt x="140" y="115"/>
                      <a:pt x="148" y="113"/>
                      <a:pt x="155" y="108"/>
                    </a:cubicBezTo>
                    <a:cubicBezTo>
                      <a:pt x="163" y="102"/>
                      <a:pt x="167" y="96"/>
                      <a:pt x="168" y="89"/>
                    </a:cubicBezTo>
                    <a:cubicBezTo>
                      <a:pt x="169" y="82"/>
                      <a:pt x="167" y="75"/>
                      <a:pt x="161" y="68"/>
                    </a:cubicBezTo>
                    <a:cubicBezTo>
                      <a:pt x="143" y="43"/>
                      <a:pt x="143" y="43"/>
                      <a:pt x="143" y="43"/>
                    </a:cubicBezTo>
                    <a:lnTo>
                      <a:pt x="97" y="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0" name="Freeform 105"/>
              <p:cNvSpPr/>
              <p:nvPr/>
            </p:nvSpPr>
            <p:spPr bwMode="auto">
              <a:xfrm>
                <a:off x="3708" y="1099"/>
                <a:ext cx="255" cy="215"/>
              </a:xfrm>
              <a:custGeom>
                <a:avLst/>
                <a:gdLst>
                  <a:gd name="T0" fmla="*/ 107 w 189"/>
                  <a:gd name="T1" fmla="*/ 6 h 159"/>
                  <a:gd name="T2" fmla="*/ 135 w 189"/>
                  <a:gd name="T3" fmla="*/ 1 h 159"/>
                  <a:gd name="T4" fmla="*/ 160 w 189"/>
                  <a:gd name="T5" fmla="*/ 13 h 159"/>
                  <a:gd name="T6" fmla="*/ 180 w 189"/>
                  <a:gd name="T7" fmla="*/ 41 h 159"/>
                  <a:gd name="T8" fmla="*/ 188 w 189"/>
                  <a:gd name="T9" fmla="*/ 81 h 159"/>
                  <a:gd name="T10" fmla="*/ 171 w 189"/>
                  <a:gd name="T11" fmla="*/ 112 h 159"/>
                  <a:gd name="T12" fmla="*/ 148 w 189"/>
                  <a:gd name="T13" fmla="*/ 93 h 159"/>
                  <a:gd name="T14" fmla="*/ 158 w 189"/>
                  <a:gd name="T15" fmla="*/ 75 h 159"/>
                  <a:gd name="T16" fmla="*/ 154 w 189"/>
                  <a:gd name="T17" fmla="*/ 54 h 159"/>
                  <a:gd name="T18" fmla="*/ 140 w 189"/>
                  <a:gd name="T19" fmla="*/ 36 h 159"/>
                  <a:gd name="T20" fmla="*/ 122 w 189"/>
                  <a:gd name="T21" fmla="*/ 36 h 159"/>
                  <a:gd name="T22" fmla="*/ 111 w 189"/>
                  <a:gd name="T23" fmla="*/ 49 h 159"/>
                  <a:gd name="T24" fmla="*/ 114 w 189"/>
                  <a:gd name="T25" fmla="*/ 77 h 159"/>
                  <a:gd name="T26" fmla="*/ 115 w 189"/>
                  <a:gd name="T27" fmla="*/ 126 h 159"/>
                  <a:gd name="T28" fmla="*/ 87 w 189"/>
                  <a:gd name="T29" fmla="*/ 154 h 159"/>
                  <a:gd name="T30" fmla="*/ 58 w 189"/>
                  <a:gd name="T31" fmla="*/ 158 h 159"/>
                  <a:gd name="T32" fmla="*/ 31 w 189"/>
                  <a:gd name="T33" fmla="*/ 144 h 159"/>
                  <a:gd name="T34" fmla="*/ 10 w 189"/>
                  <a:gd name="T35" fmla="*/ 116 h 159"/>
                  <a:gd name="T36" fmla="*/ 2 w 189"/>
                  <a:gd name="T37" fmla="*/ 72 h 159"/>
                  <a:gd name="T38" fmla="*/ 20 w 189"/>
                  <a:gd name="T39" fmla="*/ 38 h 159"/>
                  <a:gd name="T40" fmla="*/ 43 w 189"/>
                  <a:gd name="T41" fmla="*/ 57 h 159"/>
                  <a:gd name="T42" fmla="*/ 32 w 189"/>
                  <a:gd name="T43" fmla="*/ 78 h 159"/>
                  <a:gd name="T44" fmla="*/ 37 w 189"/>
                  <a:gd name="T45" fmla="*/ 104 h 159"/>
                  <a:gd name="T46" fmla="*/ 52 w 189"/>
                  <a:gd name="T47" fmla="*/ 123 h 159"/>
                  <a:gd name="T48" fmla="*/ 72 w 189"/>
                  <a:gd name="T49" fmla="*/ 123 h 159"/>
                  <a:gd name="T50" fmla="*/ 85 w 189"/>
                  <a:gd name="T51" fmla="*/ 108 h 159"/>
                  <a:gd name="T52" fmla="*/ 82 w 189"/>
                  <a:gd name="T53" fmla="*/ 76 h 159"/>
                  <a:gd name="T54" fmla="*/ 81 w 189"/>
                  <a:gd name="T55" fmla="*/ 32 h 159"/>
                  <a:gd name="T56" fmla="*/ 107 w 189"/>
                  <a:gd name="T57" fmla="*/ 6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9" h="159">
                    <a:moveTo>
                      <a:pt x="107" y="6"/>
                    </a:moveTo>
                    <a:cubicBezTo>
                      <a:pt x="116" y="2"/>
                      <a:pt x="125" y="0"/>
                      <a:pt x="135" y="1"/>
                    </a:cubicBezTo>
                    <a:cubicBezTo>
                      <a:pt x="144" y="3"/>
                      <a:pt x="152" y="7"/>
                      <a:pt x="160" y="13"/>
                    </a:cubicBezTo>
                    <a:cubicBezTo>
                      <a:pt x="168" y="20"/>
                      <a:pt x="175" y="29"/>
                      <a:pt x="180" y="41"/>
                    </a:cubicBezTo>
                    <a:cubicBezTo>
                      <a:pt x="187" y="56"/>
                      <a:pt x="189" y="69"/>
                      <a:pt x="188" y="81"/>
                    </a:cubicBezTo>
                    <a:cubicBezTo>
                      <a:pt x="186" y="93"/>
                      <a:pt x="181" y="104"/>
                      <a:pt x="171" y="112"/>
                    </a:cubicBezTo>
                    <a:cubicBezTo>
                      <a:pt x="148" y="93"/>
                      <a:pt x="148" y="93"/>
                      <a:pt x="148" y="93"/>
                    </a:cubicBezTo>
                    <a:cubicBezTo>
                      <a:pt x="154" y="87"/>
                      <a:pt x="157" y="82"/>
                      <a:pt x="158" y="75"/>
                    </a:cubicBezTo>
                    <a:cubicBezTo>
                      <a:pt x="159" y="69"/>
                      <a:pt x="158" y="62"/>
                      <a:pt x="154" y="54"/>
                    </a:cubicBezTo>
                    <a:cubicBezTo>
                      <a:pt x="150" y="45"/>
                      <a:pt x="145" y="39"/>
                      <a:pt x="140" y="36"/>
                    </a:cubicBezTo>
                    <a:cubicBezTo>
                      <a:pt x="135" y="33"/>
                      <a:pt x="129" y="33"/>
                      <a:pt x="122" y="36"/>
                    </a:cubicBezTo>
                    <a:cubicBezTo>
                      <a:pt x="116" y="39"/>
                      <a:pt x="112" y="43"/>
                      <a:pt x="111" y="49"/>
                    </a:cubicBezTo>
                    <a:cubicBezTo>
                      <a:pt x="110" y="56"/>
                      <a:pt x="111" y="65"/>
                      <a:pt x="114" y="77"/>
                    </a:cubicBezTo>
                    <a:cubicBezTo>
                      <a:pt x="119" y="97"/>
                      <a:pt x="120" y="114"/>
                      <a:pt x="115" y="126"/>
                    </a:cubicBezTo>
                    <a:cubicBezTo>
                      <a:pt x="111" y="138"/>
                      <a:pt x="102" y="147"/>
                      <a:pt x="87" y="154"/>
                    </a:cubicBezTo>
                    <a:cubicBezTo>
                      <a:pt x="78" y="158"/>
                      <a:pt x="68" y="159"/>
                      <a:pt x="58" y="158"/>
                    </a:cubicBezTo>
                    <a:cubicBezTo>
                      <a:pt x="48" y="156"/>
                      <a:pt x="39" y="152"/>
                      <a:pt x="31" y="144"/>
                    </a:cubicBezTo>
                    <a:cubicBezTo>
                      <a:pt x="23" y="137"/>
                      <a:pt x="16" y="128"/>
                      <a:pt x="10" y="116"/>
                    </a:cubicBezTo>
                    <a:cubicBezTo>
                      <a:pt x="3" y="100"/>
                      <a:pt x="0" y="85"/>
                      <a:pt x="2" y="72"/>
                    </a:cubicBezTo>
                    <a:cubicBezTo>
                      <a:pt x="4" y="58"/>
                      <a:pt x="10" y="47"/>
                      <a:pt x="20" y="38"/>
                    </a:cubicBezTo>
                    <a:cubicBezTo>
                      <a:pt x="43" y="57"/>
                      <a:pt x="43" y="57"/>
                      <a:pt x="43" y="57"/>
                    </a:cubicBezTo>
                    <a:cubicBezTo>
                      <a:pt x="37" y="63"/>
                      <a:pt x="33" y="70"/>
                      <a:pt x="32" y="78"/>
                    </a:cubicBezTo>
                    <a:cubicBezTo>
                      <a:pt x="31" y="86"/>
                      <a:pt x="32" y="95"/>
                      <a:pt x="37" y="104"/>
                    </a:cubicBezTo>
                    <a:cubicBezTo>
                      <a:pt x="41" y="114"/>
                      <a:pt x="46" y="120"/>
                      <a:pt x="52" y="123"/>
                    </a:cubicBezTo>
                    <a:cubicBezTo>
                      <a:pt x="58" y="126"/>
                      <a:pt x="65" y="126"/>
                      <a:pt x="72" y="123"/>
                    </a:cubicBezTo>
                    <a:cubicBezTo>
                      <a:pt x="79" y="120"/>
                      <a:pt x="83" y="115"/>
                      <a:pt x="85" y="108"/>
                    </a:cubicBezTo>
                    <a:cubicBezTo>
                      <a:pt x="86" y="101"/>
                      <a:pt x="86" y="90"/>
                      <a:pt x="82" y="76"/>
                    </a:cubicBezTo>
                    <a:cubicBezTo>
                      <a:pt x="77" y="58"/>
                      <a:pt x="77" y="43"/>
                      <a:pt x="81" y="32"/>
                    </a:cubicBezTo>
                    <a:cubicBezTo>
                      <a:pt x="85" y="20"/>
                      <a:pt x="94" y="12"/>
                      <a:pt x="10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1" name="Freeform 106"/>
              <p:cNvSpPr/>
              <p:nvPr/>
            </p:nvSpPr>
            <p:spPr bwMode="auto">
              <a:xfrm>
                <a:off x="3767" y="1295"/>
                <a:ext cx="246" cy="111"/>
              </a:xfrm>
              <a:custGeom>
                <a:avLst/>
                <a:gdLst>
                  <a:gd name="T0" fmla="*/ 246 w 246"/>
                  <a:gd name="T1" fmla="*/ 44 h 111"/>
                  <a:gd name="T2" fmla="*/ 12 w 246"/>
                  <a:gd name="T3" fmla="*/ 111 h 111"/>
                  <a:gd name="T4" fmla="*/ 0 w 246"/>
                  <a:gd name="T5" fmla="*/ 67 h 111"/>
                  <a:gd name="T6" fmla="*/ 233 w 246"/>
                  <a:gd name="T7" fmla="*/ 0 h 111"/>
                  <a:gd name="T8" fmla="*/ 246 w 246"/>
                  <a:gd name="T9" fmla="*/ 44 h 111"/>
                </a:gdLst>
                <a:ahLst/>
                <a:cxnLst>
                  <a:cxn ang="0">
                    <a:pos x="T0" y="T1"/>
                  </a:cxn>
                  <a:cxn ang="0">
                    <a:pos x="T2" y="T3"/>
                  </a:cxn>
                  <a:cxn ang="0">
                    <a:pos x="T4" y="T5"/>
                  </a:cxn>
                  <a:cxn ang="0">
                    <a:pos x="T6" y="T7"/>
                  </a:cxn>
                  <a:cxn ang="0">
                    <a:pos x="T8" y="T9"/>
                  </a:cxn>
                </a:cxnLst>
                <a:rect l="0" t="0" r="r" b="b"/>
                <a:pathLst>
                  <a:path w="246" h="111">
                    <a:moveTo>
                      <a:pt x="246" y="44"/>
                    </a:moveTo>
                    <a:lnTo>
                      <a:pt x="12" y="111"/>
                    </a:lnTo>
                    <a:lnTo>
                      <a:pt x="0" y="67"/>
                    </a:lnTo>
                    <a:lnTo>
                      <a:pt x="233" y="0"/>
                    </a:lnTo>
                    <a:lnTo>
                      <a:pt x="246" y="4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2" name="Freeform 107"/>
              <p:cNvSpPr/>
              <p:nvPr/>
            </p:nvSpPr>
            <p:spPr bwMode="auto">
              <a:xfrm>
                <a:off x="3798" y="1398"/>
                <a:ext cx="255" cy="179"/>
              </a:xfrm>
              <a:custGeom>
                <a:avLst/>
                <a:gdLst>
                  <a:gd name="T0" fmla="*/ 217 w 255"/>
                  <a:gd name="T1" fmla="*/ 179 h 179"/>
                  <a:gd name="T2" fmla="*/ 209 w 255"/>
                  <a:gd name="T3" fmla="*/ 115 h 179"/>
                  <a:gd name="T4" fmla="*/ 6 w 255"/>
                  <a:gd name="T5" fmla="*/ 142 h 179"/>
                  <a:gd name="T6" fmla="*/ 0 w 255"/>
                  <a:gd name="T7" fmla="*/ 96 h 179"/>
                  <a:gd name="T8" fmla="*/ 202 w 255"/>
                  <a:gd name="T9" fmla="*/ 69 h 179"/>
                  <a:gd name="T10" fmla="*/ 194 w 255"/>
                  <a:gd name="T11" fmla="*/ 6 h 179"/>
                  <a:gd name="T12" fmla="*/ 232 w 255"/>
                  <a:gd name="T13" fmla="*/ 0 h 179"/>
                  <a:gd name="T14" fmla="*/ 255 w 255"/>
                  <a:gd name="T15" fmla="*/ 173 h 179"/>
                  <a:gd name="T16" fmla="*/ 217 w 255"/>
                  <a:gd name="T17" fmla="*/ 17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 h="179">
                    <a:moveTo>
                      <a:pt x="217" y="179"/>
                    </a:moveTo>
                    <a:lnTo>
                      <a:pt x="209" y="115"/>
                    </a:lnTo>
                    <a:lnTo>
                      <a:pt x="6" y="142"/>
                    </a:lnTo>
                    <a:lnTo>
                      <a:pt x="0" y="96"/>
                    </a:lnTo>
                    <a:lnTo>
                      <a:pt x="202" y="69"/>
                    </a:lnTo>
                    <a:lnTo>
                      <a:pt x="194" y="6"/>
                    </a:lnTo>
                    <a:lnTo>
                      <a:pt x="232" y="0"/>
                    </a:lnTo>
                    <a:lnTo>
                      <a:pt x="255" y="173"/>
                    </a:lnTo>
                    <a:lnTo>
                      <a:pt x="21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3" name="Freeform 108"/>
              <p:cNvSpPr/>
              <p:nvPr/>
            </p:nvSpPr>
            <p:spPr bwMode="auto">
              <a:xfrm>
                <a:off x="3804" y="1623"/>
                <a:ext cx="253" cy="211"/>
              </a:xfrm>
              <a:custGeom>
                <a:avLst/>
                <a:gdLst>
                  <a:gd name="T0" fmla="*/ 96 w 253"/>
                  <a:gd name="T1" fmla="*/ 117 h 211"/>
                  <a:gd name="T2" fmla="*/ 0 w 253"/>
                  <a:gd name="T3" fmla="*/ 109 h 211"/>
                  <a:gd name="T4" fmla="*/ 4 w 253"/>
                  <a:gd name="T5" fmla="*/ 63 h 211"/>
                  <a:gd name="T6" fmla="*/ 100 w 253"/>
                  <a:gd name="T7" fmla="*/ 71 h 211"/>
                  <a:gd name="T8" fmla="*/ 253 w 253"/>
                  <a:gd name="T9" fmla="*/ 0 h 211"/>
                  <a:gd name="T10" fmla="*/ 249 w 253"/>
                  <a:gd name="T11" fmla="*/ 51 h 211"/>
                  <a:gd name="T12" fmla="*/ 134 w 253"/>
                  <a:gd name="T13" fmla="*/ 97 h 211"/>
                  <a:gd name="T14" fmla="*/ 241 w 253"/>
                  <a:gd name="T15" fmla="*/ 161 h 211"/>
                  <a:gd name="T16" fmla="*/ 237 w 253"/>
                  <a:gd name="T17" fmla="*/ 211 h 211"/>
                  <a:gd name="T18" fmla="*/ 96 w 253"/>
                  <a:gd name="T19" fmla="*/ 1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3" h="211">
                    <a:moveTo>
                      <a:pt x="96" y="117"/>
                    </a:moveTo>
                    <a:lnTo>
                      <a:pt x="0" y="109"/>
                    </a:lnTo>
                    <a:lnTo>
                      <a:pt x="4" y="63"/>
                    </a:lnTo>
                    <a:lnTo>
                      <a:pt x="100" y="71"/>
                    </a:lnTo>
                    <a:lnTo>
                      <a:pt x="253" y="0"/>
                    </a:lnTo>
                    <a:lnTo>
                      <a:pt x="249" y="51"/>
                    </a:lnTo>
                    <a:lnTo>
                      <a:pt x="134" y="97"/>
                    </a:lnTo>
                    <a:lnTo>
                      <a:pt x="241" y="161"/>
                    </a:lnTo>
                    <a:lnTo>
                      <a:pt x="237" y="211"/>
                    </a:lnTo>
                    <a:lnTo>
                      <a:pt x="96" y="1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4" name="Freeform 109"/>
              <p:cNvSpPr/>
              <p:nvPr/>
            </p:nvSpPr>
            <p:spPr bwMode="auto">
              <a:xfrm>
                <a:off x="2609" y="2605"/>
                <a:ext cx="73" cy="191"/>
              </a:xfrm>
              <a:custGeom>
                <a:avLst/>
                <a:gdLst>
                  <a:gd name="T0" fmla="*/ 73 w 73"/>
                  <a:gd name="T1" fmla="*/ 191 h 191"/>
                  <a:gd name="T2" fmla="*/ 39 w 73"/>
                  <a:gd name="T3" fmla="*/ 191 h 191"/>
                  <a:gd name="T4" fmla="*/ 39 w 73"/>
                  <a:gd name="T5" fmla="*/ 40 h 191"/>
                  <a:gd name="T6" fmla="*/ 0 w 73"/>
                  <a:gd name="T7" fmla="*/ 63 h 191"/>
                  <a:gd name="T8" fmla="*/ 0 w 73"/>
                  <a:gd name="T9" fmla="*/ 27 h 191"/>
                  <a:gd name="T10" fmla="*/ 48 w 73"/>
                  <a:gd name="T11" fmla="*/ 0 h 191"/>
                  <a:gd name="T12" fmla="*/ 73 w 73"/>
                  <a:gd name="T13" fmla="*/ 0 h 191"/>
                  <a:gd name="T14" fmla="*/ 73 w 73"/>
                  <a:gd name="T15" fmla="*/ 191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191">
                    <a:moveTo>
                      <a:pt x="73" y="191"/>
                    </a:moveTo>
                    <a:lnTo>
                      <a:pt x="39" y="191"/>
                    </a:lnTo>
                    <a:lnTo>
                      <a:pt x="39" y="40"/>
                    </a:lnTo>
                    <a:lnTo>
                      <a:pt x="0" y="63"/>
                    </a:lnTo>
                    <a:lnTo>
                      <a:pt x="0" y="27"/>
                    </a:lnTo>
                    <a:lnTo>
                      <a:pt x="48" y="0"/>
                    </a:lnTo>
                    <a:lnTo>
                      <a:pt x="73" y="0"/>
                    </a:lnTo>
                    <a:lnTo>
                      <a:pt x="73" y="1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5" name="Freeform 110"/>
              <p:cNvSpPr>
                <a:spLocks noEditPoints="1"/>
              </p:cNvSpPr>
              <p:nvPr/>
            </p:nvSpPr>
            <p:spPr bwMode="auto">
              <a:xfrm>
                <a:off x="2724" y="2601"/>
                <a:ext cx="130" cy="195"/>
              </a:xfrm>
              <a:custGeom>
                <a:avLst/>
                <a:gdLst>
                  <a:gd name="T0" fmla="*/ 96 w 96"/>
                  <a:gd name="T1" fmla="*/ 48 h 144"/>
                  <a:gd name="T2" fmla="*/ 91 w 96"/>
                  <a:gd name="T3" fmla="*/ 77 h 144"/>
                  <a:gd name="T4" fmla="*/ 75 w 96"/>
                  <a:gd name="T5" fmla="*/ 107 h 144"/>
                  <a:gd name="T6" fmla="*/ 50 w 96"/>
                  <a:gd name="T7" fmla="*/ 144 h 144"/>
                  <a:gd name="T8" fmla="*/ 22 w 96"/>
                  <a:gd name="T9" fmla="*/ 144 h 144"/>
                  <a:gd name="T10" fmla="*/ 52 w 96"/>
                  <a:gd name="T11" fmla="*/ 102 h 144"/>
                  <a:gd name="T12" fmla="*/ 62 w 96"/>
                  <a:gd name="T13" fmla="*/ 86 h 144"/>
                  <a:gd name="T14" fmla="*/ 43 w 96"/>
                  <a:gd name="T15" fmla="*/ 91 h 144"/>
                  <a:gd name="T16" fmla="*/ 21 w 96"/>
                  <a:gd name="T17" fmla="*/ 85 h 144"/>
                  <a:gd name="T18" fmla="*/ 6 w 96"/>
                  <a:gd name="T19" fmla="*/ 69 h 144"/>
                  <a:gd name="T20" fmla="*/ 0 w 96"/>
                  <a:gd name="T21" fmla="*/ 46 h 144"/>
                  <a:gd name="T22" fmla="*/ 6 w 96"/>
                  <a:gd name="T23" fmla="*/ 22 h 144"/>
                  <a:gd name="T24" fmla="*/ 23 w 96"/>
                  <a:gd name="T25" fmla="*/ 6 h 144"/>
                  <a:gd name="T26" fmla="*/ 48 w 96"/>
                  <a:gd name="T27" fmla="*/ 0 h 144"/>
                  <a:gd name="T28" fmla="*/ 73 w 96"/>
                  <a:gd name="T29" fmla="*/ 6 h 144"/>
                  <a:gd name="T30" fmla="*/ 90 w 96"/>
                  <a:gd name="T31" fmla="*/ 23 h 144"/>
                  <a:gd name="T32" fmla="*/ 96 w 96"/>
                  <a:gd name="T33" fmla="*/ 48 h 144"/>
                  <a:gd name="T34" fmla="*/ 48 w 96"/>
                  <a:gd name="T35" fmla="*/ 70 h 144"/>
                  <a:gd name="T36" fmla="*/ 65 w 96"/>
                  <a:gd name="T37" fmla="*/ 64 h 144"/>
                  <a:gd name="T38" fmla="*/ 72 w 96"/>
                  <a:gd name="T39" fmla="*/ 48 h 144"/>
                  <a:gd name="T40" fmla="*/ 72 w 96"/>
                  <a:gd name="T41" fmla="*/ 46 h 144"/>
                  <a:gd name="T42" fmla="*/ 65 w 96"/>
                  <a:gd name="T43" fmla="*/ 28 h 144"/>
                  <a:gd name="T44" fmla="*/ 48 w 96"/>
                  <a:gd name="T45" fmla="*/ 21 h 144"/>
                  <a:gd name="T46" fmla="*/ 31 w 96"/>
                  <a:gd name="T47" fmla="*/ 28 h 144"/>
                  <a:gd name="T48" fmla="*/ 25 w 96"/>
                  <a:gd name="T49" fmla="*/ 46 h 144"/>
                  <a:gd name="T50" fmla="*/ 31 w 96"/>
                  <a:gd name="T51" fmla="*/ 63 h 144"/>
                  <a:gd name="T52" fmla="*/ 48 w 96"/>
                  <a:gd name="T53" fmla="*/ 7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6" h="144">
                    <a:moveTo>
                      <a:pt x="96" y="48"/>
                    </a:moveTo>
                    <a:cubicBezTo>
                      <a:pt x="96" y="58"/>
                      <a:pt x="95" y="67"/>
                      <a:pt x="91" y="77"/>
                    </a:cubicBezTo>
                    <a:cubicBezTo>
                      <a:pt x="88" y="86"/>
                      <a:pt x="82" y="96"/>
                      <a:pt x="75" y="107"/>
                    </a:cubicBezTo>
                    <a:cubicBezTo>
                      <a:pt x="50" y="144"/>
                      <a:pt x="50" y="144"/>
                      <a:pt x="50" y="144"/>
                    </a:cubicBezTo>
                    <a:cubicBezTo>
                      <a:pt x="22" y="144"/>
                      <a:pt x="22" y="144"/>
                      <a:pt x="22" y="144"/>
                    </a:cubicBezTo>
                    <a:cubicBezTo>
                      <a:pt x="52" y="102"/>
                      <a:pt x="52" y="102"/>
                      <a:pt x="52" y="102"/>
                    </a:cubicBezTo>
                    <a:cubicBezTo>
                      <a:pt x="57" y="96"/>
                      <a:pt x="60" y="90"/>
                      <a:pt x="62" y="86"/>
                    </a:cubicBezTo>
                    <a:cubicBezTo>
                      <a:pt x="57" y="89"/>
                      <a:pt x="50" y="91"/>
                      <a:pt x="43" y="91"/>
                    </a:cubicBezTo>
                    <a:cubicBezTo>
                      <a:pt x="35" y="91"/>
                      <a:pt x="27" y="89"/>
                      <a:pt x="21" y="85"/>
                    </a:cubicBezTo>
                    <a:cubicBezTo>
                      <a:pt x="14" y="81"/>
                      <a:pt x="9" y="76"/>
                      <a:pt x="6" y="69"/>
                    </a:cubicBezTo>
                    <a:cubicBezTo>
                      <a:pt x="2" y="62"/>
                      <a:pt x="0" y="54"/>
                      <a:pt x="0" y="46"/>
                    </a:cubicBezTo>
                    <a:cubicBezTo>
                      <a:pt x="0" y="37"/>
                      <a:pt x="2" y="29"/>
                      <a:pt x="6" y="22"/>
                    </a:cubicBezTo>
                    <a:cubicBezTo>
                      <a:pt x="10" y="15"/>
                      <a:pt x="16" y="10"/>
                      <a:pt x="23" y="6"/>
                    </a:cubicBezTo>
                    <a:cubicBezTo>
                      <a:pt x="31" y="2"/>
                      <a:pt x="39" y="0"/>
                      <a:pt x="48" y="0"/>
                    </a:cubicBezTo>
                    <a:cubicBezTo>
                      <a:pt x="58" y="0"/>
                      <a:pt x="66" y="2"/>
                      <a:pt x="73" y="6"/>
                    </a:cubicBezTo>
                    <a:cubicBezTo>
                      <a:pt x="81" y="10"/>
                      <a:pt x="86" y="16"/>
                      <a:pt x="90" y="23"/>
                    </a:cubicBezTo>
                    <a:cubicBezTo>
                      <a:pt x="94" y="30"/>
                      <a:pt x="96" y="39"/>
                      <a:pt x="96" y="48"/>
                    </a:cubicBezTo>
                    <a:close/>
                    <a:moveTo>
                      <a:pt x="48" y="70"/>
                    </a:moveTo>
                    <a:cubicBezTo>
                      <a:pt x="55" y="70"/>
                      <a:pt x="61" y="68"/>
                      <a:pt x="65" y="64"/>
                    </a:cubicBezTo>
                    <a:cubicBezTo>
                      <a:pt x="69" y="60"/>
                      <a:pt x="71" y="55"/>
                      <a:pt x="72" y="48"/>
                    </a:cubicBezTo>
                    <a:cubicBezTo>
                      <a:pt x="72" y="46"/>
                      <a:pt x="72" y="46"/>
                      <a:pt x="72" y="46"/>
                    </a:cubicBezTo>
                    <a:cubicBezTo>
                      <a:pt x="72" y="38"/>
                      <a:pt x="70" y="32"/>
                      <a:pt x="65" y="28"/>
                    </a:cubicBezTo>
                    <a:cubicBezTo>
                      <a:pt x="61" y="23"/>
                      <a:pt x="55" y="21"/>
                      <a:pt x="48" y="21"/>
                    </a:cubicBezTo>
                    <a:cubicBezTo>
                      <a:pt x="41" y="21"/>
                      <a:pt x="36" y="23"/>
                      <a:pt x="31" y="28"/>
                    </a:cubicBezTo>
                    <a:cubicBezTo>
                      <a:pt x="27" y="32"/>
                      <a:pt x="25" y="38"/>
                      <a:pt x="25" y="46"/>
                    </a:cubicBezTo>
                    <a:cubicBezTo>
                      <a:pt x="25" y="53"/>
                      <a:pt x="27" y="59"/>
                      <a:pt x="31" y="63"/>
                    </a:cubicBezTo>
                    <a:cubicBezTo>
                      <a:pt x="35" y="68"/>
                      <a:pt x="41" y="70"/>
                      <a:pt x="48"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6" name="Freeform 111"/>
              <p:cNvSpPr>
                <a:spLocks noEditPoints="1"/>
              </p:cNvSpPr>
              <p:nvPr/>
            </p:nvSpPr>
            <p:spPr bwMode="auto">
              <a:xfrm>
                <a:off x="2878"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1 w 99"/>
                  <a:gd name="T23" fmla="*/ 19 h 146"/>
                  <a:gd name="T24" fmla="*/ 26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7 w 99"/>
                  <a:gd name="T37" fmla="*/ 67 h 146"/>
                  <a:gd name="T38" fmla="*/ 93 w 99"/>
                  <a:gd name="T39" fmla="*/ 81 h 146"/>
                  <a:gd name="T40" fmla="*/ 99 w 99"/>
                  <a:gd name="T41" fmla="*/ 102 h 146"/>
                  <a:gd name="T42" fmla="*/ 75 w 99"/>
                  <a:gd name="T43" fmla="*/ 101 h 146"/>
                  <a:gd name="T44" fmla="*/ 68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8 w 99"/>
                  <a:gd name="T57" fmla="*/ 119 h 146"/>
                  <a:gd name="T58" fmla="*/ 75 w 99"/>
                  <a:gd name="T59" fmla="*/ 101 h 146"/>
                  <a:gd name="T60" fmla="*/ 29 w 99"/>
                  <a:gd name="T61" fmla="*/ 39 h 146"/>
                  <a:gd name="T62" fmla="*/ 35 w 99"/>
                  <a:gd name="T63" fmla="*/ 53 h 146"/>
                  <a:gd name="T64" fmla="*/ 50 w 99"/>
                  <a:gd name="T65" fmla="*/ 58 h 146"/>
                  <a:gd name="T66" fmla="*/ 65 w 99"/>
                  <a:gd name="T67" fmla="*/ 53 h 146"/>
                  <a:gd name="T68" fmla="*/ 70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59" y="146"/>
                      <a:pt x="50" y="146"/>
                    </a:cubicBezTo>
                    <a:cubicBezTo>
                      <a:pt x="40" y="146"/>
                      <a:pt x="31" y="144"/>
                      <a:pt x="24" y="140"/>
                    </a:cubicBezTo>
                    <a:cubicBezTo>
                      <a:pt x="16" y="137"/>
                      <a:pt x="10"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7" y="50"/>
                      <a:pt x="6" y="45"/>
                      <a:pt x="6" y="39"/>
                    </a:cubicBezTo>
                    <a:cubicBezTo>
                      <a:pt x="6" y="32"/>
                      <a:pt x="8" y="25"/>
                      <a:pt x="11" y="19"/>
                    </a:cubicBezTo>
                    <a:cubicBezTo>
                      <a:pt x="15" y="13"/>
                      <a:pt x="20" y="9"/>
                      <a:pt x="26" y="5"/>
                    </a:cubicBezTo>
                    <a:cubicBezTo>
                      <a:pt x="33" y="2"/>
                      <a:pt x="41" y="0"/>
                      <a:pt x="50" y="0"/>
                    </a:cubicBezTo>
                    <a:cubicBezTo>
                      <a:pt x="58" y="0"/>
                      <a:pt x="66" y="2"/>
                      <a:pt x="73" y="5"/>
                    </a:cubicBezTo>
                    <a:cubicBezTo>
                      <a:pt x="79" y="9"/>
                      <a:pt x="84" y="13"/>
                      <a:pt x="88" y="19"/>
                    </a:cubicBezTo>
                    <a:cubicBezTo>
                      <a:pt x="91" y="25"/>
                      <a:pt x="93" y="32"/>
                      <a:pt x="93" y="39"/>
                    </a:cubicBezTo>
                    <a:cubicBezTo>
                      <a:pt x="93" y="45"/>
                      <a:pt x="92" y="50"/>
                      <a:pt x="89" y="55"/>
                    </a:cubicBezTo>
                    <a:cubicBezTo>
                      <a:pt x="86" y="60"/>
                      <a:pt x="82" y="64"/>
                      <a:pt x="77" y="67"/>
                    </a:cubicBezTo>
                    <a:cubicBezTo>
                      <a:pt x="84" y="70"/>
                      <a:pt x="89" y="75"/>
                      <a:pt x="93" y="81"/>
                    </a:cubicBezTo>
                    <a:cubicBezTo>
                      <a:pt x="97" y="87"/>
                      <a:pt x="99" y="94"/>
                      <a:pt x="99" y="102"/>
                    </a:cubicBezTo>
                    <a:close/>
                    <a:moveTo>
                      <a:pt x="75" y="101"/>
                    </a:moveTo>
                    <a:cubicBezTo>
                      <a:pt x="75" y="94"/>
                      <a:pt x="73" y="88"/>
                      <a:pt x="68" y="83"/>
                    </a:cubicBezTo>
                    <a:cubicBezTo>
                      <a:pt x="64" y="79"/>
                      <a:pt x="58" y="76"/>
                      <a:pt x="50" y="76"/>
                    </a:cubicBezTo>
                    <a:cubicBezTo>
                      <a:pt x="42" y="76"/>
                      <a:pt x="35" y="79"/>
                      <a:pt x="31" y="83"/>
                    </a:cubicBezTo>
                    <a:cubicBezTo>
                      <a:pt x="26" y="88"/>
                      <a:pt x="24" y="94"/>
                      <a:pt x="24" y="101"/>
                    </a:cubicBezTo>
                    <a:cubicBezTo>
                      <a:pt x="24" y="109"/>
                      <a:pt x="26" y="115"/>
                      <a:pt x="31" y="119"/>
                    </a:cubicBezTo>
                    <a:cubicBezTo>
                      <a:pt x="35" y="124"/>
                      <a:pt x="42" y="126"/>
                      <a:pt x="50" y="126"/>
                    </a:cubicBezTo>
                    <a:cubicBezTo>
                      <a:pt x="58" y="126"/>
                      <a:pt x="64" y="124"/>
                      <a:pt x="68" y="119"/>
                    </a:cubicBezTo>
                    <a:cubicBezTo>
                      <a:pt x="73" y="115"/>
                      <a:pt x="75" y="109"/>
                      <a:pt x="75" y="101"/>
                    </a:cubicBezTo>
                    <a:close/>
                    <a:moveTo>
                      <a:pt x="29" y="39"/>
                    </a:moveTo>
                    <a:cubicBezTo>
                      <a:pt x="29" y="44"/>
                      <a:pt x="31" y="49"/>
                      <a:pt x="35" y="53"/>
                    </a:cubicBezTo>
                    <a:cubicBezTo>
                      <a:pt x="38" y="56"/>
                      <a:pt x="43" y="58"/>
                      <a:pt x="50" y="58"/>
                    </a:cubicBezTo>
                    <a:cubicBezTo>
                      <a:pt x="56" y="58"/>
                      <a:pt x="61" y="56"/>
                      <a:pt x="65" y="53"/>
                    </a:cubicBezTo>
                    <a:cubicBezTo>
                      <a:pt x="68" y="49"/>
                      <a:pt x="70" y="44"/>
                      <a:pt x="70" y="39"/>
                    </a:cubicBezTo>
                    <a:cubicBezTo>
                      <a:pt x="70" y="33"/>
                      <a:pt x="68" y="28"/>
                      <a:pt x="65" y="24"/>
                    </a:cubicBezTo>
                    <a:cubicBezTo>
                      <a:pt x="61" y="21"/>
                      <a:pt x="56" y="19"/>
                      <a:pt x="50" y="19"/>
                    </a:cubicBezTo>
                    <a:cubicBezTo>
                      <a:pt x="43" y="19"/>
                      <a:pt x="38"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7" name="Freeform 112"/>
              <p:cNvSpPr>
                <a:spLocks noEditPoints="1"/>
              </p:cNvSpPr>
              <p:nvPr/>
            </p:nvSpPr>
            <p:spPr bwMode="auto">
              <a:xfrm>
                <a:off x="3034"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2 w 99"/>
                  <a:gd name="T23" fmla="*/ 19 h 146"/>
                  <a:gd name="T24" fmla="*/ 27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8 w 99"/>
                  <a:gd name="T37" fmla="*/ 67 h 146"/>
                  <a:gd name="T38" fmla="*/ 94 w 99"/>
                  <a:gd name="T39" fmla="*/ 81 h 146"/>
                  <a:gd name="T40" fmla="*/ 99 w 99"/>
                  <a:gd name="T41" fmla="*/ 102 h 146"/>
                  <a:gd name="T42" fmla="*/ 76 w 99"/>
                  <a:gd name="T43" fmla="*/ 101 h 146"/>
                  <a:gd name="T44" fmla="*/ 69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9 w 99"/>
                  <a:gd name="T57" fmla="*/ 119 h 146"/>
                  <a:gd name="T58" fmla="*/ 76 w 99"/>
                  <a:gd name="T59" fmla="*/ 101 h 146"/>
                  <a:gd name="T60" fmla="*/ 29 w 99"/>
                  <a:gd name="T61" fmla="*/ 39 h 146"/>
                  <a:gd name="T62" fmla="*/ 35 w 99"/>
                  <a:gd name="T63" fmla="*/ 53 h 146"/>
                  <a:gd name="T64" fmla="*/ 50 w 99"/>
                  <a:gd name="T65" fmla="*/ 58 h 146"/>
                  <a:gd name="T66" fmla="*/ 65 w 99"/>
                  <a:gd name="T67" fmla="*/ 53 h 146"/>
                  <a:gd name="T68" fmla="*/ 71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60" y="146"/>
                      <a:pt x="50" y="146"/>
                    </a:cubicBezTo>
                    <a:cubicBezTo>
                      <a:pt x="40" y="146"/>
                      <a:pt x="31" y="144"/>
                      <a:pt x="24" y="140"/>
                    </a:cubicBezTo>
                    <a:cubicBezTo>
                      <a:pt x="16" y="137"/>
                      <a:pt x="11"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8" y="50"/>
                      <a:pt x="6" y="45"/>
                      <a:pt x="6" y="39"/>
                    </a:cubicBezTo>
                    <a:cubicBezTo>
                      <a:pt x="6" y="32"/>
                      <a:pt x="8" y="25"/>
                      <a:pt x="12" y="19"/>
                    </a:cubicBezTo>
                    <a:cubicBezTo>
                      <a:pt x="15" y="13"/>
                      <a:pt x="20" y="9"/>
                      <a:pt x="27" y="5"/>
                    </a:cubicBezTo>
                    <a:cubicBezTo>
                      <a:pt x="33" y="2"/>
                      <a:pt x="41" y="0"/>
                      <a:pt x="50" y="0"/>
                    </a:cubicBezTo>
                    <a:cubicBezTo>
                      <a:pt x="59" y="0"/>
                      <a:pt x="66" y="2"/>
                      <a:pt x="73" y="5"/>
                    </a:cubicBezTo>
                    <a:cubicBezTo>
                      <a:pt x="80" y="9"/>
                      <a:pt x="85" y="13"/>
                      <a:pt x="88" y="19"/>
                    </a:cubicBezTo>
                    <a:cubicBezTo>
                      <a:pt x="92" y="25"/>
                      <a:pt x="93" y="32"/>
                      <a:pt x="93" y="39"/>
                    </a:cubicBezTo>
                    <a:cubicBezTo>
                      <a:pt x="93" y="45"/>
                      <a:pt x="92" y="50"/>
                      <a:pt x="89" y="55"/>
                    </a:cubicBezTo>
                    <a:cubicBezTo>
                      <a:pt x="87" y="60"/>
                      <a:pt x="83" y="64"/>
                      <a:pt x="78" y="67"/>
                    </a:cubicBezTo>
                    <a:cubicBezTo>
                      <a:pt x="84" y="70"/>
                      <a:pt x="90" y="75"/>
                      <a:pt x="94" y="81"/>
                    </a:cubicBezTo>
                    <a:cubicBezTo>
                      <a:pt x="98" y="87"/>
                      <a:pt x="99" y="94"/>
                      <a:pt x="99" y="102"/>
                    </a:cubicBezTo>
                    <a:close/>
                    <a:moveTo>
                      <a:pt x="76" y="101"/>
                    </a:moveTo>
                    <a:cubicBezTo>
                      <a:pt x="76" y="94"/>
                      <a:pt x="73" y="88"/>
                      <a:pt x="69" y="83"/>
                    </a:cubicBezTo>
                    <a:cubicBezTo>
                      <a:pt x="64" y="79"/>
                      <a:pt x="58" y="76"/>
                      <a:pt x="50" y="76"/>
                    </a:cubicBezTo>
                    <a:cubicBezTo>
                      <a:pt x="42" y="76"/>
                      <a:pt x="36" y="79"/>
                      <a:pt x="31" y="83"/>
                    </a:cubicBezTo>
                    <a:cubicBezTo>
                      <a:pt x="26" y="88"/>
                      <a:pt x="24" y="94"/>
                      <a:pt x="24" y="101"/>
                    </a:cubicBezTo>
                    <a:cubicBezTo>
                      <a:pt x="24" y="109"/>
                      <a:pt x="26" y="115"/>
                      <a:pt x="31" y="119"/>
                    </a:cubicBezTo>
                    <a:cubicBezTo>
                      <a:pt x="36" y="124"/>
                      <a:pt x="42" y="126"/>
                      <a:pt x="50" y="126"/>
                    </a:cubicBezTo>
                    <a:cubicBezTo>
                      <a:pt x="58" y="126"/>
                      <a:pt x="64" y="124"/>
                      <a:pt x="69" y="119"/>
                    </a:cubicBezTo>
                    <a:cubicBezTo>
                      <a:pt x="73" y="115"/>
                      <a:pt x="76" y="109"/>
                      <a:pt x="76" y="101"/>
                    </a:cubicBezTo>
                    <a:close/>
                    <a:moveTo>
                      <a:pt x="29" y="39"/>
                    </a:moveTo>
                    <a:cubicBezTo>
                      <a:pt x="29" y="44"/>
                      <a:pt x="31" y="49"/>
                      <a:pt x="35" y="53"/>
                    </a:cubicBezTo>
                    <a:cubicBezTo>
                      <a:pt x="39" y="56"/>
                      <a:pt x="44" y="58"/>
                      <a:pt x="50" y="58"/>
                    </a:cubicBezTo>
                    <a:cubicBezTo>
                      <a:pt x="56" y="58"/>
                      <a:pt x="61" y="56"/>
                      <a:pt x="65" y="53"/>
                    </a:cubicBezTo>
                    <a:cubicBezTo>
                      <a:pt x="69" y="49"/>
                      <a:pt x="71" y="44"/>
                      <a:pt x="71" y="39"/>
                    </a:cubicBezTo>
                    <a:cubicBezTo>
                      <a:pt x="71" y="33"/>
                      <a:pt x="69" y="28"/>
                      <a:pt x="65" y="24"/>
                    </a:cubicBezTo>
                    <a:cubicBezTo>
                      <a:pt x="61" y="21"/>
                      <a:pt x="56" y="19"/>
                      <a:pt x="50" y="19"/>
                    </a:cubicBezTo>
                    <a:cubicBezTo>
                      <a:pt x="44" y="19"/>
                      <a:pt x="39"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grpSp>
        <p:sp>
          <p:nvSpPr>
            <p:cNvPr id="14" name="矩形 13"/>
            <p:cNvSpPr/>
            <p:nvPr/>
          </p:nvSpPr>
          <p:spPr bwMode="auto">
            <a:xfrm>
              <a:off x="257511" y="2808121"/>
              <a:ext cx="3608258" cy="1276281"/>
            </a:xfrm>
            <a:prstGeom prst="rect">
              <a:avLst/>
            </a:prstGeom>
          </p:spPr>
          <p:txBody>
            <a:bodyPr wrap="none">
              <a:spAutoFit/>
            </a:bodyPr>
            <a:lstStyle/>
            <a:p>
              <a:pPr algn="ctr"/>
              <a:r>
                <a:rPr lang="zh-CN" altLang="en-US" sz="800" kern="100">
                  <a:solidFill>
                    <a:schemeClr val="bg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金山大学</a:t>
              </a:r>
              <a:endParaRPr lang="zh-CN" altLang="en-US" sz="800" kern="100">
                <a:solidFill>
                  <a:schemeClr val="bg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endParaRPr>
            </a:p>
          </p:txBody>
        </p:sp>
      </p:grpSp>
      <p:sp>
        <p:nvSpPr>
          <p:cNvPr id="94" name="矩形 93"/>
          <p:cNvSpPr/>
          <p:nvPr/>
        </p:nvSpPr>
        <p:spPr>
          <a:xfrm>
            <a:off x="228600" y="1671403"/>
            <a:ext cx="1232941" cy="12329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p:cNvSpPr/>
          <p:nvPr/>
        </p:nvSpPr>
        <p:spPr>
          <a:xfrm>
            <a:off x="228600" y="3035508"/>
            <a:ext cx="1232941" cy="12329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矩形 95"/>
          <p:cNvSpPr/>
          <p:nvPr/>
        </p:nvSpPr>
        <p:spPr>
          <a:xfrm>
            <a:off x="1540240" y="1678898"/>
            <a:ext cx="3488960" cy="12329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矩形 96"/>
          <p:cNvSpPr/>
          <p:nvPr/>
        </p:nvSpPr>
        <p:spPr>
          <a:xfrm>
            <a:off x="1540240" y="3043003"/>
            <a:ext cx="3488960" cy="12329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矩形 97"/>
          <p:cNvSpPr/>
          <p:nvPr/>
        </p:nvSpPr>
        <p:spPr>
          <a:xfrm>
            <a:off x="5134131" y="1686393"/>
            <a:ext cx="3781269" cy="2570814"/>
          </a:xfrm>
          <a:prstGeom prst="rect">
            <a:avLst/>
          </a:prstGeom>
          <a:blipFill>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98"/>
          <p:cNvSpPr/>
          <p:nvPr/>
        </p:nvSpPr>
        <p:spPr>
          <a:xfrm>
            <a:off x="1608803" y="2189041"/>
            <a:ext cx="3474186" cy="556434"/>
          </a:xfrm>
          <a:prstGeom prst="rect">
            <a:avLst/>
          </a:prstGeom>
        </p:spPr>
        <p:txBody>
          <a:bodyPr wrap="square">
            <a:spAutoFit/>
          </a:bodyPr>
          <a:lstStyle/>
          <a:p>
            <a:pPr>
              <a:lnSpc>
                <a:spcPct val="150000"/>
              </a:lnSpc>
            </a:pPr>
            <a:r>
              <a:rPr lang="en-US" altLang="zh-CN" sz="1050" kern="0">
                <a:solidFill>
                  <a:schemeClr val="tx1">
                    <a:lumMod val="75000"/>
                    <a:lumOff val="25000"/>
                  </a:schemeClr>
                </a:solidFill>
                <a:latin typeface="汉仪旗黑-50S" panose="00020600040101010101" charset="-122"/>
                <a:sym typeface="汉仪旗黑-50S" panose="00020600040101010101" charset="-122"/>
              </a:rPr>
              <a:t>Lorem ipsum dolor sit amet, consectetuer adipiscing elit. Aenean commodo ligula eget dolor. </a:t>
            </a:r>
            <a:endParaRPr lang="en-US" altLang="zh-CN" sz="1050" kern="0">
              <a:solidFill>
                <a:schemeClr val="tx1">
                  <a:lumMod val="75000"/>
                  <a:lumOff val="25000"/>
                </a:schemeClr>
              </a:solidFill>
              <a:latin typeface="汉仪旗黑-50S" panose="00020600040101010101" charset="-122"/>
              <a:sym typeface="汉仪旗黑-50S" panose="00020600040101010101" charset="-122"/>
            </a:endParaRPr>
          </a:p>
        </p:txBody>
      </p:sp>
      <p:sp>
        <p:nvSpPr>
          <p:cNvPr id="100" name="矩形 99"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1608803" y="1913761"/>
            <a:ext cx="14157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pPr>
            <a:r>
              <a:rPr lang="zh-CN" altLang="en-US" sz="1600">
                <a:solidFill>
                  <a:schemeClr val="accent1"/>
                </a:solidFill>
                <a:latin typeface="+mj-ea"/>
                <a:ea typeface="+mj-ea"/>
                <a:sym typeface="汉仪旗黑-50S" panose="00020600040101010101" charset="-122"/>
              </a:rPr>
              <a:t>国内研究现状</a:t>
            </a:r>
            <a:endParaRPr lang="zh-CN" altLang="en-US" sz="1600">
              <a:solidFill>
                <a:schemeClr val="accent1"/>
              </a:solidFill>
              <a:latin typeface="+mj-ea"/>
              <a:ea typeface="+mj-ea"/>
              <a:sym typeface="汉仪旗黑-50S" panose="00020600040101010101" charset="-122"/>
            </a:endParaRPr>
          </a:p>
        </p:txBody>
      </p:sp>
      <p:sp>
        <p:nvSpPr>
          <p:cNvPr id="101" name="矩形 100"/>
          <p:cNvSpPr/>
          <p:nvPr/>
        </p:nvSpPr>
        <p:spPr>
          <a:xfrm>
            <a:off x="1608803" y="3516441"/>
            <a:ext cx="3474186" cy="556434"/>
          </a:xfrm>
          <a:prstGeom prst="rect">
            <a:avLst/>
          </a:prstGeom>
        </p:spPr>
        <p:txBody>
          <a:bodyPr wrap="square">
            <a:spAutoFit/>
          </a:bodyPr>
          <a:lstStyle/>
          <a:p>
            <a:pPr>
              <a:lnSpc>
                <a:spcPct val="150000"/>
              </a:lnSpc>
            </a:pPr>
            <a:r>
              <a:rPr lang="en-US" altLang="zh-CN" sz="1050" kern="0">
                <a:solidFill>
                  <a:schemeClr val="tx1">
                    <a:lumMod val="75000"/>
                    <a:lumOff val="25000"/>
                  </a:schemeClr>
                </a:solidFill>
                <a:latin typeface="汉仪旗黑-50S" panose="00020600040101010101" charset="-122"/>
                <a:sym typeface="汉仪旗黑-50S" panose="00020600040101010101" charset="-122"/>
              </a:rPr>
              <a:t>Lorem ipsum dolor sit amet, consectetuer adipiscing elit. Aenean commodo ligula eget dolor. </a:t>
            </a:r>
            <a:endParaRPr lang="en-US" altLang="zh-CN" sz="1050" kern="0">
              <a:solidFill>
                <a:schemeClr val="tx1">
                  <a:lumMod val="75000"/>
                  <a:lumOff val="25000"/>
                </a:schemeClr>
              </a:solidFill>
              <a:latin typeface="汉仪旗黑-50S" panose="00020600040101010101" charset="-122"/>
              <a:sym typeface="汉仪旗黑-50S" panose="00020600040101010101" charset="-122"/>
            </a:endParaRPr>
          </a:p>
        </p:txBody>
      </p:sp>
      <p:sp>
        <p:nvSpPr>
          <p:cNvPr id="102" name="矩形 101"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1608803" y="3241161"/>
            <a:ext cx="14157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pPr>
            <a:r>
              <a:rPr lang="zh-CN" altLang="en-US" sz="1600">
                <a:solidFill>
                  <a:schemeClr val="accent1"/>
                </a:solidFill>
                <a:latin typeface="+mj-ea"/>
                <a:ea typeface="+mj-ea"/>
                <a:sym typeface="汉仪旗黑-50S" panose="00020600040101010101" charset="-122"/>
              </a:rPr>
              <a:t>国外研究现状</a:t>
            </a:r>
            <a:endParaRPr lang="zh-CN" altLang="en-US" sz="1600">
              <a:solidFill>
                <a:schemeClr val="accent1"/>
              </a:solidFill>
              <a:latin typeface="+mj-ea"/>
              <a:ea typeface="+mj-ea"/>
              <a:sym typeface="汉仪旗黑-50S" panose="00020600040101010101" charset="-122"/>
            </a:endParaRPr>
          </a:p>
        </p:txBody>
      </p:sp>
      <p:sp>
        <p:nvSpPr>
          <p:cNvPr id="61" name="Freeform 5"/>
          <p:cNvSpPr>
            <a:spLocks noEditPoints="1"/>
          </p:cNvSpPr>
          <p:nvPr/>
        </p:nvSpPr>
        <p:spPr bwMode="auto">
          <a:xfrm>
            <a:off x="527504" y="1954817"/>
            <a:ext cx="592358" cy="589915"/>
          </a:xfrm>
          <a:custGeom>
            <a:avLst/>
            <a:gdLst>
              <a:gd name="T0" fmla="*/ 273 w 795"/>
              <a:gd name="T1" fmla="*/ 298 h 795"/>
              <a:gd name="T2" fmla="*/ 173 w 795"/>
              <a:gd name="T3" fmla="*/ 298 h 795"/>
              <a:gd name="T4" fmla="*/ 173 w 795"/>
              <a:gd name="T5" fmla="*/ 348 h 795"/>
              <a:gd name="T6" fmla="*/ 273 w 795"/>
              <a:gd name="T7" fmla="*/ 546 h 795"/>
              <a:gd name="T8" fmla="*/ 223 w 795"/>
              <a:gd name="T9" fmla="*/ 546 h 795"/>
              <a:gd name="T10" fmla="*/ 124 w 795"/>
              <a:gd name="T11" fmla="*/ 546 h 795"/>
              <a:gd name="T12" fmla="*/ 124 w 795"/>
              <a:gd name="T13" fmla="*/ 447 h 795"/>
              <a:gd name="T14" fmla="*/ 124 w 795"/>
              <a:gd name="T15" fmla="*/ 397 h 795"/>
              <a:gd name="T16" fmla="*/ 273 w 795"/>
              <a:gd name="T17" fmla="*/ 646 h 795"/>
              <a:gd name="T18" fmla="*/ 124 w 795"/>
              <a:gd name="T19" fmla="*/ 646 h 795"/>
              <a:gd name="T20" fmla="*/ 671 w 795"/>
              <a:gd name="T21" fmla="*/ 74 h 795"/>
              <a:gd name="T22" fmla="*/ 646 w 795"/>
              <a:gd name="T23" fmla="*/ 25 h 795"/>
              <a:gd name="T24" fmla="*/ 571 w 795"/>
              <a:gd name="T25" fmla="*/ 0 h 795"/>
              <a:gd name="T26" fmla="*/ 546 w 795"/>
              <a:gd name="T27" fmla="*/ 49 h 795"/>
              <a:gd name="T28" fmla="*/ 521 w 795"/>
              <a:gd name="T29" fmla="*/ 149 h 795"/>
              <a:gd name="T30" fmla="*/ 0 w 795"/>
              <a:gd name="T31" fmla="*/ 174 h 795"/>
              <a:gd name="T32" fmla="*/ 24 w 795"/>
              <a:gd name="T33" fmla="*/ 795 h 795"/>
              <a:gd name="T34" fmla="*/ 795 w 795"/>
              <a:gd name="T35" fmla="*/ 770 h 795"/>
              <a:gd name="T36" fmla="*/ 770 w 795"/>
              <a:gd name="T37" fmla="*/ 149 h 795"/>
              <a:gd name="T38" fmla="*/ 571 w 795"/>
              <a:gd name="T39" fmla="*/ 447 h 795"/>
              <a:gd name="T40" fmla="*/ 621 w 795"/>
              <a:gd name="T41" fmla="*/ 174 h 795"/>
              <a:gd name="T42" fmla="*/ 372 w 795"/>
              <a:gd name="T43" fmla="*/ 298 h 795"/>
              <a:gd name="T44" fmla="*/ 347 w 795"/>
              <a:gd name="T45" fmla="*/ 348 h 795"/>
              <a:gd name="T46" fmla="*/ 372 w 795"/>
              <a:gd name="T47" fmla="*/ 397 h 795"/>
              <a:gd name="T48" fmla="*/ 347 w 795"/>
              <a:gd name="T49" fmla="*/ 447 h 795"/>
              <a:gd name="T50" fmla="*/ 372 w 795"/>
              <a:gd name="T51" fmla="*/ 497 h 795"/>
              <a:gd name="T52" fmla="*/ 347 w 795"/>
              <a:gd name="T53" fmla="*/ 546 h 795"/>
              <a:gd name="T54" fmla="*/ 372 w 795"/>
              <a:gd name="T55" fmla="*/ 596 h 795"/>
              <a:gd name="T56" fmla="*/ 347 w 795"/>
              <a:gd name="T57" fmla="*/ 646 h 795"/>
              <a:gd name="T58" fmla="*/ 372 w 795"/>
              <a:gd name="T59" fmla="*/ 745 h 795"/>
              <a:gd name="T60" fmla="*/ 745 w 795"/>
              <a:gd name="T61" fmla="*/ 745 h 795"/>
              <a:gd name="T62" fmla="*/ 447 w 795"/>
              <a:gd name="T63" fmla="*/ 646 h 795"/>
              <a:gd name="T64" fmla="*/ 447 w 795"/>
              <a:gd name="T65" fmla="*/ 596 h 795"/>
              <a:gd name="T66" fmla="*/ 447 w 795"/>
              <a:gd name="T67" fmla="*/ 546 h 795"/>
              <a:gd name="T68" fmla="*/ 447 w 795"/>
              <a:gd name="T69" fmla="*/ 497 h 795"/>
              <a:gd name="T70" fmla="*/ 447 w 795"/>
              <a:gd name="T71" fmla="*/ 447 h 795"/>
              <a:gd name="T72" fmla="*/ 447 w 795"/>
              <a:gd name="T73" fmla="*/ 397 h 795"/>
              <a:gd name="T74" fmla="*/ 447 w 795"/>
              <a:gd name="T75" fmla="*/ 348 h 795"/>
              <a:gd name="T76" fmla="*/ 447 w 795"/>
              <a:gd name="T77" fmla="*/ 298 h 795"/>
              <a:gd name="T78" fmla="*/ 521 w 795"/>
              <a:gd name="T79" fmla="*/ 199 h 795"/>
              <a:gd name="T80" fmla="*/ 546 w 795"/>
              <a:gd name="T81" fmla="*/ 497 h 795"/>
              <a:gd name="T82" fmla="*/ 571 w 795"/>
              <a:gd name="T83" fmla="*/ 571 h 795"/>
              <a:gd name="T84" fmla="*/ 621 w 795"/>
              <a:gd name="T85" fmla="*/ 621 h 795"/>
              <a:gd name="T86" fmla="*/ 646 w 795"/>
              <a:gd name="T87" fmla="*/ 547 h 795"/>
              <a:gd name="T88" fmla="*/ 671 w 795"/>
              <a:gd name="T89" fmla="*/ 472 h 795"/>
              <a:gd name="T90" fmla="*/ 745 w 795"/>
              <a:gd name="T91" fmla="*/ 199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95" h="795">
                <a:moveTo>
                  <a:pt x="223" y="348"/>
                </a:moveTo>
                <a:cubicBezTo>
                  <a:pt x="273" y="348"/>
                  <a:pt x="273" y="348"/>
                  <a:pt x="273" y="348"/>
                </a:cubicBezTo>
                <a:cubicBezTo>
                  <a:pt x="273" y="298"/>
                  <a:pt x="273" y="298"/>
                  <a:pt x="273" y="298"/>
                </a:cubicBezTo>
                <a:cubicBezTo>
                  <a:pt x="223" y="298"/>
                  <a:pt x="223" y="298"/>
                  <a:pt x="223" y="298"/>
                </a:cubicBezTo>
                <a:lnTo>
                  <a:pt x="223" y="348"/>
                </a:lnTo>
                <a:close/>
                <a:moveTo>
                  <a:pt x="173" y="298"/>
                </a:moveTo>
                <a:cubicBezTo>
                  <a:pt x="124" y="298"/>
                  <a:pt x="124" y="298"/>
                  <a:pt x="124" y="298"/>
                </a:cubicBezTo>
                <a:cubicBezTo>
                  <a:pt x="124" y="348"/>
                  <a:pt x="124" y="348"/>
                  <a:pt x="124" y="348"/>
                </a:cubicBezTo>
                <a:cubicBezTo>
                  <a:pt x="173" y="348"/>
                  <a:pt x="173" y="348"/>
                  <a:pt x="173" y="348"/>
                </a:cubicBezTo>
                <a:lnTo>
                  <a:pt x="173" y="298"/>
                </a:lnTo>
                <a:close/>
                <a:moveTo>
                  <a:pt x="223" y="546"/>
                </a:moveTo>
                <a:cubicBezTo>
                  <a:pt x="273" y="546"/>
                  <a:pt x="273" y="546"/>
                  <a:pt x="273" y="546"/>
                </a:cubicBezTo>
                <a:cubicBezTo>
                  <a:pt x="273" y="497"/>
                  <a:pt x="273" y="497"/>
                  <a:pt x="273" y="497"/>
                </a:cubicBezTo>
                <a:cubicBezTo>
                  <a:pt x="223" y="497"/>
                  <a:pt x="223" y="497"/>
                  <a:pt x="223" y="497"/>
                </a:cubicBezTo>
                <a:cubicBezTo>
                  <a:pt x="223" y="546"/>
                  <a:pt x="223" y="546"/>
                  <a:pt x="223" y="546"/>
                </a:cubicBezTo>
                <a:close/>
                <a:moveTo>
                  <a:pt x="173" y="497"/>
                </a:moveTo>
                <a:cubicBezTo>
                  <a:pt x="124" y="497"/>
                  <a:pt x="124" y="497"/>
                  <a:pt x="124" y="497"/>
                </a:cubicBezTo>
                <a:cubicBezTo>
                  <a:pt x="124" y="546"/>
                  <a:pt x="124" y="546"/>
                  <a:pt x="124" y="546"/>
                </a:cubicBezTo>
                <a:cubicBezTo>
                  <a:pt x="173" y="546"/>
                  <a:pt x="173" y="546"/>
                  <a:pt x="173" y="546"/>
                </a:cubicBezTo>
                <a:cubicBezTo>
                  <a:pt x="173" y="497"/>
                  <a:pt x="173" y="497"/>
                  <a:pt x="173" y="497"/>
                </a:cubicBezTo>
                <a:close/>
                <a:moveTo>
                  <a:pt x="124" y="447"/>
                </a:moveTo>
                <a:cubicBezTo>
                  <a:pt x="273" y="447"/>
                  <a:pt x="273" y="447"/>
                  <a:pt x="273" y="447"/>
                </a:cubicBezTo>
                <a:cubicBezTo>
                  <a:pt x="273" y="397"/>
                  <a:pt x="273" y="397"/>
                  <a:pt x="273" y="397"/>
                </a:cubicBezTo>
                <a:cubicBezTo>
                  <a:pt x="124" y="397"/>
                  <a:pt x="124" y="397"/>
                  <a:pt x="124" y="397"/>
                </a:cubicBezTo>
                <a:cubicBezTo>
                  <a:pt x="124" y="447"/>
                  <a:pt x="124" y="447"/>
                  <a:pt x="124" y="447"/>
                </a:cubicBezTo>
                <a:close/>
                <a:moveTo>
                  <a:pt x="124" y="646"/>
                </a:moveTo>
                <a:cubicBezTo>
                  <a:pt x="273" y="646"/>
                  <a:pt x="273" y="646"/>
                  <a:pt x="273" y="646"/>
                </a:cubicBezTo>
                <a:cubicBezTo>
                  <a:pt x="273" y="596"/>
                  <a:pt x="273" y="596"/>
                  <a:pt x="273" y="596"/>
                </a:cubicBezTo>
                <a:cubicBezTo>
                  <a:pt x="124" y="596"/>
                  <a:pt x="124" y="596"/>
                  <a:pt x="124" y="596"/>
                </a:cubicBezTo>
                <a:cubicBezTo>
                  <a:pt x="124" y="646"/>
                  <a:pt x="124" y="646"/>
                  <a:pt x="124" y="646"/>
                </a:cubicBezTo>
                <a:close/>
                <a:moveTo>
                  <a:pt x="770" y="149"/>
                </a:moveTo>
                <a:cubicBezTo>
                  <a:pt x="671" y="149"/>
                  <a:pt x="671" y="149"/>
                  <a:pt x="671" y="149"/>
                </a:cubicBezTo>
                <a:cubicBezTo>
                  <a:pt x="671" y="74"/>
                  <a:pt x="671" y="74"/>
                  <a:pt x="671" y="74"/>
                </a:cubicBezTo>
                <a:cubicBezTo>
                  <a:pt x="671" y="61"/>
                  <a:pt x="659" y="49"/>
                  <a:pt x="646" y="49"/>
                </a:cubicBezTo>
                <a:cubicBezTo>
                  <a:pt x="646" y="49"/>
                  <a:pt x="646" y="49"/>
                  <a:pt x="646" y="49"/>
                </a:cubicBezTo>
                <a:cubicBezTo>
                  <a:pt x="646" y="25"/>
                  <a:pt x="646" y="25"/>
                  <a:pt x="646" y="25"/>
                </a:cubicBezTo>
                <a:cubicBezTo>
                  <a:pt x="646" y="11"/>
                  <a:pt x="635" y="0"/>
                  <a:pt x="621" y="0"/>
                </a:cubicBezTo>
                <a:cubicBezTo>
                  <a:pt x="621" y="0"/>
                  <a:pt x="621" y="0"/>
                  <a:pt x="621" y="0"/>
                </a:cubicBezTo>
                <a:cubicBezTo>
                  <a:pt x="571" y="0"/>
                  <a:pt x="571" y="0"/>
                  <a:pt x="571" y="0"/>
                </a:cubicBezTo>
                <a:cubicBezTo>
                  <a:pt x="557" y="0"/>
                  <a:pt x="546" y="11"/>
                  <a:pt x="546" y="25"/>
                </a:cubicBezTo>
                <a:cubicBezTo>
                  <a:pt x="546" y="25"/>
                  <a:pt x="546" y="25"/>
                  <a:pt x="546" y="25"/>
                </a:cubicBezTo>
                <a:cubicBezTo>
                  <a:pt x="546" y="49"/>
                  <a:pt x="546" y="49"/>
                  <a:pt x="546" y="49"/>
                </a:cubicBezTo>
                <a:cubicBezTo>
                  <a:pt x="533" y="49"/>
                  <a:pt x="521" y="61"/>
                  <a:pt x="521" y="74"/>
                </a:cubicBezTo>
                <a:cubicBezTo>
                  <a:pt x="521" y="74"/>
                  <a:pt x="521" y="74"/>
                  <a:pt x="521" y="74"/>
                </a:cubicBezTo>
                <a:cubicBezTo>
                  <a:pt x="521" y="149"/>
                  <a:pt x="521" y="149"/>
                  <a:pt x="521" y="149"/>
                </a:cubicBezTo>
                <a:cubicBezTo>
                  <a:pt x="24" y="149"/>
                  <a:pt x="24" y="149"/>
                  <a:pt x="24" y="149"/>
                </a:cubicBezTo>
                <a:cubicBezTo>
                  <a:pt x="11" y="149"/>
                  <a:pt x="0" y="160"/>
                  <a:pt x="0" y="174"/>
                </a:cubicBezTo>
                <a:cubicBezTo>
                  <a:pt x="0" y="174"/>
                  <a:pt x="0" y="174"/>
                  <a:pt x="0" y="174"/>
                </a:cubicBezTo>
                <a:cubicBezTo>
                  <a:pt x="0" y="770"/>
                  <a:pt x="0" y="770"/>
                  <a:pt x="0" y="770"/>
                </a:cubicBezTo>
                <a:cubicBezTo>
                  <a:pt x="0" y="784"/>
                  <a:pt x="11" y="795"/>
                  <a:pt x="24" y="795"/>
                </a:cubicBezTo>
                <a:cubicBezTo>
                  <a:pt x="24" y="795"/>
                  <a:pt x="24" y="795"/>
                  <a:pt x="24" y="795"/>
                </a:cubicBezTo>
                <a:cubicBezTo>
                  <a:pt x="770" y="795"/>
                  <a:pt x="770" y="795"/>
                  <a:pt x="770" y="795"/>
                </a:cubicBezTo>
                <a:cubicBezTo>
                  <a:pt x="784" y="795"/>
                  <a:pt x="795" y="784"/>
                  <a:pt x="795" y="770"/>
                </a:cubicBezTo>
                <a:cubicBezTo>
                  <a:pt x="795" y="770"/>
                  <a:pt x="795" y="770"/>
                  <a:pt x="795" y="770"/>
                </a:cubicBezTo>
                <a:cubicBezTo>
                  <a:pt x="795" y="174"/>
                  <a:pt x="795" y="174"/>
                  <a:pt x="795" y="174"/>
                </a:cubicBezTo>
                <a:cubicBezTo>
                  <a:pt x="795" y="160"/>
                  <a:pt x="784" y="149"/>
                  <a:pt x="770" y="149"/>
                </a:cubicBezTo>
                <a:cubicBezTo>
                  <a:pt x="770" y="149"/>
                  <a:pt x="770" y="149"/>
                  <a:pt x="770" y="149"/>
                </a:cubicBezTo>
                <a:close/>
                <a:moveTo>
                  <a:pt x="621" y="174"/>
                </a:moveTo>
                <a:cubicBezTo>
                  <a:pt x="621" y="447"/>
                  <a:pt x="621" y="447"/>
                  <a:pt x="621" y="447"/>
                </a:cubicBezTo>
                <a:cubicBezTo>
                  <a:pt x="571" y="447"/>
                  <a:pt x="571" y="447"/>
                  <a:pt x="571" y="447"/>
                </a:cubicBezTo>
                <a:cubicBezTo>
                  <a:pt x="571" y="99"/>
                  <a:pt x="571" y="99"/>
                  <a:pt x="571" y="99"/>
                </a:cubicBezTo>
                <a:cubicBezTo>
                  <a:pt x="621" y="99"/>
                  <a:pt x="621" y="99"/>
                  <a:pt x="621" y="99"/>
                </a:cubicBezTo>
                <a:lnTo>
                  <a:pt x="621" y="174"/>
                </a:lnTo>
                <a:close/>
                <a:moveTo>
                  <a:pt x="49" y="199"/>
                </a:moveTo>
                <a:cubicBezTo>
                  <a:pt x="372" y="199"/>
                  <a:pt x="372" y="199"/>
                  <a:pt x="372" y="199"/>
                </a:cubicBezTo>
                <a:cubicBezTo>
                  <a:pt x="372" y="298"/>
                  <a:pt x="372" y="298"/>
                  <a:pt x="372" y="298"/>
                </a:cubicBezTo>
                <a:cubicBezTo>
                  <a:pt x="347" y="298"/>
                  <a:pt x="347" y="298"/>
                  <a:pt x="347" y="298"/>
                </a:cubicBezTo>
                <a:cubicBezTo>
                  <a:pt x="334" y="298"/>
                  <a:pt x="323" y="309"/>
                  <a:pt x="323" y="323"/>
                </a:cubicBezTo>
                <a:cubicBezTo>
                  <a:pt x="323" y="337"/>
                  <a:pt x="334" y="348"/>
                  <a:pt x="347" y="348"/>
                </a:cubicBezTo>
                <a:cubicBezTo>
                  <a:pt x="347" y="348"/>
                  <a:pt x="347" y="348"/>
                  <a:pt x="347" y="348"/>
                </a:cubicBezTo>
                <a:cubicBezTo>
                  <a:pt x="372" y="348"/>
                  <a:pt x="372" y="348"/>
                  <a:pt x="372" y="348"/>
                </a:cubicBezTo>
                <a:cubicBezTo>
                  <a:pt x="372" y="397"/>
                  <a:pt x="372" y="397"/>
                  <a:pt x="372" y="397"/>
                </a:cubicBezTo>
                <a:cubicBezTo>
                  <a:pt x="347" y="397"/>
                  <a:pt x="347" y="397"/>
                  <a:pt x="347" y="397"/>
                </a:cubicBezTo>
                <a:cubicBezTo>
                  <a:pt x="334" y="397"/>
                  <a:pt x="323" y="408"/>
                  <a:pt x="323" y="422"/>
                </a:cubicBezTo>
                <a:cubicBezTo>
                  <a:pt x="323" y="436"/>
                  <a:pt x="334" y="447"/>
                  <a:pt x="347" y="447"/>
                </a:cubicBezTo>
                <a:cubicBezTo>
                  <a:pt x="347" y="447"/>
                  <a:pt x="347" y="447"/>
                  <a:pt x="347" y="447"/>
                </a:cubicBezTo>
                <a:cubicBezTo>
                  <a:pt x="372" y="447"/>
                  <a:pt x="372" y="447"/>
                  <a:pt x="372" y="447"/>
                </a:cubicBezTo>
                <a:cubicBezTo>
                  <a:pt x="372" y="497"/>
                  <a:pt x="372" y="497"/>
                  <a:pt x="372" y="497"/>
                </a:cubicBezTo>
                <a:cubicBezTo>
                  <a:pt x="347" y="497"/>
                  <a:pt x="347" y="497"/>
                  <a:pt x="347" y="497"/>
                </a:cubicBezTo>
                <a:cubicBezTo>
                  <a:pt x="334" y="497"/>
                  <a:pt x="323" y="508"/>
                  <a:pt x="323" y="522"/>
                </a:cubicBezTo>
                <a:cubicBezTo>
                  <a:pt x="323" y="535"/>
                  <a:pt x="334" y="546"/>
                  <a:pt x="347" y="546"/>
                </a:cubicBezTo>
                <a:cubicBezTo>
                  <a:pt x="347" y="546"/>
                  <a:pt x="347" y="546"/>
                  <a:pt x="347" y="546"/>
                </a:cubicBezTo>
                <a:cubicBezTo>
                  <a:pt x="372" y="546"/>
                  <a:pt x="372" y="546"/>
                  <a:pt x="372" y="546"/>
                </a:cubicBezTo>
                <a:cubicBezTo>
                  <a:pt x="372" y="596"/>
                  <a:pt x="372" y="596"/>
                  <a:pt x="372" y="596"/>
                </a:cubicBezTo>
                <a:cubicBezTo>
                  <a:pt x="347" y="596"/>
                  <a:pt x="347" y="596"/>
                  <a:pt x="347" y="596"/>
                </a:cubicBezTo>
                <a:cubicBezTo>
                  <a:pt x="334" y="596"/>
                  <a:pt x="323" y="607"/>
                  <a:pt x="323" y="621"/>
                </a:cubicBezTo>
                <a:cubicBezTo>
                  <a:pt x="323" y="635"/>
                  <a:pt x="334" y="646"/>
                  <a:pt x="347" y="646"/>
                </a:cubicBezTo>
                <a:cubicBezTo>
                  <a:pt x="347" y="646"/>
                  <a:pt x="347" y="646"/>
                  <a:pt x="347" y="646"/>
                </a:cubicBezTo>
                <a:cubicBezTo>
                  <a:pt x="372" y="646"/>
                  <a:pt x="372" y="646"/>
                  <a:pt x="372" y="646"/>
                </a:cubicBezTo>
                <a:cubicBezTo>
                  <a:pt x="372" y="745"/>
                  <a:pt x="372" y="745"/>
                  <a:pt x="372" y="745"/>
                </a:cubicBezTo>
                <a:cubicBezTo>
                  <a:pt x="49" y="745"/>
                  <a:pt x="49" y="745"/>
                  <a:pt x="49" y="745"/>
                </a:cubicBezTo>
                <a:lnTo>
                  <a:pt x="49" y="199"/>
                </a:lnTo>
                <a:close/>
                <a:moveTo>
                  <a:pt x="745" y="745"/>
                </a:moveTo>
                <a:cubicBezTo>
                  <a:pt x="422" y="745"/>
                  <a:pt x="422" y="745"/>
                  <a:pt x="422" y="745"/>
                </a:cubicBezTo>
                <a:cubicBezTo>
                  <a:pt x="422" y="646"/>
                  <a:pt x="422" y="646"/>
                  <a:pt x="422" y="646"/>
                </a:cubicBezTo>
                <a:cubicBezTo>
                  <a:pt x="447" y="646"/>
                  <a:pt x="447" y="646"/>
                  <a:pt x="447" y="646"/>
                </a:cubicBezTo>
                <a:cubicBezTo>
                  <a:pt x="461" y="646"/>
                  <a:pt x="472" y="635"/>
                  <a:pt x="472" y="621"/>
                </a:cubicBezTo>
                <a:cubicBezTo>
                  <a:pt x="472" y="607"/>
                  <a:pt x="461" y="596"/>
                  <a:pt x="447" y="596"/>
                </a:cubicBezTo>
                <a:cubicBezTo>
                  <a:pt x="447" y="596"/>
                  <a:pt x="447" y="596"/>
                  <a:pt x="447" y="596"/>
                </a:cubicBezTo>
                <a:cubicBezTo>
                  <a:pt x="422" y="596"/>
                  <a:pt x="422" y="596"/>
                  <a:pt x="422" y="596"/>
                </a:cubicBezTo>
                <a:cubicBezTo>
                  <a:pt x="422" y="546"/>
                  <a:pt x="422" y="546"/>
                  <a:pt x="422" y="546"/>
                </a:cubicBezTo>
                <a:cubicBezTo>
                  <a:pt x="447" y="546"/>
                  <a:pt x="447" y="546"/>
                  <a:pt x="447" y="546"/>
                </a:cubicBezTo>
                <a:cubicBezTo>
                  <a:pt x="461" y="546"/>
                  <a:pt x="472" y="535"/>
                  <a:pt x="472" y="522"/>
                </a:cubicBezTo>
                <a:cubicBezTo>
                  <a:pt x="472" y="508"/>
                  <a:pt x="461" y="497"/>
                  <a:pt x="447" y="497"/>
                </a:cubicBezTo>
                <a:cubicBezTo>
                  <a:pt x="447" y="497"/>
                  <a:pt x="447" y="497"/>
                  <a:pt x="447" y="497"/>
                </a:cubicBezTo>
                <a:cubicBezTo>
                  <a:pt x="422" y="497"/>
                  <a:pt x="422" y="497"/>
                  <a:pt x="422" y="497"/>
                </a:cubicBezTo>
                <a:cubicBezTo>
                  <a:pt x="422" y="447"/>
                  <a:pt x="422" y="447"/>
                  <a:pt x="422" y="447"/>
                </a:cubicBezTo>
                <a:cubicBezTo>
                  <a:pt x="447" y="447"/>
                  <a:pt x="447" y="447"/>
                  <a:pt x="447" y="447"/>
                </a:cubicBezTo>
                <a:cubicBezTo>
                  <a:pt x="461" y="447"/>
                  <a:pt x="472" y="436"/>
                  <a:pt x="472" y="422"/>
                </a:cubicBezTo>
                <a:cubicBezTo>
                  <a:pt x="472" y="408"/>
                  <a:pt x="461" y="397"/>
                  <a:pt x="447" y="397"/>
                </a:cubicBezTo>
                <a:cubicBezTo>
                  <a:pt x="447" y="397"/>
                  <a:pt x="447" y="397"/>
                  <a:pt x="447" y="397"/>
                </a:cubicBezTo>
                <a:cubicBezTo>
                  <a:pt x="422" y="397"/>
                  <a:pt x="422" y="397"/>
                  <a:pt x="422" y="397"/>
                </a:cubicBezTo>
                <a:cubicBezTo>
                  <a:pt x="422" y="348"/>
                  <a:pt x="422" y="348"/>
                  <a:pt x="422" y="348"/>
                </a:cubicBezTo>
                <a:cubicBezTo>
                  <a:pt x="447" y="348"/>
                  <a:pt x="447" y="348"/>
                  <a:pt x="447" y="348"/>
                </a:cubicBezTo>
                <a:cubicBezTo>
                  <a:pt x="461" y="348"/>
                  <a:pt x="472" y="337"/>
                  <a:pt x="472" y="323"/>
                </a:cubicBezTo>
                <a:cubicBezTo>
                  <a:pt x="472" y="309"/>
                  <a:pt x="461" y="298"/>
                  <a:pt x="447" y="298"/>
                </a:cubicBezTo>
                <a:cubicBezTo>
                  <a:pt x="447" y="298"/>
                  <a:pt x="447" y="298"/>
                  <a:pt x="447" y="298"/>
                </a:cubicBezTo>
                <a:cubicBezTo>
                  <a:pt x="422" y="298"/>
                  <a:pt x="422" y="298"/>
                  <a:pt x="422" y="298"/>
                </a:cubicBezTo>
                <a:cubicBezTo>
                  <a:pt x="422" y="199"/>
                  <a:pt x="422" y="199"/>
                  <a:pt x="422" y="199"/>
                </a:cubicBezTo>
                <a:cubicBezTo>
                  <a:pt x="521" y="199"/>
                  <a:pt x="521" y="199"/>
                  <a:pt x="521" y="199"/>
                </a:cubicBezTo>
                <a:cubicBezTo>
                  <a:pt x="521" y="472"/>
                  <a:pt x="521" y="472"/>
                  <a:pt x="521" y="472"/>
                </a:cubicBezTo>
                <a:cubicBezTo>
                  <a:pt x="521" y="486"/>
                  <a:pt x="533" y="497"/>
                  <a:pt x="546" y="497"/>
                </a:cubicBezTo>
                <a:cubicBezTo>
                  <a:pt x="546" y="497"/>
                  <a:pt x="546" y="497"/>
                  <a:pt x="546" y="497"/>
                </a:cubicBezTo>
                <a:cubicBezTo>
                  <a:pt x="546" y="546"/>
                  <a:pt x="546" y="546"/>
                  <a:pt x="546" y="546"/>
                </a:cubicBezTo>
                <a:cubicBezTo>
                  <a:pt x="546" y="560"/>
                  <a:pt x="557" y="571"/>
                  <a:pt x="571" y="571"/>
                </a:cubicBezTo>
                <a:cubicBezTo>
                  <a:pt x="571" y="571"/>
                  <a:pt x="571" y="571"/>
                  <a:pt x="571" y="571"/>
                </a:cubicBezTo>
                <a:cubicBezTo>
                  <a:pt x="571" y="621"/>
                  <a:pt x="571" y="621"/>
                  <a:pt x="571" y="621"/>
                </a:cubicBezTo>
                <a:cubicBezTo>
                  <a:pt x="571" y="635"/>
                  <a:pt x="582" y="646"/>
                  <a:pt x="596" y="646"/>
                </a:cubicBezTo>
                <a:cubicBezTo>
                  <a:pt x="610" y="646"/>
                  <a:pt x="621" y="635"/>
                  <a:pt x="621" y="621"/>
                </a:cubicBezTo>
                <a:cubicBezTo>
                  <a:pt x="621" y="621"/>
                  <a:pt x="621" y="621"/>
                  <a:pt x="621" y="621"/>
                </a:cubicBezTo>
                <a:cubicBezTo>
                  <a:pt x="621" y="571"/>
                  <a:pt x="621" y="571"/>
                  <a:pt x="621" y="571"/>
                </a:cubicBezTo>
                <a:cubicBezTo>
                  <a:pt x="635" y="571"/>
                  <a:pt x="646" y="560"/>
                  <a:pt x="646" y="547"/>
                </a:cubicBezTo>
                <a:cubicBezTo>
                  <a:pt x="646" y="546"/>
                  <a:pt x="646" y="546"/>
                  <a:pt x="646" y="546"/>
                </a:cubicBezTo>
                <a:cubicBezTo>
                  <a:pt x="646" y="497"/>
                  <a:pt x="646" y="497"/>
                  <a:pt x="646" y="497"/>
                </a:cubicBezTo>
                <a:cubicBezTo>
                  <a:pt x="659" y="497"/>
                  <a:pt x="671" y="486"/>
                  <a:pt x="671" y="472"/>
                </a:cubicBezTo>
                <a:cubicBezTo>
                  <a:pt x="671" y="472"/>
                  <a:pt x="671" y="472"/>
                  <a:pt x="671" y="472"/>
                </a:cubicBezTo>
                <a:cubicBezTo>
                  <a:pt x="671" y="199"/>
                  <a:pt x="671" y="199"/>
                  <a:pt x="671" y="199"/>
                </a:cubicBezTo>
                <a:cubicBezTo>
                  <a:pt x="745" y="199"/>
                  <a:pt x="745" y="199"/>
                  <a:pt x="745" y="199"/>
                </a:cubicBezTo>
                <a:lnTo>
                  <a:pt x="745" y="745"/>
                </a:lnTo>
                <a:close/>
              </a:path>
            </a:pathLst>
          </a:custGeom>
          <a:solidFill>
            <a:schemeClr val="bg1"/>
          </a:solidFill>
          <a:ln>
            <a:noFill/>
          </a:ln>
        </p:spPr>
        <p:txBody>
          <a:bodyPr vert="horz" wrap="square" lIns="91440" tIns="45720" rIns="91440" bIns="45720" numCol="1" anchor="t" anchorCtr="0" compatLnSpc="1"/>
          <a:lstStyle/>
          <a:p>
            <a:endParaRPr lang="zh-CN" altLang="en-US">
              <a:ea typeface="汉仪旗黑-50S" panose="00020600040101010101" charset="-122"/>
            </a:endParaRPr>
          </a:p>
        </p:txBody>
      </p:sp>
      <p:sp>
        <p:nvSpPr>
          <p:cNvPr id="62" name="Freeform 9"/>
          <p:cNvSpPr>
            <a:spLocks noEditPoints="1"/>
          </p:cNvSpPr>
          <p:nvPr/>
        </p:nvSpPr>
        <p:spPr bwMode="auto">
          <a:xfrm>
            <a:off x="614076" y="3365638"/>
            <a:ext cx="461989" cy="572680"/>
          </a:xfrm>
          <a:custGeom>
            <a:avLst/>
            <a:gdLst>
              <a:gd name="T0" fmla="*/ 549 w 649"/>
              <a:gd name="T1" fmla="*/ 135 h 809"/>
              <a:gd name="T2" fmla="*/ 524 w 649"/>
              <a:gd name="T3" fmla="*/ 86 h 809"/>
              <a:gd name="T4" fmla="*/ 421 w 649"/>
              <a:gd name="T5" fmla="*/ 86 h 809"/>
              <a:gd name="T6" fmla="*/ 228 w 649"/>
              <a:gd name="T7" fmla="*/ 86 h 809"/>
              <a:gd name="T8" fmla="*/ 100 w 649"/>
              <a:gd name="T9" fmla="*/ 110 h 809"/>
              <a:gd name="T10" fmla="*/ 100 w 649"/>
              <a:gd name="T11" fmla="*/ 135 h 809"/>
              <a:gd name="T12" fmla="*/ 0 w 649"/>
              <a:gd name="T13" fmla="*/ 185 h 809"/>
              <a:gd name="T14" fmla="*/ 50 w 649"/>
              <a:gd name="T15" fmla="*/ 809 h 809"/>
              <a:gd name="T16" fmla="*/ 649 w 649"/>
              <a:gd name="T17" fmla="*/ 759 h 809"/>
              <a:gd name="T18" fmla="*/ 599 w 649"/>
              <a:gd name="T19" fmla="*/ 135 h 809"/>
              <a:gd name="T20" fmla="*/ 250 w 649"/>
              <a:gd name="T21" fmla="*/ 135 h 809"/>
              <a:gd name="T22" fmla="*/ 275 w 649"/>
              <a:gd name="T23" fmla="*/ 110 h 809"/>
              <a:gd name="T24" fmla="*/ 374 w 649"/>
              <a:gd name="T25" fmla="*/ 110 h 809"/>
              <a:gd name="T26" fmla="*/ 399 w 649"/>
              <a:gd name="T27" fmla="*/ 135 h 809"/>
              <a:gd name="T28" fmla="*/ 499 w 649"/>
              <a:gd name="T29" fmla="*/ 185 h 809"/>
              <a:gd name="T30" fmla="*/ 150 w 649"/>
              <a:gd name="T31" fmla="*/ 135 h 809"/>
              <a:gd name="T32" fmla="*/ 50 w 649"/>
              <a:gd name="T33" fmla="*/ 759 h 809"/>
              <a:gd name="T34" fmla="*/ 100 w 649"/>
              <a:gd name="T35" fmla="*/ 185 h 809"/>
              <a:gd name="T36" fmla="*/ 125 w 649"/>
              <a:gd name="T37" fmla="*/ 235 h 809"/>
              <a:gd name="T38" fmla="*/ 524 w 649"/>
              <a:gd name="T39" fmla="*/ 235 h 809"/>
              <a:gd name="T40" fmla="*/ 549 w 649"/>
              <a:gd name="T41" fmla="*/ 210 h 809"/>
              <a:gd name="T42" fmla="*/ 599 w 649"/>
              <a:gd name="T43" fmla="*/ 185 h 809"/>
              <a:gd name="T44" fmla="*/ 150 w 649"/>
              <a:gd name="T45" fmla="*/ 385 h 809"/>
              <a:gd name="T46" fmla="*/ 200 w 649"/>
              <a:gd name="T47" fmla="*/ 335 h 809"/>
              <a:gd name="T48" fmla="*/ 150 w 649"/>
              <a:gd name="T49" fmla="*/ 385 h 809"/>
              <a:gd name="T50" fmla="*/ 200 w 649"/>
              <a:gd name="T51" fmla="*/ 510 h 809"/>
              <a:gd name="T52" fmla="*/ 150 w 649"/>
              <a:gd name="T53" fmla="*/ 460 h 809"/>
              <a:gd name="T54" fmla="*/ 150 w 649"/>
              <a:gd name="T55" fmla="*/ 634 h 809"/>
              <a:gd name="T56" fmla="*/ 200 w 649"/>
              <a:gd name="T57" fmla="*/ 585 h 809"/>
              <a:gd name="T58" fmla="*/ 150 w 649"/>
              <a:gd name="T59" fmla="*/ 634 h 809"/>
              <a:gd name="T60" fmla="*/ 275 w 649"/>
              <a:gd name="T61" fmla="*/ 335 h 809"/>
              <a:gd name="T62" fmla="*/ 275 w 649"/>
              <a:gd name="T63" fmla="*/ 385 h 809"/>
              <a:gd name="T64" fmla="*/ 499 w 649"/>
              <a:gd name="T65" fmla="*/ 360 h 809"/>
              <a:gd name="T66" fmla="*/ 474 w 649"/>
              <a:gd name="T67" fmla="*/ 460 h 809"/>
              <a:gd name="T68" fmla="*/ 250 w 649"/>
              <a:gd name="T69" fmla="*/ 485 h 809"/>
              <a:gd name="T70" fmla="*/ 474 w 649"/>
              <a:gd name="T71" fmla="*/ 510 h 809"/>
              <a:gd name="T72" fmla="*/ 474 w 649"/>
              <a:gd name="T73" fmla="*/ 460 h 809"/>
              <a:gd name="T74" fmla="*/ 275 w 649"/>
              <a:gd name="T75" fmla="*/ 585 h 809"/>
              <a:gd name="T76" fmla="*/ 275 w 649"/>
              <a:gd name="T77" fmla="*/ 634 h 809"/>
              <a:gd name="T78" fmla="*/ 499 w 649"/>
              <a:gd name="T79" fmla="*/ 609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49" h="809">
                <a:moveTo>
                  <a:pt x="599" y="135"/>
                </a:moveTo>
                <a:cubicBezTo>
                  <a:pt x="549" y="135"/>
                  <a:pt x="549" y="135"/>
                  <a:pt x="549" y="135"/>
                </a:cubicBezTo>
                <a:cubicBezTo>
                  <a:pt x="549" y="110"/>
                  <a:pt x="549" y="110"/>
                  <a:pt x="549" y="110"/>
                </a:cubicBezTo>
                <a:cubicBezTo>
                  <a:pt x="549" y="97"/>
                  <a:pt x="538" y="86"/>
                  <a:pt x="524" y="86"/>
                </a:cubicBezTo>
                <a:cubicBezTo>
                  <a:pt x="524" y="86"/>
                  <a:pt x="524" y="86"/>
                  <a:pt x="524" y="86"/>
                </a:cubicBezTo>
                <a:cubicBezTo>
                  <a:pt x="421" y="86"/>
                  <a:pt x="421" y="86"/>
                  <a:pt x="421" y="86"/>
                </a:cubicBezTo>
                <a:cubicBezTo>
                  <a:pt x="407" y="32"/>
                  <a:pt x="353" y="0"/>
                  <a:pt x="300" y="14"/>
                </a:cubicBezTo>
                <a:cubicBezTo>
                  <a:pt x="264" y="23"/>
                  <a:pt x="237" y="50"/>
                  <a:pt x="228" y="86"/>
                </a:cubicBezTo>
                <a:cubicBezTo>
                  <a:pt x="125" y="86"/>
                  <a:pt x="125" y="86"/>
                  <a:pt x="125" y="86"/>
                </a:cubicBezTo>
                <a:cubicBezTo>
                  <a:pt x="111" y="86"/>
                  <a:pt x="100" y="97"/>
                  <a:pt x="100" y="110"/>
                </a:cubicBezTo>
                <a:cubicBezTo>
                  <a:pt x="100" y="110"/>
                  <a:pt x="100" y="110"/>
                  <a:pt x="100" y="110"/>
                </a:cubicBezTo>
                <a:cubicBezTo>
                  <a:pt x="100" y="135"/>
                  <a:pt x="100" y="135"/>
                  <a:pt x="100" y="135"/>
                </a:cubicBezTo>
                <a:cubicBezTo>
                  <a:pt x="50" y="135"/>
                  <a:pt x="50" y="135"/>
                  <a:pt x="50" y="135"/>
                </a:cubicBezTo>
                <a:cubicBezTo>
                  <a:pt x="23" y="135"/>
                  <a:pt x="0" y="158"/>
                  <a:pt x="0" y="185"/>
                </a:cubicBezTo>
                <a:cubicBezTo>
                  <a:pt x="0" y="759"/>
                  <a:pt x="0" y="759"/>
                  <a:pt x="0" y="759"/>
                </a:cubicBezTo>
                <a:cubicBezTo>
                  <a:pt x="0" y="787"/>
                  <a:pt x="23" y="809"/>
                  <a:pt x="50" y="809"/>
                </a:cubicBezTo>
                <a:cubicBezTo>
                  <a:pt x="599" y="809"/>
                  <a:pt x="599" y="809"/>
                  <a:pt x="599" y="809"/>
                </a:cubicBezTo>
                <a:cubicBezTo>
                  <a:pt x="626" y="809"/>
                  <a:pt x="649" y="787"/>
                  <a:pt x="649" y="759"/>
                </a:cubicBezTo>
                <a:cubicBezTo>
                  <a:pt x="649" y="185"/>
                  <a:pt x="649" y="185"/>
                  <a:pt x="649" y="185"/>
                </a:cubicBezTo>
                <a:cubicBezTo>
                  <a:pt x="649" y="158"/>
                  <a:pt x="626" y="135"/>
                  <a:pt x="599" y="135"/>
                </a:cubicBezTo>
                <a:close/>
                <a:moveTo>
                  <a:pt x="150" y="135"/>
                </a:moveTo>
                <a:cubicBezTo>
                  <a:pt x="250" y="135"/>
                  <a:pt x="250" y="135"/>
                  <a:pt x="250" y="135"/>
                </a:cubicBezTo>
                <a:cubicBezTo>
                  <a:pt x="263" y="135"/>
                  <a:pt x="275" y="124"/>
                  <a:pt x="275" y="110"/>
                </a:cubicBezTo>
                <a:cubicBezTo>
                  <a:pt x="275" y="110"/>
                  <a:pt x="275" y="110"/>
                  <a:pt x="275" y="110"/>
                </a:cubicBezTo>
                <a:cubicBezTo>
                  <a:pt x="275" y="83"/>
                  <a:pt x="297" y="61"/>
                  <a:pt x="324" y="61"/>
                </a:cubicBezTo>
                <a:cubicBezTo>
                  <a:pt x="352" y="61"/>
                  <a:pt x="374" y="83"/>
                  <a:pt x="374" y="110"/>
                </a:cubicBezTo>
                <a:cubicBezTo>
                  <a:pt x="374" y="124"/>
                  <a:pt x="385" y="135"/>
                  <a:pt x="399" y="135"/>
                </a:cubicBezTo>
                <a:cubicBezTo>
                  <a:pt x="399" y="135"/>
                  <a:pt x="399" y="135"/>
                  <a:pt x="399" y="135"/>
                </a:cubicBezTo>
                <a:cubicBezTo>
                  <a:pt x="499" y="135"/>
                  <a:pt x="499" y="135"/>
                  <a:pt x="499" y="135"/>
                </a:cubicBezTo>
                <a:cubicBezTo>
                  <a:pt x="499" y="185"/>
                  <a:pt x="499" y="185"/>
                  <a:pt x="499" y="185"/>
                </a:cubicBezTo>
                <a:cubicBezTo>
                  <a:pt x="150" y="185"/>
                  <a:pt x="150" y="185"/>
                  <a:pt x="150" y="185"/>
                </a:cubicBezTo>
                <a:lnTo>
                  <a:pt x="150" y="135"/>
                </a:lnTo>
                <a:close/>
                <a:moveTo>
                  <a:pt x="599" y="759"/>
                </a:moveTo>
                <a:cubicBezTo>
                  <a:pt x="50" y="759"/>
                  <a:pt x="50" y="759"/>
                  <a:pt x="50" y="759"/>
                </a:cubicBezTo>
                <a:cubicBezTo>
                  <a:pt x="50" y="185"/>
                  <a:pt x="50" y="185"/>
                  <a:pt x="50" y="185"/>
                </a:cubicBezTo>
                <a:cubicBezTo>
                  <a:pt x="100" y="185"/>
                  <a:pt x="100" y="185"/>
                  <a:pt x="100" y="185"/>
                </a:cubicBezTo>
                <a:cubicBezTo>
                  <a:pt x="100" y="210"/>
                  <a:pt x="100" y="210"/>
                  <a:pt x="100" y="210"/>
                </a:cubicBezTo>
                <a:cubicBezTo>
                  <a:pt x="100" y="224"/>
                  <a:pt x="111" y="235"/>
                  <a:pt x="125" y="235"/>
                </a:cubicBezTo>
                <a:cubicBezTo>
                  <a:pt x="125" y="235"/>
                  <a:pt x="125" y="235"/>
                  <a:pt x="125" y="235"/>
                </a:cubicBezTo>
                <a:cubicBezTo>
                  <a:pt x="524" y="235"/>
                  <a:pt x="524" y="235"/>
                  <a:pt x="524" y="235"/>
                </a:cubicBezTo>
                <a:cubicBezTo>
                  <a:pt x="538" y="235"/>
                  <a:pt x="549" y="224"/>
                  <a:pt x="549" y="210"/>
                </a:cubicBezTo>
                <a:cubicBezTo>
                  <a:pt x="549" y="210"/>
                  <a:pt x="549" y="210"/>
                  <a:pt x="549" y="210"/>
                </a:cubicBezTo>
                <a:cubicBezTo>
                  <a:pt x="549" y="185"/>
                  <a:pt x="549" y="185"/>
                  <a:pt x="549" y="185"/>
                </a:cubicBezTo>
                <a:cubicBezTo>
                  <a:pt x="599" y="185"/>
                  <a:pt x="599" y="185"/>
                  <a:pt x="599" y="185"/>
                </a:cubicBezTo>
                <a:lnTo>
                  <a:pt x="599" y="759"/>
                </a:lnTo>
                <a:close/>
                <a:moveTo>
                  <a:pt x="150" y="385"/>
                </a:moveTo>
                <a:cubicBezTo>
                  <a:pt x="200" y="385"/>
                  <a:pt x="200" y="385"/>
                  <a:pt x="200" y="385"/>
                </a:cubicBezTo>
                <a:cubicBezTo>
                  <a:pt x="200" y="335"/>
                  <a:pt x="200" y="335"/>
                  <a:pt x="200" y="335"/>
                </a:cubicBezTo>
                <a:cubicBezTo>
                  <a:pt x="150" y="335"/>
                  <a:pt x="150" y="335"/>
                  <a:pt x="150" y="335"/>
                </a:cubicBezTo>
                <a:lnTo>
                  <a:pt x="150" y="385"/>
                </a:lnTo>
                <a:close/>
                <a:moveTo>
                  <a:pt x="150" y="510"/>
                </a:moveTo>
                <a:cubicBezTo>
                  <a:pt x="200" y="510"/>
                  <a:pt x="200" y="510"/>
                  <a:pt x="200" y="510"/>
                </a:cubicBezTo>
                <a:cubicBezTo>
                  <a:pt x="200" y="460"/>
                  <a:pt x="200" y="460"/>
                  <a:pt x="200" y="460"/>
                </a:cubicBezTo>
                <a:cubicBezTo>
                  <a:pt x="150" y="460"/>
                  <a:pt x="150" y="460"/>
                  <a:pt x="150" y="460"/>
                </a:cubicBezTo>
                <a:lnTo>
                  <a:pt x="150" y="510"/>
                </a:lnTo>
                <a:close/>
                <a:moveTo>
                  <a:pt x="150" y="634"/>
                </a:moveTo>
                <a:cubicBezTo>
                  <a:pt x="200" y="634"/>
                  <a:pt x="200" y="634"/>
                  <a:pt x="200" y="634"/>
                </a:cubicBezTo>
                <a:cubicBezTo>
                  <a:pt x="200" y="585"/>
                  <a:pt x="200" y="585"/>
                  <a:pt x="200" y="585"/>
                </a:cubicBezTo>
                <a:cubicBezTo>
                  <a:pt x="150" y="585"/>
                  <a:pt x="150" y="585"/>
                  <a:pt x="150" y="585"/>
                </a:cubicBezTo>
                <a:lnTo>
                  <a:pt x="150" y="634"/>
                </a:lnTo>
                <a:close/>
                <a:moveTo>
                  <a:pt x="474" y="335"/>
                </a:moveTo>
                <a:cubicBezTo>
                  <a:pt x="275" y="335"/>
                  <a:pt x="275" y="335"/>
                  <a:pt x="275" y="335"/>
                </a:cubicBezTo>
                <a:cubicBezTo>
                  <a:pt x="261" y="335"/>
                  <a:pt x="250" y="346"/>
                  <a:pt x="250" y="360"/>
                </a:cubicBezTo>
                <a:cubicBezTo>
                  <a:pt x="250" y="374"/>
                  <a:pt x="261" y="385"/>
                  <a:pt x="275" y="385"/>
                </a:cubicBezTo>
                <a:cubicBezTo>
                  <a:pt x="474" y="385"/>
                  <a:pt x="474" y="385"/>
                  <a:pt x="474" y="385"/>
                </a:cubicBezTo>
                <a:cubicBezTo>
                  <a:pt x="488" y="385"/>
                  <a:pt x="499" y="374"/>
                  <a:pt x="499" y="360"/>
                </a:cubicBezTo>
                <a:cubicBezTo>
                  <a:pt x="499" y="346"/>
                  <a:pt x="488" y="335"/>
                  <a:pt x="474" y="335"/>
                </a:cubicBezTo>
                <a:close/>
                <a:moveTo>
                  <a:pt x="474" y="460"/>
                </a:moveTo>
                <a:cubicBezTo>
                  <a:pt x="275" y="460"/>
                  <a:pt x="275" y="460"/>
                  <a:pt x="275" y="460"/>
                </a:cubicBezTo>
                <a:cubicBezTo>
                  <a:pt x="261" y="460"/>
                  <a:pt x="250" y="471"/>
                  <a:pt x="250" y="485"/>
                </a:cubicBezTo>
                <a:cubicBezTo>
                  <a:pt x="250" y="498"/>
                  <a:pt x="261" y="510"/>
                  <a:pt x="275" y="510"/>
                </a:cubicBezTo>
                <a:cubicBezTo>
                  <a:pt x="474" y="510"/>
                  <a:pt x="474" y="510"/>
                  <a:pt x="474" y="510"/>
                </a:cubicBezTo>
                <a:cubicBezTo>
                  <a:pt x="488" y="510"/>
                  <a:pt x="499" y="498"/>
                  <a:pt x="499" y="485"/>
                </a:cubicBezTo>
                <a:cubicBezTo>
                  <a:pt x="499" y="471"/>
                  <a:pt x="488" y="460"/>
                  <a:pt x="474" y="460"/>
                </a:cubicBezTo>
                <a:close/>
                <a:moveTo>
                  <a:pt x="474" y="585"/>
                </a:moveTo>
                <a:cubicBezTo>
                  <a:pt x="275" y="585"/>
                  <a:pt x="275" y="585"/>
                  <a:pt x="275" y="585"/>
                </a:cubicBezTo>
                <a:cubicBezTo>
                  <a:pt x="261" y="585"/>
                  <a:pt x="250" y="596"/>
                  <a:pt x="250" y="609"/>
                </a:cubicBezTo>
                <a:cubicBezTo>
                  <a:pt x="250" y="623"/>
                  <a:pt x="261" y="634"/>
                  <a:pt x="275" y="634"/>
                </a:cubicBezTo>
                <a:cubicBezTo>
                  <a:pt x="474" y="634"/>
                  <a:pt x="474" y="634"/>
                  <a:pt x="474" y="634"/>
                </a:cubicBezTo>
                <a:cubicBezTo>
                  <a:pt x="488" y="634"/>
                  <a:pt x="499" y="623"/>
                  <a:pt x="499" y="609"/>
                </a:cubicBezTo>
                <a:cubicBezTo>
                  <a:pt x="499" y="596"/>
                  <a:pt x="488" y="585"/>
                  <a:pt x="474" y="585"/>
                </a:cubicBezTo>
                <a:close/>
              </a:path>
            </a:pathLst>
          </a:custGeom>
          <a:solidFill>
            <a:schemeClr val="bg1"/>
          </a:solidFill>
          <a:ln>
            <a:noFill/>
          </a:ln>
        </p:spPr>
        <p:txBody>
          <a:bodyPr vert="horz" wrap="square" lIns="91440" tIns="45720" rIns="91440" bIns="45720" numCol="1" anchor="t" anchorCtr="0" compatLnSpc="1"/>
          <a:lstStyle/>
          <a:p>
            <a:endParaRPr lang="zh-CN" altLang="en-US">
              <a:ea typeface="汉仪旗黑-50S" panose="0002060004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组合 50"/>
          <p:cNvGrpSpPr/>
          <p:nvPr/>
        </p:nvGrpSpPr>
        <p:grpSpPr>
          <a:xfrm>
            <a:off x="2703621" y="290642"/>
            <a:ext cx="3736758" cy="3736758"/>
            <a:chOff x="3391065" y="-411423"/>
            <a:chExt cx="5409870" cy="5409870"/>
          </a:xfrm>
        </p:grpSpPr>
        <p:sp>
          <p:nvSpPr>
            <p:cNvPr id="53" name="椭圆 52"/>
            <p:cNvSpPr/>
            <p:nvPr/>
          </p:nvSpPr>
          <p:spPr>
            <a:xfrm>
              <a:off x="4552950" y="750462"/>
              <a:ext cx="3086100" cy="3086100"/>
            </a:xfrm>
            <a:prstGeom prst="ellipse">
              <a:avLst/>
            </a:prstGeom>
            <a:gradFill flip="none" rotWithShape="1">
              <a:gsLst>
                <a:gs pos="0">
                  <a:schemeClr val="accent1"/>
                </a:gs>
                <a:gs pos="100000">
                  <a:schemeClr val="accent1">
                    <a:lumMod val="75000"/>
                  </a:schemeClr>
                </a:gs>
              </a:gsLst>
              <a:lin ang="2700000" scaled="1"/>
              <a:tileRect/>
            </a:gradFill>
            <a:ln>
              <a:noFill/>
            </a:ln>
            <a:effectLst>
              <a:outerShdw blurRad="4191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54" name="椭圆 53"/>
            <p:cNvSpPr/>
            <p:nvPr/>
          </p:nvSpPr>
          <p:spPr>
            <a:xfrm>
              <a:off x="3391065" y="-411423"/>
              <a:ext cx="5409870" cy="5409870"/>
            </a:xfrm>
            <a:prstGeom prst="ellipse">
              <a:avLst/>
            </a:prstGeom>
            <a:noFill/>
            <a:ln w="76200">
              <a:gradFill>
                <a:gsLst>
                  <a:gs pos="0">
                    <a:schemeClr val="bg1">
                      <a:lumMod val="95000"/>
                    </a:schemeClr>
                  </a:gs>
                  <a:gs pos="100000">
                    <a:schemeClr val="bg1">
                      <a:lumMod val="85000"/>
                      <a:alpha val="61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ea typeface="汉仪旗黑-50S" panose="00020600040101010101" charset="-122"/>
                <a:cs typeface="+mn-cs"/>
              </a:endParaRPr>
            </a:p>
          </p:txBody>
        </p:sp>
        <p:sp>
          <p:nvSpPr>
            <p:cNvPr id="55" name="椭圆 54"/>
            <p:cNvSpPr/>
            <p:nvPr/>
          </p:nvSpPr>
          <p:spPr>
            <a:xfrm>
              <a:off x="4279900" y="477412"/>
              <a:ext cx="3632200" cy="3632200"/>
            </a:xfrm>
            <a:prstGeom prst="ellipse">
              <a:avLst/>
            </a:prstGeom>
            <a:noFill/>
            <a:ln w="6350">
              <a:gradFill>
                <a:gsLst>
                  <a:gs pos="0">
                    <a:schemeClr val="accent1"/>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56" name="弧形 55"/>
            <p:cNvSpPr/>
            <p:nvPr/>
          </p:nvSpPr>
          <p:spPr>
            <a:xfrm>
              <a:off x="4415271" y="612783"/>
              <a:ext cx="3361458" cy="3361458"/>
            </a:xfrm>
            <a:prstGeom prst="arc">
              <a:avLst>
                <a:gd name="adj1" fmla="val 3786619"/>
                <a:gd name="adj2" fmla="val 14073582"/>
              </a:avLst>
            </a:prstGeom>
            <a:noFill/>
            <a:ln w="12700">
              <a:gradFill flip="none" rotWithShape="1">
                <a:gsLst>
                  <a:gs pos="0">
                    <a:schemeClr val="accent1"/>
                  </a:gs>
                  <a:gs pos="100000">
                    <a:schemeClr val="accent1">
                      <a:alpha val="0"/>
                    </a:schemeClr>
                  </a:gs>
                </a:gsLst>
                <a:lin ang="16200000" scaled="1"/>
                <a:tileRect/>
              </a:gra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sp>
        <p:nvSpPr>
          <p:cNvPr id="2" name="矩形 1"/>
          <p:cNvSpPr/>
          <p:nvPr/>
        </p:nvSpPr>
        <p:spPr>
          <a:xfrm>
            <a:off x="1337982"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3" name="矩形 2"/>
          <p:cNvSpPr/>
          <p:nvPr/>
        </p:nvSpPr>
        <p:spPr>
          <a:xfrm>
            <a:off x="3289486" y="0"/>
            <a:ext cx="1951504" cy="55444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4" name="矩形 3"/>
          <p:cNvSpPr/>
          <p:nvPr/>
        </p:nvSpPr>
        <p:spPr>
          <a:xfrm>
            <a:off x="5240991"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5" name="矩形 4"/>
          <p:cNvSpPr/>
          <p:nvPr/>
        </p:nvSpPr>
        <p:spPr>
          <a:xfrm>
            <a:off x="7192495"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grpSp>
        <p:nvGrpSpPr>
          <p:cNvPr id="6" name="组合 5"/>
          <p:cNvGrpSpPr/>
          <p:nvPr/>
        </p:nvGrpSpPr>
        <p:grpSpPr>
          <a:xfrm>
            <a:off x="1428163" y="138724"/>
            <a:ext cx="7549958" cy="276999"/>
            <a:chOff x="105638" y="107946"/>
            <a:chExt cx="8844051" cy="276999"/>
          </a:xfrm>
        </p:grpSpPr>
        <p:sp>
          <p:nvSpPr>
            <p:cNvPr id="7" name="矩形 6"/>
            <p:cNvSpPr/>
            <p:nvPr/>
          </p:nvSpPr>
          <p:spPr bwMode="auto">
            <a:xfrm>
              <a:off x="105638" y="107946"/>
              <a:ext cx="210201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选题的背景与意义</a:t>
              </a:r>
              <a:endParaRPr lang="zh-CN" altLang="en-US" sz="1200" kern="100">
                <a:solidFill>
                  <a:schemeClr val="bg1"/>
                </a:solidFill>
                <a:latin typeface="+mj-ea"/>
                <a:ea typeface="+mj-ea"/>
                <a:cs typeface="汉仪旗黑-50S" panose="00020600040101010101" charset="-122"/>
              </a:endParaRPr>
            </a:p>
          </p:txBody>
        </p:sp>
        <p:sp>
          <p:nvSpPr>
            <p:cNvPr id="8" name="矩形 7"/>
            <p:cNvSpPr/>
            <p:nvPr/>
          </p:nvSpPr>
          <p:spPr bwMode="auto">
            <a:xfrm>
              <a:off x="2492229" y="107946"/>
              <a:ext cx="187353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研究方法及过程</a:t>
              </a:r>
              <a:endParaRPr lang="zh-CN" altLang="en-US" sz="1200" kern="100">
                <a:solidFill>
                  <a:schemeClr val="bg1"/>
                </a:solidFill>
                <a:latin typeface="+mj-ea"/>
                <a:ea typeface="+mj-ea"/>
                <a:cs typeface="汉仪旗黑-50S" panose="00020600040101010101" charset="-122"/>
              </a:endParaRPr>
            </a:p>
          </p:txBody>
        </p:sp>
        <p:sp>
          <p:nvSpPr>
            <p:cNvPr id="9" name="矩形 8"/>
            <p:cNvSpPr/>
            <p:nvPr/>
          </p:nvSpPr>
          <p:spPr bwMode="auto">
            <a:xfrm>
              <a:off x="4549750" y="107946"/>
              <a:ext cx="233049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研究成果展示及应用</a:t>
              </a:r>
              <a:endParaRPr lang="zh-CN" altLang="en-US" sz="1200" kern="100">
                <a:solidFill>
                  <a:schemeClr val="bg1"/>
                </a:solidFill>
                <a:latin typeface="+mj-ea"/>
                <a:ea typeface="+mj-ea"/>
                <a:cs typeface="汉仪旗黑-50S" panose="00020600040101010101" charset="-122"/>
              </a:endParaRPr>
            </a:p>
          </p:txBody>
        </p:sp>
        <p:sp>
          <p:nvSpPr>
            <p:cNvPr id="10" name="矩形 9"/>
            <p:cNvSpPr/>
            <p:nvPr/>
          </p:nvSpPr>
          <p:spPr bwMode="auto">
            <a:xfrm>
              <a:off x="7076150" y="107946"/>
              <a:ext cx="187353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论文总结与致谢</a:t>
              </a:r>
              <a:endParaRPr lang="zh-CN" altLang="en-US" sz="1200" kern="100">
                <a:solidFill>
                  <a:schemeClr val="bg1"/>
                </a:solidFill>
                <a:latin typeface="+mj-ea"/>
                <a:ea typeface="+mj-ea"/>
                <a:cs typeface="汉仪旗黑-50S" panose="00020600040101010101" charset="-122"/>
              </a:endParaRPr>
            </a:p>
          </p:txBody>
        </p:sp>
      </p:grpSp>
      <p:sp>
        <p:nvSpPr>
          <p:cNvPr id="11" name="矩形 10"/>
          <p:cNvSpPr/>
          <p:nvPr/>
        </p:nvSpPr>
        <p:spPr>
          <a:xfrm>
            <a:off x="0" y="23"/>
            <a:ext cx="1337982" cy="5544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371474" y="40845"/>
            <a:ext cx="595035" cy="472756"/>
            <a:chOff x="257511" y="1283815"/>
            <a:chExt cx="3608258" cy="2800587"/>
          </a:xfrm>
        </p:grpSpPr>
        <p:grpSp>
          <p:nvGrpSpPr>
            <p:cNvPr id="13" name="Group 79"/>
            <p:cNvGrpSpPr>
              <a:grpSpLocks noChangeAspect="1"/>
            </p:cNvGrpSpPr>
            <p:nvPr/>
          </p:nvGrpSpPr>
          <p:grpSpPr bwMode="auto">
            <a:xfrm>
              <a:off x="1235639" y="1283815"/>
              <a:ext cx="1621531" cy="1625508"/>
              <a:chOff x="1247" y="-15"/>
              <a:chExt cx="3263" cy="3271"/>
            </a:xfrm>
            <a:solidFill>
              <a:sysClr val="window" lastClr="FFFFFF"/>
            </a:solidFill>
          </p:grpSpPr>
          <p:sp>
            <p:nvSpPr>
              <p:cNvPr id="15" name="Freeform 80"/>
              <p:cNvSpPr/>
              <p:nvPr/>
            </p:nvSpPr>
            <p:spPr bwMode="auto">
              <a:xfrm>
                <a:off x="1722" y="1892"/>
                <a:ext cx="207" cy="199"/>
              </a:xfrm>
              <a:custGeom>
                <a:avLst/>
                <a:gdLst>
                  <a:gd name="T0" fmla="*/ 104 w 207"/>
                  <a:gd name="T1" fmla="*/ 0 h 199"/>
                  <a:gd name="T2" fmla="*/ 136 w 207"/>
                  <a:gd name="T3" fmla="*/ 66 h 199"/>
                  <a:gd name="T4" fmla="*/ 207 w 207"/>
                  <a:gd name="T5" fmla="*/ 77 h 199"/>
                  <a:gd name="T6" fmla="*/ 157 w 207"/>
                  <a:gd name="T7" fmla="*/ 126 h 199"/>
                  <a:gd name="T8" fmla="*/ 169 w 207"/>
                  <a:gd name="T9" fmla="*/ 199 h 199"/>
                  <a:gd name="T10" fmla="*/ 104 w 207"/>
                  <a:gd name="T11" fmla="*/ 165 h 199"/>
                  <a:gd name="T12" fmla="*/ 41 w 207"/>
                  <a:gd name="T13" fmla="*/ 199 h 199"/>
                  <a:gd name="T14" fmla="*/ 52 w 207"/>
                  <a:gd name="T15" fmla="*/ 126 h 199"/>
                  <a:gd name="T16" fmla="*/ 0 w 207"/>
                  <a:gd name="T17" fmla="*/ 77 h 199"/>
                  <a:gd name="T18" fmla="*/ 72 w 207"/>
                  <a:gd name="T19" fmla="*/ 66 h 199"/>
                  <a:gd name="T20" fmla="*/ 104 w 207"/>
                  <a:gd name="T21" fmla="*/ 0 h 199"/>
                  <a:gd name="T22" fmla="*/ 104 w 207"/>
                  <a:gd name="T23" fmla="*/ 0 h 199"/>
                  <a:gd name="T24" fmla="*/ 104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4" y="0"/>
                    </a:moveTo>
                    <a:lnTo>
                      <a:pt x="136" y="66"/>
                    </a:lnTo>
                    <a:lnTo>
                      <a:pt x="207" y="77"/>
                    </a:lnTo>
                    <a:lnTo>
                      <a:pt x="157" y="126"/>
                    </a:lnTo>
                    <a:lnTo>
                      <a:pt x="169" y="199"/>
                    </a:lnTo>
                    <a:lnTo>
                      <a:pt x="104" y="165"/>
                    </a:lnTo>
                    <a:lnTo>
                      <a:pt x="41" y="199"/>
                    </a:lnTo>
                    <a:lnTo>
                      <a:pt x="52" y="126"/>
                    </a:lnTo>
                    <a:lnTo>
                      <a:pt x="0" y="77"/>
                    </a:lnTo>
                    <a:lnTo>
                      <a:pt x="72" y="66"/>
                    </a:lnTo>
                    <a:lnTo>
                      <a:pt x="104" y="0"/>
                    </a:lnTo>
                    <a:lnTo>
                      <a:pt x="104" y="0"/>
                    </a:lnTo>
                    <a:lnTo>
                      <a:pt x="10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6" name="Freeform 81"/>
              <p:cNvSpPr/>
              <p:nvPr/>
            </p:nvSpPr>
            <p:spPr bwMode="auto">
              <a:xfrm>
                <a:off x="3779" y="1892"/>
                <a:ext cx="207" cy="199"/>
              </a:xfrm>
              <a:custGeom>
                <a:avLst/>
                <a:gdLst>
                  <a:gd name="T0" fmla="*/ 105 w 207"/>
                  <a:gd name="T1" fmla="*/ 0 h 199"/>
                  <a:gd name="T2" fmla="*/ 136 w 207"/>
                  <a:gd name="T3" fmla="*/ 66 h 199"/>
                  <a:gd name="T4" fmla="*/ 207 w 207"/>
                  <a:gd name="T5" fmla="*/ 77 h 199"/>
                  <a:gd name="T6" fmla="*/ 157 w 207"/>
                  <a:gd name="T7" fmla="*/ 126 h 199"/>
                  <a:gd name="T8" fmla="*/ 170 w 207"/>
                  <a:gd name="T9" fmla="*/ 199 h 199"/>
                  <a:gd name="T10" fmla="*/ 105 w 207"/>
                  <a:gd name="T11" fmla="*/ 165 h 199"/>
                  <a:gd name="T12" fmla="*/ 41 w 207"/>
                  <a:gd name="T13" fmla="*/ 199 h 199"/>
                  <a:gd name="T14" fmla="*/ 52 w 207"/>
                  <a:gd name="T15" fmla="*/ 126 h 199"/>
                  <a:gd name="T16" fmla="*/ 0 w 207"/>
                  <a:gd name="T17" fmla="*/ 77 h 199"/>
                  <a:gd name="T18" fmla="*/ 72 w 207"/>
                  <a:gd name="T19" fmla="*/ 66 h 199"/>
                  <a:gd name="T20" fmla="*/ 105 w 207"/>
                  <a:gd name="T21" fmla="*/ 0 h 199"/>
                  <a:gd name="T22" fmla="*/ 105 w 207"/>
                  <a:gd name="T23" fmla="*/ 0 h 199"/>
                  <a:gd name="T24" fmla="*/ 105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5" y="0"/>
                    </a:moveTo>
                    <a:lnTo>
                      <a:pt x="136" y="66"/>
                    </a:lnTo>
                    <a:lnTo>
                      <a:pt x="207" y="77"/>
                    </a:lnTo>
                    <a:lnTo>
                      <a:pt x="157" y="126"/>
                    </a:lnTo>
                    <a:lnTo>
                      <a:pt x="170" y="199"/>
                    </a:lnTo>
                    <a:lnTo>
                      <a:pt x="105" y="165"/>
                    </a:lnTo>
                    <a:lnTo>
                      <a:pt x="41" y="199"/>
                    </a:lnTo>
                    <a:lnTo>
                      <a:pt x="52" y="126"/>
                    </a:lnTo>
                    <a:lnTo>
                      <a:pt x="0" y="77"/>
                    </a:lnTo>
                    <a:lnTo>
                      <a:pt x="72" y="66"/>
                    </a:lnTo>
                    <a:lnTo>
                      <a:pt x="105" y="0"/>
                    </a:lnTo>
                    <a:lnTo>
                      <a:pt x="105" y="0"/>
                    </a:lnTo>
                    <a:lnTo>
                      <a:pt x="10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7" name="Freeform 82"/>
              <p:cNvSpPr>
                <a:spLocks noEditPoints="1"/>
              </p:cNvSpPr>
              <p:nvPr/>
            </p:nvSpPr>
            <p:spPr bwMode="auto">
              <a:xfrm>
                <a:off x="1247" y="-15"/>
                <a:ext cx="3263" cy="3271"/>
              </a:xfrm>
              <a:custGeom>
                <a:avLst/>
                <a:gdLst>
                  <a:gd name="T0" fmla="*/ 2378 w 2411"/>
                  <a:gd name="T1" fmla="*/ 1061 h 2417"/>
                  <a:gd name="T2" fmla="*/ 2354 w 2411"/>
                  <a:gd name="T3" fmla="*/ 1453 h 2417"/>
                  <a:gd name="T4" fmla="*/ 2203 w 2411"/>
                  <a:gd name="T5" fmla="*/ 1825 h 2417"/>
                  <a:gd name="T6" fmla="*/ 1932 w 2411"/>
                  <a:gd name="T7" fmla="*/ 2133 h 2417"/>
                  <a:gd name="T8" fmla="*/ 1575 w 2411"/>
                  <a:gd name="T9" fmla="*/ 2325 h 2417"/>
                  <a:gd name="T10" fmla="*/ 1169 w 2411"/>
                  <a:gd name="T11" fmla="*/ 2387 h 2417"/>
                  <a:gd name="T12" fmla="*/ 771 w 2411"/>
                  <a:gd name="T13" fmla="*/ 2302 h 2417"/>
                  <a:gd name="T14" fmla="*/ 432 w 2411"/>
                  <a:gd name="T15" fmla="*/ 2089 h 2417"/>
                  <a:gd name="T16" fmla="*/ 176 w 2411"/>
                  <a:gd name="T17" fmla="*/ 1768 h 2417"/>
                  <a:gd name="T18" fmla="*/ 49 w 2411"/>
                  <a:gd name="T19" fmla="*/ 1383 h 2417"/>
                  <a:gd name="T20" fmla="*/ 59 w 2411"/>
                  <a:gd name="T21" fmla="*/ 973 h 2417"/>
                  <a:gd name="T22" fmla="*/ 210 w 2411"/>
                  <a:gd name="T23" fmla="*/ 585 h 2417"/>
                  <a:gd name="T24" fmla="*/ 484 w 2411"/>
                  <a:gd name="T25" fmla="*/ 278 h 2417"/>
                  <a:gd name="T26" fmla="*/ 844 w 2411"/>
                  <a:gd name="T27" fmla="*/ 87 h 2417"/>
                  <a:gd name="T28" fmla="*/ 1247 w 2411"/>
                  <a:gd name="T29" fmla="*/ 31 h 2417"/>
                  <a:gd name="T30" fmla="*/ 1644 w 2411"/>
                  <a:gd name="T31" fmla="*/ 115 h 2417"/>
                  <a:gd name="T32" fmla="*/ 1988 w 2411"/>
                  <a:gd name="T33" fmla="*/ 331 h 2417"/>
                  <a:gd name="T34" fmla="*/ 2242 w 2411"/>
                  <a:gd name="T35" fmla="*/ 655 h 2417"/>
                  <a:gd name="T36" fmla="*/ 2250 w 2411"/>
                  <a:gd name="T37" fmla="*/ 785 h 2417"/>
                  <a:gd name="T38" fmla="*/ 2050 w 2411"/>
                  <a:gd name="T39" fmla="*/ 488 h 2417"/>
                  <a:gd name="T40" fmla="*/ 1752 w 2411"/>
                  <a:gd name="T41" fmla="*/ 240 h 2417"/>
                  <a:gd name="T42" fmla="*/ 1393 w 2411"/>
                  <a:gd name="T43" fmla="*/ 113 h 2417"/>
                  <a:gd name="T44" fmla="*/ 1007 w 2411"/>
                  <a:gd name="T45" fmla="*/ 115 h 2417"/>
                  <a:gd name="T46" fmla="*/ 650 w 2411"/>
                  <a:gd name="T47" fmla="*/ 249 h 2417"/>
                  <a:gd name="T48" fmla="*/ 356 w 2411"/>
                  <a:gd name="T49" fmla="*/ 499 h 2417"/>
                  <a:gd name="T50" fmla="*/ 169 w 2411"/>
                  <a:gd name="T51" fmla="*/ 831 h 2417"/>
                  <a:gd name="T52" fmla="*/ 102 w 2411"/>
                  <a:gd name="T53" fmla="*/ 1210 h 2417"/>
                  <a:gd name="T54" fmla="*/ 168 w 2411"/>
                  <a:gd name="T55" fmla="*/ 1589 h 2417"/>
                  <a:gd name="T56" fmla="*/ 362 w 2411"/>
                  <a:gd name="T57" fmla="*/ 1928 h 2417"/>
                  <a:gd name="T58" fmla="*/ 658 w 2411"/>
                  <a:gd name="T59" fmla="*/ 2176 h 2417"/>
                  <a:gd name="T60" fmla="*/ 1017 w 2411"/>
                  <a:gd name="T61" fmla="*/ 2303 h 2417"/>
                  <a:gd name="T62" fmla="*/ 1404 w 2411"/>
                  <a:gd name="T63" fmla="*/ 2303 h 2417"/>
                  <a:gd name="T64" fmla="*/ 1766 w 2411"/>
                  <a:gd name="T65" fmla="*/ 2170 h 2417"/>
                  <a:gd name="T66" fmla="*/ 2065 w 2411"/>
                  <a:gd name="T67" fmla="*/ 1916 h 2417"/>
                  <a:gd name="T68" fmla="*/ 2253 w 2411"/>
                  <a:gd name="T69" fmla="*/ 1577 h 2417"/>
                  <a:gd name="T70" fmla="*/ 2314 w 2411"/>
                  <a:gd name="T71" fmla="*/ 1196 h 2417"/>
                  <a:gd name="T72" fmla="*/ 2250 w 2411"/>
                  <a:gd name="T73" fmla="*/ 785 h 2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11" h="2417">
                    <a:moveTo>
                      <a:pt x="2317" y="808"/>
                    </a:moveTo>
                    <a:cubicBezTo>
                      <a:pt x="2298" y="899"/>
                      <a:pt x="2323" y="981"/>
                      <a:pt x="2378" y="1061"/>
                    </a:cubicBezTo>
                    <a:cubicBezTo>
                      <a:pt x="2411" y="1110"/>
                      <a:pt x="2411" y="1169"/>
                      <a:pt x="2382" y="1222"/>
                    </a:cubicBezTo>
                    <a:cubicBezTo>
                      <a:pt x="2342" y="1296"/>
                      <a:pt x="2334" y="1371"/>
                      <a:pt x="2354" y="1453"/>
                    </a:cubicBezTo>
                    <a:cubicBezTo>
                      <a:pt x="2371" y="1523"/>
                      <a:pt x="2353" y="1585"/>
                      <a:pt x="2297" y="1635"/>
                    </a:cubicBezTo>
                    <a:cubicBezTo>
                      <a:pt x="2241" y="1685"/>
                      <a:pt x="2209" y="1749"/>
                      <a:pt x="2203" y="1825"/>
                    </a:cubicBezTo>
                    <a:cubicBezTo>
                      <a:pt x="2198" y="1900"/>
                      <a:pt x="2159" y="1954"/>
                      <a:pt x="2089" y="1983"/>
                    </a:cubicBezTo>
                    <a:cubicBezTo>
                      <a:pt x="2016" y="2012"/>
                      <a:pt x="1964" y="2062"/>
                      <a:pt x="1932" y="2133"/>
                    </a:cubicBezTo>
                    <a:cubicBezTo>
                      <a:pt x="1901" y="2200"/>
                      <a:pt x="1848" y="2236"/>
                      <a:pt x="1774" y="2239"/>
                    </a:cubicBezTo>
                    <a:cubicBezTo>
                      <a:pt x="1695" y="2242"/>
                      <a:pt x="1630" y="2270"/>
                      <a:pt x="1575" y="2325"/>
                    </a:cubicBezTo>
                    <a:cubicBezTo>
                      <a:pt x="1523" y="2379"/>
                      <a:pt x="1461" y="2395"/>
                      <a:pt x="1391" y="2372"/>
                    </a:cubicBezTo>
                    <a:cubicBezTo>
                      <a:pt x="1314" y="2347"/>
                      <a:pt x="1241" y="2352"/>
                      <a:pt x="1169" y="2387"/>
                    </a:cubicBezTo>
                    <a:cubicBezTo>
                      <a:pt x="1104" y="2417"/>
                      <a:pt x="1041" y="2410"/>
                      <a:pt x="984" y="2366"/>
                    </a:cubicBezTo>
                    <a:cubicBezTo>
                      <a:pt x="921" y="2316"/>
                      <a:pt x="851" y="2295"/>
                      <a:pt x="771" y="2302"/>
                    </a:cubicBezTo>
                    <a:cubicBezTo>
                      <a:pt x="695" y="2308"/>
                      <a:pt x="638" y="2277"/>
                      <a:pt x="598" y="2212"/>
                    </a:cubicBezTo>
                    <a:cubicBezTo>
                      <a:pt x="559" y="2150"/>
                      <a:pt x="504" y="2108"/>
                      <a:pt x="432" y="2089"/>
                    </a:cubicBezTo>
                    <a:cubicBezTo>
                      <a:pt x="356" y="2069"/>
                      <a:pt x="310" y="2022"/>
                      <a:pt x="294" y="1944"/>
                    </a:cubicBezTo>
                    <a:cubicBezTo>
                      <a:pt x="278" y="1870"/>
                      <a:pt x="239" y="1811"/>
                      <a:pt x="176" y="1768"/>
                    </a:cubicBezTo>
                    <a:cubicBezTo>
                      <a:pt x="114" y="1725"/>
                      <a:pt x="88" y="1665"/>
                      <a:pt x="98" y="1590"/>
                    </a:cubicBezTo>
                    <a:cubicBezTo>
                      <a:pt x="109" y="1514"/>
                      <a:pt x="93" y="1445"/>
                      <a:pt x="49" y="1383"/>
                    </a:cubicBezTo>
                    <a:cubicBezTo>
                      <a:pt x="4" y="1319"/>
                      <a:pt x="0" y="1253"/>
                      <a:pt x="37" y="1184"/>
                    </a:cubicBezTo>
                    <a:cubicBezTo>
                      <a:pt x="72" y="1116"/>
                      <a:pt x="80" y="1046"/>
                      <a:pt x="59" y="973"/>
                    </a:cubicBezTo>
                    <a:cubicBezTo>
                      <a:pt x="38" y="899"/>
                      <a:pt x="58" y="837"/>
                      <a:pt x="114" y="786"/>
                    </a:cubicBezTo>
                    <a:cubicBezTo>
                      <a:pt x="173" y="732"/>
                      <a:pt x="204" y="665"/>
                      <a:pt x="210" y="585"/>
                    </a:cubicBezTo>
                    <a:cubicBezTo>
                      <a:pt x="216" y="516"/>
                      <a:pt x="253" y="465"/>
                      <a:pt x="316" y="439"/>
                    </a:cubicBezTo>
                    <a:cubicBezTo>
                      <a:pt x="394" y="407"/>
                      <a:pt x="449" y="355"/>
                      <a:pt x="484" y="278"/>
                    </a:cubicBezTo>
                    <a:cubicBezTo>
                      <a:pt x="513" y="216"/>
                      <a:pt x="566" y="182"/>
                      <a:pt x="636" y="179"/>
                    </a:cubicBezTo>
                    <a:cubicBezTo>
                      <a:pt x="718" y="177"/>
                      <a:pt x="786" y="146"/>
                      <a:pt x="844" y="87"/>
                    </a:cubicBezTo>
                    <a:cubicBezTo>
                      <a:pt x="892" y="38"/>
                      <a:pt x="953" y="24"/>
                      <a:pt x="1019" y="45"/>
                    </a:cubicBezTo>
                    <a:cubicBezTo>
                      <a:pt x="1097" y="70"/>
                      <a:pt x="1172" y="66"/>
                      <a:pt x="1247" y="31"/>
                    </a:cubicBezTo>
                    <a:cubicBezTo>
                      <a:pt x="1309" y="0"/>
                      <a:pt x="1371" y="8"/>
                      <a:pt x="1425" y="50"/>
                    </a:cubicBezTo>
                    <a:cubicBezTo>
                      <a:pt x="1491" y="101"/>
                      <a:pt x="1562" y="123"/>
                      <a:pt x="1644" y="115"/>
                    </a:cubicBezTo>
                    <a:cubicBezTo>
                      <a:pt x="1715" y="108"/>
                      <a:pt x="1771" y="138"/>
                      <a:pt x="1810" y="199"/>
                    </a:cubicBezTo>
                    <a:cubicBezTo>
                      <a:pt x="1852" y="267"/>
                      <a:pt x="1910" y="311"/>
                      <a:pt x="1988" y="331"/>
                    </a:cubicBezTo>
                    <a:cubicBezTo>
                      <a:pt x="2057" y="349"/>
                      <a:pt x="2102" y="395"/>
                      <a:pt x="2116" y="465"/>
                    </a:cubicBezTo>
                    <a:cubicBezTo>
                      <a:pt x="2133" y="545"/>
                      <a:pt x="2174" y="608"/>
                      <a:pt x="2242" y="655"/>
                    </a:cubicBezTo>
                    <a:cubicBezTo>
                      <a:pt x="2294" y="690"/>
                      <a:pt x="2316" y="742"/>
                      <a:pt x="2317" y="808"/>
                    </a:cubicBezTo>
                    <a:close/>
                    <a:moveTo>
                      <a:pt x="2250" y="785"/>
                    </a:moveTo>
                    <a:cubicBezTo>
                      <a:pt x="2237" y="767"/>
                      <a:pt x="2219" y="729"/>
                      <a:pt x="2191" y="707"/>
                    </a:cubicBezTo>
                    <a:cubicBezTo>
                      <a:pt x="2119" y="648"/>
                      <a:pt x="2068" y="579"/>
                      <a:pt x="2050" y="488"/>
                    </a:cubicBezTo>
                    <a:cubicBezTo>
                      <a:pt x="2040" y="440"/>
                      <a:pt x="2013" y="409"/>
                      <a:pt x="1966" y="397"/>
                    </a:cubicBezTo>
                    <a:cubicBezTo>
                      <a:pt x="1874" y="374"/>
                      <a:pt x="1803" y="321"/>
                      <a:pt x="1752" y="240"/>
                    </a:cubicBezTo>
                    <a:cubicBezTo>
                      <a:pt x="1727" y="199"/>
                      <a:pt x="1691" y="181"/>
                      <a:pt x="1643" y="186"/>
                    </a:cubicBezTo>
                    <a:cubicBezTo>
                      <a:pt x="1550" y="195"/>
                      <a:pt x="1466" y="170"/>
                      <a:pt x="1393" y="113"/>
                    </a:cubicBezTo>
                    <a:cubicBezTo>
                      <a:pt x="1353" y="82"/>
                      <a:pt x="1312" y="77"/>
                      <a:pt x="1266" y="99"/>
                    </a:cubicBezTo>
                    <a:cubicBezTo>
                      <a:pt x="1182" y="138"/>
                      <a:pt x="1095" y="144"/>
                      <a:pt x="1007" y="115"/>
                    </a:cubicBezTo>
                    <a:cubicBezTo>
                      <a:pt x="959" y="99"/>
                      <a:pt x="919" y="110"/>
                      <a:pt x="883" y="146"/>
                    </a:cubicBezTo>
                    <a:cubicBezTo>
                      <a:pt x="820" y="212"/>
                      <a:pt x="740" y="246"/>
                      <a:pt x="650" y="249"/>
                    </a:cubicBezTo>
                    <a:cubicBezTo>
                      <a:pt x="596" y="251"/>
                      <a:pt x="562" y="275"/>
                      <a:pt x="540" y="323"/>
                    </a:cubicBezTo>
                    <a:cubicBezTo>
                      <a:pt x="502" y="405"/>
                      <a:pt x="440" y="465"/>
                      <a:pt x="356" y="499"/>
                    </a:cubicBezTo>
                    <a:cubicBezTo>
                      <a:pt x="305" y="519"/>
                      <a:pt x="281" y="554"/>
                      <a:pt x="277" y="606"/>
                    </a:cubicBezTo>
                    <a:cubicBezTo>
                      <a:pt x="271" y="695"/>
                      <a:pt x="234" y="771"/>
                      <a:pt x="169" y="831"/>
                    </a:cubicBezTo>
                    <a:cubicBezTo>
                      <a:pt x="126" y="869"/>
                      <a:pt x="115" y="911"/>
                      <a:pt x="130" y="966"/>
                    </a:cubicBezTo>
                    <a:cubicBezTo>
                      <a:pt x="152" y="1050"/>
                      <a:pt x="144" y="1133"/>
                      <a:pt x="102" y="1210"/>
                    </a:cubicBezTo>
                    <a:cubicBezTo>
                      <a:pt x="76" y="1258"/>
                      <a:pt x="77" y="1301"/>
                      <a:pt x="109" y="1346"/>
                    </a:cubicBezTo>
                    <a:cubicBezTo>
                      <a:pt x="161" y="1419"/>
                      <a:pt x="181" y="1501"/>
                      <a:pt x="168" y="1589"/>
                    </a:cubicBezTo>
                    <a:cubicBezTo>
                      <a:pt x="161" y="1643"/>
                      <a:pt x="177" y="1683"/>
                      <a:pt x="222" y="1715"/>
                    </a:cubicBezTo>
                    <a:cubicBezTo>
                      <a:pt x="297" y="1767"/>
                      <a:pt x="344" y="1839"/>
                      <a:pt x="362" y="1928"/>
                    </a:cubicBezTo>
                    <a:cubicBezTo>
                      <a:pt x="372" y="1978"/>
                      <a:pt x="400" y="2008"/>
                      <a:pt x="449" y="2021"/>
                    </a:cubicBezTo>
                    <a:cubicBezTo>
                      <a:pt x="539" y="2044"/>
                      <a:pt x="609" y="2096"/>
                      <a:pt x="658" y="2176"/>
                    </a:cubicBezTo>
                    <a:cubicBezTo>
                      <a:pt x="685" y="2219"/>
                      <a:pt x="722" y="2238"/>
                      <a:pt x="773" y="2232"/>
                    </a:cubicBezTo>
                    <a:cubicBezTo>
                      <a:pt x="864" y="2223"/>
                      <a:pt x="946" y="2247"/>
                      <a:pt x="1017" y="2303"/>
                    </a:cubicBezTo>
                    <a:cubicBezTo>
                      <a:pt x="1059" y="2336"/>
                      <a:pt x="1101" y="2341"/>
                      <a:pt x="1149" y="2319"/>
                    </a:cubicBezTo>
                    <a:cubicBezTo>
                      <a:pt x="1232" y="2280"/>
                      <a:pt x="1317" y="2275"/>
                      <a:pt x="1404" y="2303"/>
                    </a:cubicBezTo>
                    <a:cubicBezTo>
                      <a:pt x="1452" y="2318"/>
                      <a:pt x="1492" y="2310"/>
                      <a:pt x="1528" y="2273"/>
                    </a:cubicBezTo>
                    <a:cubicBezTo>
                      <a:pt x="1593" y="2207"/>
                      <a:pt x="1672" y="2172"/>
                      <a:pt x="1766" y="2170"/>
                    </a:cubicBezTo>
                    <a:cubicBezTo>
                      <a:pt x="1814" y="2168"/>
                      <a:pt x="1848" y="2147"/>
                      <a:pt x="1868" y="2103"/>
                    </a:cubicBezTo>
                    <a:cubicBezTo>
                      <a:pt x="1909" y="2014"/>
                      <a:pt x="1974" y="1952"/>
                      <a:pt x="2065" y="1916"/>
                    </a:cubicBezTo>
                    <a:cubicBezTo>
                      <a:pt x="2106" y="1900"/>
                      <a:pt x="2128" y="1869"/>
                      <a:pt x="2132" y="1825"/>
                    </a:cubicBezTo>
                    <a:cubicBezTo>
                      <a:pt x="2140" y="1727"/>
                      <a:pt x="2183" y="1647"/>
                      <a:pt x="2253" y="1577"/>
                    </a:cubicBezTo>
                    <a:cubicBezTo>
                      <a:pt x="2276" y="1553"/>
                      <a:pt x="2291" y="1502"/>
                      <a:pt x="2284" y="1470"/>
                    </a:cubicBezTo>
                    <a:cubicBezTo>
                      <a:pt x="2262" y="1373"/>
                      <a:pt x="2274" y="1285"/>
                      <a:pt x="2314" y="1196"/>
                    </a:cubicBezTo>
                    <a:cubicBezTo>
                      <a:pt x="2327" y="1165"/>
                      <a:pt x="2328" y="1116"/>
                      <a:pt x="2311" y="1089"/>
                    </a:cubicBezTo>
                    <a:cubicBezTo>
                      <a:pt x="2255" y="1001"/>
                      <a:pt x="2228" y="909"/>
                      <a:pt x="2250" y="7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8" name="Freeform 83"/>
              <p:cNvSpPr/>
              <p:nvPr/>
            </p:nvSpPr>
            <p:spPr bwMode="auto">
              <a:xfrm>
                <a:off x="3318" y="2439"/>
                <a:ext cx="327" cy="222"/>
              </a:xfrm>
              <a:custGeom>
                <a:avLst/>
                <a:gdLst>
                  <a:gd name="T0" fmla="*/ 77 w 242"/>
                  <a:gd name="T1" fmla="*/ 122 h 164"/>
                  <a:gd name="T2" fmla="*/ 104 w 242"/>
                  <a:gd name="T3" fmla="*/ 82 h 164"/>
                  <a:gd name="T4" fmla="*/ 112 w 242"/>
                  <a:gd name="T5" fmla="*/ 88 h 164"/>
                  <a:gd name="T6" fmla="*/ 92 w 242"/>
                  <a:gd name="T7" fmla="*/ 119 h 164"/>
                  <a:gd name="T8" fmla="*/ 242 w 242"/>
                  <a:gd name="T9" fmla="*/ 124 h 164"/>
                  <a:gd name="T10" fmla="*/ 161 w 242"/>
                  <a:gd name="T11" fmla="*/ 161 h 164"/>
                  <a:gd name="T12" fmla="*/ 99 w 242"/>
                  <a:gd name="T13" fmla="*/ 153 h 164"/>
                  <a:gd name="T14" fmla="*/ 38 w 242"/>
                  <a:gd name="T15" fmla="*/ 164 h 164"/>
                  <a:gd name="T16" fmla="*/ 29 w 242"/>
                  <a:gd name="T17" fmla="*/ 126 h 164"/>
                  <a:gd name="T18" fmla="*/ 32 w 242"/>
                  <a:gd name="T19" fmla="*/ 0 h 164"/>
                  <a:gd name="T20" fmla="*/ 77 w 242"/>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164">
                    <a:moveTo>
                      <a:pt x="77" y="122"/>
                    </a:moveTo>
                    <a:cubicBezTo>
                      <a:pt x="86" y="109"/>
                      <a:pt x="95" y="96"/>
                      <a:pt x="104" y="82"/>
                    </a:cubicBezTo>
                    <a:cubicBezTo>
                      <a:pt x="107" y="84"/>
                      <a:pt x="109" y="86"/>
                      <a:pt x="112" y="88"/>
                    </a:cubicBezTo>
                    <a:cubicBezTo>
                      <a:pt x="107" y="95"/>
                      <a:pt x="102" y="103"/>
                      <a:pt x="92" y="119"/>
                    </a:cubicBezTo>
                    <a:cubicBezTo>
                      <a:pt x="148" y="90"/>
                      <a:pt x="193" y="98"/>
                      <a:pt x="242" y="124"/>
                    </a:cubicBezTo>
                    <a:cubicBezTo>
                      <a:pt x="218" y="148"/>
                      <a:pt x="192" y="161"/>
                      <a:pt x="161" y="161"/>
                    </a:cubicBezTo>
                    <a:cubicBezTo>
                      <a:pt x="140" y="161"/>
                      <a:pt x="118" y="160"/>
                      <a:pt x="99" y="153"/>
                    </a:cubicBezTo>
                    <a:cubicBezTo>
                      <a:pt x="73" y="143"/>
                      <a:pt x="53" y="143"/>
                      <a:pt x="38" y="164"/>
                    </a:cubicBezTo>
                    <a:cubicBezTo>
                      <a:pt x="35" y="151"/>
                      <a:pt x="36" y="137"/>
                      <a:pt x="29" y="126"/>
                    </a:cubicBezTo>
                    <a:cubicBezTo>
                      <a:pt x="0" y="75"/>
                      <a:pt x="0" y="46"/>
                      <a:pt x="32" y="0"/>
                    </a:cubicBezTo>
                    <a:cubicBezTo>
                      <a:pt x="72" y="14"/>
                      <a:pt x="85" y="53"/>
                      <a:pt x="77"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9" name="Freeform 84"/>
              <p:cNvSpPr/>
              <p:nvPr/>
            </p:nvSpPr>
            <p:spPr bwMode="auto">
              <a:xfrm>
                <a:off x="3417" y="2308"/>
                <a:ext cx="339" cy="217"/>
              </a:xfrm>
              <a:custGeom>
                <a:avLst/>
                <a:gdLst>
                  <a:gd name="T0" fmla="*/ 251 w 251"/>
                  <a:gd name="T1" fmla="*/ 92 h 161"/>
                  <a:gd name="T2" fmla="*/ 65 w 251"/>
                  <a:gd name="T3" fmla="*/ 138 h 161"/>
                  <a:gd name="T4" fmla="*/ 29 w 251"/>
                  <a:gd name="T5" fmla="*/ 0 h 161"/>
                  <a:gd name="T6" fmla="*/ 87 w 251"/>
                  <a:gd name="T7" fmla="*/ 118 h 161"/>
                  <a:gd name="T8" fmla="*/ 251 w 251"/>
                  <a:gd name="T9" fmla="*/ 92 h 161"/>
                </a:gdLst>
                <a:ahLst/>
                <a:cxnLst>
                  <a:cxn ang="0">
                    <a:pos x="T0" y="T1"/>
                  </a:cxn>
                  <a:cxn ang="0">
                    <a:pos x="T2" y="T3"/>
                  </a:cxn>
                  <a:cxn ang="0">
                    <a:pos x="T4" y="T5"/>
                  </a:cxn>
                  <a:cxn ang="0">
                    <a:pos x="T6" y="T7"/>
                  </a:cxn>
                  <a:cxn ang="0">
                    <a:pos x="T8" y="T9"/>
                  </a:cxn>
                </a:cxnLst>
                <a:rect l="0" t="0" r="r" b="b"/>
                <a:pathLst>
                  <a:path w="251" h="161">
                    <a:moveTo>
                      <a:pt x="251" y="92"/>
                    </a:moveTo>
                    <a:cubicBezTo>
                      <a:pt x="205" y="161"/>
                      <a:pt x="133" y="134"/>
                      <a:pt x="65" y="138"/>
                    </a:cubicBezTo>
                    <a:cubicBezTo>
                      <a:pt x="8" y="81"/>
                      <a:pt x="0" y="53"/>
                      <a:pt x="29" y="0"/>
                    </a:cubicBezTo>
                    <a:cubicBezTo>
                      <a:pt x="75" y="19"/>
                      <a:pt x="90" y="48"/>
                      <a:pt x="87" y="118"/>
                    </a:cubicBezTo>
                    <a:cubicBezTo>
                      <a:pt x="139" y="83"/>
                      <a:pt x="191" y="61"/>
                      <a:pt x="251"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0" name="Freeform 85"/>
              <p:cNvSpPr/>
              <p:nvPr/>
            </p:nvSpPr>
            <p:spPr bwMode="auto">
              <a:xfrm>
                <a:off x="3561" y="2259"/>
                <a:ext cx="114" cy="141"/>
              </a:xfrm>
              <a:custGeom>
                <a:avLst/>
                <a:gdLst>
                  <a:gd name="T0" fmla="*/ 17 w 84"/>
                  <a:gd name="T1" fmla="*/ 104 h 104"/>
                  <a:gd name="T2" fmla="*/ 66 w 84"/>
                  <a:gd name="T3" fmla="*/ 0 h 104"/>
                  <a:gd name="T4" fmla="*/ 17 w 84"/>
                  <a:gd name="T5" fmla="*/ 104 h 104"/>
                </a:gdLst>
                <a:ahLst/>
                <a:cxnLst>
                  <a:cxn ang="0">
                    <a:pos x="T0" y="T1"/>
                  </a:cxn>
                  <a:cxn ang="0">
                    <a:pos x="T2" y="T3"/>
                  </a:cxn>
                  <a:cxn ang="0">
                    <a:pos x="T4" y="T5"/>
                  </a:cxn>
                </a:cxnLst>
                <a:rect l="0" t="0" r="r" b="b"/>
                <a:pathLst>
                  <a:path w="84" h="104">
                    <a:moveTo>
                      <a:pt x="17" y="104"/>
                    </a:moveTo>
                    <a:cubicBezTo>
                      <a:pt x="0" y="56"/>
                      <a:pt x="17" y="22"/>
                      <a:pt x="66" y="0"/>
                    </a:cubicBezTo>
                    <a:cubicBezTo>
                      <a:pt x="84" y="48"/>
                      <a:pt x="73" y="74"/>
                      <a:pt x="1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1" name="Freeform 86"/>
              <p:cNvSpPr/>
              <p:nvPr/>
            </p:nvSpPr>
            <p:spPr bwMode="auto">
              <a:xfrm>
                <a:off x="2161" y="2439"/>
                <a:ext cx="329" cy="222"/>
              </a:xfrm>
              <a:custGeom>
                <a:avLst/>
                <a:gdLst>
                  <a:gd name="T0" fmla="*/ 166 w 243"/>
                  <a:gd name="T1" fmla="*/ 122 h 164"/>
                  <a:gd name="T2" fmla="*/ 138 w 243"/>
                  <a:gd name="T3" fmla="*/ 82 h 164"/>
                  <a:gd name="T4" fmla="*/ 131 w 243"/>
                  <a:gd name="T5" fmla="*/ 88 h 164"/>
                  <a:gd name="T6" fmla="*/ 151 w 243"/>
                  <a:gd name="T7" fmla="*/ 119 h 164"/>
                  <a:gd name="T8" fmla="*/ 0 w 243"/>
                  <a:gd name="T9" fmla="*/ 124 h 164"/>
                  <a:gd name="T10" fmla="*/ 82 w 243"/>
                  <a:gd name="T11" fmla="*/ 161 h 164"/>
                  <a:gd name="T12" fmla="*/ 144 w 243"/>
                  <a:gd name="T13" fmla="*/ 153 h 164"/>
                  <a:gd name="T14" fmla="*/ 205 w 243"/>
                  <a:gd name="T15" fmla="*/ 164 h 164"/>
                  <a:gd name="T16" fmla="*/ 213 w 243"/>
                  <a:gd name="T17" fmla="*/ 126 h 164"/>
                  <a:gd name="T18" fmla="*/ 210 w 243"/>
                  <a:gd name="T19" fmla="*/ 0 h 164"/>
                  <a:gd name="T20" fmla="*/ 166 w 243"/>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3" h="164">
                    <a:moveTo>
                      <a:pt x="166" y="122"/>
                    </a:moveTo>
                    <a:cubicBezTo>
                      <a:pt x="156" y="109"/>
                      <a:pt x="147" y="96"/>
                      <a:pt x="138" y="82"/>
                    </a:cubicBezTo>
                    <a:cubicBezTo>
                      <a:pt x="136" y="84"/>
                      <a:pt x="134" y="86"/>
                      <a:pt x="131" y="88"/>
                    </a:cubicBezTo>
                    <a:cubicBezTo>
                      <a:pt x="136" y="95"/>
                      <a:pt x="140" y="103"/>
                      <a:pt x="151" y="119"/>
                    </a:cubicBezTo>
                    <a:cubicBezTo>
                      <a:pt x="95" y="90"/>
                      <a:pt x="50" y="98"/>
                      <a:pt x="0" y="124"/>
                    </a:cubicBezTo>
                    <a:cubicBezTo>
                      <a:pt x="24" y="148"/>
                      <a:pt x="51" y="161"/>
                      <a:pt x="82" y="161"/>
                    </a:cubicBezTo>
                    <a:cubicBezTo>
                      <a:pt x="102" y="161"/>
                      <a:pt x="124" y="160"/>
                      <a:pt x="144" y="153"/>
                    </a:cubicBezTo>
                    <a:cubicBezTo>
                      <a:pt x="169" y="143"/>
                      <a:pt x="190" y="143"/>
                      <a:pt x="205" y="164"/>
                    </a:cubicBezTo>
                    <a:cubicBezTo>
                      <a:pt x="207" y="151"/>
                      <a:pt x="207" y="137"/>
                      <a:pt x="213" y="126"/>
                    </a:cubicBezTo>
                    <a:cubicBezTo>
                      <a:pt x="243" y="75"/>
                      <a:pt x="243" y="46"/>
                      <a:pt x="210" y="0"/>
                    </a:cubicBezTo>
                    <a:cubicBezTo>
                      <a:pt x="170" y="14"/>
                      <a:pt x="157" y="53"/>
                      <a:pt x="16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2" name="Freeform 87"/>
              <p:cNvSpPr/>
              <p:nvPr/>
            </p:nvSpPr>
            <p:spPr bwMode="auto">
              <a:xfrm>
                <a:off x="2051" y="2308"/>
                <a:ext cx="340" cy="217"/>
              </a:xfrm>
              <a:custGeom>
                <a:avLst/>
                <a:gdLst>
                  <a:gd name="T0" fmla="*/ 0 w 251"/>
                  <a:gd name="T1" fmla="*/ 92 h 161"/>
                  <a:gd name="T2" fmla="*/ 186 w 251"/>
                  <a:gd name="T3" fmla="*/ 138 h 161"/>
                  <a:gd name="T4" fmla="*/ 222 w 251"/>
                  <a:gd name="T5" fmla="*/ 0 h 161"/>
                  <a:gd name="T6" fmla="*/ 164 w 251"/>
                  <a:gd name="T7" fmla="*/ 118 h 161"/>
                  <a:gd name="T8" fmla="*/ 0 w 251"/>
                  <a:gd name="T9" fmla="*/ 92 h 161"/>
                </a:gdLst>
                <a:ahLst/>
                <a:cxnLst>
                  <a:cxn ang="0">
                    <a:pos x="T0" y="T1"/>
                  </a:cxn>
                  <a:cxn ang="0">
                    <a:pos x="T2" y="T3"/>
                  </a:cxn>
                  <a:cxn ang="0">
                    <a:pos x="T4" y="T5"/>
                  </a:cxn>
                  <a:cxn ang="0">
                    <a:pos x="T6" y="T7"/>
                  </a:cxn>
                  <a:cxn ang="0">
                    <a:pos x="T8" y="T9"/>
                  </a:cxn>
                </a:cxnLst>
                <a:rect l="0" t="0" r="r" b="b"/>
                <a:pathLst>
                  <a:path w="251" h="161">
                    <a:moveTo>
                      <a:pt x="0" y="92"/>
                    </a:moveTo>
                    <a:cubicBezTo>
                      <a:pt x="45" y="161"/>
                      <a:pt x="118" y="134"/>
                      <a:pt x="186" y="138"/>
                    </a:cubicBezTo>
                    <a:cubicBezTo>
                      <a:pt x="243" y="81"/>
                      <a:pt x="251" y="53"/>
                      <a:pt x="222" y="0"/>
                    </a:cubicBezTo>
                    <a:cubicBezTo>
                      <a:pt x="175" y="19"/>
                      <a:pt x="160" y="48"/>
                      <a:pt x="164" y="118"/>
                    </a:cubicBezTo>
                    <a:cubicBezTo>
                      <a:pt x="112" y="83"/>
                      <a:pt x="60" y="61"/>
                      <a:pt x="0"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3" name="Freeform 88"/>
              <p:cNvSpPr/>
              <p:nvPr/>
            </p:nvSpPr>
            <p:spPr bwMode="auto">
              <a:xfrm>
                <a:off x="2132" y="2259"/>
                <a:ext cx="113" cy="141"/>
              </a:xfrm>
              <a:custGeom>
                <a:avLst/>
                <a:gdLst>
                  <a:gd name="T0" fmla="*/ 66 w 83"/>
                  <a:gd name="T1" fmla="*/ 104 h 104"/>
                  <a:gd name="T2" fmla="*/ 18 w 83"/>
                  <a:gd name="T3" fmla="*/ 0 h 104"/>
                  <a:gd name="T4" fmla="*/ 66 w 83"/>
                  <a:gd name="T5" fmla="*/ 104 h 104"/>
                </a:gdLst>
                <a:ahLst/>
                <a:cxnLst>
                  <a:cxn ang="0">
                    <a:pos x="T0" y="T1"/>
                  </a:cxn>
                  <a:cxn ang="0">
                    <a:pos x="T2" y="T3"/>
                  </a:cxn>
                  <a:cxn ang="0">
                    <a:pos x="T4" y="T5"/>
                  </a:cxn>
                </a:cxnLst>
                <a:rect l="0" t="0" r="r" b="b"/>
                <a:pathLst>
                  <a:path w="83" h="104">
                    <a:moveTo>
                      <a:pt x="66" y="104"/>
                    </a:moveTo>
                    <a:cubicBezTo>
                      <a:pt x="83" y="56"/>
                      <a:pt x="67" y="22"/>
                      <a:pt x="18" y="0"/>
                    </a:cubicBezTo>
                    <a:cubicBezTo>
                      <a:pt x="0" y="48"/>
                      <a:pt x="11" y="74"/>
                      <a:pt x="66"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4" name="Freeform 89"/>
              <p:cNvSpPr>
                <a:spLocks noEditPoints="1"/>
              </p:cNvSpPr>
              <p:nvPr/>
            </p:nvSpPr>
            <p:spPr bwMode="auto">
              <a:xfrm>
                <a:off x="1383" y="115"/>
                <a:ext cx="3004" cy="3013"/>
              </a:xfrm>
              <a:custGeom>
                <a:avLst/>
                <a:gdLst>
                  <a:gd name="T0" fmla="*/ 96 w 2220"/>
                  <a:gd name="T1" fmla="*/ 1479 h 2226"/>
                  <a:gd name="T2" fmla="*/ 31 w 2220"/>
                  <a:gd name="T3" fmla="*/ 1240 h 2226"/>
                  <a:gd name="T4" fmla="*/ 22 w 2220"/>
                  <a:gd name="T5" fmla="*/ 1129 h 2226"/>
                  <a:gd name="T6" fmla="*/ 52 w 2220"/>
                  <a:gd name="T7" fmla="*/ 860 h 2226"/>
                  <a:gd name="T8" fmla="*/ 83 w 2220"/>
                  <a:gd name="T9" fmla="*/ 753 h 2226"/>
                  <a:gd name="T10" fmla="*/ 206 w 2220"/>
                  <a:gd name="T11" fmla="*/ 505 h 2226"/>
                  <a:gd name="T12" fmla="*/ 260 w 2220"/>
                  <a:gd name="T13" fmla="*/ 428 h 2226"/>
                  <a:gd name="T14" fmla="*/ 469 w 2220"/>
                  <a:gd name="T15" fmla="*/ 229 h 2226"/>
                  <a:gd name="T16" fmla="*/ 547 w 2220"/>
                  <a:gd name="T17" fmla="*/ 176 h 2226"/>
                  <a:gd name="T18" fmla="*/ 810 w 2220"/>
                  <a:gd name="T19" fmla="*/ 59 h 2226"/>
                  <a:gd name="T20" fmla="*/ 902 w 2220"/>
                  <a:gd name="T21" fmla="*/ 39 h 2226"/>
                  <a:gd name="T22" fmla="*/ 1183 w 2220"/>
                  <a:gd name="T23" fmla="*/ 18 h 2226"/>
                  <a:gd name="T24" fmla="*/ 1283 w 2220"/>
                  <a:gd name="T25" fmla="*/ 31 h 2226"/>
                  <a:gd name="T26" fmla="*/ 1548 w 2220"/>
                  <a:gd name="T27" fmla="*/ 110 h 2226"/>
                  <a:gd name="T28" fmla="*/ 1639 w 2220"/>
                  <a:gd name="T29" fmla="*/ 153 h 2226"/>
                  <a:gd name="T30" fmla="*/ 1865 w 2220"/>
                  <a:gd name="T31" fmla="*/ 321 h 2226"/>
                  <a:gd name="T32" fmla="*/ 1934 w 2220"/>
                  <a:gd name="T33" fmla="*/ 396 h 2226"/>
                  <a:gd name="T34" fmla="*/ 2086 w 2220"/>
                  <a:gd name="T35" fmla="*/ 626 h 2226"/>
                  <a:gd name="T36" fmla="*/ 2128 w 2220"/>
                  <a:gd name="T37" fmla="*/ 724 h 2226"/>
                  <a:gd name="T38" fmla="*/ 2194 w 2220"/>
                  <a:gd name="T39" fmla="*/ 998 h 2226"/>
                  <a:gd name="T40" fmla="*/ 2200 w 2220"/>
                  <a:gd name="T41" fmla="*/ 1093 h 2226"/>
                  <a:gd name="T42" fmla="*/ 2168 w 2220"/>
                  <a:gd name="T43" fmla="*/ 1379 h 2226"/>
                  <a:gd name="T44" fmla="*/ 2140 w 2220"/>
                  <a:gd name="T45" fmla="*/ 1470 h 2226"/>
                  <a:gd name="T46" fmla="*/ 2018 w 2220"/>
                  <a:gd name="T47" fmla="*/ 1723 h 2226"/>
                  <a:gd name="T48" fmla="*/ 1958 w 2220"/>
                  <a:gd name="T49" fmla="*/ 1805 h 2226"/>
                  <a:gd name="T50" fmla="*/ 1757 w 2220"/>
                  <a:gd name="T51" fmla="*/ 1996 h 2226"/>
                  <a:gd name="T52" fmla="*/ 1669 w 2220"/>
                  <a:gd name="T53" fmla="*/ 2055 h 2226"/>
                  <a:gd name="T54" fmla="*/ 1421 w 2220"/>
                  <a:gd name="T55" fmla="*/ 2163 h 2226"/>
                  <a:gd name="T56" fmla="*/ 1314 w 2220"/>
                  <a:gd name="T57" fmla="*/ 2190 h 2226"/>
                  <a:gd name="T58" fmla="*/ 1049 w 2220"/>
                  <a:gd name="T59" fmla="*/ 2206 h 2226"/>
                  <a:gd name="T60" fmla="*/ 933 w 2220"/>
                  <a:gd name="T61" fmla="*/ 2194 h 2226"/>
                  <a:gd name="T62" fmla="*/ 679 w 2220"/>
                  <a:gd name="T63" fmla="*/ 2118 h 2226"/>
                  <a:gd name="T64" fmla="*/ 575 w 2220"/>
                  <a:gd name="T65" fmla="*/ 2065 h 2226"/>
                  <a:gd name="T66" fmla="*/ 366 w 2220"/>
                  <a:gd name="T67" fmla="*/ 1910 h 2226"/>
                  <a:gd name="T68" fmla="*/ 285 w 2220"/>
                  <a:gd name="T69" fmla="*/ 1827 h 2226"/>
                  <a:gd name="T70" fmla="*/ 160 w 2220"/>
                  <a:gd name="T71" fmla="*/ 1622 h 2226"/>
                  <a:gd name="T72" fmla="*/ 96 w 2220"/>
                  <a:gd name="T73" fmla="*/ 1479 h 2226"/>
                  <a:gd name="T74" fmla="*/ 1109 w 2220"/>
                  <a:gd name="T75" fmla="*/ 2139 h 2226"/>
                  <a:gd name="T76" fmla="*/ 1271 w 2220"/>
                  <a:gd name="T77" fmla="*/ 2122 h 2226"/>
                  <a:gd name="T78" fmla="*/ 2069 w 2220"/>
                  <a:gd name="T79" fmla="*/ 851 h 2226"/>
                  <a:gd name="T80" fmla="*/ 964 w 2220"/>
                  <a:gd name="T81" fmla="*/ 103 h 2226"/>
                  <a:gd name="T82" fmla="*/ 123 w 2220"/>
                  <a:gd name="T83" fmla="*/ 1029 h 2226"/>
                  <a:gd name="T84" fmla="*/ 1109 w 2220"/>
                  <a:gd name="T85" fmla="*/ 2139 h 2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220" h="2226">
                    <a:moveTo>
                      <a:pt x="96" y="1479"/>
                    </a:moveTo>
                    <a:cubicBezTo>
                      <a:pt x="98" y="1387"/>
                      <a:pt x="79" y="1309"/>
                      <a:pt x="31" y="1240"/>
                    </a:cubicBezTo>
                    <a:cubicBezTo>
                      <a:pt x="4" y="1203"/>
                      <a:pt x="0" y="1170"/>
                      <a:pt x="22" y="1129"/>
                    </a:cubicBezTo>
                    <a:cubicBezTo>
                      <a:pt x="67" y="1044"/>
                      <a:pt x="76" y="953"/>
                      <a:pt x="52" y="860"/>
                    </a:cubicBezTo>
                    <a:cubicBezTo>
                      <a:pt x="42" y="817"/>
                      <a:pt x="50" y="784"/>
                      <a:pt x="83" y="753"/>
                    </a:cubicBezTo>
                    <a:cubicBezTo>
                      <a:pt x="155" y="686"/>
                      <a:pt x="192" y="602"/>
                      <a:pt x="206" y="505"/>
                    </a:cubicBezTo>
                    <a:cubicBezTo>
                      <a:pt x="210" y="476"/>
                      <a:pt x="235" y="440"/>
                      <a:pt x="260" y="428"/>
                    </a:cubicBezTo>
                    <a:cubicBezTo>
                      <a:pt x="353" y="383"/>
                      <a:pt x="420" y="318"/>
                      <a:pt x="469" y="229"/>
                    </a:cubicBezTo>
                    <a:cubicBezTo>
                      <a:pt x="482" y="203"/>
                      <a:pt x="519" y="178"/>
                      <a:pt x="547" y="176"/>
                    </a:cubicBezTo>
                    <a:cubicBezTo>
                      <a:pt x="649" y="166"/>
                      <a:pt x="734" y="128"/>
                      <a:pt x="810" y="59"/>
                    </a:cubicBezTo>
                    <a:cubicBezTo>
                      <a:pt x="831" y="41"/>
                      <a:pt x="875" y="32"/>
                      <a:pt x="902" y="39"/>
                    </a:cubicBezTo>
                    <a:cubicBezTo>
                      <a:pt x="999" y="64"/>
                      <a:pt x="1092" y="61"/>
                      <a:pt x="1183" y="18"/>
                    </a:cubicBezTo>
                    <a:cubicBezTo>
                      <a:pt x="1221" y="0"/>
                      <a:pt x="1251" y="6"/>
                      <a:pt x="1283" y="31"/>
                    </a:cubicBezTo>
                    <a:cubicBezTo>
                      <a:pt x="1361" y="92"/>
                      <a:pt x="1450" y="118"/>
                      <a:pt x="1548" y="110"/>
                    </a:cubicBezTo>
                    <a:cubicBezTo>
                      <a:pt x="1589" y="107"/>
                      <a:pt x="1617" y="119"/>
                      <a:pt x="1639" y="153"/>
                    </a:cubicBezTo>
                    <a:cubicBezTo>
                      <a:pt x="1693" y="239"/>
                      <a:pt x="1768" y="295"/>
                      <a:pt x="1865" y="321"/>
                    </a:cubicBezTo>
                    <a:cubicBezTo>
                      <a:pt x="1905" y="332"/>
                      <a:pt x="1925" y="356"/>
                      <a:pt x="1934" y="396"/>
                    </a:cubicBezTo>
                    <a:cubicBezTo>
                      <a:pt x="1955" y="492"/>
                      <a:pt x="2005" y="570"/>
                      <a:pt x="2086" y="626"/>
                    </a:cubicBezTo>
                    <a:cubicBezTo>
                      <a:pt x="2121" y="651"/>
                      <a:pt x="2133" y="681"/>
                      <a:pt x="2128" y="724"/>
                    </a:cubicBezTo>
                    <a:cubicBezTo>
                      <a:pt x="2116" y="824"/>
                      <a:pt x="2141" y="913"/>
                      <a:pt x="2194" y="998"/>
                    </a:cubicBezTo>
                    <a:cubicBezTo>
                      <a:pt x="2209" y="1022"/>
                      <a:pt x="2212" y="1067"/>
                      <a:pt x="2200" y="1093"/>
                    </a:cubicBezTo>
                    <a:cubicBezTo>
                      <a:pt x="2156" y="1186"/>
                      <a:pt x="2149" y="1279"/>
                      <a:pt x="2168" y="1379"/>
                    </a:cubicBezTo>
                    <a:cubicBezTo>
                      <a:pt x="2173" y="1407"/>
                      <a:pt x="2160" y="1449"/>
                      <a:pt x="2140" y="1470"/>
                    </a:cubicBezTo>
                    <a:cubicBezTo>
                      <a:pt x="2071" y="1542"/>
                      <a:pt x="2026" y="1623"/>
                      <a:pt x="2018" y="1723"/>
                    </a:cubicBezTo>
                    <a:cubicBezTo>
                      <a:pt x="2014" y="1763"/>
                      <a:pt x="1996" y="1790"/>
                      <a:pt x="1958" y="1805"/>
                    </a:cubicBezTo>
                    <a:cubicBezTo>
                      <a:pt x="1866" y="1843"/>
                      <a:pt x="1799" y="1907"/>
                      <a:pt x="1757" y="1996"/>
                    </a:cubicBezTo>
                    <a:cubicBezTo>
                      <a:pt x="1739" y="2035"/>
                      <a:pt x="1713" y="2053"/>
                      <a:pt x="1669" y="2055"/>
                    </a:cubicBezTo>
                    <a:cubicBezTo>
                      <a:pt x="1573" y="2059"/>
                      <a:pt x="1489" y="2095"/>
                      <a:pt x="1421" y="2163"/>
                    </a:cubicBezTo>
                    <a:cubicBezTo>
                      <a:pt x="1389" y="2195"/>
                      <a:pt x="1357" y="2205"/>
                      <a:pt x="1314" y="2190"/>
                    </a:cubicBezTo>
                    <a:cubicBezTo>
                      <a:pt x="1224" y="2160"/>
                      <a:pt x="1134" y="2166"/>
                      <a:pt x="1049" y="2206"/>
                    </a:cubicBezTo>
                    <a:cubicBezTo>
                      <a:pt x="1005" y="2226"/>
                      <a:pt x="971" y="2223"/>
                      <a:pt x="933" y="2194"/>
                    </a:cubicBezTo>
                    <a:cubicBezTo>
                      <a:pt x="859" y="2136"/>
                      <a:pt x="773" y="2110"/>
                      <a:pt x="679" y="2118"/>
                    </a:cubicBezTo>
                    <a:cubicBezTo>
                      <a:pt x="631" y="2122"/>
                      <a:pt x="600" y="2106"/>
                      <a:pt x="575" y="2065"/>
                    </a:cubicBezTo>
                    <a:cubicBezTo>
                      <a:pt x="526" y="1987"/>
                      <a:pt x="455" y="1934"/>
                      <a:pt x="366" y="1910"/>
                    </a:cubicBezTo>
                    <a:cubicBezTo>
                      <a:pt x="321" y="1897"/>
                      <a:pt x="296" y="1875"/>
                      <a:pt x="285" y="1827"/>
                    </a:cubicBezTo>
                    <a:cubicBezTo>
                      <a:pt x="269" y="1745"/>
                      <a:pt x="228" y="1671"/>
                      <a:pt x="160" y="1622"/>
                    </a:cubicBezTo>
                    <a:cubicBezTo>
                      <a:pt x="105" y="1582"/>
                      <a:pt x="76" y="1539"/>
                      <a:pt x="96" y="1479"/>
                    </a:cubicBezTo>
                    <a:close/>
                    <a:moveTo>
                      <a:pt x="1109" y="2139"/>
                    </a:moveTo>
                    <a:cubicBezTo>
                      <a:pt x="1163" y="2134"/>
                      <a:pt x="1218" y="2131"/>
                      <a:pt x="1271" y="2122"/>
                    </a:cubicBezTo>
                    <a:cubicBezTo>
                      <a:pt x="1851" y="2023"/>
                      <a:pt x="2220" y="1434"/>
                      <a:pt x="2069" y="851"/>
                    </a:cubicBezTo>
                    <a:cubicBezTo>
                      <a:pt x="1938" y="347"/>
                      <a:pt x="1469" y="30"/>
                      <a:pt x="964" y="103"/>
                    </a:cubicBezTo>
                    <a:cubicBezTo>
                      <a:pt x="514" y="168"/>
                      <a:pt x="168" y="550"/>
                      <a:pt x="123" y="1029"/>
                    </a:cubicBezTo>
                    <a:cubicBezTo>
                      <a:pt x="67" y="1615"/>
                      <a:pt x="530" y="2135"/>
                      <a:pt x="1109" y="21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5" name="Freeform 90"/>
              <p:cNvSpPr>
                <a:spLocks noEditPoints="1"/>
              </p:cNvSpPr>
              <p:nvPr/>
            </p:nvSpPr>
            <p:spPr bwMode="auto">
              <a:xfrm>
                <a:off x="1577" y="318"/>
                <a:ext cx="2608" cy="2607"/>
              </a:xfrm>
              <a:custGeom>
                <a:avLst/>
                <a:gdLst>
                  <a:gd name="T0" fmla="*/ 964 w 1927"/>
                  <a:gd name="T1" fmla="*/ 1926 h 1926"/>
                  <a:gd name="T2" fmla="*/ 1 w 1927"/>
                  <a:gd name="T3" fmla="*/ 962 h 1926"/>
                  <a:gd name="T4" fmla="*/ 967 w 1927"/>
                  <a:gd name="T5" fmla="*/ 1 h 1926"/>
                  <a:gd name="T6" fmla="*/ 1926 w 1927"/>
                  <a:gd name="T7" fmla="*/ 963 h 1926"/>
                  <a:gd name="T8" fmla="*/ 964 w 1927"/>
                  <a:gd name="T9" fmla="*/ 1926 h 1926"/>
                  <a:gd name="T10" fmla="*/ 962 w 1927"/>
                  <a:gd name="T11" fmla="*/ 1903 h 1926"/>
                  <a:gd name="T12" fmla="*/ 1902 w 1927"/>
                  <a:gd name="T13" fmla="*/ 969 h 1926"/>
                  <a:gd name="T14" fmla="*/ 968 w 1927"/>
                  <a:gd name="T15" fmla="*/ 26 h 1926"/>
                  <a:gd name="T16" fmla="*/ 25 w 1927"/>
                  <a:gd name="T17" fmla="*/ 961 h 1926"/>
                  <a:gd name="T18" fmla="*/ 962 w 1927"/>
                  <a:gd name="T19" fmla="*/ 1903 h 1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7" h="1926">
                    <a:moveTo>
                      <a:pt x="964" y="1926"/>
                    </a:moveTo>
                    <a:cubicBezTo>
                      <a:pt x="433" y="1926"/>
                      <a:pt x="0" y="1493"/>
                      <a:pt x="1" y="962"/>
                    </a:cubicBezTo>
                    <a:cubicBezTo>
                      <a:pt x="2" y="432"/>
                      <a:pt x="436" y="0"/>
                      <a:pt x="967" y="1"/>
                    </a:cubicBezTo>
                    <a:cubicBezTo>
                      <a:pt x="1495" y="2"/>
                      <a:pt x="1926" y="433"/>
                      <a:pt x="1926" y="963"/>
                    </a:cubicBezTo>
                    <a:cubicBezTo>
                      <a:pt x="1927" y="1495"/>
                      <a:pt x="1496" y="1926"/>
                      <a:pt x="964" y="1926"/>
                    </a:cubicBezTo>
                    <a:close/>
                    <a:moveTo>
                      <a:pt x="962" y="1903"/>
                    </a:moveTo>
                    <a:cubicBezTo>
                      <a:pt x="1477" y="1904"/>
                      <a:pt x="1899" y="1485"/>
                      <a:pt x="1902" y="969"/>
                    </a:cubicBezTo>
                    <a:cubicBezTo>
                      <a:pt x="1904" y="450"/>
                      <a:pt x="1485" y="27"/>
                      <a:pt x="968" y="26"/>
                    </a:cubicBezTo>
                    <a:cubicBezTo>
                      <a:pt x="449" y="25"/>
                      <a:pt x="28" y="443"/>
                      <a:pt x="25" y="961"/>
                    </a:cubicBezTo>
                    <a:cubicBezTo>
                      <a:pt x="23" y="1477"/>
                      <a:pt x="445" y="1902"/>
                      <a:pt x="962" y="19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6" name="Freeform 91"/>
              <p:cNvSpPr>
                <a:spLocks noEditPoints="1"/>
              </p:cNvSpPr>
              <p:nvPr/>
            </p:nvSpPr>
            <p:spPr bwMode="auto">
              <a:xfrm>
                <a:off x="2237" y="1173"/>
                <a:ext cx="1289" cy="953"/>
              </a:xfrm>
              <a:custGeom>
                <a:avLst/>
                <a:gdLst>
                  <a:gd name="T0" fmla="*/ 938 w 953"/>
                  <a:gd name="T1" fmla="*/ 198 h 704"/>
                  <a:gd name="T2" fmla="*/ 485 w 953"/>
                  <a:gd name="T3" fmla="*/ 3 h 704"/>
                  <a:gd name="T4" fmla="*/ 477 w 953"/>
                  <a:gd name="T5" fmla="*/ 0 h 704"/>
                  <a:gd name="T6" fmla="*/ 468 w 953"/>
                  <a:gd name="T7" fmla="*/ 3 h 704"/>
                  <a:gd name="T8" fmla="*/ 15 w 953"/>
                  <a:gd name="T9" fmla="*/ 198 h 704"/>
                  <a:gd name="T10" fmla="*/ 0 w 953"/>
                  <a:gd name="T11" fmla="*/ 223 h 704"/>
                  <a:gd name="T12" fmla="*/ 15 w 953"/>
                  <a:gd name="T13" fmla="*/ 249 h 704"/>
                  <a:gd name="T14" fmla="*/ 468 w 953"/>
                  <a:gd name="T15" fmla="*/ 444 h 704"/>
                  <a:gd name="T16" fmla="*/ 485 w 953"/>
                  <a:gd name="T17" fmla="*/ 444 h 704"/>
                  <a:gd name="T18" fmla="*/ 838 w 953"/>
                  <a:gd name="T19" fmla="*/ 293 h 704"/>
                  <a:gd name="T20" fmla="*/ 838 w 953"/>
                  <a:gd name="T21" fmla="*/ 448 h 704"/>
                  <a:gd name="T22" fmla="*/ 805 w 953"/>
                  <a:gd name="T23" fmla="*/ 505 h 704"/>
                  <a:gd name="T24" fmla="*/ 838 w 953"/>
                  <a:gd name="T25" fmla="*/ 562 h 704"/>
                  <a:gd name="T26" fmla="*/ 838 w 953"/>
                  <a:gd name="T27" fmla="*/ 615 h 704"/>
                  <a:gd name="T28" fmla="*/ 884 w 953"/>
                  <a:gd name="T29" fmla="*/ 615 h 704"/>
                  <a:gd name="T30" fmla="*/ 884 w 953"/>
                  <a:gd name="T31" fmla="*/ 562 h 704"/>
                  <a:gd name="T32" fmla="*/ 915 w 953"/>
                  <a:gd name="T33" fmla="*/ 505 h 704"/>
                  <a:gd name="T34" fmla="*/ 884 w 953"/>
                  <a:gd name="T35" fmla="*/ 448 h 704"/>
                  <a:gd name="T36" fmla="*/ 884 w 953"/>
                  <a:gd name="T37" fmla="*/ 272 h 704"/>
                  <a:gd name="T38" fmla="*/ 938 w 953"/>
                  <a:gd name="T39" fmla="*/ 249 h 704"/>
                  <a:gd name="T40" fmla="*/ 953 w 953"/>
                  <a:gd name="T41" fmla="*/ 223 h 704"/>
                  <a:gd name="T42" fmla="*/ 938 w 953"/>
                  <a:gd name="T43" fmla="*/ 198 h 704"/>
                  <a:gd name="T44" fmla="*/ 477 w 953"/>
                  <a:gd name="T45" fmla="*/ 483 h 704"/>
                  <a:gd name="T46" fmla="*/ 457 w 953"/>
                  <a:gd name="T47" fmla="*/ 479 h 704"/>
                  <a:gd name="T48" fmla="*/ 174 w 953"/>
                  <a:gd name="T49" fmla="*/ 358 h 704"/>
                  <a:gd name="T50" fmla="*/ 174 w 953"/>
                  <a:gd name="T51" fmla="*/ 526 h 704"/>
                  <a:gd name="T52" fmla="*/ 445 w 953"/>
                  <a:gd name="T53" fmla="*/ 704 h 704"/>
                  <a:gd name="T54" fmla="*/ 509 w 953"/>
                  <a:gd name="T55" fmla="*/ 704 h 704"/>
                  <a:gd name="T56" fmla="*/ 779 w 953"/>
                  <a:gd name="T57" fmla="*/ 526 h 704"/>
                  <a:gd name="T58" fmla="*/ 779 w 953"/>
                  <a:gd name="T59" fmla="*/ 358 h 704"/>
                  <a:gd name="T60" fmla="*/ 496 w 953"/>
                  <a:gd name="T61" fmla="*/ 479 h 704"/>
                  <a:gd name="T62" fmla="*/ 477 w 953"/>
                  <a:gd name="T63" fmla="*/ 483 h 7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53" h="704">
                    <a:moveTo>
                      <a:pt x="938" y="198"/>
                    </a:moveTo>
                    <a:cubicBezTo>
                      <a:pt x="485" y="3"/>
                      <a:pt x="485" y="3"/>
                      <a:pt x="485" y="3"/>
                    </a:cubicBezTo>
                    <a:cubicBezTo>
                      <a:pt x="483" y="2"/>
                      <a:pt x="480" y="0"/>
                      <a:pt x="477" y="0"/>
                    </a:cubicBezTo>
                    <a:cubicBezTo>
                      <a:pt x="473" y="0"/>
                      <a:pt x="470" y="2"/>
                      <a:pt x="468" y="3"/>
                    </a:cubicBezTo>
                    <a:cubicBezTo>
                      <a:pt x="15" y="198"/>
                      <a:pt x="15" y="198"/>
                      <a:pt x="15" y="198"/>
                    </a:cubicBezTo>
                    <a:cubicBezTo>
                      <a:pt x="5" y="202"/>
                      <a:pt x="0" y="211"/>
                      <a:pt x="0" y="223"/>
                    </a:cubicBezTo>
                    <a:cubicBezTo>
                      <a:pt x="0" y="234"/>
                      <a:pt x="5" y="245"/>
                      <a:pt x="15" y="249"/>
                    </a:cubicBezTo>
                    <a:cubicBezTo>
                      <a:pt x="468" y="444"/>
                      <a:pt x="468" y="444"/>
                      <a:pt x="468" y="444"/>
                    </a:cubicBezTo>
                    <a:cubicBezTo>
                      <a:pt x="473" y="447"/>
                      <a:pt x="480" y="447"/>
                      <a:pt x="485" y="444"/>
                    </a:cubicBezTo>
                    <a:cubicBezTo>
                      <a:pt x="838" y="293"/>
                      <a:pt x="838" y="293"/>
                      <a:pt x="838" y="293"/>
                    </a:cubicBezTo>
                    <a:cubicBezTo>
                      <a:pt x="838" y="448"/>
                      <a:pt x="838" y="448"/>
                      <a:pt x="838" y="448"/>
                    </a:cubicBezTo>
                    <a:cubicBezTo>
                      <a:pt x="819" y="457"/>
                      <a:pt x="805" y="479"/>
                      <a:pt x="805" y="505"/>
                    </a:cubicBezTo>
                    <a:cubicBezTo>
                      <a:pt x="805" y="530"/>
                      <a:pt x="819" y="551"/>
                      <a:pt x="838" y="562"/>
                    </a:cubicBezTo>
                    <a:cubicBezTo>
                      <a:pt x="838" y="615"/>
                      <a:pt x="838" y="615"/>
                      <a:pt x="838" y="615"/>
                    </a:cubicBezTo>
                    <a:cubicBezTo>
                      <a:pt x="884" y="615"/>
                      <a:pt x="884" y="615"/>
                      <a:pt x="884" y="615"/>
                    </a:cubicBezTo>
                    <a:cubicBezTo>
                      <a:pt x="884" y="562"/>
                      <a:pt x="884" y="562"/>
                      <a:pt x="884" y="562"/>
                    </a:cubicBezTo>
                    <a:cubicBezTo>
                      <a:pt x="903" y="551"/>
                      <a:pt x="915" y="530"/>
                      <a:pt x="915" y="505"/>
                    </a:cubicBezTo>
                    <a:cubicBezTo>
                      <a:pt x="915" y="479"/>
                      <a:pt x="903" y="457"/>
                      <a:pt x="884" y="448"/>
                    </a:cubicBezTo>
                    <a:cubicBezTo>
                      <a:pt x="884" y="272"/>
                      <a:pt x="884" y="272"/>
                      <a:pt x="884" y="272"/>
                    </a:cubicBezTo>
                    <a:cubicBezTo>
                      <a:pt x="938" y="249"/>
                      <a:pt x="938" y="249"/>
                      <a:pt x="938" y="249"/>
                    </a:cubicBezTo>
                    <a:cubicBezTo>
                      <a:pt x="948" y="245"/>
                      <a:pt x="953" y="234"/>
                      <a:pt x="953" y="223"/>
                    </a:cubicBezTo>
                    <a:cubicBezTo>
                      <a:pt x="953" y="211"/>
                      <a:pt x="948" y="202"/>
                      <a:pt x="938" y="198"/>
                    </a:cubicBezTo>
                    <a:close/>
                    <a:moveTo>
                      <a:pt x="477" y="483"/>
                    </a:moveTo>
                    <a:cubicBezTo>
                      <a:pt x="470" y="483"/>
                      <a:pt x="462" y="482"/>
                      <a:pt x="457" y="479"/>
                    </a:cubicBezTo>
                    <a:cubicBezTo>
                      <a:pt x="174" y="358"/>
                      <a:pt x="174" y="358"/>
                      <a:pt x="174" y="358"/>
                    </a:cubicBezTo>
                    <a:cubicBezTo>
                      <a:pt x="174" y="526"/>
                      <a:pt x="174" y="526"/>
                      <a:pt x="174" y="526"/>
                    </a:cubicBezTo>
                    <a:cubicBezTo>
                      <a:pt x="174" y="663"/>
                      <a:pt x="381" y="704"/>
                      <a:pt x="445" y="704"/>
                    </a:cubicBezTo>
                    <a:cubicBezTo>
                      <a:pt x="509" y="704"/>
                      <a:pt x="509" y="704"/>
                      <a:pt x="509" y="704"/>
                    </a:cubicBezTo>
                    <a:cubicBezTo>
                      <a:pt x="558" y="704"/>
                      <a:pt x="779" y="663"/>
                      <a:pt x="779" y="526"/>
                    </a:cubicBezTo>
                    <a:cubicBezTo>
                      <a:pt x="779" y="358"/>
                      <a:pt x="779" y="358"/>
                      <a:pt x="779" y="358"/>
                    </a:cubicBezTo>
                    <a:cubicBezTo>
                      <a:pt x="496" y="479"/>
                      <a:pt x="496" y="479"/>
                      <a:pt x="496" y="479"/>
                    </a:cubicBezTo>
                    <a:cubicBezTo>
                      <a:pt x="491" y="482"/>
                      <a:pt x="484" y="483"/>
                      <a:pt x="477" y="4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7" name="Freeform 92"/>
              <p:cNvSpPr/>
              <p:nvPr/>
            </p:nvSpPr>
            <p:spPr bwMode="auto">
              <a:xfrm>
                <a:off x="1702" y="1676"/>
                <a:ext cx="256" cy="138"/>
              </a:xfrm>
              <a:custGeom>
                <a:avLst/>
                <a:gdLst>
                  <a:gd name="T0" fmla="*/ 187 w 189"/>
                  <a:gd name="T1" fmla="*/ 49 h 102"/>
                  <a:gd name="T2" fmla="*/ 182 w 189"/>
                  <a:gd name="T3" fmla="*/ 84 h 102"/>
                  <a:gd name="T4" fmla="*/ 160 w 189"/>
                  <a:gd name="T5" fmla="*/ 102 h 102"/>
                  <a:gd name="T6" fmla="*/ 145 w 189"/>
                  <a:gd name="T7" fmla="*/ 78 h 102"/>
                  <a:gd name="T8" fmla="*/ 161 w 189"/>
                  <a:gd name="T9" fmla="*/ 54 h 102"/>
                  <a:gd name="T10" fmla="*/ 154 w 189"/>
                  <a:gd name="T11" fmla="*/ 39 h 102"/>
                  <a:gd name="T12" fmla="*/ 136 w 189"/>
                  <a:gd name="T13" fmla="*/ 36 h 102"/>
                  <a:gd name="T14" fmla="*/ 4 w 189"/>
                  <a:gd name="T15" fmla="*/ 49 h 102"/>
                  <a:gd name="T16" fmla="*/ 0 w 189"/>
                  <a:gd name="T17" fmla="*/ 16 h 102"/>
                  <a:gd name="T18" fmla="*/ 130 w 189"/>
                  <a:gd name="T19" fmla="*/ 2 h 102"/>
                  <a:gd name="T20" fmla="*/ 170 w 189"/>
                  <a:gd name="T21" fmla="*/ 12 h 102"/>
                  <a:gd name="T22" fmla="*/ 187 w 189"/>
                  <a:gd name="T23" fmla="*/ 4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2">
                    <a:moveTo>
                      <a:pt x="187" y="49"/>
                    </a:moveTo>
                    <a:cubicBezTo>
                      <a:pt x="189" y="63"/>
                      <a:pt x="187" y="75"/>
                      <a:pt x="182" y="84"/>
                    </a:cubicBezTo>
                    <a:cubicBezTo>
                      <a:pt x="177" y="92"/>
                      <a:pt x="169" y="99"/>
                      <a:pt x="160" y="102"/>
                    </a:cubicBezTo>
                    <a:cubicBezTo>
                      <a:pt x="145" y="78"/>
                      <a:pt x="145" y="78"/>
                      <a:pt x="145" y="78"/>
                    </a:cubicBezTo>
                    <a:cubicBezTo>
                      <a:pt x="157" y="74"/>
                      <a:pt x="162" y="66"/>
                      <a:pt x="161" y="54"/>
                    </a:cubicBezTo>
                    <a:cubicBezTo>
                      <a:pt x="160" y="47"/>
                      <a:pt x="158" y="42"/>
                      <a:pt x="154" y="39"/>
                    </a:cubicBezTo>
                    <a:cubicBezTo>
                      <a:pt x="149" y="36"/>
                      <a:pt x="144" y="35"/>
                      <a:pt x="136" y="36"/>
                    </a:cubicBezTo>
                    <a:cubicBezTo>
                      <a:pt x="4" y="49"/>
                      <a:pt x="4" y="49"/>
                      <a:pt x="4" y="49"/>
                    </a:cubicBezTo>
                    <a:cubicBezTo>
                      <a:pt x="0" y="16"/>
                      <a:pt x="0" y="16"/>
                      <a:pt x="0" y="16"/>
                    </a:cubicBezTo>
                    <a:cubicBezTo>
                      <a:pt x="130" y="2"/>
                      <a:pt x="130" y="2"/>
                      <a:pt x="130" y="2"/>
                    </a:cubicBezTo>
                    <a:cubicBezTo>
                      <a:pt x="147" y="0"/>
                      <a:pt x="160" y="4"/>
                      <a:pt x="170" y="12"/>
                    </a:cubicBezTo>
                    <a:cubicBezTo>
                      <a:pt x="180" y="20"/>
                      <a:pt x="185" y="32"/>
                      <a:pt x="187"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8" name="Freeform 93"/>
              <p:cNvSpPr/>
              <p:nvPr/>
            </p:nvSpPr>
            <p:spPr bwMode="auto">
              <a:xfrm>
                <a:off x="1702" y="1581"/>
                <a:ext cx="245" cy="54"/>
              </a:xfrm>
              <a:custGeom>
                <a:avLst/>
                <a:gdLst>
                  <a:gd name="T0" fmla="*/ 1 w 245"/>
                  <a:gd name="T1" fmla="*/ 0 h 54"/>
                  <a:gd name="T2" fmla="*/ 245 w 245"/>
                  <a:gd name="T3" fmla="*/ 8 h 54"/>
                  <a:gd name="T4" fmla="*/ 244 w 245"/>
                  <a:gd name="T5" fmla="*/ 54 h 54"/>
                  <a:gd name="T6" fmla="*/ 0 w 245"/>
                  <a:gd name="T7" fmla="*/ 46 h 54"/>
                  <a:gd name="T8" fmla="*/ 1 w 245"/>
                  <a:gd name="T9" fmla="*/ 0 h 54"/>
                </a:gdLst>
                <a:ahLst/>
                <a:cxnLst>
                  <a:cxn ang="0">
                    <a:pos x="T0" y="T1"/>
                  </a:cxn>
                  <a:cxn ang="0">
                    <a:pos x="T2" y="T3"/>
                  </a:cxn>
                  <a:cxn ang="0">
                    <a:pos x="T4" y="T5"/>
                  </a:cxn>
                  <a:cxn ang="0">
                    <a:pos x="T6" y="T7"/>
                  </a:cxn>
                  <a:cxn ang="0">
                    <a:pos x="T8" y="T9"/>
                  </a:cxn>
                </a:cxnLst>
                <a:rect l="0" t="0" r="r" b="b"/>
                <a:pathLst>
                  <a:path w="245" h="54">
                    <a:moveTo>
                      <a:pt x="1" y="0"/>
                    </a:moveTo>
                    <a:lnTo>
                      <a:pt x="245" y="8"/>
                    </a:lnTo>
                    <a:lnTo>
                      <a:pt x="244" y="54"/>
                    </a:lnTo>
                    <a:lnTo>
                      <a:pt x="0" y="46"/>
                    </a:ln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9" name="Freeform 94"/>
              <p:cNvSpPr/>
              <p:nvPr/>
            </p:nvSpPr>
            <p:spPr bwMode="auto">
              <a:xfrm>
                <a:off x="1706" y="1311"/>
                <a:ext cx="277" cy="241"/>
              </a:xfrm>
              <a:custGeom>
                <a:avLst/>
                <a:gdLst>
                  <a:gd name="T0" fmla="*/ 39 w 277"/>
                  <a:gd name="T1" fmla="*/ 0 h 241"/>
                  <a:gd name="T2" fmla="*/ 277 w 277"/>
                  <a:gd name="T3" fmla="*/ 48 h 241"/>
                  <a:gd name="T4" fmla="*/ 269 w 277"/>
                  <a:gd name="T5" fmla="*/ 88 h 241"/>
                  <a:gd name="T6" fmla="*/ 80 w 277"/>
                  <a:gd name="T7" fmla="*/ 168 h 241"/>
                  <a:gd name="T8" fmla="*/ 246 w 277"/>
                  <a:gd name="T9" fmla="*/ 201 h 241"/>
                  <a:gd name="T10" fmla="*/ 238 w 277"/>
                  <a:gd name="T11" fmla="*/ 241 h 241"/>
                  <a:gd name="T12" fmla="*/ 0 w 277"/>
                  <a:gd name="T13" fmla="*/ 194 h 241"/>
                  <a:gd name="T14" fmla="*/ 9 w 277"/>
                  <a:gd name="T15" fmla="*/ 147 h 241"/>
                  <a:gd name="T16" fmla="*/ 188 w 277"/>
                  <a:gd name="T17" fmla="*/ 72 h 241"/>
                  <a:gd name="T18" fmla="*/ 31 w 277"/>
                  <a:gd name="T19" fmla="*/ 41 h 241"/>
                  <a:gd name="T20" fmla="*/ 39 w 277"/>
                  <a:gd name="T21" fmla="*/ 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7" h="241">
                    <a:moveTo>
                      <a:pt x="39" y="0"/>
                    </a:moveTo>
                    <a:lnTo>
                      <a:pt x="277" y="48"/>
                    </a:lnTo>
                    <a:lnTo>
                      <a:pt x="269" y="88"/>
                    </a:lnTo>
                    <a:lnTo>
                      <a:pt x="80" y="168"/>
                    </a:lnTo>
                    <a:lnTo>
                      <a:pt x="246" y="201"/>
                    </a:lnTo>
                    <a:lnTo>
                      <a:pt x="238" y="241"/>
                    </a:lnTo>
                    <a:lnTo>
                      <a:pt x="0" y="194"/>
                    </a:lnTo>
                    <a:lnTo>
                      <a:pt x="9" y="147"/>
                    </a:lnTo>
                    <a:lnTo>
                      <a:pt x="188" y="72"/>
                    </a:lnTo>
                    <a:lnTo>
                      <a:pt x="31" y="41"/>
                    </a:lnTo>
                    <a:lnTo>
                      <a:pt x="3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0" name="Freeform 95"/>
              <p:cNvSpPr/>
              <p:nvPr/>
            </p:nvSpPr>
            <p:spPr bwMode="auto">
              <a:xfrm>
                <a:off x="1832" y="1015"/>
                <a:ext cx="249" cy="232"/>
              </a:xfrm>
              <a:custGeom>
                <a:avLst/>
                <a:gdLst>
                  <a:gd name="T0" fmla="*/ 27 w 184"/>
                  <a:gd name="T1" fmla="*/ 117 h 171"/>
                  <a:gd name="T2" fmla="*/ 7 w 184"/>
                  <a:gd name="T3" fmla="*/ 98 h 171"/>
                  <a:gd name="T4" fmla="*/ 1 w 184"/>
                  <a:gd name="T5" fmla="*/ 70 h 171"/>
                  <a:gd name="T6" fmla="*/ 11 w 184"/>
                  <a:gd name="T7" fmla="*/ 38 h 171"/>
                  <a:gd name="T8" fmla="*/ 39 w 184"/>
                  <a:gd name="T9" fmla="*/ 7 h 171"/>
                  <a:gd name="T10" fmla="*/ 74 w 184"/>
                  <a:gd name="T11" fmla="*/ 2 h 171"/>
                  <a:gd name="T12" fmla="*/ 72 w 184"/>
                  <a:gd name="T13" fmla="*/ 32 h 171"/>
                  <a:gd name="T14" fmla="*/ 52 w 184"/>
                  <a:gd name="T15" fmla="*/ 35 h 171"/>
                  <a:gd name="T16" fmla="*/ 37 w 184"/>
                  <a:gd name="T17" fmla="*/ 51 h 171"/>
                  <a:gd name="T18" fmla="*/ 31 w 184"/>
                  <a:gd name="T19" fmla="*/ 73 h 171"/>
                  <a:gd name="T20" fmla="*/ 42 w 184"/>
                  <a:gd name="T21" fmla="*/ 87 h 171"/>
                  <a:gd name="T22" fmla="*/ 59 w 184"/>
                  <a:gd name="T23" fmla="*/ 88 h 171"/>
                  <a:gd name="T24" fmla="*/ 80 w 184"/>
                  <a:gd name="T25" fmla="*/ 69 h 171"/>
                  <a:gd name="T26" fmla="*/ 118 w 184"/>
                  <a:gd name="T27" fmla="*/ 39 h 171"/>
                  <a:gd name="T28" fmla="*/ 157 w 184"/>
                  <a:gd name="T29" fmla="*/ 45 h 171"/>
                  <a:gd name="T30" fmla="*/ 178 w 184"/>
                  <a:gd name="T31" fmla="*/ 66 h 171"/>
                  <a:gd name="T32" fmla="*/ 183 w 184"/>
                  <a:gd name="T33" fmla="*/ 95 h 171"/>
                  <a:gd name="T34" fmla="*/ 173 w 184"/>
                  <a:gd name="T35" fmla="*/ 129 h 171"/>
                  <a:gd name="T36" fmla="*/ 142 w 184"/>
                  <a:gd name="T37" fmla="*/ 162 h 171"/>
                  <a:gd name="T38" fmla="*/ 104 w 184"/>
                  <a:gd name="T39" fmla="*/ 168 h 171"/>
                  <a:gd name="T40" fmla="*/ 106 w 184"/>
                  <a:gd name="T41" fmla="*/ 137 h 171"/>
                  <a:gd name="T42" fmla="*/ 130 w 184"/>
                  <a:gd name="T43" fmla="*/ 134 h 171"/>
                  <a:gd name="T44" fmla="*/ 148 w 184"/>
                  <a:gd name="T45" fmla="*/ 115 h 171"/>
                  <a:gd name="T46" fmla="*/ 154 w 184"/>
                  <a:gd name="T47" fmla="*/ 91 h 171"/>
                  <a:gd name="T48" fmla="*/ 141 w 184"/>
                  <a:gd name="T49" fmla="*/ 75 h 171"/>
                  <a:gd name="T50" fmla="*/ 122 w 184"/>
                  <a:gd name="T51" fmla="*/ 74 h 171"/>
                  <a:gd name="T52" fmla="*/ 98 w 184"/>
                  <a:gd name="T53" fmla="*/ 95 h 171"/>
                  <a:gd name="T54" fmla="*/ 63 w 184"/>
                  <a:gd name="T55" fmla="*/ 122 h 171"/>
                  <a:gd name="T56" fmla="*/ 27 w 184"/>
                  <a:gd name="T57" fmla="*/ 11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4" h="171">
                    <a:moveTo>
                      <a:pt x="27" y="117"/>
                    </a:moveTo>
                    <a:cubicBezTo>
                      <a:pt x="18" y="112"/>
                      <a:pt x="11" y="106"/>
                      <a:pt x="7" y="98"/>
                    </a:cubicBezTo>
                    <a:cubicBezTo>
                      <a:pt x="2" y="90"/>
                      <a:pt x="0" y="80"/>
                      <a:pt x="1" y="70"/>
                    </a:cubicBezTo>
                    <a:cubicBezTo>
                      <a:pt x="2" y="60"/>
                      <a:pt x="5" y="49"/>
                      <a:pt x="11" y="38"/>
                    </a:cubicBezTo>
                    <a:cubicBezTo>
                      <a:pt x="19" y="24"/>
                      <a:pt x="28" y="13"/>
                      <a:pt x="39" y="7"/>
                    </a:cubicBezTo>
                    <a:cubicBezTo>
                      <a:pt x="50" y="1"/>
                      <a:pt x="61" y="0"/>
                      <a:pt x="74" y="2"/>
                    </a:cubicBezTo>
                    <a:cubicBezTo>
                      <a:pt x="72" y="32"/>
                      <a:pt x="72" y="32"/>
                      <a:pt x="72" y="32"/>
                    </a:cubicBezTo>
                    <a:cubicBezTo>
                      <a:pt x="64" y="31"/>
                      <a:pt x="58" y="32"/>
                      <a:pt x="52" y="35"/>
                    </a:cubicBezTo>
                    <a:cubicBezTo>
                      <a:pt x="46" y="38"/>
                      <a:pt x="41" y="43"/>
                      <a:pt x="37" y="51"/>
                    </a:cubicBezTo>
                    <a:cubicBezTo>
                      <a:pt x="32" y="59"/>
                      <a:pt x="30" y="67"/>
                      <a:pt x="31" y="73"/>
                    </a:cubicBezTo>
                    <a:cubicBezTo>
                      <a:pt x="32" y="79"/>
                      <a:pt x="36" y="83"/>
                      <a:pt x="42" y="87"/>
                    </a:cubicBezTo>
                    <a:cubicBezTo>
                      <a:pt x="48" y="90"/>
                      <a:pt x="54" y="90"/>
                      <a:pt x="59" y="88"/>
                    </a:cubicBezTo>
                    <a:cubicBezTo>
                      <a:pt x="65" y="85"/>
                      <a:pt x="72" y="79"/>
                      <a:pt x="80" y="69"/>
                    </a:cubicBezTo>
                    <a:cubicBezTo>
                      <a:pt x="93" y="53"/>
                      <a:pt x="106" y="43"/>
                      <a:pt x="118" y="39"/>
                    </a:cubicBezTo>
                    <a:cubicBezTo>
                      <a:pt x="130" y="35"/>
                      <a:pt x="143" y="37"/>
                      <a:pt x="157" y="45"/>
                    </a:cubicBezTo>
                    <a:cubicBezTo>
                      <a:pt x="166" y="50"/>
                      <a:pt x="173" y="57"/>
                      <a:pt x="178" y="66"/>
                    </a:cubicBezTo>
                    <a:cubicBezTo>
                      <a:pt x="182" y="74"/>
                      <a:pt x="184" y="84"/>
                      <a:pt x="183" y="95"/>
                    </a:cubicBezTo>
                    <a:cubicBezTo>
                      <a:pt x="183" y="106"/>
                      <a:pt x="179" y="118"/>
                      <a:pt x="173" y="129"/>
                    </a:cubicBezTo>
                    <a:cubicBezTo>
                      <a:pt x="164" y="144"/>
                      <a:pt x="154" y="155"/>
                      <a:pt x="142" y="162"/>
                    </a:cubicBezTo>
                    <a:cubicBezTo>
                      <a:pt x="130" y="169"/>
                      <a:pt x="118" y="171"/>
                      <a:pt x="104" y="168"/>
                    </a:cubicBezTo>
                    <a:cubicBezTo>
                      <a:pt x="106" y="137"/>
                      <a:pt x="106" y="137"/>
                      <a:pt x="106" y="137"/>
                    </a:cubicBezTo>
                    <a:cubicBezTo>
                      <a:pt x="115" y="139"/>
                      <a:pt x="122" y="138"/>
                      <a:pt x="130" y="134"/>
                    </a:cubicBezTo>
                    <a:cubicBezTo>
                      <a:pt x="137" y="131"/>
                      <a:pt x="143" y="124"/>
                      <a:pt x="148" y="115"/>
                    </a:cubicBezTo>
                    <a:cubicBezTo>
                      <a:pt x="153" y="106"/>
                      <a:pt x="155" y="98"/>
                      <a:pt x="154" y="91"/>
                    </a:cubicBezTo>
                    <a:cubicBezTo>
                      <a:pt x="152" y="84"/>
                      <a:pt x="148" y="79"/>
                      <a:pt x="141" y="75"/>
                    </a:cubicBezTo>
                    <a:cubicBezTo>
                      <a:pt x="135" y="71"/>
                      <a:pt x="128" y="71"/>
                      <a:pt x="122" y="74"/>
                    </a:cubicBezTo>
                    <a:cubicBezTo>
                      <a:pt x="115" y="77"/>
                      <a:pt x="107" y="84"/>
                      <a:pt x="98" y="95"/>
                    </a:cubicBezTo>
                    <a:cubicBezTo>
                      <a:pt x="87" y="109"/>
                      <a:pt x="75" y="119"/>
                      <a:pt x="63" y="122"/>
                    </a:cubicBezTo>
                    <a:cubicBezTo>
                      <a:pt x="51" y="126"/>
                      <a:pt x="39" y="124"/>
                      <a:pt x="27" y="1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1" name="Freeform 96"/>
              <p:cNvSpPr/>
              <p:nvPr/>
            </p:nvSpPr>
            <p:spPr bwMode="auto">
              <a:xfrm>
                <a:off x="1933" y="784"/>
                <a:ext cx="314" cy="310"/>
              </a:xfrm>
              <a:custGeom>
                <a:avLst/>
                <a:gdLst>
                  <a:gd name="T0" fmla="*/ 133 w 314"/>
                  <a:gd name="T1" fmla="*/ 0 h 310"/>
                  <a:gd name="T2" fmla="*/ 314 w 314"/>
                  <a:gd name="T3" fmla="*/ 161 h 310"/>
                  <a:gd name="T4" fmla="*/ 283 w 314"/>
                  <a:gd name="T5" fmla="*/ 196 h 310"/>
                  <a:gd name="T6" fmla="*/ 203 w 314"/>
                  <a:gd name="T7" fmla="*/ 124 h 310"/>
                  <a:gd name="T8" fmla="*/ 132 w 314"/>
                  <a:gd name="T9" fmla="*/ 203 h 310"/>
                  <a:gd name="T10" fmla="*/ 213 w 314"/>
                  <a:gd name="T11" fmla="*/ 274 h 310"/>
                  <a:gd name="T12" fmla="*/ 182 w 314"/>
                  <a:gd name="T13" fmla="*/ 310 h 310"/>
                  <a:gd name="T14" fmla="*/ 0 w 314"/>
                  <a:gd name="T15" fmla="*/ 147 h 310"/>
                  <a:gd name="T16" fmla="*/ 31 w 314"/>
                  <a:gd name="T17" fmla="*/ 113 h 310"/>
                  <a:gd name="T18" fmla="*/ 103 w 314"/>
                  <a:gd name="T19" fmla="*/ 177 h 310"/>
                  <a:gd name="T20" fmla="*/ 175 w 314"/>
                  <a:gd name="T21" fmla="*/ 98 h 310"/>
                  <a:gd name="T22" fmla="*/ 102 w 314"/>
                  <a:gd name="T23" fmla="*/ 34 h 310"/>
                  <a:gd name="T24" fmla="*/ 133 w 314"/>
                  <a:gd name="T25"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4" h="310">
                    <a:moveTo>
                      <a:pt x="133" y="0"/>
                    </a:moveTo>
                    <a:lnTo>
                      <a:pt x="314" y="161"/>
                    </a:lnTo>
                    <a:lnTo>
                      <a:pt x="283" y="196"/>
                    </a:lnTo>
                    <a:lnTo>
                      <a:pt x="203" y="124"/>
                    </a:lnTo>
                    <a:lnTo>
                      <a:pt x="132" y="203"/>
                    </a:lnTo>
                    <a:lnTo>
                      <a:pt x="213" y="274"/>
                    </a:lnTo>
                    <a:lnTo>
                      <a:pt x="182" y="310"/>
                    </a:lnTo>
                    <a:lnTo>
                      <a:pt x="0" y="147"/>
                    </a:lnTo>
                    <a:lnTo>
                      <a:pt x="31" y="113"/>
                    </a:lnTo>
                    <a:lnTo>
                      <a:pt x="103" y="177"/>
                    </a:lnTo>
                    <a:lnTo>
                      <a:pt x="175" y="98"/>
                    </a:lnTo>
                    <a:lnTo>
                      <a:pt x="102" y="34"/>
                    </a:lnTo>
                    <a:lnTo>
                      <a:pt x="1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2" name="Freeform 97"/>
              <p:cNvSpPr>
                <a:spLocks noEditPoints="1"/>
              </p:cNvSpPr>
              <p:nvPr/>
            </p:nvSpPr>
            <p:spPr bwMode="auto">
              <a:xfrm>
                <a:off x="2184" y="658"/>
                <a:ext cx="251" cy="279"/>
              </a:xfrm>
              <a:custGeom>
                <a:avLst/>
                <a:gdLst>
                  <a:gd name="T0" fmla="*/ 161 w 251"/>
                  <a:gd name="T1" fmla="*/ 141 h 279"/>
                  <a:gd name="T2" fmla="*/ 90 w 251"/>
                  <a:gd name="T3" fmla="*/ 191 h 279"/>
                  <a:gd name="T4" fmla="*/ 111 w 251"/>
                  <a:gd name="T5" fmla="*/ 252 h 279"/>
                  <a:gd name="T6" fmla="*/ 71 w 251"/>
                  <a:gd name="T7" fmla="*/ 279 h 279"/>
                  <a:gd name="T8" fmla="*/ 0 w 251"/>
                  <a:gd name="T9" fmla="*/ 32 h 279"/>
                  <a:gd name="T10" fmla="*/ 47 w 251"/>
                  <a:gd name="T11" fmla="*/ 0 h 279"/>
                  <a:gd name="T12" fmla="*/ 251 w 251"/>
                  <a:gd name="T13" fmla="*/ 153 h 279"/>
                  <a:gd name="T14" fmla="*/ 211 w 251"/>
                  <a:gd name="T15" fmla="*/ 181 h 279"/>
                  <a:gd name="T16" fmla="*/ 161 w 251"/>
                  <a:gd name="T17" fmla="*/ 141 h 279"/>
                  <a:gd name="T18" fmla="*/ 130 w 251"/>
                  <a:gd name="T19" fmla="*/ 116 h 279"/>
                  <a:gd name="T20" fmla="*/ 43 w 251"/>
                  <a:gd name="T21" fmla="*/ 47 h 279"/>
                  <a:gd name="T22" fmla="*/ 78 w 251"/>
                  <a:gd name="T23" fmla="*/ 151 h 279"/>
                  <a:gd name="T24" fmla="*/ 130 w 251"/>
                  <a:gd name="T25" fmla="*/ 116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1" h="279">
                    <a:moveTo>
                      <a:pt x="161" y="141"/>
                    </a:moveTo>
                    <a:lnTo>
                      <a:pt x="90" y="191"/>
                    </a:lnTo>
                    <a:lnTo>
                      <a:pt x="111" y="252"/>
                    </a:lnTo>
                    <a:lnTo>
                      <a:pt x="71" y="279"/>
                    </a:lnTo>
                    <a:lnTo>
                      <a:pt x="0" y="32"/>
                    </a:lnTo>
                    <a:lnTo>
                      <a:pt x="47" y="0"/>
                    </a:lnTo>
                    <a:lnTo>
                      <a:pt x="251" y="153"/>
                    </a:lnTo>
                    <a:lnTo>
                      <a:pt x="211" y="181"/>
                    </a:lnTo>
                    <a:lnTo>
                      <a:pt x="161" y="141"/>
                    </a:lnTo>
                    <a:close/>
                    <a:moveTo>
                      <a:pt x="130" y="116"/>
                    </a:moveTo>
                    <a:lnTo>
                      <a:pt x="43" y="47"/>
                    </a:lnTo>
                    <a:lnTo>
                      <a:pt x="78" y="151"/>
                    </a:lnTo>
                    <a:lnTo>
                      <a:pt x="130" y="1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3" name="Freeform 98"/>
              <p:cNvSpPr/>
              <p:nvPr/>
            </p:nvSpPr>
            <p:spPr bwMode="auto">
              <a:xfrm>
                <a:off x="2360" y="509"/>
                <a:ext cx="272" cy="298"/>
              </a:xfrm>
              <a:custGeom>
                <a:avLst/>
                <a:gdLst>
                  <a:gd name="T0" fmla="*/ 184 w 272"/>
                  <a:gd name="T1" fmla="*/ 0 h 298"/>
                  <a:gd name="T2" fmla="*/ 272 w 272"/>
                  <a:gd name="T3" fmla="*/ 226 h 298"/>
                  <a:gd name="T4" fmla="*/ 232 w 272"/>
                  <a:gd name="T5" fmla="*/ 241 h 298"/>
                  <a:gd name="T6" fmla="*/ 65 w 272"/>
                  <a:gd name="T7" fmla="*/ 124 h 298"/>
                  <a:gd name="T8" fmla="*/ 127 w 272"/>
                  <a:gd name="T9" fmla="*/ 283 h 298"/>
                  <a:gd name="T10" fmla="*/ 88 w 272"/>
                  <a:gd name="T11" fmla="*/ 298 h 298"/>
                  <a:gd name="T12" fmla="*/ 0 w 272"/>
                  <a:gd name="T13" fmla="*/ 72 h 298"/>
                  <a:gd name="T14" fmla="*/ 44 w 272"/>
                  <a:gd name="T15" fmla="*/ 54 h 298"/>
                  <a:gd name="T16" fmla="*/ 204 w 272"/>
                  <a:gd name="T17" fmla="*/ 165 h 298"/>
                  <a:gd name="T18" fmla="*/ 144 w 272"/>
                  <a:gd name="T19" fmla="*/ 15 h 298"/>
                  <a:gd name="T20" fmla="*/ 184 w 272"/>
                  <a:gd name="T2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298">
                    <a:moveTo>
                      <a:pt x="184" y="0"/>
                    </a:moveTo>
                    <a:lnTo>
                      <a:pt x="272" y="226"/>
                    </a:lnTo>
                    <a:lnTo>
                      <a:pt x="232" y="241"/>
                    </a:lnTo>
                    <a:lnTo>
                      <a:pt x="65" y="124"/>
                    </a:lnTo>
                    <a:lnTo>
                      <a:pt x="127" y="283"/>
                    </a:lnTo>
                    <a:lnTo>
                      <a:pt x="88" y="298"/>
                    </a:lnTo>
                    <a:lnTo>
                      <a:pt x="0" y="72"/>
                    </a:lnTo>
                    <a:lnTo>
                      <a:pt x="44" y="54"/>
                    </a:lnTo>
                    <a:lnTo>
                      <a:pt x="204" y="165"/>
                    </a:lnTo>
                    <a:lnTo>
                      <a:pt x="144" y="15"/>
                    </a:lnTo>
                    <a:lnTo>
                      <a:pt x="18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4" name="Freeform 99"/>
              <p:cNvSpPr/>
              <p:nvPr/>
            </p:nvSpPr>
            <p:spPr bwMode="auto">
              <a:xfrm>
                <a:off x="2726" y="462"/>
                <a:ext cx="205" cy="251"/>
              </a:xfrm>
              <a:custGeom>
                <a:avLst/>
                <a:gdLst>
                  <a:gd name="T0" fmla="*/ 81 w 151"/>
                  <a:gd name="T1" fmla="*/ 185 h 186"/>
                  <a:gd name="T2" fmla="*/ 42 w 151"/>
                  <a:gd name="T3" fmla="*/ 179 h 186"/>
                  <a:gd name="T4" fmla="*/ 16 w 151"/>
                  <a:gd name="T5" fmla="*/ 156 h 186"/>
                  <a:gd name="T6" fmla="*/ 5 w 151"/>
                  <a:gd name="T7" fmla="*/ 121 h 186"/>
                  <a:gd name="T8" fmla="*/ 0 w 151"/>
                  <a:gd name="T9" fmla="*/ 6 h 186"/>
                  <a:gd name="T10" fmla="*/ 32 w 151"/>
                  <a:gd name="T11" fmla="*/ 5 h 186"/>
                  <a:gd name="T12" fmla="*/ 37 w 151"/>
                  <a:gd name="T13" fmla="*/ 117 h 186"/>
                  <a:gd name="T14" fmla="*/ 48 w 151"/>
                  <a:gd name="T15" fmla="*/ 148 h 186"/>
                  <a:gd name="T16" fmla="*/ 79 w 151"/>
                  <a:gd name="T17" fmla="*/ 158 h 186"/>
                  <a:gd name="T18" fmla="*/ 107 w 151"/>
                  <a:gd name="T19" fmla="*/ 145 h 186"/>
                  <a:gd name="T20" fmla="*/ 116 w 151"/>
                  <a:gd name="T21" fmla="*/ 113 h 186"/>
                  <a:gd name="T22" fmla="*/ 111 w 151"/>
                  <a:gd name="T23" fmla="*/ 1 h 186"/>
                  <a:gd name="T24" fmla="*/ 145 w 151"/>
                  <a:gd name="T25" fmla="*/ 0 h 186"/>
                  <a:gd name="T26" fmla="*/ 150 w 151"/>
                  <a:gd name="T27" fmla="*/ 114 h 186"/>
                  <a:gd name="T28" fmla="*/ 143 w 151"/>
                  <a:gd name="T29" fmla="*/ 151 h 186"/>
                  <a:gd name="T30" fmla="*/ 119 w 151"/>
                  <a:gd name="T31" fmla="*/ 175 h 186"/>
                  <a:gd name="T32" fmla="*/ 81 w 151"/>
                  <a:gd name="T33" fmla="*/ 18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1" h="186">
                    <a:moveTo>
                      <a:pt x="81" y="185"/>
                    </a:moveTo>
                    <a:cubicBezTo>
                      <a:pt x="66" y="186"/>
                      <a:pt x="53" y="184"/>
                      <a:pt x="42" y="179"/>
                    </a:cubicBezTo>
                    <a:cubicBezTo>
                      <a:pt x="31" y="174"/>
                      <a:pt x="22" y="166"/>
                      <a:pt x="16" y="156"/>
                    </a:cubicBezTo>
                    <a:cubicBezTo>
                      <a:pt x="9" y="146"/>
                      <a:pt x="6" y="134"/>
                      <a:pt x="5" y="121"/>
                    </a:cubicBezTo>
                    <a:cubicBezTo>
                      <a:pt x="0" y="6"/>
                      <a:pt x="0" y="6"/>
                      <a:pt x="0" y="6"/>
                    </a:cubicBezTo>
                    <a:cubicBezTo>
                      <a:pt x="32" y="5"/>
                      <a:pt x="32" y="5"/>
                      <a:pt x="32" y="5"/>
                    </a:cubicBezTo>
                    <a:cubicBezTo>
                      <a:pt x="37" y="117"/>
                      <a:pt x="37" y="117"/>
                      <a:pt x="37" y="117"/>
                    </a:cubicBezTo>
                    <a:cubicBezTo>
                      <a:pt x="37" y="131"/>
                      <a:pt x="41" y="141"/>
                      <a:pt x="48" y="148"/>
                    </a:cubicBezTo>
                    <a:cubicBezTo>
                      <a:pt x="56" y="155"/>
                      <a:pt x="66" y="158"/>
                      <a:pt x="79" y="158"/>
                    </a:cubicBezTo>
                    <a:cubicBezTo>
                      <a:pt x="91" y="157"/>
                      <a:pt x="101" y="153"/>
                      <a:pt x="107" y="145"/>
                    </a:cubicBezTo>
                    <a:cubicBezTo>
                      <a:pt x="114" y="138"/>
                      <a:pt x="117" y="127"/>
                      <a:pt x="116" y="113"/>
                    </a:cubicBezTo>
                    <a:cubicBezTo>
                      <a:pt x="111" y="1"/>
                      <a:pt x="111" y="1"/>
                      <a:pt x="111" y="1"/>
                    </a:cubicBezTo>
                    <a:cubicBezTo>
                      <a:pt x="145" y="0"/>
                      <a:pt x="145" y="0"/>
                      <a:pt x="145" y="0"/>
                    </a:cubicBezTo>
                    <a:cubicBezTo>
                      <a:pt x="150" y="114"/>
                      <a:pt x="150" y="114"/>
                      <a:pt x="150" y="114"/>
                    </a:cubicBezTo>
                    <a:cubicBezTo>
                      <a:pt x="151" y="128"/>
                      <a:pt x="149" y="140"/>
                      <a:pt x="143" y="151"/>
                    </a:cubicBezTo>
                    <a:cubicBezTo>
                      <a:pt x="138" y="161"/>
                      <a:pt x="130" y="169"/>
                      <a:pt x="119" y="175"/>
                    </a:cubicBezTo>
                    <a:cubicBezTo>
                      <a:pt x="108" y="181"/>
                      <a:pt x="96" y="184"/>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5" name="Freeform 100"/>
              <p:cNvSpPr/>
              <p:nvPr/>
            </p:nvSpPr>
            <p:spPr bwMode="auto">
              <a:xfrm>
                <a:off x="2961" y="467"/>
                <a:ext cx="242" cy="277"/>
              </a:xfrm>
              <a:custGeom>
                <a:avLst/>
                <a:gdLst>
                  <a:gd name="T0" fmla="*/ 242 w 242"/>
                  <a:gd name="T1" fmla="*/ 39 h 277"/>
                  <a:gd name="T2" fmla="*/ 194 w 242"/>
                  <a:gd name="T3" fmla="*/ 277 h 277"/>
                  <a:gd name="T4" fmla="*/ 152 w 242"/>
                  <a:gd name="T5" fmla="*/ 269 h 277"/>
                  <a:gd name="T6" fmla="*/ 74 w 242"/>
                  <a:gd name="T7" fmla="*/ 80 h 277"/>
                  <a:gd name="T8" fmla="*/ 42 w 242"/>
                  <a:gd name="T9" fmla="*/ 248 h 277"/>
                  <a:gd name="T10" fmla="*/ 0 w 242"/>
                  <a:gd name="T11" fmla="*/ 240 h 277"/>
                  <a:gd name="T12" fmla="*/ 47 w 242"/>
                  <a:gd name="T13" fmla="*/ 0 h 277"/>
                  <a:gd name="T14" fmla="*/ 96 w 242"/>
                  <a:gd name="T15" fmla="*/ 9 h 277"/>
                  <a:gd name="T16" fmla="*/ 169 w 242"/>
                  <a:gd name="T17" fmla="*/ 189 h 277"/>
                  <a:gd name="T18" fmla="*/ 201 w 242"/>
                  <a:gd name="T19" fmla="*/ 31 h 277"/>
                  <a:gd name="T20" fmla="*/ 242 w 242"/>
                  <a:gd name="T21" fmla="*/ 39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277">
                    <a:moveTo>
                      <a:pt x="242" y="39"/>
                    </a:moveTo>
                    <a:lnTo>
                      <a:pt x="194" y="277"/>
                    </a:lnTo>
                    <a:lnTo>
                      <a:pt x="152" y="269"/>
                    </a:lnTo>
                    <a:lnTo>
                      <a:pt x="74" y="80"/>
                    </a:lnTo>
                    <a:lnTo>
                      <a:pt x="42" y="248"/>
                    </a:lnTo>
                    <a:lnTo>
                      <a:pt x="0" y="240"/>
                    </a:lnTo>
                    <a:lnTo>
                      <a:pt x="47" y="0"/>
                    </a:lnTo>
                    <a:lnTo>
                      <a:pt x="96" y="9"/>
                    </a:lnTo>
                    <a:lnTo>
                      <a:pt x="169" y="189"/>
                    </a:lnTo>
                    <a:lnTo>
                      <a:pt x="201" y="31"/>
                    </a:lnTo>
                    <a:lnTo>
                      <a:pt x="242" y="3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6" name="Freeform 101"/>
              <p:cNvSpPr/>
              <p:nvPr/>
            </p:nvSpPr>
            <p:spPr bwMode="auto">
              <a:xfrm>
                <a:off x="3187" y="533"/>
                <a:ext cx="130" cy="244"/>
              </a:xfrm>
              <a:custGeom>
                <a:avLst/>
                <a:gdLst>
                  <a:gd name="T0" fmla="*/ 130 w 130"/>
                  <a:gd name="T1" fmla="*/ 17 h 244"/>
                  <a:gd name="T2" fmla="*/ 43 w 130"/>
                  <a:gd name="T3" fmla="*/ 244 h 244"/>
                  <a:gd name="T4" fmla="*/ 0 w 130"/>
                  <a:gd name="T5" fmla="*/ 228 h 244"/>
                  <a:gd name="T6" fmla="*/ 86 w 130"/>
                  <a:gd name="T7" fmla="*/ 0 h 244"/>
                  <a:gd name="T8" fmla="*/ 130 w 130"/>
                  <a:gd name="T9" fmla="*/ 17 h 244"/>
                </a:gdLst>
                <a:ahLst/>
                <a:cxnLst>
                  <a:cxn ang="0">
                    <a:pos x="T0" y="T1"/>
                  </a:cxn>
                  <a:cxn ang="0">
                    <a:pos x="T2" y="T3"/>
                  </a:cxn>
                  <a:cxn ang="0">
                    <a:pos x="T4" y="T5"/>
                  </a:cxn>
                  <a:cxn ang="0">
                    <a:pos x="T6" y="T7"/>
                  </a:cxn>
                  <a:cxn ang="0">
                    <a:pos x="T8" y="T9"/>
                  </a:cxn>
                </a:cxnLst>
                <a:rect l="0" t="0" r="r" b="b"/>
                <a:pathLst>
                  <a:path w="130" h="244">
                    <a:moveTo>
                      <a:pt x="130" y="17"/>
                    </a:moveTo>
                    <a:lnTo>
                      <a:pt x="43" y="244"/>
                    </a:lnTo>
                    <a:lnTo>
                      <a:pt x="0" y="228"/>
                    </a:lnTo>
                    <a:lnTo>
                      <a:pt x="86" y="0"/>
                    </a:lnTo>
                    <a:lnTo>
                      <a:pt x="130"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7" name="Freeform 102"/>
              <p:cNvSpPr/>
              <p:nvPr/>
            </p:nvSpPr>
            <p:spPr bwMode="auto">
              <a:xfrm>
                <a:off x="3321" y="568"/>
                <a:ext cx="240" cy="279"/>
              </a:xfrm>
              <a:custGeom>
                <a:avLst/>
                <a:gdLst>
                  <a:gd name="T0" fmla="*/ 240 w 240"/>
                  <a:gd name="T1" fmla="*/ 110 h 279"/>
                  <a:gd name="T2" fmla="*/ 48 w 240"/>
                  <a:gd name="T3" fmla="*/ 279 h 279"/>
                  <a:gd name="T4" fmla="*/ 0 w 240"/>
                  <a:gd name="T5" fmla="*/ 251 h 279"/>
                  <a:gd name="T6" fmla="*/ 51 w 240"/>
                  <a:gd name="T7" fmla="*/ 0 h 279"/>
                  <a:gd name="T8" fmla="*/ 94 w 240"/>
                  <a:gd name="T9" fmla="*/ 25 h 279"/>
                  <a:gd name="T10" fmla="*/ 44 w 240"/>
                  <a:gd name="T11" fmla="*/ 235 h 279"/>
                  <a:gd name="T12" fmla="*/ 200 w 240"/>
                  <a:gd name="T13" fmla="*/ 87 h 279"/>
                  <a:gd name="T14" fmla="*/ 240 w 240"/>
                  <a:gd name="T15" fmla="*/ 110 h 2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0" h="279">
                    <a:moveTo>
                      <a:pt x="240" y="110"/>
                    </a:moveTo>
                    <a:lnTo>
                      <a:pt x="48" y="279"/>
                    </a:lnTo>
                    <a:lnTo>
                      <a:pt x="0" y="251"/>
                    </a:lnTo>
                    <a:lnTo>
                      <a:pt x="51" y="0"/>
                    </a:lnTo>
                    <a:lnTo>
                      <a:pt x="94" y="25"/>
                    </a:lnTo>
                    <a:lnTo>
                      <a:pt x="44" y="235"/>
                    </a:lnTo>
                    <a:lnTo>
                      <a:pt x="200" y="87"/>
                    </a:lnTo>
                    <a:lnTo>
                      <a:pt x="240" y="1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8" name="Freeform 103"/>
              <p:cNvSpPr/>
              <p:nvPr/>
            </p:nvSpPr>
            <p:spPr bwMode="auto">
              <a:xfrm>
                <a:off x="3449" y="720"/>
                <a:ext cx="275" cy="280"/>
              </a:xfrm>
              <a:custGeom>
                <a:avLst/>
                <a:gdLst>
                  <a:gd name="T0" fmla="*/ 172 w 275"/>
                  <a:gd name="T1" fmla="*/ 60 h 280"/>
                  <a:gd name="T2" fmla="*/ 133 w 275"/>
                  <a:gd name="T3" fmla="*/ 102 h 280"/>
                  <a:gd name="T4" fmla="*/ 204 w 275"/>
                  <a:gd name="T5" fmla="*/ 168 h 280"/>
                  <a:gd name="T6" fmla="*/ 179 w 275"/>
                  <a:gd name="T7" fmla="*/ 196 h 280"/>
                  <a:gd name="T8" fmla="*/ 107 w 275"/>
                  <a:gd name="T9" fmla="*/ 131 h 280"/>
                  <a:gd name="T10" fmla="*/ 60 w 275"/>
                  <a:gd name="T11" fmla="*/ 183 h 280"/>
                  <a:gd name="T12" fmla="*/ 137 w 275"/>
                  <a:gd name="T13" fmla="*/ 252 h 280"/>
                  <a:gd name="T14" fmla="*/ 111 w 275"/>
                  <a:gd name="T15" fmla="*/ 280 h 280"/>
                  <a:gd name="T16" fmla="*/ 0 w 275"/>
                  <a:gd name="T17" fmla="*/ 180 h 280"/>
                  <a:gd name="T18" fmla="*/ 164 w 275"/>
                  <a:gd name="T19" fmla="*/ 0 h 280"/>
                  <a:gd name="T20" fmla="*/ 275 w 275"/>
                  <a:gd name="T21" fmla="*/ 100 h 280"/>
                  <a:gd name="T22" fmla="*/ 248 w 275"/>
                  <a:gd name="T23" fmla="*/ 129 h 280"/>
                  <a:gd name="T24" fmla="*/ 172 w 275"/>
                  <a:gd name="T25" fmla="*/ 6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5" h="280">
                    <a:moveTo>
                      <a:pt x="172" y="60"/>
                    </a:moveTo>
                    <a:lnTo>
                      <a:pt x="133" y="102"/>
                    </a:lnTo>
                    <a:lnTo>
                      <a:pt x="204" y="168"/>
                    </a:lnTo>
                    <a:lnTo>
                      <a:pt x="179" y="196"/>
                    </a:lnTo>
                    <a:lnTo>
                      <a:pt x="107" y="131"/>
                    </a:lnTo>
                    <a:lnTo>
                      <a:pt x="60" y="183"/>
                    </a:lnTo>
                    <a:lnTo>
                      <a:pt x="137" y="252"/>
                    </a:lnTo>
                    <a:lnTo>
                      <a:pt x="111" y="280"/>
                    </a:lnTo>
                    <a:lnTo>
                      <a:pt x="0" y="180"/>
                    </a:lnTo>
                    <a:lnTo>
                      <a:pt x="164" y="0"/>
                    </a:lnTo>
                    <a:lnTo>
                      <a:pt x="275" y="100"/>
                    </a:lnTo>
                    <a:lnTo>
                      <a:pt x="248" y="129"/>
                    </a:lnTo>
                    <a:lnTo>
                      <a:pt x="172" y="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9" name="Freeform 104"/>
              <p:cNvSpPr>
                <a:spLocks noEditPoints="1"/>
              </p:cNvSpPr>
              <p:nvPr/>
            </p:nvSpPr>
            <p:spPr bwMode="auto">
              <a:xfrm>
                <a:off x="3579" y="877"/>
                <a:ext cx="271" cy="294"/>
              </a:xfrm>
              <a:custGeom>
                <a:avLst/>
                <a:gdLst>
                  <a:gd name="T0" fmla="*/ 87 w 200"/>
                  <a:gd name="T1" fmla="*/ 108 h 217"/>
                  <a:gd name="T2" fmla="*/ 76 w 200"/>
                  <a:gd name="T3" fmla="*/ 93 h 217"/>
                  <a:gd name="T4" fmla="*/ 20 w 200"/>
                  <a:gd name="T5" fmla="*/ 133 h 217"/>
                  <a:gd name="T6" fmla="*/ 0 w 200"/>
                  <a:gd name="T7" fmla="*/ 106 h 217"/>
                  <a:gd name="T8" fmla="*/ 145 w 200"/>
                  <a:gd name="T9" fmla="*/ 0 h 217"/>
                  <a:gd name="T10" fmla="*/ 187 w 200"/>
                  <a:gd name="T11" fmla="*/ 58 h 217"/>
                  <a:gd name="T12" fmla="*/ 199 w 200"/>
                  <a:gd name="T13" fmla="*/ 85 h 217"/>
                  <a:gd name="T14" fmla="*/ 195 w 200"/>
                  <a:gd name="T15" fmla="*/ 112 h 217"/>
                  <a:gd name="T16" fmla="*/ 175 w 200"/>
                  <a:gd name="T17" fmla="*/ 135 h 217"/>
                  <a:gd name="T18" fmla="*/ 141 w 200"/>
                  <a:gd name="T19" fmla="*/ 147 h 217"/>
                  <a:gd name="T20" fmla="*/ 109 w 200"/>
                  <a:gd name="T21" fmla="*/ 135 h 217"/>
                  <a:gd name="T22" fmla="*/ 81 w 200"/>
                  <a:gd name="T23" fmla="*/ 217 h 217"/>
                  <a:gd name="T24" fmla="*/ 57 w 200"/>
                  <a:gd name="T25" fmla="*/ 184 h 217"/>
                  <a:gd name="T26" fmla="*/ 87 w 200"/>
                  <a:gd name="T27" fmla="*/ 108 h 217"/>
                  <a:gd name="T28" fmla="*/ 97 w 200"/>
                  <a:gd name="T29" fmla="*/ 77 h 217"/>
                  <a:gd name="T30" fmla="*/ 115 w 200"/>
                  <a:gd name="T31" fmla="*/ 101 h 217"/>
                  <a:gd name="T32" fmla="*/ 134 w 200"/>
                  <a:gd name="T33" fmla="*/ 114 h 217"/>
                  <a:gd name="T34" fmla="*/ 155 w 200"/>
                  <a:gd name="T35" fmla="*/ 108 h 217"/>
                  <a:gd name="T36" fmla="*/ 168 w 200"/>
                  <a:gd name="T37" fmla="*/ 89 h 217"/>
                  <a:gd name="T38" fmla="*/ 161 w 200"/>
                  <a:gd name="T39" fmla="*/ 68 h 217"/>
                  <a:gd name="T40" fmla="*/ 143 w 200"/>
                  <a:gd name="T41" fmla="*/ 43 h 217"/>
                  <a:gd name="T42" fmla="*/ 97 w 200"/>
                  <a:gd name="T43" fmla="*/ 7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0" h="217">
                    <a:moveTo>
                      <a:pt x="87" y="108"/>
                    </a:moveTo>
                    <a:cubicBezTo>
                      <a:pt x="76" y="93"/>
                      <a:pt x="76" y="93"/>
                      <a:pt x="76" y="93"/>
                    </a:cubicBezTo>
                    <a:cubicBezTo>
                      <a:pt x="20" y="133"/>
                      <a:pt x="20" y="133"/>
                      <a:pt x="20" y="133"/>
                    </a:cubicBezTo>
                    <a:cubicBezTo>
                      <a:pt x="0" y="106"/>
                      <a:pt x="0" y="106"/>
                      <a:pt x="0" y="106"/>
                    </a:cubicBezTo>
                    <a:cubicBezTo>
                      <a:pt x="145" y="0"/>
                      <a:pt x="145" y="0"/>
                      <a:pt x="145" y="0"/>
                    </a:cubicBezTo>
                    <a:cubicBezTo>
                      <a:pt x="187" y="58"/>
                      <a:pt x="187" y="58"/>
                      <a:pt x="187" y="58"/>
                    </a:cubicBezTo>
                    <a:cubicBezTo>
                      <a:pt x="194" y="67"/>
                      <a:pt x="198" y="76"/>
                      <a:pt x="199" y="85"/>
                    </a:cubicBezTo>
                    <a:cubicBezTo>
                      <a:pt x="200" y="95"/>
                      <a:pt x="199" y="104"/>
                      <a:pt x="195" y="112"/>
                    </a:cubicBezTo>
                    <a:cubicBezTo>
                      <a:pt x="190" y="121"/>
                      <a:pt x="184" y="129"/>
                      <a:pt x="175" y="135"/>
                    </a:cubicBezTo>
                    <a:cubicBezTo>
                      <a:pt x="164" y="143"/>
                      <a:pt x="152" y="147"/>
                      <a:pt x="141" y="147"/>
                    </a:cubicBezTo>
                    <a:cubicBezTo>
                      <a:pt x="129" y="147"/>
                      <a:pt x="118" y="143"/>
                      <a:pt x="109" y="135"/>
                    </a:cubicBezTo>
                    <a:cubicBezTo>
                      <a:pt x="81" y="217"/>
                      <a:pt x="81" y="217"/>
                      <a:pt x="81" y="217"/>
                    </a:cubicBezTo>
                    <a:cubicBezTo>
                      <a:pt x="57" y="184"/>
                      <a:pt x="57" y="184"/>
                      <a:pt x="57" y="184"/>
                    </a:cubicBezTo>
                    <a:lnTo>
                      <a:pt x="87" y="108"/>
                    </a:lnTo>
                    <a:close/>
                    <a:moveTo>
                      <a:pt x="97" y="77"/>
                    </a:moveTo>
                    <a:cubicBezTo>
                      <a:pt x="115" y="101"/>
                      <a:pt x="115" y="101"/>
                      <a:pt x="115" y="101"/>
                    </a:cubicBezTo>
                    <a:cubicBezTo>
                      <a:pt x="120" y="109"/>
                      <a:pt x="127" y="113"/>
                      <a:pt x="134" y="114"/>
                    </a:cubicBezTo>
                    <a:cubicBezTo>
                      <a:pt x="140" y="115"/>
                      <a:pt x="148" y="113"/>
                      <a:pt x="155" y="108"/>
                    </a:cubicBezTo>
                    <a:cubicBezTo>
                      <a:pt x="163" y="102"/>
                      <a:pt x="167" y="96"/>
                      <a:pt x="168" y="89"/>
                    </a:cubicBezTo>
                    <a:cubicBezTo>
                      <a:pt x="169" y="82"/>
                      <a:pt x="167" y="75"/>
                      <a:pt x="161" y="68"/>
                    </a:cubicBezTo>
                    <a:cubicBezTo>
                      <a:pt x="143" y="43"/>
                      <a:pt x="143" y="43"/>
                      <a:pt x="143" y="43"/>
                    </a:cubicBezTo>
                    <a:lnTo>
                      <a:pt x="97" y="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0" name="Freeform 105"/>
              <p:cNvSpPr/>
              <p:nvPr/>
            </p:nvSpPr>
            <p:spPr bwMode="auto">
              <a:xfrm>
                <a:off x="3708" y="1099"/>
                <a:ext cx="255" cy="215"/>
              </a:xfrm>
              <a:custGeom>
                <a:avLst/>
                <a:gdLst>
                  <a:gd name="T0" fmla="*/ 107 w 189"/>
                  <a:gd name="T1" fmla="*/ 6 h 159"/>
                  <a:gd name="T2" fmla="*/ 135 w 189"/>
                  <a:gd name="T3" fmla="*/ 1 h 159"/>
                  <a:gd name="T4" fmla="*/ 160 w 189"/>
                  <a:gd name="T5" fmla="*/ 13 h 159"/>
                  <a:gd name="T6" fmla="*/ 180 w 189"/>
                  <a:gd name="T7" fmla="*/ 41 h 159"/>
                  <a:gd name="T8" fmla="*/ 188 w 189"/>
                  <a:gd name="T9" fmla="*/ 81 h 159"/>
                  <a:gd name="T10" fmla="*/ 171 w 189"/>
                  <a:gd name="T11" fmla="*/ 112 h 159"/>
                  <a:gd name="T12" fmla="*/ 148 w 189"/>
                  <a:gd name="T13" fmla="*/ 93 h 159"/>
                  <a:gd name="T14" fmla="*/ 158 w 189"/>
                  <a:gd name="T15" fmla="*/ 75 h 159"/>
                  <a:gd name="T16" fmla="*/ 154 w 189"/>
                  <a:gd name="T17" fmla="*/ 54 h 159"/>
                  <a:gd name="T18" fmla="*/ 140 w 189"/>
                  <a:gd name="T19" fmla="*/ 36 h 159"/>
                  <a:gd name="T20" fmla="*/ 122 w 189"/>
                  <a:gd name="T21" fmla="*/ 36 h 159"/>
                  <a:gd name="T22" fmla="*/ 111 w 189"/>
                  <a:gd name="T23" fmla="*/ 49 h 159"/>
                  <a:gd name="T24" fmla="*/ 114 w 189"/>
                  <a:gd name="T25" fmla="*/ 77 h 159"/>
                  <a:gd name="T26" fmla="*/ 115 w 189"/>
                  <a:gd name="T27" fmla="*/ 126 h 159"/>
                  <a:gd name="T28" fmla="*/ 87 w 189"/>
                  <a:gd name="T29" fmla="*/ 154 h 159"/>
                  <a:gd name="T30" fmla="*/ 58 w 189"/>
                  <a:gd name="T31" fmla="*/ 158 h 159"/>
                  <a:gd name="T32" fmla="*/ 31 w 189"/>
                  <a:gd name="T33" fmla="*/ 144 h 159"/>
                  <a:gd name="T34" fmla="*/ 10 w 189"/>
                  <a:gd name="T35" fmla="*/ 116 h 159"/>
                  <a:gd name="T36" fmla="*/ 2 w 189"/>
                  <a:gd name="T37" fmla="*/ 72 h 159"/>
                  <a:gd name="T38" fmla="*/ 20 w 189"/>
                  <a:gd name="T39" fmla="*/ 38 h 159"/>
                  <a:gd name="T40" fmla="*/ 43 w 189"/>
                  <a:gd name="T41" fmla="*/ 57 h 159"/>
                  <a:gd name="T42" fmla="*/ 32 w 189"/>
                  <a:gd name="T43" fmla="*/ 78 h 159"/>
                  <a:gd name="T44" fmla="*/ 37 w 189"/>
                  <a:gd name="T45" fmla="*/ 104 h 159"/>
                  <a:gd name="T46" fmla="*/ 52 w 189"/>
                  <a:gd name="T47" fmla="*/ 123 h 159"/>
                  <a:gd name="T48" fmla="*/ 72 w 189"/>
                  <a:gd name="T49" fmla="*/ 123 h 159"/>
                  <a:gd name="T50" fmla="*/ 85 w 189"/>
                  <a:gd name="T51" fmla="*/ 108 h 159"/>
                  <a:gd name="T52" fmla="*/ 82 w 189"/>
                  <a:gd name="T53" fmla="*/ 76 h 159"/>
                  <a:gd name="T54" fmla="*/ 81 w 189"/>
                  <a:gd name="T55" fmla="*/ 32 h 159"/>
                  <a:gd name="T56" fmla="*/ 107 w 189"/>
                  <a:gd name="T57" fmla="*/ 6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9" h="159">
                    <a:moveTo>
                      <a:pt x="107" y="6"/>
                    </a:moveTo>
                    <a:cubicBezTo>
                      <a:pt x="116" y="2"/>
                      <a:pt x="125" y="0"/>
                      <a:pt x="135" y="1"/>
                    </a:cubicBezTo>
                    <a:cubicBezTo>
                      <a:pt x="144" y="3"/>
                      <a:pt x="152" y="7"/>
                      <a:pt x="160" y="13"/>
                    </a:cubicBezTo>
                    <a:cubicBezTo>
                      <a:pt x="168" y="20"/>
                      <a:pt x="175" y="29"/>
                      <a:pt x="180" y="41"/>
                    </a:cubicBezTo>
                    <a:cubicBezTo>
                      <a:pt x="187" y="56"/>
                      <a:pt x="189" y="69"/>
                      <a:pt x="188" y="81"/>
                    </a:cubicBezTo>
                    <a:cubicBezTo>
                      <a:pt x="186" y="93"/>
                      <a:pt x="181" y="104"/>
                      <a:pt x="171" y="112"/>
                    </a:cubicBezTo>
                    <a:cubicBezTo>
                      <a:pt x="148" y="93"/>
                      <a:pt x="148" y="93"/>
                      <a:pt x="148" y="93"/>
                    </a:cubicBezTo>
                    <a:cubicBezTo>
                      <a:pt x="154" y="87"/>
                      <a:pt x="157" y="82"/>
                      <a:pt x="158" y="75"/>
                    </a:cubicBezTo>
                    <a:cubicBezTo>
                      <a:pt x="159" y="69"/>
                      <a:pt x="158" y="62"/>
                      <a:pt x="154" y="54"/>
                    </a:cubicBezTo>
                    <a:cubicBezTo>
                      <a:pt x="150" y="45"/>
                      <a:pt x="145" y="39"/>
                      <a:pt x="140" y="36"/>
                    </a:cubicBezTo>
                    <a:cubicBezTo>
                      <a:pt x="135" y="33"/>
                      <a:pt x="129" y="33"/>
                      <a:pt x="122" y="36"/>
                    </a:cubicBezTo>
                    <a:cubicBezTo>
                      <a:pt x="116" y="39"/>
                      <a:pt x="112" y="43"/>
                      <a:pt x="111" y="49"/>
                    </a:cubicBezTo>
                    <a:cubicBezTo>
                      <a:pt x="110" y="56"/>
                      <a:pt x="111" y="65"/>
                      <a:pt x="114" y="77"/>
                    </a:cubicBezTo>
                    <a:cubicBezTo>
                      <a:pt x="119" y="97"/>
                      <a:pt x="120" y="114"/>
                      <a:pt x="115" y="126"/>
                    </a:cubicBezTo>
                    <a:cubicBezTo>
                      <a:pt x="111" y="138"/>
                      <a:pt x="102" y="147"/>
                      <a:pt x="87" y="154"/>
                    </a:cubicBezTo>
                    <a:cubicBezTo>
                      <a:pt x="78" y="158"/>
                      <a:pt x="68" y="159"/>
                      <a:pt x="58" y="158"/>
                    </a:cubicBezTo>
                    <a:cubicBezTo>
                      <a:pt x="48" y="156"/>
                      <a:pt x="39" y="152"/>
                      <a:pt x="31" y="144"/>
                    </a:cubicBezTo>
                    <a:cubicBezTo>
                      <a:pt x="23" y="137"/>
                      <a:pt x="16" y="128"/>
                      <a:pt x="10" y="116"/>
                    </a:cubicBezTo>
                    <a:cubicBezTo>
                      <a:pt x="3" y="100"/>
                      <a:pt x="0" y="85"/>
                      <a:pt x="2" y="72"/>
                    </a:cubicBezTo>
                    <a:cubicBezTo>
                      <a:pt x="4" y="58"/>
                      <a:pt x="10" y="47"/>
                      <a:pt x="20" y="38"/>
                    </a:cubicBezTo>
                    <a:cubicBezTo>
                      <a:pt x="43" y="57"/>
                      <a:pt x="43" y="57"/>
                      <a:pt x="43" y="57"/>
                    </a:cubicBezTo>
                    <a:cubicBezTo>
                      <a:pt x="37" y="63"/>
                      <a:pt x="33" y="70"/>
                      <a:pt x="32" y="78"/>
                    </a:cubicBezTo>
                    <a:cubicBezTo>
                      <a:pt x="31" y="86"/>
                      <a:pt x="32" y="95"/>
                      <a:pt x="37" y="104"/>
                    </a:cubicBezTo>
                    <a:cubicBezTo>
                      <a:pt x="41" y="114"/>
                      <a:pt x="46" y="120"/>
                      <a:pt x="52" y="123"/>
                    </a:cubicBezTo>
                    <a:cubicBezTo>
                      <a:pt x="58" y="126"/>
                      <a:pt x="65" y="126"/>
                      <a:pt x="72" y="123"/>
                    </a:cubicBezTo>
                    <a:cubicBezTo>
                      <a:pt x="79" y="120"/>
                      <a:pt x="83" y="115"/>
                      <a:pt x="85" y="108"/>
                    </a:cubicBezTo>
                    <a:cubicBezTo>
                      <a:pt x="86" y="101"/>
                      <a:pt x="86" y="90"/>
                      <a:pt x="82" y="76"/>
                    </a:cubicBezTo>
                    <a:cubicBezTo>
                      <a:pt x="77" y="58"/>
                      <a:pt x="77" y="43"/>
                      <a:pt x="81" y="32"/>
                    </a:cubicBezTo>
                    <a:cubicBezTo>
                      <a:pt x="85" y="20"/>
                      <a:pt x="94" y="12"/>
                      <a:pt x="10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1" name="Freeform 106"/>
              <p:cNvSpPr/>
              <p:nvPr/>
            </p:nvSpPr>
            <p:spPr bwMode="auto">
              <a:xfrm>
                <a:off x="3767" y="1295"/>
                <a:ext cx="246" cy="111"/>
              </a:xfrm>
              <a:custGeom>
                <a:avLst/>
                <a:gdLst>
                  <a:gd name="T0" fmla="*/ 246 w 246"/>
                  <a:gd name="T1" fmla="*/ 44 h 111"/>
                  <a:gd name="T2" fmla="*/ 12 w 246"/>
                  <a:gd name="T3" fmla="*/ 111 h 111"/>
                  <a:gd name="T4" fmla="*/ 0 w 246"/>
                  <a:gd name="T5" fmla="*/ 67 h 111"/>
                  <a:gd name="T6" fmla="*/ 233 w 246"/>
                  <a:gd name="T7" fmla="*/ 0 h 111"/>
                  <a:gd name="T8" fmla="*/ 246 w 246"/>
                  <a:gd name="T9" fmla="*/ 44 h 111"/>
                </a:gdLst>
                <a:ahLst/>
                <a:cxnLst>
                  <a:cxn ang="0">
                    <a:pos x="T0" y="T1"/>
                  </a:cxn>
                  <a:cxn ang="0">
                    <a:pos x="T2" y="T3"/>
                  </a:cxn>
                  <a:cxn ang="0">
                    <a:pos x="T4" y="T5"/>
                  </a:cxn>
                  <a:cxn ang="0">
                    <a:pos x="T6" y="T7"/>
                  </a:cxn>
                  <a:cxn ang="0">
                    <a:pos x="T8" y="T9"/>
                  </a:cxn>
                </a:cxnLst>
                <a:rect l="0" t="0" r="r" b="b"/>
                <a:pathLst>
                  <a:path w="246" h="111">
                    <a:moveTo>
                      <a:pt x="246" y="44"/>
                    </a:moveTo>
                    <a:lnTo>
                      <a:pt x="12" y="111"/>
                    </a:lnTo>
                    <a:lnTo>
                      <a:pt x="0" y="67"/>
                    </a:lnTo>
                    <a:lnTo>
                      <a:pt x="233" y="0"/>
                    </a:lnTo>
                    <a:lnTo>
                      <a:pt x="246" y="4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2" name="Freeform 107"/>
              <p:cNvSpPr/>
              <p:nvPr/>
            </p:nvSpPr>
            <p:spPr bwMode="auto">
              <a:xfrm>
                <a:off x="3798" y="1398"/>
                <a:ext cx="255" cy="179"/>
              </a:xfrm>
              <a:custGeom>
                <a:avLst/>
                <a:gdLst>
                  <a:gd name="T0" fmla="*/ 217 w 255"/>
                  <a:gd name="T1" fmla="*/ 179 h 179"/>
                  <a:gd name="T2" fmla="*/ 209 w 255"/>
                  <a:gd name="T3" fmla="*/ 115 h 179"/>
                  <a:gd name="T4" fmla="*/ 6 w 255"/>
                  <a:gd name="T5" fmla="*/ 142 h 179"/>
                  <a:gd name="T6" fmla="*/ 0 w 255"/>
                  <a:gd name="T7" fmla="*/ 96 h 179"/>
                  <a:gd name="T8" fmla="*/ 202 w 255"/>
                  <a:gd name="T9" fmla="*/ 69 h 179"/>
                  <a:gd name="T10" fmla="*/ 194 w 255"/>
                  <a:gd name="T11" fmla="*/ 6 h 179"/>
                  <a:gd name="T12" fmla="*/ 232 w 255"/>
                  <a:gd name="T13" fmla="*/ 0 h 179"/>
                  <a:gd name="T14" fmla="*/ 255 w 255"/>
                  <a:gd name="T15" fmla="*/ 173 h 179"/>
                  <a:gd name="T16" fmla="*/ 217 w 255"/>
                  <a:gd name="T17" fmla="*/ 17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 h="179">
                    <a:moveTo>
                      <a:pt x="217" y="179"/>
                    </a:moveTo>
                    <a:lnTo>
                      <a:pt x="209" y="115"/>
                    </a:lnTo>
                    <a:lnTo>
                      <a:pt x="6" y="142"/>
                    </a:lnTo>
                    <a:lnTo>
                      <a:pt x="0" y="96"/>
                    </a:lnTo>
                    <a:lnTo>
                      <a:pt x="202" y="69"/>
                    </a:lnTo>
                    <a:lnTo>
                      <a:pt x="194" y="6"/>
                    </a:lnTo>
                    <a:lnTo>
                      <a:pt x="232" y="0"/>
                    </a:lnTo>
                    <a:lnTo>
                      <a:pt x="255" y="173"/>
                    </a:lnTo>
                    <a:lnTo>
                      <a:pt x="21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3" name="Freeform 108"/>
              <p:cNvSpPr/>
              <p:nvPr/>
            </p:nvSpPr>
            <p:spPr bwMode="auto">
              <a:xfrm>
                <a:off x="3804" y="1623"/>
                <a:ext cx="253" cy="211"/>
              </a:xfrm>
              <a:custGeom>
                <a:avLst/>
                <a:gdLst>
                  <a:gd name="T0" fmla="*/ 96 w 253"/>
                  <a:gd name="T1" fmla="*/ 117 h 211"/>
                  <a:gd name="T2" fmla="*/ 0 w 253"/>
                  <a:gd name="T3" fmla="*/ 109 h 211"/>
                  <a:gd name="T4" fmla="*/ 4 w 253"/>
                  <a:gd name="T5" fmla="*/ 63 h 211"/>
                  <a:gd name="T6" fmla="*/ 100 w 253"/>
                  <a:gd name="T7" fmla="*/ 71 h 211"/>
                  <a:gd name="T8" fmla="*/ 253 w 253"/>
                  <a:gd name="T9" fmla="*/ 0 h 211"/>
                  <a:gd name="T10" fmla="*/ 249 w 253"/>
                  <a:gd name="T11" fmla="*/ 51 h 211"/>
                  <a:gd name="T12" fmla="*/ 134 w 253"/>
                  <a:gd name="T13" fmla="*/ 97 h 211"/>
                  <a:gd name="T14" fmla="*/ 241 w 253"/>
                  <a:gd name="T15" fmla="*/ 161 h 211"/>
                  <a:gd name="T16" fmla="*/ 237 w 253"/>
                  <a:gd name="T17" fmla="*/ 211 h 211"/>
                  <a:gd name="T18" fmla="*/ 96 w 253"/>
                  <a:gd name="T19" fmla="*/ 1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3" h="211">
                    <a:moveTo>
                      <a:pt x="96" y="117"/>
                    </a:moveTo>
                    <a:lnTo>
                      <a:pt x="0" y="109"/>
                    </a:lnTo>
                    <a:lnTo>
                      <a:pt x="4" y="63"/>
                    </a:lnTo>
                    <a:lnTo>
                      <a:pt x="100" y="71"/>
                    </a:lnTo>
                    <a:lnTo>
                      <a:pt x="253" y="0"/>
                    </a:lnTo>
                    <a:lnTo>
                      <a:pt x="249" y="51"/>
                    </a:lnTo>
                    <a:lnTo>
                      <a:pt x="134" y="97"/>
                    </a:lnTo>
                    <a:lnTo>
                      <a:pt x="241" y="161"/>
                    </a:lnTo>
                    <a:lnTo>
                      <a:pt x="237" y="211"/>
                    </a:lnTo>
                    <a:lnTo>
                      <a:pt x="96" y="1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4" name="Freeform 109"/>
              <p:cNvSpPr/>
              <p:nvPr/>
            </p:nvSpPr>
            <p:spPr bwMode="auto">
              <a:xfrm>
                <a:off x="2609" y="2605"/>
                <a:ext cx="73" cy="191"/>
              </a:xfrm>
              <a:custGeom>
                <a:avLst/>
                <a:gdLst>
                  <a:gd name="T0" fmla="*/ 73 w 73"/>
                  <a:gd name="T1" fmla="*/ 191 h 191"/>
                  <a:gd name="T2" fmla="*/ 39 w 73"/>
                  <a:gd name="T3" fmla="*/ 191 h 191"/>
                  <a:gd name="T4" fmla="*/ 39 w 73"/>
                  <a:gd name="T5" fmla="*/ 40 h 191"/>
                  <a:gd name="T6" fmla="*/ 0 w 73"/>
                  <a:gd name="T7" fmla="*/ 63 h 191"/>
                  <a:gd name="T8" fmla="*/ 0 w 73"/>
                  <a:gd name="T9" fmla="*/ 27 h 191"/>
                  <a:gd name="T10" fmla="*/ 48 w 73"/>
                  <a:gd name="T11" fmla="*/ 0 h 191"/>
                  <a:gd name="T12" fmla="*/ 73 w 73"/>
                  <a:gd name="T13" fmla="*/ 0 h 191"/>
                  <a:gd name="T14" fmla="*/ 73 w 73"/>
                  <a:gd name="T15" fmla="*/ 191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191">
                    <a:moveTo>
                      <a:pt x="73" y="191"/>
                    </a:moveTo>
                    <a:lnTo>
                      <a:pt x="39" y="191"/>
                    </a:lnTo>
                    <a:lnTo>
                      <a:pt x="39" y="40"/>
                    </a:lnTo>
                    <a:lnTo>
                      <a:pt x="0" y="63"/>
                    </a:lnTo>
                    <a:lnTo>
                      <a:pt x="0" y="27"/>
                    </a:lnTo>
                    <a:lnTo>
                      <a:pt x="48" y="0"/>
                    </a:lnTo>
                    <a:lnTo>
                      <a:pt x="73" y="0"/>
                    </a:lnTo>
                    <a:lnTo>
                      <a:pt x="73" y="1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5" name="Freeform 110"/>
              <p:cNvSpPr>
                <a:spLocks noEditPoints="1"/>
              </p:cNvSpPr>
              <p:nvPr/>
            </p:nvSpPr>
            <p:spPr bwMode="auto">
              <a:xfrm>
                <a:off x="2724" y="2601"/>
                <a:ext cx="130" cy="195"/>
              </a:xfrm>
              <a:custGeom>
                <a:avLst/>
                <a:gdLst>
                  <a:gd name="T0" fmla="*/ 96 w 96"/>
                  <a:gd name="T1" fmla="*/ 48 h 144"/>
                  <a:gd name="T2" fmla="*/ 91 w 96"/>
                  <a:gd name="T3" fmla="*/ 77 h 144"/>
                  <a:gd name="T4" fmla="*/ 75 w 96"/>
                  <a:gd name="T5" fmla="*/ 107 h 144"/>
                  <a:gd name="T6" fmla="*/ 50 w 96"/>
                  <a:gd name="T7" fmla="*/ 144 h 144"/>
                  <a:gd name="T8" fmla="*/ 22 w 96"/>
                  <a:gd name="T9" fmla="*/ 144 h 144"/>
                  <a:gd name="T10" fmla="*/ 52 w 96"/>
                  <a:gd name="T11" fmla="*/ 102 h 144"/>
                  <a:gd name="T12" fmla="*/ 62 w 96"/>
                  <a:gd name="T13" fmla="*/ 86 h 144"/>
                  <a:gd name="T14" fmla="*/ 43 w 96"/>
                  <a:gd name="T15" fmla="*/ 91 h 144"/>
                  <a:gd name="T16" fmla="*/ 21 w 96"/>
                  <a:gd name="T17" fmla="*/ 85 h 144"/>
                  <a:gd name="T18" fmla="*/ 6 w 96"/>
                  <a:gd name="T19" fmla="*/ 69 h 144"/>
                  <a:gd name="T20" fmla="*/ 0 w 96"/>
                  <a:gd name="T21" fmla="*/ 46 h 144"/>
                  <a:gd name="T22" fmla="*/ 6 w 96"/>
                  <a:gd name="T23" fmla="*/ 22 h 144"/>
                  <a:gd name="T24" fmla="*/ 23 w 96"/>
                  <a:gd name="T25" fmla="*/ 6 h 144"/>
                  <a:gd name="T26" fmla="*/ 48 w 96"/>
                  <a:gd name="T27" fmla="*/ 0 h 144"/>
                  <a:gd name="T28" fmla="*/ 73 w 96"/>
                  <a:gd name="T29" fmla="*/ 6 h 144"/>
                  <a:gd name="T30" fmla="*/ 90 w 96"/>
                  <a:gd name="T31" fmla="*/ 23 h 144"/>
                  <a:gd name="T32" fmla="*/ 96 w 96"/>
                  <a:gd name="T33" fmla="*/ 48 h 144"/>
                  <a:gd name="T34" fmla="*/ 48 w 96"/>
                  <a:gd name="T35" fmla="*/ 70 h 144"/>
                  <a:gd name="T36" fmla="*/ 65 w 96"/>
                  <a:gd name="T37" fmla="*/ 64 h 144"/>
                  <a:gd name="T38" fmla="*/ 72 w 96"/>
                  <a:gd name="T39" fmla="*/ 48 h 144"/>
                  <a:gd name="T40" fmla="*/ 72 w 96"/>
                  <a:gd name="T41" fmla="*/ 46 h 144"/>
                  <a:gd name="T42" fmla="*/ 65 w 96"/>
                  <a:gd name="T43" fmla="*/ 28 h 144"/>
                  <a:gd name="T44" fmla="*/ 48 w 96"/>
                  <a:gd name="T45" fmla="*/ 21 h 144"/>
                  <a:gd name="T46" fmla="*/ 31 w 96"/>
                  <a:gd name="T47" fmla="*/ 28 h 144"/>
                  <a:gd name="T48" fmla="*/ 25 w 96"/>
                  <a:gd name="T49" fmla="*/ 46 h 144"/>
                  <a:gd name="T50" fmla="*/ 31 w 96"/>
                  <a:gd name="T51" fmla="*/ 63 h 144"/>
                  <a:gd name="T52" fmla="*/ 48 w 96"/>
                  <a:gd name="T53" fmla="*/ 7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6" h="144">
                    <a:moveTo>
                      <a:pt x="96" y="48"/>
                    </a:moveTo>
                    <a:cubicBezTo>
                      <a:pt x="96" y="58"/>
                      <a:pt x="95" y="67"/>
                      <a:pt x="91" y="77"/>
                    </a:cubicBezTo>
                    <a:cubicBezTo>
                      <a:pt x="88" y="86"/>
                      <a:pt x="82" y="96"/>
                      <a:pt x="75" y="107"/>
                    </a:cubicBezTo>
                    <a:cubicBezTo>
                      <a:pt x="50" y="144"/>
                      <a:pt x="50" y="144"/>
                      <a:pt x="50" y="144"/>
                    </a:cubicBezTo>
                    <a:cubicBezTo>
                      <a:pt x="22" y="144"/>
                      <a:pt x="22" y="144"/>
                      <a:pt x="22" y="144"/>
                    </a:cubicBezTo>
                    <a:cubicBezTo>
                      <a:pt x="52" y="102"/>
                      <a:pt x="52" y="102"/>
                      <a:pt x="52" y="102"/>
                    </a:cubicBezTo>
                    <a:cubicBezTo>
                      <a:pt x="57" y="96"/>
                      <a:pt x="60" y="90"/>
                      <a:pt x="62" y="86"/>
                    </a:cubicBezTo>
                    <a:cubicBezTo>
                      <a:pt x="57" y="89"/>
                      <a:pt x="50" y="91"/>
                      <a:pt x="43" y="91"/>
                    </a:cubicBezTo>
                    <a:cubicBezTo>
                      <a:pt x="35" y="91"/>
                      <a:pt x="27" y="89"/>
                      <a:pt x="21" y="85"/>
                    </a:cubicBezTo>
                    <a:cubicBezTo>
                      <a:pt x="14" y="81"/>
                      <a:pt x="9" y="76"/>
                      <a:pt x="6" y="69"/>
                    </a:cubicBezTo>
                    <a:cubicBezTo>
                      <a:pt x="2" y="62"/>
                      <a:pt x="0" y="54"/>
                      <a:pt x="0" y="46"/>
                    </a:cubicBezTo>
                    <a:cubicBezTo>
                      <a:pt x="0" y="37"/>
                      <a:pt x="2" y="29"/>
                      <a:pt x="6" y="22"/>
                    </a:cubicBezTo>
                    <a:cubicBezTo>
                      <a:pt x="10" y="15"/>
                      <a:pt x="16" y="10"/>
                      <a:pt x="23" y="6"/>
                    </a:cubicBezTo>
                    <a:cubicBezTo>
                      <a:pt x="31" y="2"/>
                      <a:pt x="39" y="0"/>
                      <a:pt x="48" y="0"/>
                    </a:cubicBezTo>
                    <a:cubicBezTo>
                      <a:pt x="58" y="0"/>
                      <a:pt x="66" y="2"/>
                      <a:pt x="73" y="6"/>
                    </a:cubicBezTo>
                    <a:cubicBezTo>
                      <a:pt x="81" y="10"/>
                      <a:pt x="86" y="16"/>
                      <a:pt x="90" y="23"/>
                    </a:cubicBezTo>
                    <a:cubicBezTo>
                      <a:pt x="94" y="30"/>
                      <a:pt x="96" y="39"/>
                      <a:pt x="96" y="48"/>
                    </a:cubicBezTo>
                    <a:close/>
                    <a:moveTo>
                      <a:pt x="48" y="70"/>
                    </a:moveTo>
                    <a:cubicBezTo>
                      <a:pt x="55" y="70"/>
                      <a:pt x="61" y="68"/>
                      <a:pt x="65" y="64"/>
                    </a:cubicBezTo>
                    <a:cubicBezTo>
                      <a:pt x="69" y="60"/>
                      <a:pt x="71" y="55"/>
                      <a:pt x="72" y="48"/>
                    </a:cubicBezTo>
                    <a:cubicBezTo>
                      <a:pt x="72" y="46"/>
                      <a:pt x="72" y="46"/>
                      <a:pt x="72" y="46"/>
                    </a:cubicBezTo>
                    <a:cubicBezTo>
                      <a:pt x="72" y="38"/>
                      <a:pt x="70" y="32"/>
                      <a:pt x="65" y="28"/>
                    </a:cubicBezTo>
                    <a:cubicBezTo>
                      <a:pt x="61" y="23"/>
                      <a:pt x="55" y="21"/>
                      <a:pt x="48" y="21"/>
                    </a:cubicBezTo>
                    <a:cubicBezTo>
                      <a:pt x="41" y="21"/>
                      <a:pt x="36" y="23"/>
                      <a:pt x="31" y="28"/>
                    </a:cubicBezTo>
                    <a:cubicBezTo>
                      <a:pt x="27" y="32"/>
                      <a:pt x="25" y="38"/>
                      <a:pt x="25" y="46"/>
                    </a:cubicBezTo>
                    <a:cubicBezTo>
                      <a:pt x="25" y="53"/>
                      <a:pt x="27" y="59"/>
                      <a:pt x="31" y="63"/>
                    </a:cubicBezTo>
                    <a:cubicBezTo>
                      <a:pt x="35" y="68"/>
                      <a:pt x="41" y="70"/>
                      <a:pt x="48"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6" name="Freeform 111"/>
              <p:cNvSpPr>
                <a:spLocks noEditPoints="1"/>
              </p:cNvSpPr>
              <p:nvPr/>
            </p:nvSpPr>
            <p:spPr bwMode="auto">
              <a:xfrm>
                <a:off x="2878"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1 w 99"/>
                  <a:gd name="T23" fmla="*/ 19 h 146"/>
                  <a:gd name="T24" fmla="*/ 26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7 w 99"/>
                  <a:gd name="T37" fmla="*/ 67 h 146"/>
                  <a:gd name="T38" fmla="*/ 93 w 99"/>
                  <a:gd name="T39" fmla="*/ 81 h 146"/>
                  <a:gd name="T40" fmla="*/ 99 w 99"/>
                  <a:gd name="T41" fmla="*/ 102 h 146"/>
                  <a:gd name="T42" fmla="*/ 75 w 99"/>
                  <a:gd name="T43" fmla="*/ 101 h 146"/>
                  <a:gd name="T44" fmla="*/ 68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8 w 99"/>
                  <a:gd name="T57" fmla="*/ 119 h 146"/>
                  <a:gd name="T58" fmla="*/ 75 w 99"/>
                  <a:gd name="T59" fmla="*/ 101 h 146"/>
                  <a:gd name="T60" fmla="*/ 29 w 99"/>
                  <a:gd name="T61" fmla="*/ 39 h 146"/>
                  <a:gd name="T62" fmla="*/ 35 w 99"/>
                  <a:gd name="T63" fmla="*/ 53 h 146"/>
                  <a:gd name="T64" fmla="*/ 50 w 99"/>
                  <a:gd name="T65" fmla="*/ 58 h 146"/>
                  <a:gd name="T66" fmla="*/ 65 w 99"/>
                  <a:gd name="T67" fmla="*/ 53 h 146"/>
                  <a:gd name="T68" fmla="*/ 70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59" y="146"/>
                      <a:pt x="50" y="146"/>
                    </a:cubicBezTo>
                    <a:cubicBezTo>
                      <a:pt x="40" y="146"/>
                      <a:pt x="31" y="144"/>
                      <a:pt x="24" y="140"/>
                    </a:cubicBezTo>
                    <a:cubicBezTo>
                      <a:pt x="16" y="137"/>
                      <a:pt x="10"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7" y="50"/>
                      <a:pt x="6" y="45"/>
                      <a:pt x="6" y="39"/>
                    </a:cubicBezTo>
                    <a:cubicBezTo>
                      <a:pt x="6" y="32"/>
                      <a:pt x="8" y="25"/>
                      <a:pt x="11" y="19"/>
                    </a:cubicBezTo>
                    <a:cubicBezTo>
                      <a:pt x="15" y="13"/>
                      <a:pt x="20" y="9"/>
                      <a:pt x="26" y="5"/>
                    </a:cubicBezTo>
                    <a:cubicBezTo>
                      <a:pt x="33" y="2"/>
                      <a:pt x="41" y="0"/>
                      <a:pt x="50" y="0"/>
                    </a:cubicBezTo>
                    <a:cubicBezTo>
                      <a:pt x="58" y="0"/>
                      <a:pt x="66" y="2"/>
                      <a:pt x="73" y="5"/>
                    </a:cubicBezTo>
                    <a:cubicBezTo>
                      <a:pt x="79" y="9"/>
                      <a:pt x="84" y="13"/>
                      <a:pt x="88" y="19"/>
                    </a:cubicBezTo>
                    <a:cubicBezTo>
                      <a:pt x="91" y="25"/>
                      <a:pt x="93" y="32"/>
                      <a:pt x="93" y="39"/>
                    </a:cubicBezTo>
                    <a:cubicBezTo>
                      <a:pt x="93" y="45"/>
                      <a:pt x="92" y="50"/>
                      <a:pt x="89" y="55"/>
                    </a:cubicBezTo>
                    <a:cubicBezTo>
                      <a:pt x="86" y="60"/>
                      <a:pt x="82" y="64"/>
                      <a:pt x="77" y="67"/>
                    </a:cubicBezTo>
                    <a:cubicBezTo>
                      <a:pt x="84" y="70"/>
                      <a:pt x="89" y="75"/>
                      <a:pt x="93" y="81"/>
                    </a:cubicBezTo>
                    <a:cubicBezTo>
                      <a:pt x="97" y="87"/>
                      <a:pt x="99" y="94"/>
                      <a:pt x="99" y="102"/>
                    </a:cubicBezTo>
                    <a:close/>
                    <a:moveTo>
                      <a:pt x="75" y="101"/>
                    </a:moveTo>
                    <a:cubicBezTo>
                      <a:pt x="75" y="94"/>
                      <a:pt x="73" y="88"/>
                      <a:pt x="68" y="83"/>
                    </a:cubicBezTo>
                    <a:cubicBezTo>
                      <a:pt x="64" y="79"/>
                      <a:pt x="58" y="76"/>
                      <a:pt x="50" y="76"/>
                    </a:cubicBezTo>
                    <a:cubicBezTo>
                      <a:pt x="42" y="76"/>
                      <a:pt x="35" y="79"/>
                      <a:pt x="31" y="83"/>
                    </a:cubicBezTo>
                    <a:cubicBezTo>
                      <a:pt x="26" y="88"/>
                      <a:pt x="24" y="94"/>
                      <a:pt x="24" y="101"/>
                    </a:cubicBezTo>
                    <a:cubicBezTo>
                      <a:pt x="24" y="109"/>
                      <a:pt x="26" y="115"/>
                      <a:pt x="31" y="119"/>
                    </a:cubicBezTo>
                    <a:cubicBezTo>
                      <a:pt x="35" y="124"/>
                      <a:pt x="42" y="126"/>
                      <a:pt x="50" y="126"/>
                    </a:cubicBezTo>
                    <a:cubicBezTo>
                      <a:pt x="58" y="126"/>
                      <a:pt x="64" y="124"/>
                      <a:pt x="68" y="119"/>
                    </a:cubicBezTo>
                    <a:cubicBezTo>
                      <a:pt x="73" y="115"/>
                      <a:pt x="75" y="109"/>
                      <a:pt x="75" y="101"/>
                    </a:cubicBezTo>
                    <a:close/>
                    <a:moveTo>
                      <a:pt x="29" y="39"/>
                    </a:moveTo>
                    <a:cubicBezTo>
                      <a:pt x="29" y="44"/>
                      <a:pt x="31" y="49"/>
                      <a:pt x="35" y="53"/>
                    </a:cubicBezTo>
                    <a:cubicBezTo>
                      <a:pt x="38" y="56"/>
                      <a:pt x="43" y="58"/>
                      <a:pt x="50" y="58"/>
                    </a:cubicBezTo>
                    <a:cubicBezTo>
                      <a:pt x="56" y="58"/>
                      <a:pt x="61" y="56"/>
                      <a:pt x="65" y="53"/>
                    </a:cubicBezTo>
                    <a:cubicBezTo>
                      <a:pt x="68" y="49"/>
                      <a:pt x="70" y="44"/>
                      <a:pt x="70" y="39"/>
                    </a:cubicBezTo>
                    <a:cubicBezTo>
                      <a:pt x="70" y="33"/>
                      <a:pt x="68" y="28"/>
                      <a:pt x="65" y="24"/>
                    </a:cubicBezTo>
                    <a:cubicBezTo>
                      <a:pt x="61" y="21"/>
                      <a:pt x="56" y="19"/>
                      <a:pt x="50" y="19"/>
                    </a:cubicBezTo>
                    <a:cubicBezTo>
                      <a:pt x="43" y="19"/>
                      <a:pt x="38"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7" name="Freeform 112"/>
              <p:cNvSpPr>
                <a:spLocks noEditPoints="1"/>
              </p:cNvSpPr>
              <p:nvPr/>
            </p:nvSpPr>
            <p:spPr bwMode="auto">
              <a:xfrm>
                <a:off x="3034"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2 w 99"/>
                  <a:gd name="T23" fmla="*/ 19 h 146"/>
                  <a:gd name="T24" fmla="*/ 27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8 w 99"/>
                  <a:gd name="T37" fmla="*/ 67 h 146"/>
                  <a:gd name="T38" fmla="*/ 94 w 99"/>
                  <a:gd name="T39" fmla="*/ 81 h 146"/>
                  <a:gd name="T40" fmla="*/ 99 w 99"/>
                  <a:gd name="T41" fmla="*/ 102 h 146"/>
                  <a:gd name="T42" fmla="*/ 76 w 99"/>
                  <a:gd name="T43" fmla="*/ 101 h 146"/>
                  <a:gd name="T44" fmla="*/ 69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9 w 99"/>
                  <a:gd name="T57" fmla="*/ 119 h 146"/>
                  <a:gd name="T58" fmla="*/ 76 w 99"/>
                  <a:gd name="T59" fmla="*/ 101 h 146"/>
                  <a:gd name="T60" fmla="*/ 29 w 99"/>
                  <a:gd name="T61" fmla="*/ 39 h 146"/>
                  <a:gd name="T62" fmla="*/ 35 w 99"/>
                  <a:gd name="T63" fmla="*/ 53 h 146"/>
                  <a:gd name="T64" fmla="*/ 50 w 99"/>
                  <a:gd name="T65" fmla="*/ 58 h 146"/>
                  <a:gd name="T66" fmla="*/ 65 w 99"/>
                  <a:gd name="T67" fmla="*/ 53 h 146"/>
                  <a:gd name="T68" fmla="*/ 71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60" y="146"/>
                      <a:pt x="50" y="146"/>
                    </a:cubicBezTo>
                    <a:cubicBezTo>
                      <a:pt x="40" y="146"/>
                      <a:pt x="31" y="144"/>
                      <a:pt x="24" y="140"/>
                    </a:cubicBezTo>
                    <a:cubicBezTo>
                      <a:pt x="16" y="137"/>
                      <a:pt x="11"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8" y="50"/>
                      <a:pt x="6" y="45"/>
                      <a:pt x="6" y="39"/>
                    </a:cubicBezTo>
                    <a:cubicBezTo>
                      <a:pt x="6" y="32"/>
                      <a:pt x="8" y="25"/>
                      <a:pt x="12" y="19"/>
                    </a:cubicBezTo>
                    <a:cubicBezTo>
                      <a:pt x="15" y="13"/>
                      <a:pt x="20" y="9"/>
                      <a:pt x="27" y="5"/>
                    </a:cubicBezTo>
                    <a:cubicBezTo>
                      <a:pt x="33" y="2"/>
                      <a:pt x="41" y="0"/>
                      <a:pt x="50" y="0"/>
                    </a:cubicBezTo>
                    <a:cubicBezTo>
                      <a:pt x="59" y="0"/>
                      <a:pt x="66" y="2"/>
                      <a:pt x="73" y="5"/>
                    </a:cubicBezTo>
                    <a:cubicBezTo>
                      <a:pt x="80" y="9"/>
                      <a:pt x="85" y="13"/>
                      <a:pt x="88" y="19"/>
                    </a:cubicBezTo>
                    <a:cubicBezTo>
                      <a:pt x="92" y="25"/>
                      <a:pt x="93" y="32"/>
                      <a:pt x="93" y="39"/>
                    </a:cubicBezTo>
                    <a:cubicBezTo>
                      <a:pt x="93" y="45"/>
                      <a:pt x="92" y="50"/>
                      <a:pt x="89" y="55"/>
                    </a:cubicBezTo>
                    <a:cubicBezTo>
                      <a:pt x="87" y="60"/>
                      <a:pt x="83" y="64"/>
                      <a:pt x="78" y="67"/>
                    </a:cubicBezTo>
                    <a:cubicBezTo>
                      <a:pt x="84" y="70"/>
                      <a:pt x="90" y="75"/>
                      <a:pt x="94" y="81"/>
                    </a:cubicBezTo>
                    <a:cubicBezTo>
                      <a:pt x="98" y="87"/>
                      <a:pt x="99" y="94"/>
                      <a:pt x="99" y="102"/>
                    </a:cubicBezTo>
                    <a:close/>
                    <a:moveTo>
                      <a:pt x="76" y="101"/>
                    </a:moveTo>
                    <a:cubicBezTo>
                      <a:pt x="76" y="94"/>
                      <a:pt x="73" y="88"/>
                      <a:pt x="69" y="83"/>
                    </a:cubicBezTo>
                    <a:cubicBezTo>
                      <a:pt x="64" y="79"/>
                      <a:pt x="58" y="76"/>
                      <a:pt x="50" y="76"/>
                    </a:cubicBezTo>
                    <a:cubicBezTo>
                      <a:pt x="42" y="76"/>
                      <a:pt x="36" y="79"/>
                      <a:pt x="31" y="83"/>
                    </a:cubicBezTo>
                    <a:cubicBezTo>
                      <a:pt x="26" y="88"/>
                      <a:pt x="24" y="94"/>
                      <a:pt x="24" y="101"/>
                    </a:cubicBezTo>
                    <a:cubicBezTo>
                      <a:pt x="24" y="109"/>
                      <a:pt x="26" y="115"/>
                      <a:pt x="31" y="119"/>
                    </a:cubicBezTo>
                    <a:cubicBezTo>
                      <a:pt x="36" y="124"/>
                      <a:pt x="42" y="126"/>
                      <a:pt x="50" y="126"/>
                    </a:cubicBezTo>
                    <a:cubicBezTo>
                      <a:pt x="58" y="126"/>
                      <a:pt x="64" y="124"/>
                      <a:pt x="69" y="119"/>
                    </a:cubicBezTo>
                    <a:cubicBezTo>
                      <a:pt x="73" y="115"/>
                      <a:pt x="76" y="109"/>
                      <a:pt x="76" y="101"/>
                    </a:cubicBezTo>
                    <a:close/>
                    <a:moveTo>
                      <a:pt x="29" y="39"/>
                    </a:moveTo>
                    <a:cubicBezTo>
                      <a:pt x="29" y="44"/>
                      <a:pt x="31" y="49"/>
                      <a:pt x="35" y="53"/>
                    </a:cubicBezTo>
                    <a:cubicBezTo>
                      <a:pt x="39" y="56"/>
                      <a:pt x="44" y="58"/>
                      <a:pt x="50" y="58"/>
                    </a:cubicBezTo>
                    <a:cubicBezTo>
                      <a:pt x="56" y="58"/>
                      <a:pt x="61" y="56"/>
                      <a:pt x="65" y="53"/>
                    </a:cubicBezTo>
                    <a:cubicBezTo>
                      <a:pt x="69" y="49"/>
                      <a:pt x="71" y="44"/>
                      <a:pt x="71" y="39"/>
                    </a:cubicBezTo>
                    <a:cubicBezTo>
                      <a:pt x="71" y="33"/>
                      <a:pt x="69" y="28"/>
                      <a:pt x="65" y="24"/>
                    </a:cubicBezTo>
                    <a:cubicBezTo>
                      <a:pt x="61" y="21"/>
                      <a:pt x="56" y="19"/>
                      <a:pt x="50" y="19"/>
                    </a:cubicBezTo>
                    <a:cubicBezTo>
                      <a:pt x="44" y="19"/>
                      <a:pt x="39"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grpSp>
        <p:sp>
          <p:nvSpPr>
            <p:cNvPr id="14" name="矩形 13"/>
            <p:cNvSpPr/>
            <p:nvPr/>
          </p:nvSpPr>
          <p:spPr bwMode="auto">
            <a:xfrm>
              <a:off x="257511" y="2808121"/>
              <a:ext cx="3608258" cy="1276281"/>
            </a:xfrm>
            <a:prstGeom prst="rect">
              <a:avLst/>
            </a:prstGeom>
          </p:spPr>
          <p:txBody>
            <a:bodyPr wrap="none">
              <a:spAutoFit/>
            </a:bodyPr>
            <a:lstStyle/>
            <a:p>
              <a:pPr algn="ctr"/>
              <a:r>
                <a:rPr lang="zh-CN" altLang="en-US" sz="800" kern="100">
                  <a:solidFill>
                    <a:schemeClr val="bg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金山大学</a:t>
              </a:r>
              <a:endParaRPr lang="zh-CN" altLang="en-US" sz="800" kern="100">
                <a:solidFill>
                  <a:schemeClr val="bg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endParaRPr>
            </a:p>
          </p:txBody>
        </p:sp>
      </p:grpSp>
      <p:sp>
        <p:nvSpPr>
          <p:cNvPr id="52" name="椭圆 51"/>
          <p:cNvSpPr/>
          <p:nvPr/>
        </p:nvSpPr>
        <p:spPr>
          <a:xfrm>
            <a:off x="2498439" y="1467162"/>
            <a:ext cx="492098" cy="48718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9" name="组合 48"/>
          <p:cNvGrpSpPr/>
          <p:nvPr/>
        </p:nvGrpSpPr>
        <p:grpSpPr>
          <a:xfrm>
            <a:off x="228600" y="1385341"/>
            <a:ext cx="2212465" cy="1047655"/>
            <a:chOff x="228600" y="1344118"/>
            <a:chExt cx="2212465" cy="1047655"/>
          </a:xfrm>
        </p:grpSpPr>
        <p:sp>
          <p:nvSpPr>
            <p:cNvPr id="59" name="文本框 5"/>
            <p:cNvSpPr txBox="1">
              <a:spLocks noChangeArrowheads="1"/>
            </p:cNvSpPr>
            <p:nvPr/>
          </p:nvSpPr>
          <p:spPr bwMode="auto">
            <a:xfrm>
              <a:off x="1435662" y="1344118"/>
              <a:ext cx="10054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fontAlgn="base">
                <a:spcBef>
                  <a:spcPct val="0"/>
                </a:spcBef>
                <a:spcAft>
                  <a:spcPct val="0"/>
                </a:spcAft>
                <a:defRPr sz="1800">
                  <a:solidFill>
                    <a:schemeClr val="accent1"/>
                  </a:solidFill>
                  <a:latin typeface="+mj-ea"/>
                  <a:ea typeface="+mj-ea"/>
                </a:defRPr>
              </a:lvl1pPr>
            </a:lstStyle>
            <a:p>
              <a:pPr algn="r"/>
              <a:r>
                <a:rPr lang="zh-CN" altLang="en-US" sz="1600">
                  <a:sym typeface="汉仪旗黑-50S" panose="00020600040101010101" charset="-122"/>
                </a:rPr>
                <a:t>研究方法</a:t>
              </a:r>
              <a:endParaRPr lang="zh-CN" altLang="en-US" sz="1600">
                <a:sym typeface="汉仪旗黑-50S" panose="00020600040101010101" charset="-122"/>
              </a:endParaRPr>
            </a:p>
          </p:txBody>
        </p:sp>
        <p:sp>
          <p:nvSpPr>
            <p:cNvPr id="62" name="矩形 61"/>
            <p:cNvSpPr/>
            <p:nvPr/>
          </p:nvSpPr>
          <p:spPr>
            <a:xfrm>
              <a:off x="228600" y="1597388"/>
              <a:ext cx="2212465" cy="794385"/>
            </a:xfrm>
            <a:prstGeom prst="rect">
              <a:avLst/>
            </a:prstGeom>
          </p:spPr>
          <p:txBody>
            <a:bodyPr wrap="square">
              <a:spAutoFit/>
            </a:bodyPr>
            <a:lstStyle/>
            <a:p>
              <a:pPr algn="r">
                <a:lnSpc>
                  <a:spcPct val="150000"/>
                </a:lnSpc>
              </a:pPr>
              <a:r>
                <a:rPr lang="en-US" altLang="zh-CN" sz="1050" kern="0">
                  <a:solidFill>
                    <a:schemeClr val="tx1">
                      <a:lumMod val="75000"/>
                      <a:lumOff val="25000"/>
                    </a:schemeClr>
                  </a:solidFill>
                  <a:latin typeface="汉仪旗黑-50S" panose="00020600040101010101" charset="-122"/>
                  <a:sym typeface="汉仪旗黑-50S" panose="00020600040101010101" charset="-122"/>
                </a:rPr>
                <a:t>Lorem ipsum dolor sit amet, consectetur adipiscing elit. Donec luctus nibh sit amet sem</a:t>
              </a:r>
              <a:endParaRPr lang="zh-CN" altLang="en-US" sz="1050" kern="0">
                <a:solidFill>
                  <a:schemeClr val="tx1">
                    <a:lumMod val="75000"/>
                    <a:lumOff val="25000"/>
                  </a:schemeClr>
                </a:solidFill>
                <a:latin typeface="汉仪旗黑-50S" panose="00020600040101010101" charset="-122"/>
                <a:sym typeface="汉仪旗黑-50S" panose="00020600040101010101" charset="-122"/>
              </a:endParaRPr>
            </a:p>
          </p:txBody>
        </p:sp>
      </p:grpSp>
      <p:sp>
        <p:nvSpPr>
          <p:cNvPr id="63" name="椭圆 62"/>
          <p:cNvSpPr/>
          <p:nvPr/>
        </p:nvSpPr>
        <p:spPr>
          <a:xfrm>
            <a:off x="3000609" y="3226633"/>
            <a:ext cx="492098" cy="48718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5683848" y="3226633"/>
            <a:ext cx="492098" cy="48718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5"/>
          <p:cNvSpPr txBox="1">
            <a:spLocks noChangeArrowheads="1"/>
          </p:cNvSpPr>
          <p:nvPr/>
        </p:nvSpPr>
        <p:spPr bwMode="auto">
          <a:xfrm>
            <a:off x="1854679" y="3112958"/>
            <a:ext cx="10054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fontAlgn="base">
              <a:spcBef>
                <a:spcPct val="0"/>
              </a:spcBef>
              <a:spcAft>
                <a:spcPct val="0"/>
              </a:spcAft>
              <a:defRPr sz="1800">
                <a:solidFill>
                  <a:schemeClr val="accent1"/>
                </a:solidFill>
                <a:latin typeface="+mj-ea"/>
                <a:ea typeface="+mj-ea"/>
              </a:defRPr>
            </a:lvl1pPr>
          </a:lstStyle>
          <a:p>
            <a:pPr algn="r"/>
            <a:r>
              <a:rPr lang="zh-CN" altLang="en-US" sz="1600">
                <a:sym typeface="汉仪旗黑-50S" panose="00020600040101010101" charset="-122"/>
              </a:rPr>
              <a:t>研究方法</a:t>
            </a:r>
            <a:endParaRPr lang="zh-CN" altLang="en-US" sz="1600">
              <a:sym typeface="汉仪旗黑-50S" panose="00020600040101010101" charset="-122"/>
            </a:endParaRPr>
          </a:p>
        </p:txBody>
      </p:sp>
      <p:sp>
        <p:nvSpPr>
          <p:cNvPr id="65" name="矩形 64"/>
          <p:cNvSpPr/>
          <p:nvPr/>
        </p:nvSpPr>
        <p:spPr>
          <a:xfrm>
            <a:off x="647617" y="3366228"/>
            <a:ext cx="2212465" cy="794385"/>
          </a:xfrm>
          <a:prstGeom prst="rect">
            <a:avLst/>
          </a:prstGeom>
        </p:spPr>
        <p:txBody>
          <a:bodyPr wrap="square">
            <a:spAutoFit/>
          </a:bodyPr>
          <a:lstStyle/>
          <a:p>
            <a:pPr algn="r">
              <a:lnSpc>
                <a:spcPct val="150000"/>
              </a:lnSpc>
            </a:pPr>
            <a:r>
              <a:rPr lang="en-US" altLang="zh-CN" sz="1050" kern="0">
                <a:solidFill>
                  <a:schemeClr val="tx1">
                    <a:lumMod val="75000"/>
                    <a:lumOff val="25000"/>
                  </a:schemeClr>
                </a:solidFill>
                <a:latin typeface="汉仪旗黑-50S" panose="00020600040101010101" charset="-122"/>
                <a:sym typeface="汉仪旗黑-50S" panose="00020600040101010101" charset="-122"/>
              </a:rPr>
              <a:t>Lorem ipsum dolor sit amet, consectetur adipiscing elit. Donec luctus nibh sit amet sem</a:t>
            </a:r>
            <a:endParaRPr lang="zh-CN" altLang="en-US" sz="1050" kern="0">
              <a:solidFill>
                <a:schemeClr val="tx1">
                  <a:lumMod val="75000"/>
                  <a:lumOff val="25000"/>
                </a:schemeClr>
              </a:solidFill>
              <a:latin typeface="汉仪旗黑-50S" panose="00020600040101010101" charset="-122"/>
              <a:sym typeface="汉仪旗黑-50S" panose="00020600040101010101" charset="-122"/>
            </a:endParaRPr>
          </a:p>
        </p:txBody>
      </p:sp>
      <p:sp>
        <p:nvSpPr>
          <p:cNvPr id="67" name="文本框 5"/>
          <p:cNvSpPr txBox="1">
            <a:spLocks noChangeArrowheads="1"/>
          </p:cNvSpPr>
          <p:nvPr/>
        </p:nvSpPr>
        <p:spPr bwMode="auto">
          <a:xfrm>
            <a:off x="6283918" y="3112958"/>
            <a:ext cx="10054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fontAlgn="base">
              <a:spcBef>
                <a:spcPct val="0"/>
              </a:spcBef>
              <a:spcAft>
                <a:spcPct val="0"/>
              </a:spcAft>
              <a:defRPr sz="1800">
                <a:solidFill>
                  <a:schemeClr val="accent1"/>
                </a:solidFill>
                <a:latin typeface="+mj-ea"/>
                <a:ea typeface="+mj-ea"/>
              </a:defRPr>
            </a:lvl1pPr>
          </a:lstStyle>
          <a:p>
            <a:r>
              <a:rPr lang="zh-CN" altLang="en-US" sz="1600">
                <a:sym typeface="汉仪旗黑-50S" panose="00020600040101010101" charset="-122"/>
              </a:rPr>
              <a:t>研究方法</a:t>
            </a:r>
            <a:endParaRPr lang="zh-CN" altLang="en-US" sz="1600">
              <a:sym typeface="汉仪旗黑-50S" panose="00020600040101010101" charset="-122"/>
            </a:endParaRPr>
          </a:p>
        </p:txBody>
      </p:sp>
      <p:sp>
        <p:nvSpPr>
          <p:cNvPr id="68" name="矩形 67"/>
          <p:cNvSpPr/>
          <p:nvPr/>
        </p:nvSpPr>
        <p:spPr>
          <a:xfrm>
            <a:off x="6283918" y="3366228"/>
            <a:ext cx="2212465" cy="794385"/>
          </a:xfrm>
          <a:prstGeom prst="rect">
            <a:avLst/>
          </a:prstGeom>
        </p:spPr>
        <p:txBody>
          <a:bodyPr wrap="square">
            <a:spAutoFit/>
          </a:bodyPr>
          <a:lstStyle/>
          <a:p>
            <a:pPr>
              <a:lnSpc>
                <a:spcPct val="150000"/>
              </a:lnSpc>
            </a:pPr>
            <a:r>
              <a:rPr lang="en-US" altLang="zh-CN" sz="1050" kern="0">
                <a:solidFill>
                  <a:schemeClr val="tx1">
                    <a:lumMod val="75000"/>
                    <a:lumOff val="25000"/>
                  </a:schemeClr>
                </a:solidFill>
                <a:latin typeface="汉仪旗黑-50S" panose="00020600040101010101" charset="-122"/>
                <a:sym typeface="汉仪旗黑-50S" panose="00020600040101010101" charset="-122"/>
              </a:rPr>
              <a:t>Lorem ipsum dolor sit amet, consectetur adipiscing elit. Donec luctus nibh sit amet sem</a:t>
            </a:r>
            <a:endParaRPr lang="zh-CN" altLang="en-US" sz="1050" kern="0">
              <a:solidFill>
                <a:schemeClr val="tx1">
                  <a:lumMod val="75000"/>
                  <a:lumOff val="25000"/>
                </a:schemeClr>
              </a:solidFill>
              <a:latin typeface="汉仪旗黑-50S" panose="00020600040101010101" charset="-122"/>
              <a:sym typeface="汉仪旗黑-50S" panose="00020600040101010101" charset="-122"/>
            </a:endParaRPr>
          </a:p>
        </p:txBody>
      </p:sp>
      <p:sp>
        <p:nvSpPr>
          <p:cNvPr id="69" name="椭圆 68"/>
          <p:cNvSpPr/>
          <p:nvPr/>
        </p:nvSpPr>
        <p:spPr>
          <a:xfrm>
            <a:off x="6163533" y="1467162"/>
            <a:ext cx="492098" cy="48718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8" name="组合 47"/>
          <p:cNvGrpSpPr/>
          <p:nvPr/>
        </p:nvGrpSpPr>
        <p:grpSpPr>
          <a:xfrm>
            <a:off x="6846756" y="1385341"/>
            <a:ext cx="2212465" cy="1047655"/>
            <a:chOff x="6846756" y="1426564"/>
            <a:chExt cx="2212465" cy="1047655"/>
          </a:xfrm>
        </p:grpSpPr>
        <p:sp>
          <p:nvSpPr>
            <p:cNvPr id="70" name="文本框 5"/>
            <p:cNvSpPr txBox="1">
              <a:spLocks noChangeArrowheads="1"/>
            </p:cNvSpPr>
            <p:nvPr/>
          </p:nvSpPr>
          <p:spPr bwMode="auto">
            <a:xfrm>
              <a:off x="6846756" y="1426564"/>
              <a:ext cx="10054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fontAlgn="base">
                <a:spcBef>
                  <a:spcPct val="0"/>
                </a:spcBef>
                <a:spcAft>
                  <a:spcPct val="0"/>
                </a:spcAft>
                <a:defRPr sz="1800">
                  <a:solidFill>
                    <a:schemeClr val="accent1"/>
                  </a:solidFill>
                  <a:latin typeface="+mj-ea"/>
                  <a:ea typeface="+mj-ea"/>
                </a:defRPr>
              </a:lvl1pPr>
            </a:lstStyle>
            <a:p>
              <a:r>
                <a:rPr lang="zh-CN" altLang="en-US" sz="1600">
                  <a:sym typeface="汉仪旗黑-50S" panose="00020600040101010101" charset="-122"/>
                </a:rPr>
                <a:t>研究方法</a:t>
              </a:r>
              <a:endParaRPr lang="zh-CN" altLang="en-US" sz="1600">
                <a:sym typeface="汉仪旗黑-50S" panose="00020600040101010101" charset="-122"/>
              </a:endParaRPr>
            </a:p>
          </p:txBody>
        </p:sp>
        <p:sp>
          <p:nvSpPr>
            <p:cNvPr id="71" name="矩形 70"/>
            <p:cNvSpPr/>
            <p:nvPr/>
          </p:nvSpPr>
          <p:spPr>
            <a:xfrm>
              <a:off x="6846756" y="1679834"/>
              <a:ext cx="2212465" cy="794385"/>
            </a:xfrm>
            <a:prstGeom prst="rect">
              <a:avLst/>
            </a:prstGeom>
          </p:spPr>
          <p:txBody>
            <a:bodyPr wrap="square">
              <a:spAutoFit/>
            </a:bodyPr>
            <a:lstStyle/>
            <a:p>
              <a:pPr>
                <a:lnSpc>
                  <a:spcPct val="150000"/>
                </a:lnSpc>
              </a:pPr>
              <a:r>
                <a:rPr lang="en-US" altLang="zh-CN" sz="1050" kern="0">
                  <a:solidFill>
                    <a:schemeClr val="tx1">
                      <a:lumMod val="75000"/>
                      <a:lumOff val="25000"/>
                    </a:schemeClr>
                  </a:solidFill>
                  <a:latin typeface="汉仪旗黑-50S" panose="00020600040101010101" charset="-122"/>
                  <a:sym typeface="汉仪旗黑-50S" panose="00020600040101010101" charset="-122"/>
                </a:rPr>
                <a:t>Lorem ipsum dolor sit amet, consectetur adipiscing elit. Donec luctus nibh sit amet sem</a:t>
              </a:r>
              <a:endParaRPr lang="zh-CN" altLang="en-US" sz="1050" kern="0">
                <a:solidFill>
                  <a:schemeClr val="tx1">
                    <a:lumMod val="75000"/>
                    <a:lumOff val="25000"/>
                  </a:schemeClr>
                </a:solidFill>
                <a:latin typeface="汉仪旗黑-50S" panose="00020600040101010101" charset="-122"/>
                <a:sym typeface="汉仪旗黑-50S" panose="00020600040101010101" charset="-122"/>
              </a:endParaRPr>
            </a:p>
          </p:txBody>
        </p:sp>
      </p:grpSp>
      <p:sp>
        <p:nvSpPr>
          <p:cNvPr id="72" name="Freeform 5"/>
          <p:cNvSpPr>
            <a:spLocks noEditPoints="1"/>
          </p:cNvSpPr>
          <p:nvPr/>
        </p:nvSpPr>
        <p:spPr bwMode="auto">
          <a:xfrm>
            <a:off x="2623067" y="1556549"/>
            <a:ext cx="242843" cy="308407"/>
          </a:xfrm>
          <a:custGeom>
            <a:avLst/>
            <a:gdLst>
              <a:gd name="T0" fmla="*/ 613 w 623"/>
              <a:gd name="T1" fmla="*/ 84 h 798"/>
              <a:gd name="T2" fmla="*/ 504 w 623"/>
              <a:gd name="T3" fmla="*/ 10 h 798"/>
              <a:gd name="T4" fmla="*/ 423 w 623"/>
              <a:gd name="T5" fmla="*/ 91 h 798"/>
              <a:gd name="T6" fmla="*/ 224 w 623"/>
              <a:gd name="T7" fmla="*/ 291 h 798"/>
              <a:gd name="T8" fmla="*/ 181 w 623"/>
              <a:gd name="T9" fmla="*/ 283 h 798"/>
              <a:gd name="T10" fmla="*/ 181 w 623"/>
              <a:gd name="T11" fmla="*/ 318 h 798"/>
              <a:gd name="T12" fmla="*/ 132 w 623"/>
              <a:gd name="T13" fmla="*/ 383 h 798"/>
              <a:gd name="T14" fmla="*/ 206 w 623"/>
              <a:gd name="T15" fmla="*/ 492 h 798"/>
              <a:gd name="T16" fmla="*/ 241 w 623"/>
              <a:gd name="T17" fmla="*/ 492 h 798"/>
              <a:gd name="T18" fmla="*/ 305 w 623"/>
              <a:gd name="T19" fmla="*/ 443 h 798"/>
              <a:gd name="T20" fmla="*/ 341 w 623"/>
              <a:gd name="T21" fmla="*/ 408 h 798"/>
              <a:gd name="T22" fmla="*/ 446 w 623"/>
              <a:gd name="T23" fmla="*/ 287 h 798"/>
              <a:gd name="T24" fmla="*/ 496 w 623"/>
              <a:gd name="T25" fmla="*/ 268 h 798"/>
              <a:gd name="T26" fmla="*/ 463 w 623"/>
              <a:gd name="T27" fmla="*/ 550 h 798"/>
              <a:gd name="T28" fmla="*/ 75 w 623"/>
              <a:gd name="T29" fmla="*/ 525 h 798"/>
              <a:gd name="T30" fmla="*/ 75 w 623"/>
              <a:gd name="T31" fmla="*/ 574 h 798"/>
              <a:gd name="T32" fmla="*/ 312 w 623"/>
              <a:gd name="T33" fmla="*/ 574 h 798"/>
              <a:gd name="T34" fmla="*/ 298 w 623"/>
              <a:gd name="T35" fmla="*/ 649 h 798"/>
              <a:gd name="T36" fmla="*/ 0 w 623"/>
              <a:gd name="T37" fmla="*/ 674 h 798"/>
              <a:gd name="T38" fmla="*/ 0 w 623"/>
              <a:gd name="T39" fmla="*/ 773 h 798"/>
              <a:gd name="T40" fmla="*/ 25 w 623"/>
              <a:gd name="T41" fmla="*/ 798 h 798"/>
              <a:gd name="T42" fmla="*/ 596 w 623"/>
              <a:gd name="T43" fmla="*/ 773 h 798"/>
              <a:gd name="T44" fmla="*/ 596 w 623"/>
              <a:gd name="T45" fmla="*/ 674 h 798"/>
              <a:gd name="T46" fmla="*/ 571 w 623"/>
              <a:gd name="T47" fmla="*/ 649 h 798"/>
              <a:gd name="T48" fmla="*/ 497 w 623"/>
              <a:gd name="T49" fmla="*/ 624 h 798"/>
              <a:gd name="T50" fmla="*/ 596 w 623"/>
              <a:gd name="T51" fmla="*/ 395 h 798"/>
              <a:gd name="T52" fmla="*/ 525 w 623"/>
              <a:gd name="T53" fmla="*/ 229 h 798"/>
              <a:gd name="T54" fmla="*/ 613 w 623"/>
              <a:gd name="T55" fmla="*/ 120 h 798"/>
              <a:gd name="T56" fmla="*/ 546 w 623"/>
              <a:gd name="T57" fmla="*/ 748 h 798"/>
              <a:gd name="T58" fmla="*/ 50 w 623"/>
              <a:gd name="T59" fmla="*/ 698 h 798"/>
              <a:gd name="T60" fmla="*/ 348 w 623"/>
              <a:gd name="T61" fmla="*/ 649 h 798"/>
              <a:gd name="T62" fmla="*/ 397 w 623"/>
              <a:gd name="T63" fmla="*/ 574 h 798"/>
              <a:gd name="T64" fmla="*/ 447 w 623"/>
              <a:gd name="T65" fmla="*/ 649 h 798"/>
              <a:gd name="T66" fmla="*/ 522 w 623"/>
              <a:gd name="T67" fmla="*/ 63 h 798"/>
              <a:gd name="T68" fmla="*/ 522 w 623"/>
              <a:gd name="T69" fmla="*/ 141 h 798"/>
              <a:gd name="T70" fmla="*/ 516 w 623"/>
              <a:gd name="T71" fmla="*/ 132 h 798"/>
              <a:gd name="T72" fmla="*/ 488 w 623"/>
              <a:gd name="T73" fmla="*/ 105 h 798"/>
              <a:gd name="T74" fmla="*/ 522 w 623"/>
              <a:gd name="T75" fmla="*/ 63 h 798"/>
              <a:gd name="T76" fmla="*/ 184 w 623"/>
              <a:gd name="T77" fmla="*/ 400 h 798"/>
              <a:gd name="T78" fmla="*/ 263 w 623"/>
              <a:gd name="T79" fmla="*/ 400 h 798"/>
              <a:gd name="T80" fmla="*/ 298 w 623"/>
              <a:gd name="T81" fmla="*/ 365 h 798"/>
              <a:gd name="T82" fmla="*/ 348 w 623"/>
              <a:gd name="T83" fmla="*/ 237 h 798"/>
              <a:gd name="T84" fmla="*/ 354 w 623"/>
              <a:gd name="T85" fmla="*/ 246 h 798"/>
              <a:gd name="T86" fmla="*/ 382 w 623"/>
              <a:gd name="T87" fmla="*/ 273 h 798"/>
              <a:gd name="T88" fmla="*/ 298 w 623"/>
              <a:gd name="T89" fmla="*/ 365 h 798"/>
              <a:gd name="T90" fmla="*/ 385 w 623"/>
              <a:gd name="T91" fmla="*/ 189 h 798"/>
              <a:gd name="T92" fmla="*/ 484 w 623"/>
              <a:gd name="T93" fmla="*/ 189 h 798"/>
              <a:gd name="T94" fmla="*/ 435 w 623"/>
              <a:gd name="T95" fmla="*/ 23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23" h="798">
                <a:moveTo>
                  <a:pt x="613" y="120"/>
                </a:moveTo>
                <a:cubicBezTo>
                  <a:pt x="623" y="110"/>
                  <a:pt x="623" y="94"/>
                  <a:pt x="613" y="84"/>
                </a:cubicBezTo>
                <a:cubicBezTo>
                  <a:pt x="539" y="10"/>
                  <a:pt x="539" y="10"/>
                  <a:pt x="539" y="10"/>
                </a:cubicBezTo>
                <a:cubicBezTo>
                  <a:pt x="529" y="0"/>
                  <a:pt x="514" y="0"/>
                  <a:pt x="504" y="10"/>
                </a:cubicBezTo>
                <a:cubicBezTo>
                  <a:pt x="504" y="10"/>
                  <a:pt x="504" y="10"/>
                  <a:pt x="504" y="10"/>
                </a:cubicBezTo>
                <a:cubicBezTo>
                  <a:pt x="423" y="91"/>
                  <a:pt x="423" y="91"/>
                  <a:pt x="423" y="91"/>
                </a:cubicBezTo>
                <a:cubicBezTo>
                  <a:pt x="378" y="96"/>
                  <a:pt x="342" y="132"/>
                  <a:pt x="337" y="178"/>
                </a:cubicBezTo>
                <a:cubicBezTo>
                  <a:pt x="224" y="291"/>
                  <a:pt x="224" y="291"/>
                  <a:pt x="224" y="291"/>
                </a:cubicBezTo>
                <a:cubicBezTo>
                  <a:pt x="216" y="283"/>
                  <a:pt x="216" y="283"/>
                  <a:pt x="216" y="283"/>
                </a:cubicBezTo>
                <a:cubicBezTo>
                  <a:pt x="207" y="274"/>
                  <a:pt x="191" y="274"/>
                  <a:pt x="181" y="283"/>
                </a:cubicBezTo>
                <a:cubicBezTo>
                  <a:pt x="172" y="293"/>
                  <a:pt x="172" y="309"/>
                  <a:pt x="181" y="318"/>
                </a:cubicBezTo>
                <a:cubicBezTo>
                  <a:pt x="181" y="318"/>
                  <a:pt x="181" y="318"/>
                  <a:pt x="181" y="318"/>
                </a:cubicBezTo>
                <a:cubicBezTo>
                  <a:pt x="189" y="326"/>
                  <a:pt x="189" y="326"/>
                  <a:pt x="189" y="326"/>
                </a:cubicBezTo>
                <a:cubicBezTo>
                  <a:pt x="132" y="383"/>
                  <a:pt x="132" y="383"/>
                  <a:pt x="132" y="383"/>
                </a:cubicBezTo>
                <a:cubicBezTo>
                  <a:pt x="122" y="392"/>
                  <a:pt x="122" y="408"/>
                  <a:pt x="132" y="418"/>
                </a:cubicBezTo>
                <a:cubicBezTo>
                  <a:pt x="206" y="492"/>
                  <a:pt x="206" y="492"/>
                  <a:pt x="206" y="492"/>
                </a:cubicBezTo>
                <a:cubicBezTo>
                  <a:pt x="216" y="502"/>
                  <a:pt x="232" y="502"/>
                  <a:pt x="241" y="492"/>
                </a:cubicBezTo>
                <a:cubicBezTo>
                  <a:pt x="241" y="492"/>
                  <a:pt x="241" y="492"/>
                  <a:pt x="241" y="492"/>
                </a:cubicBezTo>
                <a:cubicBezTo>
                  <a:pt x="298" y="435"/>
                  <a:pt x="298" y="435"/>
                  <a:pt x="298" y="435"/>
                </a:cubicBezTo>
                <a:cubicBezTo>
                  <a:pt x="305" y="443"/>
                  <a:pt x="305" y="443"/>
                  <a:pt x="305" y="443"/>
                </a:cubicBezTo>
                <a:cubicBezTo>
                  <a:pt x="315" y="452"/>
                  <a:pt x="331" y="452"/>
                  <a:pt x="341" y="443"/>
                </a:cubicBezTo>
                <a:cubicBezTo>
                  <a:pt x="350" y="433"/>
                  <a:pt x="350" y="417"/>
                  <a:pt x="341" y="408"/>
                </a:cubicBezTo>
                <a:cubicBezTo>
                  <a:pt x="333" y="400"/>
                  <a:pt x="333" y="400"/>
                  <a:pt x="333" y="400"/>
                </a:cubicBezTo>
                <a:cubicBezTo>
                  <a:pt x="446" y="287"/>
                  <a:pt x="446" y="287"/>
                  <a:pt x="446" y="287"/>
                </a:cubicBezTo>
                <a:cubicBezTo>
                  <a:pt x="464" y="285"/>
                  <a:pt x="481" y="278"/>
                  <a:pt x="495" y="267"/>
                </a:cubicBezTo>
                <a:cubicBezTo>
                  <a:pt x="496" y="267"/>
                  <a:pt x="496" y="268"/>
                  <a:pt x="496" y="268"/>
                </a:cubicBezTo>
                <a:cubicBezTo>
                  <a:pt x="528" y="302"/>
                  <a:pt x="546" y="348"/>
                  <a:pt x="546" y="395"/>
                </a:cubicBezTo>
                <a:cubicBezTo>
                  <a:pt x="546" y="457"/>
                  <a:pt x="515" y="514"/>
                  <a:pt x="463" y="550"/>
                </a:cubicBezTo>
                <a:cubicBezTo>
                  <a:pt x="445" y="534"/>
                  <a:pt x="422" y="525"/>
                  <a:pt x="397" y="525"/>
                </a:cubicBezTo>
                <a:cubicBezTo>
                  <a:pt x="75" y="525"/>
                  <a:pt x="75" y="525"/>
                  <a:pt x="75" y="525"/>
                </a:cubicBezTo>
                <a:cubicBezTo>
                  <a:pt x="61" y="525"/>
                  <a:pt x="50" y="536"/>
                  <a:pt x="50" y="549"/>
                </a:cubicBezTo>
                <a:cubicBezTo>
                  <a:pt x="50" y="563"/>
                  <a:pt x="61" y="574"/>
                  <a:pt x="75" y="574"/>
                </a:cubicBezTo>
                <a:cubicBezTo>
                  <a:pt x="75" y="574"/>
                  <a:pt x="75" y="574"/>
                  <a:pt x="75" y="574"/>
                </a:cubicBezTo>
                <a:cubicBezTo>
                  <a:pt x="312" y="574"/>
                  <a:pt x="312" y="574"/>
                  <a:pt x="312" y="574"/>
                </a:cubicBezTo>
                <a:cubicBezTo>
                  <a:pt x="303" y="589"/>
                  <a:pt x="298" y="606"/>
                  <a:pt x="298" y="624"/>
                </a:cubicBezTo>
                <a:cubicBezTo>
                  <a:pt x="298" y="649"/>
                  <a:pt x="298" y="649"/>
                  <a:pt x="298" y="649"/>
                </a:cubicBezTo>
                <a:cubicBezTo>
                  <a:pt x="25" y="649"/>
                  <a:pt x="25" y="649"/>
                  <a:pt x="25" y="649"/>
                </a:cubicBezTo>
                <a:cubicBezTo>
                  <a:pt x="12" y="649"/>
                  <a:pt x="0" y="660"/>
                  <a:pt x="0" y="674"/>
                </a:cubicBezTo>
                <a:cubicBezTo>
                  <a:pt x="0" y="674"/>
                  <a:pt x="0" y="674"/>
                  <a:pt x="0" y="674"/>
                </a:cubicBezTo>
                <a:cubicBezTo>
                  <a:pt x="0" y="773"/>
                  <a:pt x="0" y="773"/>
                  <a:pt x="0" y="773"/>
                </a:cubicBezTo>
                <a:cubicBezTo>
                  <a:pt x="0" y="787"/>
                  <a:pt x="12" y="798"/>
                  <a:pt x="25" y="798"/>
                </a:cubicBezTo>
                <a:cubicBezTo>
                  <a:pt x="25" y="798"/>
                  <a:pt x="25" y="798"/>
                  <a:pt x="25" y="798"/>
                </a:cubicBezTo>
                <a:cubicBezTo>
                  <a:pt x="571" y="798"/>
                  <a:pt x="571" y="798"/>
                  <a:pt x="571" y="798"/>
                </a:cubicBezTo>
                <a:cubicBezTo>
                  <a:pt x="585" y="798"/>
                  <a:pt x="596" y="787"/>
                  <a:pt x="596" y="773"/>
                </a:cubicBezTo>
                <a:cubicBezTo>
                  <a:pt x="596" y="773"/>
                  <a:pt x="596" y="773"/>
                  <a:pt x="596" y="773"/>
                </a:cubicBezTo>
                <a:cubicBezTo>
                  <a:pt x="596" y="674"/>
                  <a:pt x="596" y="674"/>
                  <a:pt x="596" y="674"/>
                </a:cubicBezTo>
                <a:cubicBezTo>
                  <a:pt x="596" y="660"/>
                  <a:pt x="585" y="649"/>
                  <a:pt x="571" y="649"/>
                </a:cubicBezTo>
                <a:cubicBezTo>
                  <a:pt x="571" y="649"/>
                  <a:pt x="571" y="649"/>
                  <a:pt x="571" y="649"/>
                </a:cubicBezTo>
                <a:cubicBezTo>
                  <a:pt x="497" y="649"/>
                  <a:pt x="497" y="649"/>
                  <a:pt x="497" y="649"/>
                </a:cubicBezTo>
                <a:cubicBezTo>
                  <a:pt x="497" y="624"/>
                  <a:pt x="497" y="624"/>
                  <a:pt x="497" y="624"/>
                </a:cubicBezTo>
                <a:cubicBezTo>
                  <a:pt x="497" y="613"/>
                  <a:pt x="495" y="602"/>
                  <a:pt x="491" y="591"/>
                </a:cubicBezTo>
                <a:cubicBezTo>
                  <a:pt x="557" y="546"/>
                  <a:pt x="596" y="473"/>
                  <a:pt x="596" y="395"/>
                </a:cubicBezTo>
                <a:cubicBezTo>
                  <a:pt x="596" y="335"/>
                  <a:pt x="573" y="278"/>
                  <a:pt x="532" y="234"/>
                </a:cubicBezTo>
                <a:cubicBezTo>
                  <a:pt x="530" y="232"/>
                  <a:pt x="528" y="230"/>
                  <a:pt x="525" y="229"/>
                </a:cubicBezTo>
                <a:cubicBezTo>
                  <a:pt x="529" y="220"/>
                  <a:pt x="532" y="210"/>
                  <a:pt x="533" y="200"/>
                </a:cubicBezTo>
                <a:lnTo>
                  <a:pt x="613" y="120"/>
                </a:lnTo>
                <a:close/>
                <a:moveTo>
                  <a:pt x="546" y="698"/>
                </a:moveTo>
                <a:cubicBezTo>
                  <a:pt x="546" y="748"/>
                  <a:pt x="546" y="748"/>
                  <a:pt x="546" y="748"/>
                </a:cubicBezTo>
                <a:cubicBezTo>
                  <a:pt x="50" y="748"/>
                  <a:pt x="50" y="748"/>
                  <a:pt x="50" y="748"/>
                </a:cubicBezTo>
                <a:cubicBezTo>
                  <a:pt x="50" y="698"/>
                  <a:pt x="50" y="698"/>
                  <a:pt x="50" y="698"/>
                </a:cubicBezTo>
                <a:lnTo>
                  <a:pt x="546" y="698"/>
                </a:lnTo>
                <a:close/>
                <a:moveTo>
                  <a:pt x="348" y="649"/>
                </a:moveTo>
                <a:cubicBezTo>
                  <a:pt x="348" y="624"/>
                  <a:pt x="348" y="624"/>
                  <a:pt x="348" y="624"/>
                </a:cubicBezTo>
                <a:cubicBezTo>
                  <a:pt x="348" y="597"/>
                  <a:pt x="370" y="574"/>
                  <a:pt x="397" y="574"/>
                </a:cubicBezTo>
                <a:cubicBezTo>
                  <a:pt x="425" y="574"/>
                  <a:pt x="447" y="597"/>
                  <a:pt x="447" y="624"/>
                </a:cubicBezTo>
                <a:cubicBezTo>
                  <a:pt x="447" y="649"/>
                  <a:pt x="447" y="649"/>
                  <a:pt x="447" y="649"/>
                </a:cubicBezTo>
                <a:lnTo>
                  <a:pt x="348" y="649"/>
                </a:lnTo>
                <a:close/>
                <a:moveTo>
                  <a:pt x="522" y="63"/>
                </a:moveTo>
                <a:cubicBezTo>
                  <a:pt x="561" y="102"/>
                  <a:pt x="561" y="102"/>
                  <a:pt x="561" y="102"/>
                </a:cubicBezTo>
                <a:cubicBezTo>
                  <a:pt x="522" y="141"/>
                  <a:pt x="522" y="141"/>
                  <a:pt x="522" y="141"/>
                </a:cubicBezTo>
                <a:cubicBezTo>
                  <a:pt x="521" y="139"/>
                  <a:pt x="519" y="138"/>
                  <a:pt x="518" y="136"/>
                </a:cubicBezTo>
                <a:cubicBezTo>
                  <a:pt x="517" y="135"/>
                  <a:pt x="517" y="133"/>
                  <a:pt x="516" y="132"/>
                </a:cubicBezTo>
                <a:cubicBezTo>
                  <a:pt x="509" y="123"/>
                  <a:pt x="501" y="114"/>
                  <a:pt x="492" y="108"/>
                </a:cubicBezTo>
                <a:cubicBezTo>
                  <a:pt x="490" y="107"/>
                  <a:pt x="489" y="106"/>
                  <a:pt x="488" y="105"/>
                </a:cubicBezTo>
                <a:cubicBezTo>
                  <a:pt x="486" y="104"/>
                  <a:pt x="484" y="103"/>
                  <a:pt x="482" y="102"/>
                </a:cubicBezTo>
                <a:lnTo>
                  <a:pt x="522" y="63"/>
                </a:lnTo>
                <a:close/>
                <a:moveTo>
                  <a:pt x="224" y="440"/>
                </a:moveTo>
                <a:cubicBezTo>
                  <a:pt x="184" y="400"/>
                  <a:pt x="184" y="400"/>
                  <a:pt x="184" y="400"/>
                </a:cubicBezTo>
                <a:cubicBezTo>
                  <a:pt x="224" y="361"/>
                  <a:pt x="224" y="361"/>
                  <a:pt x="224" y="361"/>
                </a:cubicBezTo>
                <a:cubicBezTo>
                  <a:pt x="263" y="400"/>
                  <a:pt x="263" y="400"/>
                  <a:pt x="263" y="400"/>
                </a:cubicBezTo>
                <a:lnTo>
                  <a:pt x="224" y="440"/>
                </a:lnTo>
                <a:close/>
                <a:moveTo>
                  <a:pt x="298" y="365"/>
                </a:moveTo>
                <a:cubicBezTo>
                  <a:pt x="259" y="326"/>
                  <a:pt x="259" y="326"/>
                  <a:pt x="259" y="326"/>
                </a:cubicBezTo>
                <a:cubicBezTo>
                  <a:pt x="348" y="237"/>
                  <a:pt x="348" y="237"/>
                  <a:pt x="348" y="237"/>
                </a:cubicBezTo>
                <a:cubicBezTo>
                  <a:pt x="349" y="239"/>
                  <a:pt x="350" y="240"/>
                  <a:pt x="351" y="242"/>
                </a:cubicBezTo>
                <a:cubicBezTo>
                  <a:pt x="352" y="243"/>
                  <a:pt x="353" y="245"/>
                  <a:pt x="354" y="246"/>
                </a:cubicBezTo>
                <a:cubicBezTo>
                  <a:pt x="360" y="255"/>
                  <a:pt x="368" y="264"/>
                  <a:pt x="378" y="270"/>
                </a:cubicBezTo>
                <a:cubicBezTo>
                  <a:pt x="379" y="271"/>
                  <a:pt x="380" y="272"/>
                  <a:pt x="382" y="273"/>
                </a:cubicBezTo>
                <a:cubicBezTo>
                  <a:pt x="384" y="274"/>
                  <a:pt x="385" y="275"/>
                  <a:pt x="387" y="276"/>
                </a:cubicBezTo>
                <a:lnTo>
                  <a:pt x="298" y="365"/>
                </a:lnTo>
                <a:close/>
                <a:moveTo>
                  <a:pt x="435" y="239"/>
                </a:moveTo>
                <a:cubicBezTo>
                  <a:pt x="407" y="239"/>
                  <a:pt x="385" y="217"/>
                  <a:pt x="385" y="189"/>
                </a:cubicBezTo>
                <a:cubicBezTo>
                  <a:pt x="385" y="162"/>
                  <a:pt x="407" y="139"/>
                  <a:pt x="435" y="139"/>
                </a:cubicBezTo>
                <a:cubicBezTo>
                  <a:pt x="462" y="139"/>
                  <a:pt x="484" y="161"/>
                  <a:pt x="484" y="189"/>
                </a:cubicBezTo>
                <a:cubicBezTo>
                  <a:pt x="484" y="189"/>
                  <a:pt x="484" y="189"/>
                  <a:pt x="484" y="189"/>
                </a:cubicBezTo>
                <a:cubicBezTo>
                  <a:pt x="484" y="216"/>
                  <a:pt x="462" y="239"/>
                  <a:pt x="435" y="239"/>
                </a:cubicBezTo>
                <a:close/>
              </a:path>
            </a:pathLst>
          </a:custGeom>
          <a:solidFill>
            <a:schemeClr val="bg1"/>
          </a:solidFill>
          <a:ln>
            <a:noFill/>
          </a:ln>
        </p:spPr>
        <p:txBody>
          <a:bodyPr vert="horz" wrap="square" lIns="91440" tIns="45720" rIns="91440" bIns="45720" numCol="1" anchor="t" anchorCtr="0" compatLnSpc="1"/>
          <a:lstStyle/>
          <a:p>
            <a:endParaRPr lang="zh-CN" altLang="en-US">
              <a:ea typeface="汉仪旗黑-50S" panose="00020600040101010101" charset="-122"/>
            </a:endParaRPr>
          </a:p>
        </p:txBody>
      </p:sp>
      <p:sp>
        <p:nvSpPr>
          <p:cNvPr id="73" name="Freeform 9"/>
          <p:cNvSpPr>
            <a:spLocks noEditPoints="1"/>
          </p:cNvSpPr>
          <p:nvPr/>
        </p:nvSpPr>
        <p:spPr bwMode="auto">
          <a:xfrm>
            <a:off x="6272788" y="1574379"/>
            <a:ext cx="273589" cy="272746"/>
          </a:xfrm>
          <a:custGeom>
            <a:avLst/>
            <a:gdLst>
              <a:gd name="T0" fmla="*/ 623 w 797"/>
              <a:gd name="T1" fmla="*/ 324 h 797"/>
              <a:gd name="T2" fmla="*/ 672 w 797"/>
              <a:gd name="T3" fmla="*/ 373 h 797"/>
              <a:gd name="T4" fmla="*/ 423 w 797"/>
              <a:gd name="T5" fmla="*/ 324 h 797"/>
              <a:gd name="T6" fmla="*/ 374 w 797"/>
              <a:gd name="T7" fmla="*/ 373 h 797"/>
              <a:gd name="T8" fmla="*/ 423 w 797"/>
              <a:gd name="T9" fmla="*/ 324 h 797"/>
              <a:gd name="T10" fmla="*/ 125 w 797"/>
              <a:gd name="T11" fmla="*/ 324 h 797"/>
              <a:gd name="T12" fmla="*/ 174 w 797"/>
              <a:gd name="T13" fmla="*/ 373 h 797"/>
              <a:gd name="T14" fmla="*/ 747 w 797"/>
              <a:gd name="T15" fmla="*/ 249 h 797"/>
              <a:gd name="T16" fmla="*/ 722 w 797"/>
              <a:gd name="T17" fmla="*/ 0 h 797"/>
              <a:gd name="T18" fmla="*/ 573 w 797"/>
              <a:gd name="T19" fmla="*/ 0 h 797"/>
              <a:gd name="T20" fmla="*/ 548 w 797"/>
              <a:gd name="T21" fmla="*/ 25 h 797"/>
              <a:gd name="T22" fmla="*/ 498 w 797"/>
              <a:gd name="T23" fmla="*/ 249 h 797"/>
              <a:gd name="T24" fmla="*/ 473 w 797"/>
              <a:gd name="T25" fmla="*/ 0 h 797"/>
              <a:gd name="T26" fmla="*/ 324 w 797"/>
              <a:gd name="T27" fmla="*/ 0 h 797"/>
              <a:gd name="T28" fmla="*/ 299 w 797"/>
              <a:gd name="T29" fmla="*/ 25 h 797"/>
              <a:gd name="T30" fmla="*/ 249 w 797"/>
              <a:gd name="T31" fmla="*/ 249 h 797"/>
              <a:gd name="T32" fmla="*/ 224 w 797"/>
              <a:gd name="T33" fmla="*/ 0 h 797"/>
              <a:gd name="T34" fmla="*/ 75 w 797"/>
              <a:gd name="T35" fmla="*/ 0 h 797"/>
              <a:gd name="T36" fmla="*/ 50 w 797"/>
              <a:gd name="T37" fmla="*/ 25 h 797"/>
              <a:gd name="T38" fmla="*/ 0 w 797"/>
              <a:gd name="T39" fmla="*/ 299 h 797"/>
              <a:gd name="T40" fmla="*/ 50 w 797"/>
              <a:gd name="T41" fmla="*/ 448 h 797"/>
              <a:gd name="T42" fmla="*/ 149 w 797"/>
              <a:gd name="T43" fmla="*/ 797 h 797"/>
              <a:gd name="T44" fmla="*/ 249 w 797"/>
              <a:gd name="T45" fmla="*/ 448 h 797"/>
              <a:gd name="T46" fmla="*/ 299 w 797"/>
              <a:gd name="T47" fmla="*/ 697 h 797"/>
              <a:gd name="T48" fmla="*/ 498 w 797"/>
              <a:gd name="T49" fmla="*/ 697 h 797"/>
              <a:gd name="T50" fmla="*/ 548 w 797"/>
              <a:gd name="T51" fmla="*/ 448 h 797"/>
              <a:gd name="T52" fmla="*/ 647 w 797"/>
              <a:gd name="T53" fmla="*/ 797 h 797"/>
              <a:gd name="T54" fmla="*/ 747 w 797"/>
              <a:gd name="T55" fmla="*/ 448 h 797"/>
              <a:gd name="T56" fmla="*/ 797 w 797"/>
              <a:gd name="T57" fmla="*/ 299 h 797"/>
              <a:gd name="T58" fmla="*/ 598 w 797"/>
              <a:gd name="T59" fmla="*/ 50 h 797"/>
              <a:gd name="T60" fmla="*/ 697 w 797"/>
              <a:gd name="T61" fmla="*/ 99 h 797"/>
              <a:gd name="T62" fmla="*/ 598 w 797"/>
              <a:gd name="T63" fmla="*/ 50 h 797"/>
              <a:gd name="T64" fmla="*/ 697 w 797"/>
              <a:gd name="T65" fmla="*/ 149 h 797"/>
              <a:gd name="T66" fmla="*/ 598 w 797"/>
              <a:gd name="T67" fmla="*/ 249 h 797"/>
              <a:gd name="T68" fmla="*/ 349 w 797"/>
              <a:gd name="T69" fmla="*/ 50 h 797"/>
              <a:gd name="T70" fmla="*/ 448 w 797"/>
              <a:gd name="T71" fmla="*/ 99 h 797"/>
              <a:gd name="T72" fmla="*/ 349 w 797"/>
              <a:gd name="T73" fmla="*/ 50 h 797"/>
              <a:gd name="T74" fmla="*/ 448 w 797"/>
              <a:gd name="T75" fmla="*/ 149 h 797"/>
              <a:gd name="T76" fmla="*/ 349 w 797"/>
              <a:gd name="T77" fmla="*/ 249 h 797"/>
              <a:gd name="T78" fmla="*/ 100 w 797"/>
              <a:gd name="T79" fmla="*/ 50 h 797"/>
              <a:gd name="T80" fmla="*/ 199 w 797"/>
              <a:gd name="T81" fmla="*/ 99 h 797"/>
              <a:gd name="T82" fmla="*/ 100 w 797"/>
              <a:gd name="T83" fmla="*/ 50 h 797"/>
              <a:gd name="T84" fmla="*/ 199 w 797"/>
              <a:gd name="T85" fmla="*/ 149 h 797"/>
              <a:gd name="T86" fmla="*/ 100 w 797"/>
              <a:gd name="T87" fmla="*/ 249 h 797"/>
              <a:gd name="T88" fmla="*/ 199 w 797"/>
              <a:gd name="T89" fmla="*/ 697 h 797"/>
              <a:gd name="T90" fmla="*/ 100 w 797"/>
              <a:gd name="T91" fmla="*/ 697 h 797"/>
              <a:gd name="T92" fmla="*/ 199 w 797"/>
              <a:gd name="T93" fmla="*/ 448 h 797"/>
              <a:gd name="T94" fmla="*/ 448 w 797"/>
              <a:gd name="T95" fmla="*/ 697 h 797"/>
              <a:gd name="T96" fmla="*/ 349 w 797"/>
              <a:gd name="T97" fmla="*/ 697 h 797"/>
              <a:gd name="T98" fmla="*/ 448 w 797"/>
              <a:gd name="T99" fmla="*/ 448 h 797"/>
              <a:gd name="T100" fmla="*/ 697 w 797"/>
              <a:gd name="T101" fmla="*/ 697 h 797"/>
              <a:gd name="T102" fmla="*/ 598 w 797"/>
              <a:gd name="T103" fmla="*/ 697 h 797"/>
              <a:gd name="T104" fmla="*/ 697 w 797"/>
              <a:gd name="T105" fmla="*/ 448 h 797"/>
              <a:gd name="T106" fmla="*/ 747 w 797"/>
              <a:gd name="T107" fmla="*/ 398 h 797"/>
              <a:gd name="T108" fmla="*/ 50 w 797"/>
              <a:gd name="T109" fmla="*/ 299 h 797"/>
              <a:gd name="T110" fmla="*/ 747 w 797"/>
              <a:gd name="T111" fmla="*/ 398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97" h="797">
                <a:moveTo>
                  <a:pt x="672" y="324"/>
                </a:moveTo>
                <a:cubicBezTo>
                  <a:pt x="623" y="324"/>
                  <a:pt x="623" y="324"/>
                  <a:pt x="623" y="324"/>
                </a:cubicBezTo>
                <a:cubicBezTo>
                  <a:pt x="623" y="373"/>
                  <a:pt x="623" y="373"/>
                  <a:pt x="623" y="373"/>
                </a:cubicBezTo>
                <a:cubicBezTo>
                  <a:pt x="672" y="373"/>
                  <a:pt x="672" y="373"/>
                  <a:pt x="672" y="373"/>
                </a:cubicBezTo>
                <a:lnTo>
                  <a:pt x="672" y="324"/>
                </a:lnTo>
                <a:close/>
                <a:moveTo>
                  <a:pt x="423" y="324"/>
                </a:moveTo>
                <a:cubicBezTo>
                  <a:pt x="374" y="324"/>
                  <a:pt x="374" y="324"/>
                  <a:pt x="374" y="324"/>
                </a:cubicBezTo>
                <a:cubicBezTo>
                  <a:pt x="374" y="373"/>
                  <a:pt x="374" y="373"/>
                  <a:pt x="374" y="373"/>
                </a:cubicBezTo>
                <a:cubicBezTo>
                  <a:pt x="423" y="373"/>
                  <a:pt x="423" y="373"/>
                  <a:pt x="423" y="373"/>
                </a:cubicBezTo>
                <a:lnTo>
                  <a:pt x="423" y="324"/>
                </a:lnTo>
                <a:close/>
                <a:moveTo>
                  <a:pt x="174" y="324"/>
                </a:moveTo>
                <a:cubicBezTo>
                  <a:pt x="125" y="324"/>
                  <a:pt x="125" y="324"/>
                  <a:pt x="125" y="324"/>
                </a:cubicBezTo>
                <a:cubicBezTo>
                  <a:pt x="125" y="373"/>
                  <a:pt x="125" y="373"/>
                  <a:pt x="125" y="373"/>
                </a:cubicBezTo>
                <a:cubicBezTo>
                  <a:pt x="174" y="373"/>
                  <a:pt x="174" y="373"/>
                  <a:pt x="174" y="373"/>
                </a:cubicBezTo>
                <a:lnTo>
                  <a:pt x="174" y="324"/>
                </a:lnTo>
                <a:close/>
                <a:moveTo>
                  <a:pt x="747" y="249"/>
                </a:moveTo>
                <a:cubicBezTo>
                  <a:pt x="747" y="25"/>
                  <a:pt x="747" y="25"/>
                  <a:pt x="747" y="25"/>
                </a:cubicBezTo>
                <a:cubicBezTo>
                  <a:pt x="747" y="11"/>
                  <a:pt x="736" y="0"/>
                  <a:pt x="722" y="0"/>
                </a:cubicBezTo>
                <a:cubicBezTo>
                  <a:pt x="722" y="0"/>
                  <a:pt x="722" y="0"/>
                  <a:pt x="722" y="0"/>
                </a:cubicBezTo>
                <a:cubicBezTo>
                  <a:pt x="573" y="0"/>
                  <a:pt x="573" y="0"/>
                  <a:pt x="573" y="0"/>
                </a:cubicBezTo>
                <a:cubicBezTo>
                  <a:pt x="559" y="0"/>
                  <a:pt x="548" y="11"/>
                  <a:pt x="548" y="25"/>
                </a:cubicBezTo>
                <a:cubicBezTo>
                  <a:pt x="548" y="25"/>
                  <a:pt x="548" y="25"/>
                  <a:pt x="548" y="25"/>
                </a:cubicBezTo>
                <a:cubicBezTo>
                  <a:pt x="548" y="249"/>
                  <a:pt x="548" y="249"/>
                  <a:pt x="548" y="249"/>
                </a:cubicBezTo>
                <a:cubicBezTo>
                  <a:pt x="498" y="249"/>
                  <a:pt x="498" y="249"/>
                  <a:pt x="498" y="249"/>
                </a:cubicBezTo>
                <a:cubicBezTo>
                  <a:pt x="498" y="25"/>
                  <a:pt x="498" y="25"/>
                  <a:pt x="498" y="25"/>
                </a:cubicBezTo>
                <a:cubicBezTo>
                  <a:pt x="498" y="11"/>
                  <a:pt x="487" y="0"/>
                  <a:pt x="473" y="0"/>
                </a:cubicBezTo>
                <a:cubicBezTo>
                  <a:pt x="473" y="0"/>
                  <a:pt x="473" y="0"/>
                  <a:pt x="473" y="0"/>
                </a:cubicBezTo>
                <a:cubicBezTo>
                  <a:pt x="324" y="0"/>
                  <a:pt x="324" y="0"/>
                  <a:pt x="324" y="0"/>
                </a:cubicBezTo>
                <a:cubicBezTo>
                  <a:pt x="310" y="0"/>
                  <a:pt x="299" y="11"/>
                  <a:pt x="299" y="25"/>
                </a:cubicBezTo>
                <a:cubicBezTo>
                  <a:pt x="299" y="25"/>
                  <a:pt x="299" y="25"/>
                  <a:pt x="299" y="25"/>
                </a:cubicBezTo>
                <a:cubicBezTo>
                  <a:pt x="299" y="249"/>
                  <a:pt x="299" y="249"/>
                  <a:pt x="299" y="249"/>
                </a:cubicBezTo>
                <a:cubicBezTo>
                  <a:pt x="249" y="249"/>
                  <a:pt x="249" y="249"/>
                  <a:pt x="249" y="249"/>
                </a:cubicBezTo>
                <a:cubicBezTo>
                  <a:pt x="249" y="25"/>
                  <a:pt x="249" y="25"/>
                  <a:pt x="249" y="25"/>
                </a:cubicBezTo>
                <a:cubicBezTo>
                  <a:pt x="249" y="11"/>
                  <a:pt x="238" y="0"/>
                  <a:pt x="224" y="0"/>
                </a:cubicBezTo>
                <a:cubicBezTo>
                  <a:pt x="224" y="0"/>
                  <a:pt x="224" y="0"/>
                  <a:pt x="224" y="0"/>
                </a:cubicBezTo>
                <a:cubicBezTo>
                  <a:pt x="75" y="0"/>
                  <a:pt x="75" y="0"/>
                  <a:pt x="75" y="0"/>
                </a:cubicBezTo>
                <a:cubicBezTo>
                  <a:pt x="61" y="0"/>
                  <a:pt x="50" y="11"/>
                  <a:pt x="50" y="25"/>
                </a:cubicBezTo>
                <a:cubicBezTo>
                  <a:pt x="50" y="25"/>
                  <a:pt x="50" y="25"/>
                  <a:pt x="50" y="25"/>
                </a:cubicBezTo>
                <a:cubicBezTo>
                  <a:pt x="50" y="249"/>
                  <a:pt x="50" y="249"/>
                  <a:pt x="50" y="249"/>
                </a:cubicBezTo>
                <a:cubicBezTo>
                  <a:pt x="22" y="249"/>
                  <a:pt x="0" y="271"/>
                  <a:pt x="0" y="299"/>
                </a:cubicBezTo>
                <a:cubicBezTo>
                  <a:pt x="0" y="398"/>
                  <a:pt x="0" y="398"/>
                  <a:pt x="0" y="398"/>
                </a:cubicBezTo>
                <a:cubicBezTo>
                  <a:pt x="0" y="426"/>
                  <a:pt x="22" y="448"/>
                  <a:pt x="50" y="448"/>
                </a:cubicBezTo>
                <a:cubicBezTo>
                  <a:pt x="50" y="697"/>
                  <a:pt x="50" y="697"/>
                  <a:pt x="50" y="697"/>
                </a:cubicBezTo>
                <a:cubicBezTo>
                  <a:pt x="50" y="752"/>
                  <a:pt x="94" y="797"/>
                  <a:pt x="149" y="797"/>
                </a:cubicBezTo>
                <a:cubicBezTo>
                  <a:pt x="204" y="797"/>
                  <a:pt x="249" y="752"/>
                  <a:pt x="249" y="697"/>
                </a:cubicBezTo>
                <a:cubicBezTo>
                  <a:pt x="249" y="448"/>
                  <a:pt x="249" y="448"/>
                  <a:pt x="249" y="448"/>
                </a:cubicBezTo>
                <a:cubicBezTo>
                  <a:pt x="299" y="448"/>
                  <a:pt x="299" y="448"/>
                  <a:pt x="299" y="448"/>
                </a:cubicBezTo>
                <a:cubicBezTo>
                  <a:pt x="299" y="697"/>
                  <a:pt x="299" y="697"/>
                  <a:pt x="299" y="697"/>
                </a:cubicBezTo>
                <a:cubicBezTo>
                  <a:pt x="299" y="752"/>
                  <a:pt x="343" y="797"/>
                  <a:pt x="398" y="797"/>
                </a:cubicBezTo>
                <a:cubicBezTo>
                  <a:pt x="453" y="797"/>
                  <a:pt x="498" y="752"/>
                  <a:pt x="498" y="697"/>
                </a:cubicBezTo>
                <a:cubicBezTo>
                  <a:pt x="498" y="448"/>
                  <a:pt x="498" y="448"/>
                  <a:pt x="498" y="448"/>
                </a:cubicBezTo>
                <a:cubicBezTo>
                  <a:pt x="548" y="448"/>
                  <a:pt x="548" y="448"/>
                  <a:pt x="548" y="448"/>
                </a:cubicBezTo>
                <a:cubicBezTo>
                  <a:pt x="548" y="697"/>
                  <a:pt x="548" y="697"/>
                  <a:pt x="548" y="697"/>
                </a:cubicBezTo>
                <a:cubicBezTo>
                  <a:pt x="548" y="752"/>
                  <a:pt x="592" y="797"/>
                  <a:pt x="647" y="797"/>
                </a:cubicBezTo>
                <a:cubicBezTo>
                  <a:pt x="702" y="797"/>
                  <a:pt x="747" y="752"/>
                  <a:pt x="747" y="697"/>
                </a:cubicBezTo>
                <a:cubicBezTo>
                  <a:pt x="747" y="448"/>
                  <a:pt x="747" y="448"/>
                  <a:pt x="747" y="448"/>
                </a:cubicBezTo>
                <a:cubicBezTo>
                  <a:pt x="775" y="448"/>
                  <a:pt x="797" y="426"/>
                  <a:pt x="797" y="398"/>
                </a:cubicBezTo>
                <a:cubicBezTo>
                  <a:pt x="797" y="299"/>
                  <a:pt x="797" y="299"/>
                  <a:pt x="797" y="299"/>
                </a:cubicBezTo>
                <a:cubicBezTo>
                  <a:pt x="797" y="271"/>
                  <a:pt x="775" y="249"/>
                  <a:pt x="747" y="249"/>
                </a:cubicBezTo>
                <a:close/>
                <a:moveTo>
                  <a:pt x="598" y="50"/>
                </a:moveTo>
                <a:cubicBezTo>
                  <a:pt x="697" y="50"/>
                  <a:pt x="697" y="50"/>
                  <a:pt x="697" y="50"/>
                </a:cubicBezTo>
                <a:cubicBezTo>
                  <a:pt x="697" y="99"/>
                  <a:pt x="697" y="99"/>
                  <a:pt x="697" y="99"/>
                </a:cubicBezTo>
                <a:cubicBezTo>
                  <a:pt x="598" y="99"/>
                  <a:pt x="598" y="99"/>
                  <a:pt x="598" y="99"/>
                </a:cubicBezTo>
                <a:lnTo>
                  <a:pt x="598" y="50"/>
                </a:lnTo>
                <a:close/>
                <a:moveTo>
                  <a:pt x="598" y="149"/>
                </a:moveTo>
                <a:cubicBezTo>
                  <a:pt x="697" y="149"/>
                  <a:pt x="697" y="149"/>
                  <a:pt x="697" y="149"/>
                </a:cubicBezTo>
                <a:cubicBezTo>
                  <a:pt x="697" y="249"/>
                  <a:pt x="697" y="249"/>
                  <a:pt x="697" y="249"/>
                </a:cubicBezTo>
                <a:cubicBezTo>
                  <a:pt x="598" y="249"/>
                  <a:pt x="598" y="249"/>
                  <a:pt x="598" y="249"/>
                </a:cubicBezTo>
                <a:lnTo>
                  <a:pt x="598" y="149"/>
                </a:lnTo>
                <a:close/>
                <a:moveTo>
                  <a:pt x="349" y="50"/>
                </a:moveTo>
                <a:cubicBezTo>
                  <a:pt x="448" y="50"/>
                  <a:pt x="448" y="50"/>
                  <a:pt x="448" y="50"/>
                </a:cubicBezTo>
                <a:cubicBezTo>
                  <a:pt x="448" y="99"/>
                  <a:pt x="448" y="99"/>
                  <a:pt x="448" y="99"/>
                </a:cubicBezTo>
                <a:cubicBezTo>
                  <a:pt x="349" y="99"/>
                  <a:pt x="349" y="99"/>
                  <a:pt x="349" y="99"/>
                </a:cubicBezTo>
                <a:lnTo>
                  <a:pt x="349" y="50"/>
                </a:lnTo>
                <a:close/>
                <a:moveTo>
                  <a:pt x="349" y="149"/>
                </a:moveTo>
                <a:cubicBezTo>
                  <a:pt x="448" y="149"/>
                  <a:pt x="448" y="149"/>
                  <a:pt x="448" y="149"/>
                </a:cubicBezTo>
                <a:cubicBezTo>
                  <a:pt x="448" y="249"/>
                  <a:pt x="448" y="249"/>
                  <a:pt x="448" y="249"/>
                </a:cubicBezTo>
                <a:cubicBezTo>
                  <a:pt x="349" y="249"/>
                  <a:pt x="349" y="249"/>
                  <a:pt x="349" y="249"/>
                </a:cubicBezTo>
                <a:lnTo>
                  <a:pt x="349" y="149"/>
                </a:lnTo>
                <a:close/>
                <a:moveTo>
                  <a:pt x="100" y="50"/>
                </a:moveTo>
                <a:cubicBezTo>
                  <a:pt x="199" y="50"/>
                  <a:pt x="199" y="50"/>
                  <a:pt x="199" y="50"/>
                </a:cubicBezTo>
                <a:cubicBezTo>
                  <a:pt x="199" y="99"/>
                  <a:pt x="199" y="99"/>
                  <a:pt x="199" y="99"/>
                </a:cubicBezTo>
                <a:cubicBezTo>
                  <a:pt x="100" y="99"/>
                  <a:pt x="100" y="99"/>
                  <a:pt x="100" y="99"/>
                </a:cubicBezTo>
                <a:lnTo>
                  <a:pt x="100" y="50"/>
                </a:lnTo>
                <a:close/>
                <a:moveTo>
                  <a:pt x="100" y="149"/>
                </a:moveTo>
                <a:cubicBezTo>
                  <a:pt x="199" y="149"/>
                  <a:pt x="199" y="149"/>
                  <a:pt x="199" y="149"/>
                </a:cubicBezTo>
                <a:cubicBezTo>
                  <a:pt x="199" y="249"/>
                  <a:pt x="199" y="249"/>
                  <a:pt x="199" y="249"/>
                </a:cubicBezTo>
                <a:cubicBezTo>
                  <a:pt x="100" y="249"/>
                  <a:pt x="100" y="249"/>
                  <a:pt x="100" y="249"/>
                </a:cubicBezTo>
                <a:lnTo>
                  <a:pt x="100" y="149"/>
                </a:lnTo>
                <a:close/>
                <a:moveTo>
                  <a:pt x="199" y="697"/>
                </a:moveTo>
                <a:cubicBezTo>
                  <a:pt x="199" y="725"/>
                  <a:pt x="177" y="747"/>
                  <a:pt x="149" y="747"/>
                </a:cubicBezTo>
                <a:cubicBezTo>
                  <a:pt x="122" y="747"/>
                  <a:pt x="100" y="725"/>
                  <a:pt x="100" y="697"/>
                </a:cubicBezTo>
                <a:cubicBezTo>
                  <a:pt x="100" y="448"/>
                  <a:pt x="100" y="448"/>
                  <a:pt x="100" y="448"/>
                </a:cubicBezTo>
                <a:cubicBezTo>
                  <a:pt x="199" y="448"/>
                  <a:pt x="199" y="448"/>
                  <a:pt x="199" y="448"/>
                </a:cubicBezTo>
                <a:lnTo>
                  <a:pt x="199" y="697"/>
                </a:lnTo>
                <a:close/>
                <a:moveTo>
                  <a:pt x="448" y="697"/>
                </a:moveTo>
                <a:cubicBezTo>
                  <a:pt x="448" y="725"/>
                  <a:pt x="426" y="747"/>
                  <a:pt x="398" y="747"/>
                </a:cubicBezTo>
                <a:cubicBezTo>
                  <a:pt x="371" y="747"/>
                  <a:pt x="349" y="725"/>
                  <a:pt x="349" y="697"/>
                </a:cubicBezTo>
                <a:cubicBezTo>
                  <a:pt x="349" y="448"/>
                  <a:pt x="349" y="448"/>
                  <a:pt x="349" y="448"/>
                </a:cubicBezTo>
                <a:cubicBezTo>
                  <a:pt x="448" y="448"/>
                  <a:pt x="448" y="448"/>
                  <a:pt x="448" y="448"/>
                </a:cubicBezTo>
                <a:lnTo>
                  <a:pt x="448" y="697"/>
                </a:lnTo>
                <a:close/>
                <a:moveTo>
                  <a:pt x="697" y="697"/>
                </a:moveTo>
                <a:cubicBezTo>
                  <a:pt x="697" y="725"/>
                  <a:pt x="675" y="747"/>
                  <a:pt x="647" y="747"/>
                </a:cubicBezTo>
                <a:cubicBezTo>
                  <a:pt x="620" y="747"/>
                  <a:pt x="598" y="725"/>
                  <a:pt x="598" y="697"/>
                </a:cubicBezTo>
                <a:cubicBezTo>
                  <a:pt x="598" y="448"/>
                  <a:pt x="598" y="448"/>
                  <a:pt x="598" y="448"/>
                </a:cubicBezTo>
                <a:cubicBezTo>
                  <a:pt x="697" y="448"/>
                  <a:pt x="697" y="448"/>
                  <a:pt x="697" y="448"/>
                </a:cubicBezTo>
                <a:lnTo>
                  <a:pt x="697" y="697"/>
                </a:lnTo>
                <a:close/>
                <a:moveTo>
                  <a:pt x="747" y="398"/>
                </a:moveTo>
                <a:cubicBezTo>
                  <a:pt x="50" y="398"/>
                  <a:pt x="50" y="398"/>
                  <a:pt x="50" y="398"/>
                </a:cubicBezTo>
                <a:cubicBezTo>
                  <a:pt x="50" y="299"/>
                  <a:pt x="50" y="299"/>
                  <a:pt x="50" y="299"/>
                </a:cubicBezTo>
                <a:cubicBezTo>
                  <a:pt x="747" y="299"/>
                  <a:pt x="747" y="299"/>
                  <a:pt x="747" y="299"/>
                </a:cubicBezTo>
                <a:lnTo>
                  <a:pt x="747" y="398"/>
                </a:lnTo>
                <a:close/>
              </a:path>
            </a:pathLst>
          </a:custGeom>
          <a:solidFill>
            <a:schemeClr val="bg1"/>
          </a:solidFill>
          <a:ln>
            <a:noFill/>
          </a:ln>
        </p:spPr>
        <p:txBody>
          <a:bodyPr vert="horz" wrap="square" lIns="91440" tIns="45720" rIns="91440" bIns="45720" numCol="1" anchor="t" anchorCtr="0" compatLnSpc="1"/>
          <a:lstStyle/>
          <a:p>
            <a:endParaRPr lang="zh-CN" altLang="en-US">
              <a:ea typeface="汉仪旗黑-50S" panose="00020600040101010101" charset="-122"/>
            </a:endParaRPr>
          </a:p>
        </p:txBody>
      </p:sp>
      <p:sp>
        <p:nvSpPr>
          <p:cNvPr id="74" name="Freeform 13"/>
          <p:cNvSpPr>
            <a:spLocks noEditPoints="1"/>
          </p:cNvSpPr>
          <p:nvPr/>
        </p:nvSpPr>
        <p:spPr bwMode="auto">
          <a:xfrm>
            <a:off x="3125237" y="3309270"/>
            <a:ext cx="242842" cy="321907"/>
          </a:xfrm>
          <a:custGeom>
            <a:avLst/>
            <a:gdLst>
              <a:gd name="T0" fmla="*/ 598 w 598"/>
              <a:gd name="T1" fmla="*/ 287 h 797"/>
              <a:gd name="T2" fmla="*/ 299 w 598"/>
              <a:gd name="T3" fmla="*/ 0 h 797"/>
              <a:gd name="T4" fmla="*/ 0 w 598"/>
              <a:gd name="T5" fmla="*/ 287 h 797"/>
              <a:gd name="T6" fmla="*/ 167 w 598"/>
              <a:gd name="T7" fmla="*/ 543 h 797"/>
              <a:gd name="T8" fmla="*/ 163 w 598"/>
              <a:gd name="T9" fmla="*/ 623 h 797"/>
              <a:gd name="T10" fmla="*/ 150 w 598"/>
              <a:gd name="T11" fmla="*/ 660 h 797"/>
              <a:gd name="T12" fmla="*/ 212 w 598"/>
              <a:gd name="T13" fmla="*/ 723 h 797"/>
              <a:gd name="T14" fmla="*/ 225 w 598"/>
              <a:gd name="T15" fmla="*/ 723 h 797"/>
              <a:gd name="T16" fmla="*/ 299 w 598"/>
              <a:gd name="T17" fmla="*/ 797 h 797"/>
              <a:gd name="T18" fmla="*/ 374 w 598"/>
              <a:gd name="T19" fmla="*/ 723 h 797"/>
              <a:gd name="T20" fmla="*/ 386 w 598"/>
              <a:gd name="T21" fmla="*/ 723 h 797"/>
              <a:gd name="T22" fmla="*/ 449 w 598"/>
              <a:gd name="T23" fmla="*/ 660 h 797"/>
              <a:gd name="T24" fmla="*/ 436 w 598"/>
              <a:gd name="T25" fmla="*/ 623 h 797"/>
              <a:gd name="T26" fmla="*/ 432 w 598"/>
              <a:gd name="T27" fmla="*/ 543 h 797"/>
              <a:gd name="T28" fmla="*/ 598 w 598"/>
              <a:gd name="T29" fmla="*/ 287 h 797"/>
              <a:gd name="T30" fmla="*/ 225 w 598"/>
              <a:gd name="T31" fmla="*/ 355 h 797"/>
              <a:gd name="T32" fmla="*/ 249 w 598"/>
              <a:gd name="T33" fmla="*/ 305 h 797"/>
              <a:gd name="T34" fmla="*/ 277 w 598"/>
              <a:gd name="T35" fmla="*/ 360 h 797"/>
              <a:gd name="T36" fmla="*/ 322 w 598"/>
              <a:gd name="T37" fmla="*/ 360 h 797"/>
              <a:gd name="T38" fmla="*/ 349 w 598"/>
              <a:gd name="T39" fmla="*/ 305 h 797"/>
              <a:gd name="T40" fmla="*/ 374 w 598"/>
              <a:gd name="T41" fmla="*/ 355 h 797"/>
              <a:gd name="T42" fmla="*/ 374 w 598"/>
              <a:gd name="T43" fmla="*/ 512 h 797"/>
              <a:gd name="T44" fmla="*/ 225 w 598"/>
              <a:gd name="T45" fmla="*/ 512 h 797"/>
              <a:gd name="T46" fmla="*/ 225 w 598"/>
              <a:gd name="T47" fmla="*/ 355 h 797"/>
              <a:gd name="T48" fmla="*/ 200 w 598"/>
              <a:gd name="T49" fmla="*/ 586 h 797"/>
              <a:gd name="T50" fmla="*/ 212 w 598"/>
              <a:gd name="T51" fmla="*/ 573 h 797"/>
              <a:gd name="T52" fmla="*/ 386 w 598"/>
              <a:gd name="T53" fmla="*/ 573 h 797"/>
              <a:gd name="T54" fmla="*/ 399 w 598"/>
              <a:gd name="T55" fmla="*/ 586 h 797"/>
              <a:gd name="T56" fmla="*/ 386 w 598"/>
              <a:gd name="T57" fmla="*/ 598 h 797"/>
              <a:gd name="T58" fmla="*/ 212 w 598"/>
              <a:gd name="T59" fmla="*/ 598 h 797"/>
              <a:gd name="T60" fmla="*/ 200 w 598"/>
              <a:gd name="T61" fmla="*/ 586 h 797"/>
              <a:gd name="T62" fmla="*/ 299 w 598"/>
              <a:gd name="T63" fmla="*/ 747 h 797"/>
              <a:gd name="T64" fmla="*/ 274 w 598"/>
              <a:gd name="T65" fmla="*/ 723 h 797"/>
              <a:gd name="T66" fmla="*/ 324 w 598"/>
              <a:gd name="T67" fmla="*/ 723 h 797"/>
              <a:gd name="T68" fmla="*/ 299 w 598"/>
              <a:gd name="T69" fmla="*/ 747 h 797"/>
              <a:gd name="T70" fmla="*/ 386 w 598"/>
              <a:gd name="T71" fmla="*/ 673 h 797"/>
              <a:gd name="T72" fmla="*/ 212 w 598"/>
              <a:gd name="T73" fmla="*/ 673 h 797"/>
              <a:gd name="T74" fmla="*/ 200 w 598"/>
              <a:gd name="T75" fmla="*/ 660 h 797"/>
              <a:gd name="T76" fmla="*/ 212 w 598"/>
              <a:gd name="T77" fmla="*/ 648 h 797"/>
              <a:gd name="T78" fmla="*/ 386 w 598"/>
              <a:gd name="T79" fmla="*/ 648 h 797"/>
              <a:gd name="T80" fmla="*/ 399 w 598"/>
              <a:gd name="T81" fmla="*/ 660 h 797"/>
              <a:gd name="T82" fmla="*/ 386 w 598"/>
              <a:gd name="T83" fmla="*/ 673 h 797"/>
              <a:gd name="T84" fmla="*/ 424 w 598"/>
              <a:gd name="T85" fmla="*/ 491 h 797"/>
              <a:gd name="T86" fmla="*/ 424 w 598"/>
              <a:gd name="T87" fmla="*/ 355 h 797"/>
              <a:gd name="T88" fmla="*/ 471 w 598"/>
              <a:gd name="T89" fmla="*/ 261 h 797"/>
              <a:gd name="T90" fmla="*/ 460 w 598"/>
              <a:gd name="T91" fmla="*/ 227 h 797"/>
              <a:gd name="T92" fmla="*/ 426 w 598"/>
              <a:gd name="T93" fmla="*/ 238 h 797"/>
              <a:gd name="T94" fmla="*/ 399 w 598"/>
              <a:gd name="T95" fmla="*/ 293 h 797"/>
              <a:gd name="T96" fmla="*/ 371 w 598"/>
              <a:gd name="T97" fmla="*/ 238 h 797"/>
              <a:gd name="T98" fmla="*/ 327 w 598"/>
              <a:gd name="T99" fmla="*/ 238 h 797"/>
              <a:gd name="T100" fmla="*/ 299 w 598"/>
              <a:gd name="T101" fmla="*/ 293 h 797"/>
              <a:gd name="T102" fmla="*/ 272 w 598"/>
              <a:gd name="T103" fmla="*/ 238 h 797"/>
              <a:gd name="T104" fmla="*/ 227 w 598"/>
              <a:gd name="T105" fmla="*/ 238 h 797"/>
              <a:gd name="T106" fmla="*/ 200 w 598"/>
              <a:gd name="T107" fmla="*/ 293 h 797"/>
              <a:gd name="T108" fmla="*/ 172 w 598"/>
              <a:gd name="T109" fmla="*/ 238 h 797"/>
              <a:gd name="T110" fmla="*/ 139 w 598"/>
              <a:gd name="T111" fmla="*/ 227 h 797"/>
              <a:gd name="T112" fmla="*/ 128 w 598"/>
              <a:gd name="T113" fmla="*/ 261 h 797"/>
              <a:gd name="T114" fmla="*/ 175 w 598"/>
              <a:gd name="T115" fmla="*/ 355 h 797"/>
              <a:gd name="T116" fmla="*/ 175 w 598"/>
              <a:gd name="T117" fmla="*/ 491 h 797"/>
              <a:gd name="T118" fmla="*/ 50 w 598"/>
              <a:gd name="T119" fmla="*/ 287 h 797"/>
              <a:gd name="T120" fmla="*/ 299 w 598"/>
              <a:gd name="T121" fmla="*/ 50 h 797"/>
              <a:gd name="T122" fmla="*/ 548 w 598"/>
              <a:gd name="T123" fmla="*/ 287 h 797"/>
              <a:gd name="T124" fmla="*/ 424 w 598"/>
              <a:gd name="T125" fmla="*/ 491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98" h="797">
                <a:moveTo>
                  <a:pt x="598" y="287"/>
                </a:moveTo>
                <a:cubicBezTo>
                  <a:pt x="598" y="129"/>
                  <a:pt x="464" y="0"/>
                  <a:pt x="299" y="0"/>
                </a:cubicBezTo>
                <a:cubicBezTo>
                  <a:pt x="134" y="0"/>
                  <a:pt x="0" y="129"/>
                  <a:pt x="0" y="287"/>
                </a:cubicBezTo>
                <a:cubicBezTo>
                  <a:pt x="0" y="399"/>
                  <a:pt x="68" y="496"/>
                  <a:pt x="167" y="543"/>
                </a:cubicBezTo>
                <a:cubicBezTo>
                  <a:pt x="146" y="565"/>
                  <a:pt x="144" y="599"/>
                  <a:pt x="163" y="623"/>
                </a:cubicBezTo>
                <a:cubicBezTo>
                  <a:pt x="154" y="634"/>
                  <a:pt x="150" y="647"/>
                  <a:pt x="150" y="660"/>
                </a:cubicBezTo>
                <a:cubicBezTo>
                  <a:pt x="150" y="695"/>
                  <a:pt x="178" y="723"/>
                  <a:pt x="212" y="723"/>
                </a:cubicBezTo>
                <a:cubicBezTo>
                  <a:pt x="225" y="723"/>
                  <a:pt x="225" y="723"/>
                  <a:pt x="225" y="723"/>
                </a:cubicBezTo>
                <a:cubicBezTo>
                  <a:pt x="225" y="764"/>
                  <a:pt x="258" y="797"/>
                  <a:pt x="299" y="797"/>
                </a:cubicBezTo>
                <a:cubicBezTo>
                  <a:pt x="340" y="797"/>
                  <a:pt x="374" y="764"/>
                  <a:pt x="374" y="723"/>
                </a:cubicBezTo>
                <a:cubicBezTo>
                  <a:pt x="386" y="723"/>
                  <a:pt x="386" y="723"/>
                  <a:pt x="386" y="723"/>
                </a:cubicBezTo>
                <a:cubicBezTo>
                  <a:pt x="421" y="723"/>
                  <a:pt x="449" y="695"/>
                  <a:pt x="449" y="660"/>
                </a:cubicBezTo>
                <a:cubicBezTo>
                  <a:pt x="449" y="647"/>
                  <a:pt x="444" y="634"/>
                  <a:pt x="436" y="623"/>
                </a:cubicBezTo>
                <a:cubicBezTo>
                  <a:pt x="454" y="599"/>
                  <a:pt x="453" y="565"/>
                  <a:pt x="432" y="543"/>
                </a:cubicBezTo>
                <a:cubicBezTo>
                  <a:pt x="530" y="496"/>
                  <a:pt x="598" y="399"/>
                  <a:pt x="598" y="287"/>
                </a:cubicBezTo>
                <a:close/>
                <a:moveTo>
                  <a:pt x="225" y="355"/>
                </a:moveTo>
                <a:cubicBezTo>
                  <a:pt x="249" y="305"/>
                  <a:pt x="249" y="305"/>
                  <a:pt x="249" y="305"/>
                </a:cubicBezTo>
                <a:cubicBezTo>
                  <a:pt x="277" y="360"/>
                  <a:pt x="277" y="360"/>
                  <a:pt x="277" y="360"/>
                </a:cubicBezTo>
                <a:cubicBezTo>
                  <a:pt x="285" y="377"/>
                  <a:pt x="313" y="377"/>
                  <a:pt x="322" y="360"/>
                </a:cubicBezTo>
                <a:cubicBezTo>
                  <a:pt x="349" y="305"/>
                  <a:pt x="349" y="305"/>
                  <a:pt x="349" y="305"/>
                </a:cubicBezTo>
                <a:cubicBezTo>
                  <a:pt x="374" y="355"/>
                  <a:pt x="374" y="355"/>
                  <a:pt x="374" y="355"/>
                </a:cubicBezTo>
                <a:cubicBezTo>
                  <a:pt x="374" y="512"/>
                  <a:pt x="374" y="512"/>
                  <a:pt x="374" y="512"/>
                </a:cubicBezTo>
                <a:cubicBezTo>
                  <a:pt x="325" y="527"/>
                  <a:pt x="273" y="527"/>
                  <a:pt x="225" y="512"/>
                </a:cubicBezTo>
                <a:lnTo>
                  <a:pt x="225" y="355"/>
                </a:lnTo>
                <a:close/>
                <a:moveTo>
                  <a:pt x="200" y="586"/>
                </a:moveTo>
                <a:cubicBezTo>
                  <a:pt x="200" y="579"/>
                  <a:pt x="205" y="573"/>
                  <a:pt x="212" y="573"/>
                </a:cubicBezTo>
                <a:cubicBezTo>
                  <a:pt x="386" y="573"/>
                  <a:pt x="386" y="573"/>
                  <a:pt x="386" y="573"/>
                </a:cubicBezTo>
                <a:cubicBezTo>
                  <a:pt x="393" y="573"/>
                  <a:pt x="399" y="579"/>
                  <a:pt x="399" y="586"/>
                </a:cubicBezTo>
                <a:cubicBezTo>
                  <a:pt x="399" y="593"/>
                  <a:pt x="393" y="598"/>
                  <a:pt x="386" y="598"/>
                </a:cubicBezTo>
                <a:cubicBezTo>
                  <a:pt x="212" y="598"/>
                  <a:pt x="212" y="598"/>
                  <a:pt x="212" y="598"/>
                </a:cubicBezTo>
                <a:cubicBezTo>
                  <a:pt x="205" y="598"/>
                  <a:pt x="200" y="592"/>
                  <a:pt x="200" y="586"/>
                </a:cubicBezTo>
                <a:close/>
                <a:moveTo>
                  <a:pt x="299" y="747"/>
                </a:moveTo>
                <a:cubicBezTo>
                  <a:pt x="285" y="747"/>
                  <a:pt x="274" y="736"/>
                  <a:pt x="274" y="723"/>
                </a:cubicBezTo>
                <a:cubicBezTo>
                  <a:pt x="324" y="723"/>
                  <a:pt x="324" y="723"/>
                  <a:pt x="324" y="723"/>
                </a:cubicBezTo>
                <a:cubicBezTo>
                  <a:pt x="324" y="736"/>
                  <a:pt x="313" y="747"/>
                  <a:pt x="299" y="747"/>
                </a:cubicBezTo>
                <a:close/>
                <a:moveTo>
                  <a:pt x="386" y="673"/>
                </a:moveTo>
                <a:cubicBezTo>
                  <a:pt x="212" y="673"/>
                  <a:pt x="212" y="673"/>
                  <a:pt x="212" y="673"/>
                </a:cubicBezTo>
                <a:cubicBezTo>
                  <a:pt x="205" y="673"/>
                  <a:pt x="200" y="667"/>
                  <a:pt x="200" y="660"/>
                </a:cubicBezTo>
                <a:cubicBezTo>
                  <a:pt x="200" y="653"/>
                  <a:pt x="205" y="648"/>
                  <a:pt x="212" y="648"/>
                </a:cubicBezTo>
                <a:cubicBezTo>
                  <a:pt x="386" y="648"/>
                  <a:pt x="386" y="648"/>
                  <a:pt x="386" y="648"/>
                </a:cubicBezTo>
                <a:cubicBezTo>
                  <a:pt x="393" y="648"/>
                  <a:pt x="399" y="654"/>
                  <a:pt x="399" y="660"/>
                </a:cubicBezTo>
                <a:cubicBezTo>
                  <a:pt x="399" y="667"/>
                  <a:pt x="393" y="673"/>
                  <a:pt x="386" y="673"/>
                </a:cubicBezTo>
                <a:close/>
                <a:moveTo>
                  <a:pt x="424" y="491"/>
                </a:moveTo>
                <a:cubicBezTo>
                  <a:pt x="424" y="355"/>
                  <a:pt x="424" y="355"/>
                  <a:pt x="424" y="355"/>
                </a:cubicBezTo>
                <a:cubicBezTo>
                  <a:pt x="471" y="261"/>
                  <a:pt x="471" y="261"/>
                  <a:pt x="471" y="261"/>
                </a:cubicBezTo>
                <a:cubicBezTo>
                  <a:pt x="477" y="248"/>
                  <a:pt x="472" y="233"/>
                  <a:pt x="460" y="227"/>
                </a:cubicBezTo>
                <a:cubicBezTo>
                  <a:pt x="447" y="221"/>
                  <a:pt x="433" y="226"/>
                  <a:pt x="426" y="238"/>
                </a:cubicBezTo>
                <a:cubicBezTo>
                  <a:pt x="399" y="293"/>
                  <a:pt x="399" y="293"/>
                  <a:pt x="399" y="293"/>
                </a:cubicBezTo>
                <a:cubicBezTo>
                  <a:pt x="371" y="238"/>
                  <a:pt x="371" y="238"/>
                  <a:pt x="371" y="238"/>
                </a:cubicBezTo>
                <a:cubicBezTo>
                  <a:pt x="363" y="221"/>
                  <a:pt x="335" y="221"/>
                  <a:pt x="327" y="238"/>
                </a:cubicBezTo>
                <a:cubicBezTo>
                  <a:pt x="299" y="293"/>
                  <a:pt x="299" y="293"/>
                  <a:pt x="299" y="293"/>
                </a:cubicBezTo>
                <a:cubicBezTo>
                  <a:pt x="272" y="238"/>
                  <a:pt x="272" y="238"/>
                  <a:pt x="272" y="238"/>
                </a:cubicBezTo>
                <a:cubicBezTo>
                  <a:pt x="263" y="221"/>
                  <a:pt x="236" y="221"/>
                  <a:pt x="227" y="238"/>
                </a:cubicBezTo>
                <a:cubicBezTo>
                  <a:pt x="200" y="293"/>
                  <a:pt x="200" y="293"/>
                  <a:pt x="200" y="293"/>
                </a:cubicBezTo>
                <a:cubicBezTo>
                  <a:pt x="172" y="238"/>
                  <a:pt x="172" y="238"/>
                  <a:pt x="172" y="238"/>
                </a:cubicBezTo>
                <a:cubicBezTo>
                  <a:pt x="166" y="226"/>
                  <a:pt x="151" y="221"/>
                  <a:pt x="139" y="227"/>
                </a:cubicBezTo>
                <a:cubicBezTo>
                  <a:pt x="126" y="234"/>
                  <a:pt x="122" y="248"/>
                  <a:pt x="128" y="261"/>
                </a:cubicBezTo>
                <a:cubicBezTo>
                  <a:pt x="175" y="355"/>
                  <a:pt x="175" y="355"/>
                  <a:pt x="175" y="355"/>
                </a:cubicBezTo>
                <a:cubicBezTo>
                  <a:pt x="175" y="491"/>
                  <a:pt x="175" y="491"/>
                  <a:pt x="175" y="491"/>
                </a:cubicBezTo>
                <a:cubicBezTo>
                  <a:pt x="100" y="450"/>
                  <a:pt x="50" y="374"/>
                  <a:pt x="50" y="287"/>
                </a:cubicBezTo>
                <a:cubicBezTo>
                  <a:pt x="50" y="156"/>
                  <a:pt x="162" y="50"/>
                  <a:pt x="299" y="50"/>
                </a:cubicBezTo>
                <a:cubicBezTo>
                  <a:pt x="437" y="50"/>
                  <a:pt x="548" y="156"/>
                  <a:pt x="548" y="287"/>
                </a:cubicBezTo>
                <a:cubicBezTo>
                  <a:pt x="548" y="374"/>
                  <a:pt x="498" y="450"/>
                  <a:pt x="424" y="491"/>
                </a:cubicBezTo>
                <a:close/>
              </a:path>
            </a:pathLst>
          </a:custGeom>
          <a:solidFill>
            <a:schemeClr val="bg1"/>
          </a:solidFill>
          <a:ln>
            <a:noFill/>
          </a:ln>
        </p:spPr>
        <p:txBody>
          <a:bodyPr vert="horz" wrap="square" lIns="91440" tIns="45720" rIns="91440" bIns="45720" numCol="1" anchor="t" anchorCtr="0" compatLnSpc="1"/>
          <a:lstStyle/>
          <a:p>
            <a:endParaRPr lang="zh-CN" altLang="en-US">
              <a:ea typeface="汉仪旗黑-50S" panose="00020600040101010101" charset="-122"/>
            </a:endParaRPr>
          </a:p>
        </p:txBody>
      </p:sp>
      <p:sp>
        <p:nvSpPr>
          <p:cNvPr id="75" name="Freeform 5"/>
          <p:cNvSpPr>
            <a:spLocks noEditPoints="1"/>
          </p:cNvSpPr>
          <p:nvPr/>
        </p:nvSpPr>
        <p:spPr bwMode="auto">
          <a:xfrm>
            <a:off x="5788922" y="3329830"/>
            <a:ext cx="281950" cy="280787"/>
          </a:xfrm>
          <a:custGeom>
            <a:avLst/>
            <a:gdLst>
              <a:gd name="T0" fmla="*/ 273 w 795"/>
              <a:gd name="T1" fmla="*/ 298 h 795"/>
              <a:gd name="T2" fmla="*/ 173 w 795"/>
              <a:gd name="T3" fmla="*/ 298 h 795"/>
              <a:gd name="T4" fmla="*/ 173 w 795"/>
              <a:gd name="T5" fmla="*/ 348 h 795"/>
              <a:gd name="T6" fmla="*/ 273 w 795"/>
              <a:gd name="T7" fmla="*/ 546 h 795"/>
              <a:gd name="T8" fmla="*/ 223 w 795"/>
              <a:gd name="T9" fmla="*/ 546 h 795"/>
              <a:gd name="T10" fmla="*/ 124 w 795"/>
              <a:gd name="T11" fmla="*/ 546 h 795"/>
              <a:gd name="T12" fmla="*/ 124 w 795"/>
              <a:gd name="T13" fmla="*/ 447 h 795"/>
              <a:gd name="T14" fmla="*/ 124 w 795"/>
              <a:gd name="T15" fmla="*/ 397 h 795"/>
              <a:gd name="T16" fmla="*/ 273 w 795"/>
              <a:gd name="T17" fmla="*/ 646 h 795"/>
              <a:gd name="T18" fmla="*/ 124 w 795"/>
              <a:gd name="T19" fmla="*/ 646 h 795"/>
              <a:gd name="T20" fmla="*/ 671 w 795"/>
              <a:gd name="T21" fmla="*/ 74 h 795"/>
              <a:gd name="T22" fmla="*/ 646 w 795"/>
              <a:gd name="T23" fmla="*/ 25 h 795"/>
              <a:gd name="T24" fmla="*/ 571 w 795"/>
              <a:gd name="T25" fmla="*/ 0 h 795"/>
              <a:gd name="T26" fmla="*/ 546 w 795"/>
              <a:gd name="T27" fmla="*/ 49 h 795"/>
              <a:gd name="T28" fmla="*/ 521 w 795"/>
              <a:gd name="T29" fmla="*/ 149 h 795"/>
              <a:gd name="T30" fmla="*/ 0 w 795"/>
              <a:gd name="T31" fmla="*/ 174 h 795"/>
              <a:gd name="T32" fmla="*/ 24 w 795"/>
              <a:gd name="T33" fmla="*/ 795 h 795"/>
              <a:gd name="T34" fmla="*/ 795 w 795"/>
              <a:gd name="T35" fmla="*/ 770 h 795"/>
              <a:gd name="T36" fmla="*/ 770 w 795"/>
              <a:gd name="T37" fmla="*/ 149 h 795"/>
              <a:gd name="T38" fmla="*/ 571 w 795"/>
              <a:gd name="T39" fmla="*/ 447 h 795"/>
              <a:gd name="T40" fmla="*/ 621 w 795"/>
              <a:gd name="T41" fmla="*/ 174 h 795"/>
              <a:gd name="T42" fmla="*/ 372 w 795"/>
              <a:gd name="T43" fmla="*/ 298 h 795"/>
              <a:gd name="T44" fmla="*/ 347 w 795"/>
              <a:gd name="T45" fmla="*/ 348 h 795"/>
              <a:gd name="T46" fmla="*/ 372 w 795"/>
              <a:gd name="T47" fmla="*/ 397 h 795"/>
              <a:gd name="T48" fmla="*/ 347 w 795"/>
              <a:gd name="T49" fmla="*/ 447 h 795"/>
              <a:gd name="T50" fmla="*/ 372 w 795"/>
              <a:gd name="T51" fmla="*/ 497 h 795"/>
              <a:gd name="T52" fmla="*/ 347 w 795"/>
              <a:gd name="T53" fmla="*/ 546 h 795"/>
              <a:gd name="T54" fmla="*/ 372 w 795"/>
              <a:gd name="T55" fmla="*/ 596 h 795"/>
              <a:gd name="T56" fmla="*/ 347 w 795"/>
              <a:gd name="T57" fmla="*/ 646 h 795"/>
              <a:gd name="T58" fmla="*/ 372 w 795"/>
              <a:gd name="T59" fmla="*/ 745 h 795"/>
              <a:gd name="T60" fmla="*/ 745 w 795"/>
              <a:gd name="T61" fmla="*/ 745 h 795"/>
              <a:gd name="T62" fmla="*/ 447 w 795"/>
              <a:gd name="T63" fmla="*/ 646 h 795"/>
              <a:gd name="T64" fmla="*/ 447 w 795"/>
              <a:gd name="T65" fmla="*/ 596 h 795"/>
              <a:gd name="T66" fmla="*/ 447 w 795"/>
              <a:gd name="T67" fmla="*/ 546 h 795"/>
              <a:gd name="T68" fmla="*/ 447 w 795"/>
              <a:gd name="T69" fmla="*/ 497 h 795"/>
              <a:gd name="T70" fmla="*/ 447 w 795"/>
              <a:gd name="T71" fmla="*/ 447 h 795"/>
              <a:gd name="T72" fmla="*/ 447 w 795"/>
              <a:gd name="T73" fmla="*/ 397 h 795"/>
              <a:gd name="T74" fmla="*/ 447 w 795"/>
              <a:gd name="T75" fmla="*/ 348 h 795"/>
              <a:gd name="T76" fmla="*/ 447 w 795"/>
              <a:gd name="T77" fmla="*/ 298 h 795"/>
              <a:gd name="T78" fmla="*/ 521 w 795"/>
              <a:gd name="T79" fmla="*/ 199 h 795"/>
              <a:gd name="T80" fmla="*/ 546 w 795"/>
              <a:gd name="T81" fmla="*/ 497 h 795"/>
              <a:gd name="T82" fmla="*/ 571 w 795"/>
              <a:gd name="T83" fmla="*/ 571 h 795"/>
              <a:gd name="T84" fmla="*/ 621 w 795"/>
              <a:gd name="T85" fmla="*/ 621 h 795"/>
              <a:gd name="T86" fmla="*/ 646 w 795"/>
              <a:gd name="T87" fmla="*/ 547 h 795"/>
              <a:gd name="T88" fmla="*/ 671 w 795"/>
              <a:gd name="T89" fmla="*/ 472 h 795"/>
              <a:gd name="T90" fmla="*/ 745 w 795"/>
              <a:gd name="T91" fmla="*/ 199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95" h="795">
                <a:moveTo>
                  <a:pt x="223" y="348"/>
                </a:moveTo>
                <a:cubicBezTo>
                  <a:pt x="273" y="348"/>
                  <a:pt x="273" y="348"/>
                  <a:pt x="273" y="348"/>
                </a:cubicBezTo>
                <a:cubicBezTo>
                  <a:pt x="273" y="298"/>
                  <a:pt x="273" y="298"/>
                  <a:pt x="273" y="298"/>
                </a:cubicBezTo>
                <a:cubicBezTo>
                  <a:pt x="223" y="298"/>
                  <a:pt x="223" y="298"/>
                  <a:pt x="223" y="298"/>
                </a:cubicBezTo>
                <a:lnTo>
                  <a:pt x="223" y="348"/>
                </a:lnTo>
                <a:close/>
                <a:moveTo>
                  <a:pt x="173" y="298"/>
                </a:moveTo>
                <a:cubicBezTo>
                  <a:pt x="124" y="298"/>
                  <a:pt x="124" y="298"/>
                  <a:pt x="124" y="298"/>
                </a:cubicBezTo>
                <a:cubicBezTo>
                  <a:pt x="124" y="348"/>
                  <a:pt x="124" y="348"/>
                  <a:pt x="124" y="348"/>
                </a:cubicBezTo>
                <a:cubicBezTo>
                  <a:pt x="173" y="348"/>
                  <a:pt x="173" y="348"/>
                  <a:pt x="173" y="348"/>
                </a:cubicBezTo>
                <a:lnTo>
                  <a:pt x="173" y="298"/>
                </a:lnTo>
                <a:close/>
                <a:moveTo>
                  <a:pt x="223" y="546"/>
                </a:moveTo>
                <a:cubicBezTo>
                  <a:pt x="273" y="546"/>
                  <a:pt x="273" y="546"/>
                  <a:pt x="273" y="546"/>
                </a:cubicBezTo>
                <a:cubicBezTo>
                  <a:pt x="273" y="497"/>
                  <a:pt x="273" y="497"/>
                  <a:pt x="273" y="497"/>
                </a:cubicBezTo>
                <a:cubicBezTo>
                  <a:pt x="223" y="497"/>
                  <a:pt x="223" y="497"/>
                  <a:pt x="223" y="497"/>
                </a:cubicBezTo>
                <a:cubicBezTo>
                  <a:pt x="223" y="546"/>
                  <a:pt x="223" y="546"/>
                  <a:pt x="223" y="546"/>
                </a:cubicBezTo>
                <a:close/>
                <a:moveTo>
                  <a:pt x="173" y="497"/>
                </a:moveTo>
                <a:cubicBezTo>
                  <a:pt x="124" y="497"/>
                  <a:pt x="124" y="497"/>
                  <a:pt x="124" y="497"/>
                </a:cubicBezTo>
                <a:cubicBezTo>
                  <a:pt x="124" y="546"/>
                  <a:pt x="124" y="546"/>
                  <a:pt x="124" y="546"/>
                </a:cubicBezTo>
                <a:cubicBezTo>
                  <a:pt x="173" y="546"/>
                  <a:pt x="173" y="546"/>
                  <a:pt x="173" y="546"/>
                </a:cubicBezTo>
                <a:cubicBezTo>
                  <a:pt x="173" y="497"/>
                  <a:pt x="173" y="497"/>
                  <a:pt x="173" y="497"/>
                </a:cubicBezTo>
                <a:close/>
                <a:moveTo>
                  <a:pt x="124" y="447"/>
                </a:moveTo>
                <a:cubicBezTo>
                  <a:pt x="273" y="447"/>
                  <a:pt x="273" y="447"/>
                  <a:pt x="273" y="447"/>
                </a:cubicBezTo>
                <a:cubicBezTo>
                  <a:pt x="273" y="397"/>
                  <a:pt x="273" y="397"/>
                  <a:pt x="273" y="397"/>
                </a:cubicBezTo>
                <a:cubicBezTo>
                  <a:pt x="124" y="397"/>
                  <a:pt x="124" y="397"/>
                  <a:pt x="124" y="397"/>
                </a:cubicBezTo>
                <a:cubicBezTo>
                  <a:pt x="124" y="447"/>
                  <a:pt x="124" y="447"/>
                  <a:pt x="124" y="447"/>
                </a:cubicBezTo>
                <a:close/>
                <a:moveTo>
                  <a:pt x="124" y="646"/>
                </a:moveTo>
                <a:cubicBezTo>
                  <a:pt x="273" y="646"/>
                  <a:pt x="273" y="646"/>
                  <a:pt x="273" y="646"/>
                </a:cubicBezTo>
                <a:cubicBezTo>
                  <a:pt x="273" y="596"/>
                  <a:pt x="273" y="596"/>
                  <a:pt x="273" y="596"/>
                </a:cubicBezTo>
                <a:cubicBezTo>
                  <a:pt x="124" y="596"/>
                  <a:pt x="124" y="596"/>
                  <a:pt x="124" y="596"/>
                </a:cubicBezTo>
                <a:cubicBezTo>
                  <a:pt x="124" y="646"/>
                  <a:pt x="124" y="646"/>
                  <a:pt x="124" y="646"/>
                </a:cubicBezTo>
                <a:close/>
                <a:moveTo>
                  <a:pt x="770" y="149"/>
                </a:moveTo>
                <a:cubicBezTo>
                  <a:pt x="671" y="149"/>
                  <a:pt x="671" y="149"/>
                  <a:pt x="671" y="149"/>
                </a:cubicBezTo>
                <a:cubicBezTo>
                  <a:pt x="671" y="74"/>
                  <a:pt x="671" y="74"/>
                  <a:pt x="671" y="74"/>
                </a:cubicBezTo>
                <a:cubicBezTo>
                  <a:pt x="671" y="61"/>
                  <a:pt x="659" y="49"/>
                  <a:pt x="646" y="49"/>
                </a:cubicBezTo>
                <a:cubicBezTo>
                  <a:pt x="646" y="49"/>
                  <a:pt x="646" y="49"/>
                  <a:pt x="646" y="49"/>
                </a:cubicBezTo>
                <a:cubicBezTo>
                  <a:pt x="646" y="25"/>
                  <a:pt x="646" y="25"/>
                  <a:pt x="646" y="25"/>
                </a:cubicBezTo>
                <a:cubicBezTo>
                  <a:pt x="646" y="11"/>
                  <a:pt x="635" y="0"/>
                  <a:pt x="621" y="0"/>
                </a:cubicBezTo>
                <a:cubicBezTo>
                  <a:pt x="621" y="0"/>
                  <a:pt x="621" y="0"/>
                  <a:pt x="621" y="0"/>
                </a:cubicBezTo>
                <a:cubicBezTo>
                  <a:pt x="571" y="0"/>
                  <a:pt x="571" y="0"/>
                  <a:pt x="571" y="0"/>
                </a:cubicBezTo>
                <a:cubicBezTo>
                  <a:pt x="557" y="0"/>
                  <a:pt x="546" y="11"/>
                  <a:pt x="546" y="25"/>
                </a:cubicBezTo>
                <a:cubicBezTo>
                  <a:pt x="546" y="25"/>
                  <a:pt x="546" y="25"/>
                  <a:pt x="546" y="25"/>
                </a:cubicBezTo>
                <a:cubicBezTo>
                  <a:pt x="546" y="49"/>
                  <a:pt x="546" y="49"/>
                  <a:pt x="546" y="49"/>
                </a:cubicBezTo>
                <a:cubicBezTo>
                  <a:pt x="533" y="49"/>
                  <a:pt x="521" y="61"/>
                  <a:pt x="521" y="74"/>
                </a:cubicBezTo>
                <a:cubicBezTo>
                  <a:pt x="521" y="74"/>
                  <a:pt x="521" y="74"/>
                  <a:pt x="521" y="74"/>
                </a:cubicBezTo>
                <a:cubicBezTo>
                  <a:pt x="521" y="149"/>
                  <a:pt x="521" y="149"/>
                  <a:pt x="521" y="149"/>
                </a:cubicBezTo>
                <a:cubicBezTo>
                  <a:pt x="24" y="149"/>
                  <a:pt x="24" y="149"/>
                  <a:pt x="24" y="149"/>
                </a:cubicBezTo>
                <a:cubicBezTo>
                  <a:pt x="11" y="149"/>
                  <a:pt x="0" y="160"/>
                  <a:pt x="0" y="174"/>
                </a:cubicBezTo>
                <a:cubicBezTo>
                  <a:pt x="0" y="174"/>
                  <a:pt x="0" y="174"/>
                  <a:pt x="0" y="174"/>
                </a:cubicBezTo>
                <a:cubicBezTo>
                  <a:pt x="0" y="770"/>
                  <a:pt x="0" y="770"/>
                  <a:pt x="0" y="770"/>
                </a:cubicBezTo>
                <a:cubicBezTo>
                  <a:pt x="0" y="784"/>
                  <a:pt x="11" y="795"/>
                  <a:pt x="24" y="795"/>
                </a:cubicBezTo>
                <a:cubicBezTo>
                  <a:pt x="24" y="795"/>
                  <a:pt x="24" y="795"/>
                  <a:pt x="24" y="795"/>
                </a:cubicBezTo>
                <a:cubicBezTo>
                  <a:pt x="770" y="795"/>
                  <a:pt x="770" y="795"/>
                  <a:pt x="770" y="795"/>
                </a:cubicBezTo>
                <a:cubicBezTo>
                  <a:pt x="784" y="795"/>
                  <a:pt x="795" y="784"/>
                  <a:pt x="795" y="770"/>
                </a:cubicBezTo>
                <a:cubicBezTo>
                  <a:pt x="795" y="770"/>
                  <a:pt x="795" y="770"/>
                  <a:pt x="795" y="770"/>
                </a:cubicBezTo>
                <a:cubicBezTo>
                  <a:pt x="795" y="174"/>
                  <a:pt x="795" y="174"/>
                  <a:pt x="795" y="174"/>
                </a:cubicBezTo>
                <a:cubicBezTo>
                  <a:pt x="795" y="160"/>
                  <a:pt x="784" y="149"/>
                  <a:pt x="770" y="149"/>
                </a:cubicBezTo>
                <a:cubicBezTo>
                  <a:pt x="770" y="149"/>
                  <a:pt x="770" y="149"/>
                  <a:pt x="770" y="149"/>
                </a:cubicBezTo>
                <a:close/>
                <a:moveTo>
                  <a:pt x="621" y="174"/>
                </a:moveTo>
                <a:cubicBezTo>
                  <a:pt x="621" y="447"/>
                  <a:pt x="621" y="447"/>
                  <a:pt x="621" y="447"/>
                </a:cubicBezTo>
                <a:cubicBezTo>
                  <a:pt x="571" y="447"/>
                  <a:pt x="571" y="447"/>
                  <a:pt x="571" y="447"/>
                </a:cubicBezTo>
                <a:cubicBezTo>
                  <a:pt x="571" y="99"/>
                  <a:pt x="571" y="99"/>
                  <a:pt x="571" y="99"/>
                </a:cubicBezTo>
                <a:cubicBezTo>
                  <a:pt x="621" y="99"/>
                  <a:pt x="621" y="99"/>
                  <a:pt x="621" y="99"/>
                </a:cubicBezTo>
                <a:lnTo>
                  <a:pt x="621" y="174"/>
                </a:lnTo>
                <a:close/>
                <a:moveTo>
                  <a:pt x="49" y="199"/>
                </a:moveTo>
                <a:cubicBezTo>
                  <a:pt x="372" y="199"/>
                  <a:pt x="372" y="199"/>
                  <a:pt x="372" y="199"/>
                </a:cubicBezTo>
                <a:cubicBezTo>
                  <a:pt x="372" y="298"/>
                  <a:pt x="372" y="298"/>
                  <a:pt x="372" y="298"/>
                </a:cubicBezTo>
                <a:cubicBezTo>
                  <a:pt x="347" y="298"/>
                  <a:pt x="347" y="298"/>
                  <a:pt x="347" y="298"/>
                </a:cubicBezTo>
                <a:cubicBezTo>
                  <a:pt x="334" y="298"/>
                  <a:pt x="323" y="309"/>
                  <a:pt x="323" y="323"/>
                </a:cubicBezTo>
                <a:cubicBezTo>
                  <a:pt x="323" y="337"/>
                  <a:pt x="334" y="348"/>
                  <a:pt x="347" y="348"/>
                </a:cubicBezTo>
                <a:cubicBezTo>
                  <a:pt x="347" y="348"/>
                  <a:pt x="347" y="348"/>
                  <a:pt x="347" y="348"/>
                </a:cubicBezTo>
                <a:cubicBezTo>
                  <a:pt x="372" y="348"/>
                  <a:pt x="372" y="348"/>
                  <a:pt x="372" y="348"/>
                </a:cubicBezTo>
                <a:cubicBezTo>
                  <a:pt x="372" y="397"/>
                  <a:pt x="372" y="397"/>
                  <a:pt x="372" y="397"/>
                </a:cubicBezTo>
                <a:cubicBezTo>
                  <a:pt x="347" y="397"/>
                  <a:pt x="347" y="397"/>
                  <a:pt x="347" y="397"/>
                </a:cubicBezTo>
                <a:cubicBezTo>
                  <a:pt x="334" y="397"/>
                  <a:pt x="323" y="408"/>
                  <a:pt x="323" y="422"/>
                </a:cubicBezTo>
                <a:cubicBezTo>
                  <a:pt x="323" y="436"/>
                  <a:pt x="334" y="447"/>
                  <a:pt x="347" y="447"/>
                </a:cubicBezTo>
                <a:cubicBezTo>
                  <a:pt x="347" y="447"/>
                  <a:pt x="347" y="447"/>
                  <a:pt x="347" y="447"/>
                </a:cubicBezTo>
                <a:cubicBezTo>
                  <a:pt x="372" y="447"/>
                  <a:pt x="372" y="447"/>
                  <a:pt x="372" y="447"/>
                </a:cubicBezTo>
                <a:cubicBezTo>
                  <a:pt x="372" y="497"/>
                  <a:pt x="372" y="497"/>
                  <a:pt x="372" y="497"/>
                </a:cubicBezTo>
                <a:cubicBezTo>
                  <a:pt x="347" y="497"/>
                  <a:pt x="347" y="497"/>
                  <a:pt x="347" y="497"/>
                </a:cubicBezTo>
                <a:cubicBezTo>
                  <a:pt x="334" y="497"/>
                  <a:pt x="323" y="508"/>
                  <a:pt x="323" y="522"/>
                </a:cubicBezTo>
                <a:cubicBezTo>
                  <a:pt x="323" y="535"/>
                  <a:pt x="334" y="546"/>
                  <a:pt x="347" y="546"/>
                </a:cubicBezTo>
                <a:cubicBezTo>
                  <a:pt x="347" y="546"/>
                  <a:pt x="347" y="546"/>
                  <a:pt x="347" y="546"/>
                </a:cubicBezTo>
                <a:cubicBezTo>
                  <a:pt x="372" y="546"/>
                  <a:pt x="372" y="546"/>
                  <a:pt x="372" y="546"/>
                </a:cubicBezTo>
                <a:cubicBezTo>
                  <a:pt x="372" y="596"/>
                  <a:pt x="372" y="596"/>
                  <a:pt x="372" y="596"/>
                </a:cubicBezTo>
                <a:cubicBezTo>
                  <a:pt x="347" y="596"/>
                  <a:pt x="347" y="596"/>
                  <a:pt x="347" y="596"/>
                </a:cubicBezTo>
                <a:cubicBezTo>
                  <a:pt x="334" y="596"/>
                  <a:pt x="323" y="607"/>
                  <a:pt x="323" y="621"/>
                </a:cubicBezTo>
                <a:cubicBezTo>
                  <a:pt x="323" y="635"/>
                  <a:pt x="334" y="646"/>
                  <a:pt x="347" y="646"/>
                </a:cubicBezTo>
                <a:cubicBezTo>
                  <a:pt x="347" y="646"/>
                  <a:pt x="347" y="646"/>
                  <a:pt x="347" y="646"/>
                </a:cubicBezTo>
                <a:cubicBezTo>
                  <a:pt x="372" y="646"/>
                  <a:pt x="372" y="646"/>
                  <a:pt x="372" y="646"/>
                </a:cubicBezTo>
                <a:cubicBezTo>
                  <a:pt x="372" y="745"/>
                  <a:pt x="372" y="745"/>
                  <a:pt x="372" y="745"/>
                </a:cubicBezTo>
                <a:cubicBezTo>
                  <a:pt x="49" y="745"/>
                  <a:pt x="49" y="745"/>
                  <a:pt x="49" y="745"/>
                </a:cubicBezTo>
                <a:lnTo>
                  <a:pt x="49" y="199"/>
                </a:lnTo>
                <a:close/>
                <a:moveTo>
                  <a:pt x="745" y="745"/>
                </a:moveTo>
                <a:cubicBezTo>
                  <a:pt x="422" y="745"/>
                  <a:pt x="422" y="745"/>
                  <a:pt x="422" y="745"/>
                </a:cubicBezTo>
                <a:cubicBezTo>
                  <a:pt x="422" y="646"/>
                  <a:pt x="422" y="646"/>
                  <a:pt x="422" y="646"/>
                </a:cubicBezTo>
                <a:cubicBezTo>
                  <a:pt x="447" y="646"/>
                  <a:pt x="447" y="646"/>
                  <a:pt x="447" y="646"/>
                </a:cubicBezTo>
                <a:cubicBezTo>
                  <a:pt x="461" y="646"/>
                  <a:pt x="472" y="635"/>
                  <a:pt x="472" y="621"/>
                </a:cubicBezTo>
                <a:cubicBezTo>
                  <a:pt x="472" y="607"/>
                  <a:pt x="461" y="596"/>
                  <a:pt x="447" y="596"/>
                </a:cubicBezTo>
                <a:cubicBezTo>
                  <a:pt x="447" y="596"/>
                  <a:pt x="447" y="596"/>
                  <a:pt x="447" y="596"/>
                </a:cubicBezTo>
                <a:cubicBezTo>
                  <a:pt x="422" y="596"/>
                  <a:pt x="422" y="596"/>
                  <a:pt x="422" y="596"/>
                </a:cubicBezTo>
                <a:cubicBezTo>
                  <a:pt x="422" y="546"/>
                  <a:pt x="422" y="546"/>
                  <a:pt x="422" y="546"/>
                </a:cubicBezTo>
                <a:cubicBezTo>
                  <a:pt x="447" y="546"/>
                  <a:pt x="447" y="546"/>
                  <a:pt x="447" y="546"/>
                </a:cubicBezTo>
                <a:cubicBezTo>
                  <a:pt x="461" y="546"/>
                  <a:pt x="472" y="535"/>
                  <a:pt x="472" y="522"/>
                </a:cubicBezTo>
                <a:cubicBezTo>
                  <a:pt x="472" y="508"/>
                  <a:pt x="461" y="497"/>
                  <a:pt x="447" y="497"/>
                </a:cubicBezTo>
                <a:cubicBezTo>
                  <a:pt x="447" y="497"/>
                  <a:pt x="447" y="497"/>
                  <a:pt x="447" y="497"/>
                </a:cubicBezTo>
                <a:cubicBezTo>
                  <a:pt x="422" y="497"/>
                  <a:pt x="422" y="497"/>
                  <a:pt x="422" y="497"/>
                </a:cubicBezTo>
                <a:cubicBezTo>
                  <a:pt x="422" y="447"/>
                  <a:pt x="422" y="447"/>
                  <a:pt x="422" y="447"/>
                </a:cubicBezTo>
                <a:cubicBezTo>
                  <a:pt x="447" y="447"/>
                  <a:pt x="447" y="447"/>
                  <a:pt x="447" y="447"/>
                </a:cubicBezTo>
                <a:cubicBezTo>
                  <a:pt x="461" y="447"/>
                  <a:pt x="472" y="436"/>
                  <a:pt x="472" y="422"/>
                </a:cubicBezTo>
                <a:cubicBezTo>
                  <a:pt x="472" y="408"/>
                  <a:pt x="461" y="397"/>
                  <a:pt x="447" y="397"/>
                </a:cubicBezTo>
                <a:cubicBezTo>
                  <a:pt x="447" y="397"/>
                  <a:pt x="447" y="397"/>
                  <a:pt x="447" y="397"/>
                </a:cubicBezTo>
                <a:cubicBezTo>
                  <a:pt x="422" y="397"/>
                  <a:pt x="422" y="397"/>
                  <a:pt x="422" y="397"/>
                </a:cubicBezTo>
                <a:cubicBezTo>
                  <a:pt x="422" y="348"/>
                  <a:pt x="422" y="348"/>
                  <a:pt x="422" y="348"/>
                </a:cubicBezTo>
                <a:cubicBezTo>
                  <a:pt x="447" y="348"/>
                  <a:pt x="447" y="348"/>
                  <a:pt x="447" y="348"/>
                </a:cubicBezTo>
                <a:cubicBezTo>
                  <a:pt x="461" y="348"/>
                  <a:pt x="472" y="337"/>
                  <a:pt x="472" y="323"/>
                </a:cubicBezTo>
                <a:cubicBezTo>
                  <a:pt x="472" y="309"/>
                  <a:pt x="461" y="298"/>
                  <a:pt x="447" y="298"/>
                </a:cubicBezTo>
                <a:cubicBezTo>
                  <a:pt x="447" y="298"/>
                  <a:pt x="447" y="298"/>
                  <a:pt x="447" y="298"/>
                </a:cubicBezTo>
                <a:cubicBezTo>
                  <a:pt x="422" y="298"/>
                  <a:pt x="422" y="298"/>
                  <a:pt x="422" y="298"/>
                </a:cubicBezTo>
                <a:cubicBezTo>
                  <a:pt x="422" y="199"/>
                  <a:pt x="422" y="199"/>
                  <a:pt x="422" y="199"/>
                </a:cubicBezTo>
                <a:cubicBezTo>
                  <a:pt x="521" y="199"/>
                  <a:pt x="521" y="199"/>
                  <a:pt x="521" y="199"/>
                </a:cubicBezTo>
                <a:cubicBezTo>
                  <a:pt x="521" y="472"/>
                  <a:pt x="521" y="472"/>
                  <a:pt x="521" y="472"/>
                </a:cubicBezTo>
                <a:cubicBezTo>
                  <a:pt x="521" y="486"/>
                  <a:pt x="533" y="497"/>
                  <a:pt x="546" y="497"/>
                </a:cubicBezTo>
                <a:cubicBezTo>
                  <a:pt x="546" y="497"/>
                  <a:pt x="546" y="497"/>
                  <a:pt x="546" y="497"/>
                </a:cubicBezTo>
                <a:cubicBezTo>
                  <a:pt x="546" y="546"/>
                  <a:pt x="546" y="546"/>
                  <a:pt x="546" y="546"/>
                </a:cubicBezTo>
                <a:cubicBezTo>
                  <a:pt x="546" y="560"/>
                  <a:pt x="557" y="571"/>
                  <a:pt x="571" y="571"/>
                </a:cubicBezTo>
                <a:cubicBezTo>
                  <a:pt x="571" y="571"/>
                  <a:pt x="571" y="571"/>
                  <a:pt x="571" y="571"/>
                </a:cubicBezTo>
                <a:cubicBezTo>
                  <a:pt x="571" y="621"/>
                  <a:pt x="571" y="621"/>
                  <a:pt x="571" y="621"/>
                </a:cubicBezTo>
                <a:cubicBezTo>
                  <a:pt x="571" y="635"/>
                  <a:pt x="582" y="646"/>
                  <a:pt x="596" y="646"/>
                </a:cubicBezTo>
                <a:cubicBezTo>
                  <a:pt x="610" y="646"/>
                  <a:pt x="621" y="635"/>
                  <a:pt x="621" y="621"/>
                </a:cubicBezTo>
                <a:cubicBezTo>
                  <a:pt x="621" y="621"/>
                  <a:pt x="621" y="621"/>
                  <a:pt x="621" y="621"/>
                </a:cubicBezTo>
                <a:cubicBezTo>
                  <a:pt x="621" y="571"/>
                  <a:pt x="621" y="571"/>
                  <a:pt x="621" y="571"/>
                </a:cubicBezTo>
                <a:cubicBezTo>
                  <a:pt x="635" y="571"/>
                  <a:pt x="646" y="560"/>
                  <a:pt x="646" y="547"/>
                </a:cubicBezTo>
                <a:cubicBezTo>
                  <a:pt x="646" y="546"/>
                  <a:pt x="646" y="546"/>
                  <a:pt x="646" y="546"/>
                </a:cubicBezTo>
                <a:cubicBezTo>
                  <a:pt x="646" y="497"/>
                  <a:pt x="646" y="497"/>
                  <a:pt x="646" y="497"/>
                </a:cubicBezTo>
                <a:cubicBezTo>
                  <a:pt x="659" y="497"/>
                  <a:pt x="671" y="486"/>
                  <a:pt x="671" y="472"/>
                </a:cubicBezTo>
                <a:cubicBezTo>
                  <a:pt x="671" y="472"/>
                  <a:pt x="671" y="472"/>
                  <a:pt x="671" y="472"/>
                </a:cubicBezTo>
                <a:cubicBezTo>
                  <a:pt x="671" y="199"/>
                  <a:pt x="671" y="199"/>
                  <a:pt x="671" y="199"/>
                </a:cubicBezTo>
                <a:cubicBezTo>
                  <a:pt x="745" y="199"/>
                  <a:pt x="745" y="199"/>
                  <a:pt x="745" y="199"/>
                </a:cubicBezTo>
                <a:lnTo>
                  <a:pt x="745" y="745"/>
                </a:lnTo>
                <a:close/>
              </a:path>
            </a:pathLst>
          </a:custGeom>
          <a:solidFill>
            <a:schemeClr val="bg1"/>
          </a:solidFill>
          <a:ln>
            <a:noFill/>
          </a:ln>
        </p:spPr>
        <p:txBody>
          <a:bodyPr vert="horz" wrap="square" lIns="91440" tIns="45720" rIns="91440" bIns="45720" numCol="1" anchor="t" anchorCtr="0" compatLnSpc="1"/>
          <a:lstStyle/>
          <a:p>
            <a:endParaRPr lang="zh-CN" altLang="en-US">
              <a:ea typeface="汉仪旗黑-50S" panose="00020600040101010101" charset="-122"/>
            </a:endParaRPr>
          </a:p>
        </p:txBody>
      </p:sp>
      <p:sp>
        <p:nvSpPr>
          <p:cNvPr id="76" name="文本框 5"/>
          <p:cNvSpPr txBox="1">
            <a:spLocks noChangeArrowheads="1"/>
          </p:cNvSpPr>
          <p:nvPr/>
        </p:nvSpPr>
        <p:spPr bwMode="auto">
          <a:xfrm>
            <a:off x="4084082" y="1679407"/>
            <a:ext cx="90281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fontAlgn="base">
              <a:spcBef>
                <a:spcPct val="0"/>
              </a:spcBef>
              <a:spcAft>
                <a:spcPct val="0"/>
              </a:spcAft>
              <a:defRPr sz="1800">
                <a:solidFill>
                  <a:schemeClr val="accent1"/>
                </a:solidFill>
                <a:latin typeface="+mj-ea"/>
                <a:ea typeface="+mj-ea"/>
              </a:defRPr>
            </a:lvl1pPr>
          </a:lstStyle>
          <a:p>
            <a:pPr algn="ctr"/>
            <a:r>
              <a:rPr lang="zh-CN" altLang="en-US" sz="2800">
                <a:solidFill>
                  <a:schemeClr val="bg1"/>
                </a:solidFill>
                <a:sym typeface="汉仪旗黑-50S" panose="00020600040101010101" charset="-122"/>
              </a:rPr>
              <a:t>研究</a:t>
            </a:r>
            <a:endParaRPr lang="en-US" altLang="zh-CN" sz="2800">
              <a:solidFill>
                <a:schemeClr val="bg1"/>
              </a:solidFill>
              <a:sym typeface="汉仪旗黑-50S" panose="00020600040101010101" charset="-122"/>
            </a:endParaRPr>
          </a:p>
          <a:p>
            <a:pPr algn="ctr"/>
            <a:r>
              <a:rPr lang="zh-CN" altLang="en-US" sz="2800">
                <a:solidFill>
                  <a:schemeClr val="bg1"/>
                </a:solidFill>
                <a:sym typeface="汉仪旗黑-50S" panose="00020600040101010101" charset="-122"/>
              </a:rPr>
              <a:t>方法</a:t>
            </a:r>
            <a:endParaRPr lang="zh-CN" altLang="en-US" sz="2800">
              <a:solidFill>
                <a:schemeClr val="bg1"/>
              </a:solidFill>
              <a:sym typeface="汉仪旗黑-50S" panose="0002060004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37982"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3" name="矩形 2"/>
          <p:cNvSpPr/>
          <p:nvPr/>
        </p:nvSpPr>
        <p:spPr>
          <a:xfrm>
            <a:off x="3289486" y="0"/>
            <a:ext cx="1951504" cy="55444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4" name="矩形 3"/>
          <p:cNvSpPr/>
          <p:nvPr/>
        </p:nvSpPr>
        <p:spPr>
          <a:xfrm>
            <a:off x="5240991"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5" name="矩形 4"/>
          <p:cNvSpPr/>
          <p:nvPr/>
        </p:nvSpPr>
        <p:spPr>
          <a:xfrm>
            <a:off x="7192495"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grpSp>
        <p:nvGrpSpPr>
          <p:cNvPr id="6" name="组合 5"/>
          <p:cNvGrpSpPr/>
          <p:nvPr/>
        </p:nvGrpSpPr>
        <p:grpSpPr>
          <a:xfrm>
            <a:off x="1428163" y="138724"/>
            <a:ext cx="7549958" cy="276999"/>
            <a:chOff x="105638" y="107946"/>
            <a:chExt cx="8844051" cy="276999"/>
          </a:xfrm>
        </p:grpSpPr>
        <p:sp>
          <p:nvSpPr>
            <p:cNvPr id="7" name="矩形 6"/>
            <p:cNvSpPr/>
            <p:nvPr/>
          </p:nvSpPr>
          <p:spPr bwMode="auto">
            <a:xfrm>
              <a:off x="105638" y="107946"/>
              <a:ext cx="210201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选题的背景与意义</a:t>
              </a:r>
              <a:endParaRPr lang="zh-CN" altLang="en-US" sz="1200" kern="100">
                <a:solidFill>
                  <a:schemeClr val="bg1"/>
                </a:solidFill>
                <a:latin typeface="+mj-ea"/>
                <a:ea typeface="+mj-ea"/>
                <a:cs typeface="汉仪旗黑-50S" panose="00020600040101010101" charset="-122"/>
              </a:endParaRPr>
            </a:p>
          </p:txBody>
        </p:sp>
        <p:sp>
          <p:nvSpPr>
            <p:cNvPr id="8" name="矩形 7"/>
            <p:cNvSpPr/>
            <p:nvPr/>
          </p:nvSpPr>
          <p:spPr bwMode="auto">
            <a:xfrm>
              <a:off x="2492229" y="107946"/>
              <a:ext cx="187353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研究方法及过程</a:t>
              </a:r>
              <a:endParaRPr lang="zh-CN" altLang="en-US" sz="1200" kern="100">
                <a:solidFill>
                  <a:schemeClr val="bg1"/>
                </a:solidFill>
                <a:latin typeface="+mj-ea"/>
                <a:ea typeface="+mj-ea"/>
                <a:cs typeface="汉仪旗黑-50S" panose="00020600040101010101" charset="-122"/>
              </a:endParaRPr>
            </a:p>
          </p:txBody>
        </p:sp>
        <p:sp>
          <p:nvSpPr>
            <p:cNvPr id="9" name="矩形 8"/>
            <p:cNvSpPr/>
            <p:nvPr/>
          </p:nvSpPr>
          <p:spPr bwMode="auto">
            <a:xfrm>
              <a:off x="4549750" y="107946"/>
              <a:ext cx="233049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研究成果展示及应用</a:t>
              </a:r>
              <a:endParaRPr lang="zh-CN" altLang="en-US" sz="1200" kern="100">
                <a:solidFill>
                  <a:schemeClr val="bg1"/>
                </a:solidFill>
                <a:latin typeface="+mj-ea"/>
                <a:ea typeface="+mj-ea"/>
                <a:cs typeface="汉仪旗黑-50S" panose="00020600040101010101" charset="-122"/>
              </a:endParaRPr>
            </a:p>
          </p:txBody>
        </p:sp>
        <p:sp>
          <p:nvSpPr>
            <p:cNvPr id="10" name="矩形 9"/>
            <p:cNvSpPr/>
            <p:nvPr/>
          </p:nvSpPr>
          <p:spPr bwMode="auto">
            <a:xfrm>
              <a:off x="7076150" y="107946"/>
              <a:ext cx="187353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论文总结与致谢</a:t>
              </a:r>
              <a:endParaRPr lang="zh-CN" altLang="en-US" sz="1200" kern="100">
                <a:solidFill>
                  <a:schemeClr val="bg1"/>
                </a:solidFill>
                <a:latin typeface="+mj-ea"/>
                <a:ea typeface="+mj-ea"/>
                <a:cs typeface="汉仪旗黑-50S" panose="00020600040101010101" charset="-122"/>
              </a:endParaRPr>
            </a:p>
          </p:txBody>
        </p:sp>
      </p:grpSp>
      <p:sp>
        <p:nvSpPr>
          <p:cNvPr id="11" name="矩形 10"/>
          <p:cNvSpPr/>
          <p:nvPr/>
        </p:nvSpPr>
        <p:spPr>
          <a:xfrm>
            <a:off x="0" y="23"/>
            <a:ext cx="1337982" cy="5544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371474" y="40845"/>
            <a:ext cx="595035" cy="472756"/>
            <a:chOff x="257511" y="1283815"/>
            <a:chExt cx="3608258" cy="2800587"/>
          </a:xfrm>
        </p:grpSpPr>
        <p:grpSp>
          <p:nvGrpSpPr>
            <p:cNvPr id="13" name="Group 79"/>
            <p:cNvGrpSpPr>
              <a:grpSpLocks noChangeAspect="1"/>
            </p:cNvGrpSpPr>
            <p:nvPr/>
          </p:nvGrpSpPr>
          <p:grpSpPr bwMode="auto">
            <a:xfrm>
              <a:off x="1235639" y="1283815"/>
              <a:ext cx="1621531" cy="1625508"/>
              <a:chOff x="1247" y="-15"/>
              <a:chExt cx="3263" cy="3271"/>
            </a:xfrm>
            <a:solidFill>
              <a:sysClr val="window" lastClr="FFFFFF"/>
            </a:solidFill>
          </p:grpSpPr>
          <p:sp>
            <p:nvSpPr>
              <p:cNvPr id="15" name="Freeform 80"/>
              <p:cNvSpPr/>
              <p:nvPr/>
            </p:nvSpPr>
            <p:spPr bwMode="auto">
              <a:xfrm>
                <a:off x="1722" y="1892"/>
                <a:ext cx="207" cy="199"/>
              </a:xfrm>
              <a:custGeom>
                <a:avLst/>
                <a:gdLst>
                  <a:gd name="T0" fmla="*/ 104 w 207"/>
                  <a:gd name="T1" fmla="*/ 0 h 199"/>
                  <a:gd name="T2" fmla="*/ 136 w 207"/>
                  <a:gd name="T3" fmla="*/ 66 h 199"/>
                  <a:gd name="T4" fmla="*/ 207 w 207"/>
                  <a:gd name="T5" fmla="*/ 77 h 199"/>
                  <a:gd name="T6" fmla="*/ 157 w 207"/>
                  <a:gd name="T7" fmla="*/ 126 h 199"/>
                  <a:gd name="T8" fmla="*/ 169 w 207"/>
                  <a:gd name="T9" fmla="*/ 199 h 199"/>
                  <a:gd name="T10" fmla="*/ 104 w 207"/>
                  <a:gd name="T11" fmla="*/ 165 h 199"/>
                  <a:gd name="T12" fmla="*/ 41 w 207"/>
                  <a:gd name="T13" fmla="*/ 199 h 199"/>
                  <a:gd name="T14" fmla="*/ 52 w 207"/>
                  <a:gd name="T15" fmla="*/ 126 h 199"/>
                  <a:gd name="T16" fmla="*/ 0 w 207"/>
                  <a:gd name="T17" fmla="*/ 77 h 199"/>
                  <a:gd name="T18" fmla="*/ 72 w 207"/>
                  <a:gd name="T19" fmla="*/ 66 h 199"/>
                  <a:gd name="T20" fmla="*/ 104 w 207"/>
                  <a:gd name="T21" fmla="*/ 0 h 199"/>
                  <a:gd name="T22" fmla="*/ 104 w 207"/>
                  <a:gd name="T23" fmla="*/ 0 h 199"/>
                  <a:gd name="T24" fmla="*/ 104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4" y="0"/>
                    </a:moveTo>
                    <a:lnTo>
                      <a:pt x="136" y="66"/>
                    </a:lnTo>
                    <a:lnTo>
                      <a:pt x="207" y="77"/>
                    </a:lnTo>
                    <a:lnTo>
                      <a:pt x="157" y="126"/>
                    </a:lnTo>
                    <a:lnTo>
                      <a:pt x="169" y="199"/>
                    </a:lnTo>
                    <a:lnTo>
                      <a:pt x="104" y="165"/>
                    </a:lnTo>
                    <a:lnTo>
                      <a:pt x="41" y="199"/>
                    </a:lnTo>
                    <a:lnTo>
                      <a:pt x="52" y="126"/>
                    </a:lnTo>
                    <a:lnTo>
                      <a:pt x="0" y="77"/>
                    </a:lnTo>
                    <a:lnTo>
                      <a:pt x="72" y="66"/>
                    </a:lnTo>
                    <a:lnTo>
                      <a:pt x="104" y="0"/>
                    </a:lnTo>
                    <a:lnTo>
                      <a:pt x="104" y="0"/>
                    </a:lnTo>
                    <a:lnTo>
                      <a:pt x="10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6" name="Freeform 81"/>
              <p:cNvSpPr/>
              <p:nvPr/>
            </p:nvSpPr>
            <p:spPr bwMode="auto">
              <a:xfrm>
                <a:off x="3779" y="1892"/>
                <a:ext cx="207" cy="199"/>
              </a:xfrm>
              <a:custGeom>
                <a:avLst/>
                <a:gdLst>
                  <a:gd name="T0" fmla="*/ 105 w 207"/>
                  <a:gd name="T1" fmla="*/ 0 h 199"/>
                  <a:gd name="T2" fmla="*/ 136 w 207"/>
                  <a:gd name="T3" fmla="*/ 66 h 199"/>
                  <a:gd name="T4" fmla="*/ 207 w 207"/>
                  <a:gd name="T5" fmla="*/ 77 h 199"/>
                  <a:gd name="T6" fmla="*/ 157 w 207"/>
                  <a:gd name="T7" fmla="*/ 126 h 199"/>
                  <a:gd name="T8" fmla="*/ 170 w 207"/>
                  <a:gd name="T9" fmla="*/ 199 h 199"/>
                  <a:gd name="T10" fmla="*/ 105 w 207"/>
                  <a:gd name="T11" fmla="*/ 165 h 199"/>
                  <a:gd name="T12" fmla="*/ 41 w 207"/>
                  <a:gd name="T13" fmla="*/ 199 h 199"/>
                  <a:gd name="T14" fmla="*/ 52 w 207"/>
                  <a:gd name="T15" fmla="*/ 126 h 199"/>
                  <a:gd name="T16" fmla="*/ 0 w 207"/>
                  <a:gd name="T17" fmla="*/ 77 h 199"/>
                  <a:gd name="T18" fmla="*/ 72 w 207"/>
                  <a:gd name="T19" fmla="*/ 66 h 199"/>
                  <a:gd name="T20" fmla="*/ 105 w 207"/>
                  <a:gd name="T21" fmla="*/ 0 h 199"/>
                  <a:gd name="T22" fmla="*/ 105 w 207"/>
                  <a:gd name="T23" fmla="*/ 0 h 199"/>
                  <a:gd name="T24" fmla="*/ 105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5" y="0"/>
                    </a:moveTo>
                    <a:lnTo>
                      <a:pt x="136" y="66"/>
                    </a:lnTo>
                    <a:lnTo>
                      <a:pt x="207" y="77"/>
                    </a:lnTo>
                    <a:lnTo>
                      <a:pt x="157" y="126"/>
                    </a:lnTo>
                    <a:lnTo>
                      <a:pt x="170" y="199"/>
                    </a:lnTo>
                    <a:lnTo>
                      <a:pt x="105" y="165"/>
                    </a:lnTo>
                    <a:lnTo>
                      <a:pt x="41" y="199"/>
                    </a:lnTo>
                    <a:lnTo>
                      <a:pt x="52" y="126"/>
                    </a:lnTo>
                    <a:lnTo>
                      <a:pt x="0" y="77"/>
                    </a:lnTo>
                    <a:lnTo>
                      <a:pt x="72" y="66"/>
                    </a:lnTo>
                    <a:lnTo>
                      <a:pt x="105" y="0"/>
                    </a:lnTo>
                    <a:lnTo>
                      <a:pt x="105" y="0"/>
                    </a:lnTo>
                    <a:lnTo>
                      <a:pt x="10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7" name="Freeform 82"/>
              <p:cNvSpPr>
                <a:spLocks noEditPoints="1"/>
              </p:cNvSpPr>
              <p:nvPr/>
            </p:nvSpPr>
            <p:spPr bwMode="auto">
              <a:xfrm>
                <a:off x="1247" y="-15"/>
                <a:ext cx="3263" cy="3271"/>
              </a:xfrm>
              <a:custGeom>
                <a:avLst/>
                <a:gdLst>
                  <a:gd name="T0" fmla="*/ 2378 w 2411"/>
                  <a:gd name="T1" fmla="*/ 1061 h 2417"/>
                  <a:gd name="T2" fmla="*/ 2354 w 2411"/>
                  <a:gd name="T3" fmla="*/ 1453 h 2417"/>
                  <a:gd name="T4" fmla="*/ 2203 w 2411"/>
                  <a:gd name="T5" fmla="*/ 1825 h 2417"/>
                  <a:gd name="T6" fmla="*/ 1932 w 2411"/>
                  <a:gd name="T7" fmla="*/ 2133 h 2417"/>
                  <a:gd name="T8" fmla="*/ 1575 w 2411"/>
                  <a:gd name="T9" fmla="*/ 2325 h 2417"/>
                  <a:gd name="T10" fmla="*/ 1169 w 2411"/>
                  <a:gd name="T11" fmla="*/ 2387 h 2417"/>
                  <a:gd name="T12" fmla="*/ 771 w 2411"/>
                  <a:gd name="T13" fmla="*/ 2302 h 2417"/>
                  <a:gd name="T14" fmla="*/ 432 w 2411"/>
                  <a:gd name="T15" fmla="*/ 2089 h 2417"/>
                  <a:gd name="T16" fmla="*/ 176 w 2411"/>
                  <a:gd name="T17" fmla="*/ 1768 h 2417"/>
                  <a:gd name="T18" fmla="*/ 49 w 2411"/>
                  <a:gd name="T19" fmla="*/ 1383 h 2417"/>
                  <a:gd name="T20" fmla="*/ 59 w 2411"/>
                  <a:gd name="T21" fmla="*/ 973 h 2417"/>
                  <a:gd name="T22" fmla="*/ 210 w 2411"/>
                  <a:gd name="T23" fmla="*/ 585 h 2417"/>
                  <a:gd name="T24" fmla="*/ 484 w 2411"/>
                  <a:gd name="T25" fmla="*/ 278 h 2417"/>
                  <a:gd name="T26" fmla="*/ 844 w 2411"/>
                  <a:gd name="T27" fmla="*/ 87 h 2417"/>
                  <a:gd name="T28" fmla="*/ 1247 w 2411"/>
                  <a:gd name="T29" fmla="*/ 31 h 2417"/>
                  <a:gd name="T30" fmla="*/ 1644 w 2411"/>
                  <a:gd name="T31" fmla="*/ 115 h 2417"/>
                  <a:gd name="T32" fmla="*/ 1988 w 2411"/>
                  <a:gd name="T33" fmla="*/ 331 h 2417"/>
                  <a:gd name="T34" fmla="*/ 2242 w 2411"/>
                  <a:gd name="T35" fmla="*/ 655 h 2417"/>
                  <a:gd name="T36" fmla="*/ 2250 w 2411"/>
                  <a:gd name="T37" fmla="*/ 785 h 2417"/>
                  <a:gd name="T38" fmla="*/ 2050 w 2411"/>
                  <a:gd name="T39" fmla="*/ 488 h 2417"/>
                  <a:gd name="T40" fmla="*/ 1752 w 2411"/>
                  <a:gd name="T41" fmla="*/ 240 h 2417"/>
                  <a:gd name="T42" fmla="*/ 1393 w 2411"/>
                  <a:gd name="T43" fmla="*/ 113 h 2417"/>
                  <a:gd name="T44" fmla="*/ 1007 w 2411"/>
                  <a:gd name="T45" fmla="*/ 115 h 2417"/>
                  <a:gd name="T46" fmla="*/ 650 w 2411"/>
                  <a:gd name="T47" fmla="*/ 249 h 2417"/>
                  <a:gd name="T48" fmla="*/ 356 w 2411"/>
                  <a:gd name="T49" fmla="*/ 499 h 2417"/>
                  <a:gd name="T50" fmla="*/ 169 w 2411"/>
                  <a:gd name="T51" fmla="*/ 831 h 2417"/>
                  <a:gd name="T52" fmla="*/ 102 w 2411"/>
                  <a:gd name="T53" fmla="*/ 1210 h 2417"/>
                  <a:gd name="T54" fmla="*/ 168 w 2411"/>
                  <a:gd name="T55" fmla="*/ 1589 h 2417"/>
                  <a:gd name="T56" fmla="*/ 362 w 2411"/>
                  <a:gd name="T57" fmla="*/ 1928 h 2417"/>
                  <a:gd name="T58" fmla="*/ 658 w 2411"/>
                  <a:gd name="T59" fmla="*/ 2176 h 2417"/>
                  <a:gd name="T60" fmla="*/ 1017 w 2411"/>
                  <a:gd name="T61" fmla="*/ 2303 h 2417"/>
                  <a:gd name="T62" fmla="*/ 1404 w 2411"/>
                  <a:gd name="T63" fmla="*/ 2303 h 2417"/>
                  <a:gd name="T64" fmla="*/ 1766 w 2411"/>
                  <a:gd name="T65" fmla="*/ 2170 h 2417"/>
                  <a:gd name="T66" fmla="*/ 2065 w 2411"/>
                  <a:gd name="T67" fmla="*/ 1916 h 2417"/>
                  <a:gd name="T68" fmla="*/ 2253 w 2411"/>
                  <a:gd name="T69" fmla="*/ 1577 h 2417"/>
                  <a:gd name="T70" fmla="*/ 2314 w 2411"/>
                  <a:gd name="T71" fmla="*/ 1196 h 2417"/>
                  <a:gd name="T72" fmla="*/ 2250 w 2411"/>
                  <a:gd name="T73" fmla="*/ 785 h 2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11" h="2417">
                    <a:moveTo>
                      <a:pt x="2317" y="808"/>
                    </a:moveTo>
                    <a:cubicBezTo>
                      <a:pt x="2298" y="899"/>
                      <a:pt x="2323" y="981"/>
                      <a:pt x="2378" y="1061"/>
                    </a:cubicBezTo>
                    <a:cubicBezTo>
                      <a:pt x="2411" y="1110"/>
                      <a:pt x="2411" y="1169"/>
                      <a:pt x="2382" y="1222"/>
                    </a:cubicBezTo>
                    <a:cubicBezTo>
                      <a:pt x="2342" y="1296"/>
                      <a:pt x="2334" y="1371"/>
                      <a:pt x="2354" y="1453"/>
                    </a:cubicBezTo>
                    <a:cubicBezTo>
                      <a:pt x="2371" y="1523"/>
                      <a:pt x="2353" y="1585"/>
                      <a:pt x="2297" y="1635"/>
                    </a:cubicBezTo>
                    <a:cubicBezTo>
                      <a:pt x="2241" y="1685"/>
                      <a:pt x="2209" y="1749"/>
                      <a:pt x="2203" y="1825"/>
                    </a:cubicBezTo>
                    <a:cubicBezTo>
                      <a:pt x="2198" y="1900"/>
                      <a:pt x="2159" y="1954"/>
                      <a:pt x="2089" y="1983"/>
                    </a:cubicBezTo>
                    <a:cubicBezTo>
                      <a:pt x="2016" y="2012"/>
                      <a:pt x="1964" y="2062"/>
                      <a:pt x="1932" y="2133"/>
                    </a:cubicBezTo>
                    <a:cubicBezTo>
                      <a:pt x="1901" y="2200"/>
                      <a:pt x="1848" y="2236"/>
                      <a:pt x="1774" y="2239"/>
                    </a:cubicBezTo>
                    <a:cubicBezTo>
                      <a:pt x="1695" y="2242"/>
                      <a:pt x="1630" y="2270"/>
                      <a:pt x="1575" y="2325"/>
                    </a:cubicBezTo>
                    <a:cubicBezTo>
                      <a:pt x="1523" y="2379"/>
                      <a:pt x="1461" y="2395"/>
                      <a:pt x="1391" y="2372"/>
                    </a:cubicBezTo>
                    <a:cubicBezTo>
                      <a:pt x="1314" y="2347"/>
                      <a:pt x="1241" y="2352"/>
                      <a:pt x="1169" y="2387"/>
                    </a:cubicBezTo>
                    <a:cubicBezTo>
                      <a:pt x="1104" y="2417"/>
                      <a:pt x="1041" y="2410"/>
                      <a:pt x="984" y="2366"/>
                    </a:cubicBezTo>
                    <a:cubicBezTo>
                      <a:pt x="921" y="2316"/>
                      <a:pt x="851" y="2295"/>
                      <a:pt x="771" y="2302"/>
                    </a:cubicBezTo>
                    <a:cubicBezTo>
                      <a:pt x="695" y="2308"/>
                      <a:pt x="638" y="2277"/>
                      <a:pt x="598" y="2212"/>
                    </a:cubicBezTo>
                    <a:cubicBezTo>
                      <a:pt x="559" y="2150"/>
                      <a:pt x="504" y="2108"/>
                      <a:pt x="432" y="2089"/>
                    </a:cubicBezTo>
                    <a:cubicBezTo>
                      <a:pt x="356" y="2069"/>
                      <a:pt x="310" y="2022"/>
                      <a:pt x="294" y="1944"/>
                    </a:cubicBezTo>
                    <a:cubicBezTo>
                      <a:pt x="278" y="1870"/>
                      <a:pt x="239" y="1811"/>
                      <a:pt x="176" y="1768"/>
                    </a:cubicBezTo>
                    <a:cubicBezTo>
                      <a:pt x="114" y="1725"/>
                      <a:pt x="88" y="1665"/>
                      <a:pt x="98" y="1590"/>
                    </a:cubicBezTo>
                    <a:cubicBezTo>
                      <a:pt x="109" y="1514"/>
                      <a:pt x="93" y="1445"/>
                      <a:pt x="49" y="1383"/>
                    </a:cubicBezTo>
                    <a:cubicBezTo>
                      <a:pt x="4" y="1319"/>
                      <a:pt x="0" y="1253"/>
                      <a:pt x="37" y="1184"/>
                    </a:cubicBezTo>
                    <a:cubicBezTo>
                      <a:pt x="72" y="1116"/>
                      <a:pt x="80" y="1046"/>
                      <a:pt x="59" y="973"/>
                    </a:cubicBezTo>
                    <a:cubicBezTo>
                      <a:pt x="38" y="899"/>
                      <a:pt x="58" y="837"/>
                      <a:pt x="114" y="786"/>
                    </a:cubicBezTo>
                    <a:cubicBezTo>
                      <a:pt x="173" y="732"/>
                      <a:pt x="204" y="665"/>
                      <a:pt x="210" y="585"/>
                    </a:cubicBezTo>
                    <a:cubicBezTo>
                      <a:pt x="216" y="516"/>
                      <a:pt x="253" y="465"/>
                      <a:pt x="316" y="439"/>
                    </a:cubicBezTo>
                    <a:cubicBezTo>
                      <a:pt x="394" y="407"/>
                      <a:pt x="449" y="355"/>
                      <a:pt x="484" y="278"/>
                    </a:cubicBezTo>
                    <a:cubicBezTo>
                      <a:pt x="513" y="216"/>
                      <a:pt x="566" y="182"/>
                      <a:pt x="636" y="179"/>
                    </a:cubicBezTo>
                    <a:cubicBezTo>
                      <a:pt x="718" y="177"/>
                      <a:pt x="786" y="146"/>
                      <a:pt x="844" y="87"/>
                    </a:cubicBezTo>
                    <a:cubicBezTo>
                      <a:pt x="892" y="38"/>
                      <a:pt x="953" y="24"/>
                      <a:pt x="1019" y="45"/>
                    </a:cubicBezTo>
                    <a:cubicBezTo>
                      <a:pt x="1097" y="70"/>
                      <a:pt x="1172" y="66"/>
                      <a:pt x="1247" y="31"/>
                    </a:cubicBezTo>
                    <a:cubicBezTo>
                      <a:pt x="1309" y="0"/>
                      <a:pt x="1371" y="8"/>
                      <a:pt x="1425" y="50"/>
                    </a:cubicBezTo>
                    <a:cubicBezTo>
                      <a:pt x="1491" y="101"/>
                      <a:pt x="1562" y="123"/>
                      <a:pt x="1644" y="115"/>
                    </a:cubicBezTo>
                    <a:cubicBezTo>
                      <a:pt x="1715" y="108"/>
                      <a:pt x="1771" y="138"/>
                      <a:pt x="1810" y="199"/>
                    </a:cubicBezTo>
                    <a:cubicBezTo>
                      <a:pt x="1852" y="267"/>
                      <a:pt x="1910" y="311"/>
                      <a:pt x="1988" y="331"/>
                    </a:cubicBezTo>
                    <a:cubicBezTo>
                      <a:pt x="2057" y="349"/>
                      <a:pt x="2102" y="395"/>
                      <a:pt x="2116" y="465"/>
                    </a:cubicBezTo>
                    <a:cubicBezTo>
                      <a:pt x="2133" y="545"/>
                      <a:pt x="2174" y="608"/>
                      <a:pt x="2242" y="655"/>
                    </a:cubicBezTo>
                    <a:cubicBezTo>
                      <a:pt x="2294" y="690"/>
                      <a:pt x="2316" y="742"/>
                      <a:pt x="2317" y="808"/>
                    </a:cubicBezTo>
                    <a:close/>
                    <a:moveTo>
                      <a:pt x="2250" y="785"/>
                    </a:moveTo>
                    <a:cubicBezTo>
                      <a:pt x="2237" y="767"/>
                      <a:pt x="2219" y="729"/>
                      <a:pt x="2191" y="707"/>
                    </a:cubicBezTo>
                    <a:cubicBezTo>
                      <a:pt x="2119" y="648"/>
                      <a:pt x="2068" y="579"/>
                      <a:pt x="2050" y="488"/>
                    </a:cubicBezTo>
                    <a:cubicBezTo>
                      <a:pt x="2040" y="440"/>
                      <a:pt x="2013" y="409"/>
                      <a:pt x="1966" y="397"/>
                    </a:cubicBezTo>
                    <a:cubicBezTo>
                      <a:pt x="1874" y="374"/>
                      <a:pt x="1803" y="321"/>
                      <a:pt x="1752" y="240"/>
                    </a:cubicBezTo>
                    <a:cubicBezTo>
                      <a:pt x="1727" y="199"/>
                      <a:pt x="1691" y="181"/>
                      <a:pt x="1643" y="186"/>
                    </a:cubicBezTo>
                    <a:cubicBezTo>
                      <a:pt x="1550" y="195"/>
                      <a:pt x="1466" y="170"/>
                      <a:pt x="1393" y="113"/>
                    </a:cubicBezTo>
                    <a:cubicBezTo>
                      <a:pt x="1353" y="82"/>
                      <a:pt x="1312" y="77"/>
                      <a:pt x="1266" y="99"/>
                    </a:cubicBezTo>
                    <a:cubicBezTo>
                      <a:pt x="1182" y="138"/>
                      <a:pt x="1095" y="144"/>
                      <a:pt x="1007" y="115"/>
                    </a:cubicBezTo>
                    <a:cubicBezTo>
                      <a:pt x="959" y="99"/>
                      <a:pt x="919" y="110"/>
                      <a:pt x="883" y="146"/>
                    </a:cubicBezTo>
                    <a:cubicBezTo>
                      <a:pt x="820" y="212"/>
                      <a:pt x="740" y="246"/>
                      <a:pt x="650" y="249"/>
                    </a:cubicBezTo>
                    <a:cubicBezTo>
                      <a:pt x="596" y="251"/>
                      <a:pt x="562" y="275"/>
                      <a:pt x="540" y="323"/>
                    </a:cubicBezTo>
                    <a:cubicBezTo>
                      <a:pt x="502" y="405"/>
                      <a:pt x="440" y="465"/>
                      <a:pt x="356" y="499"/>
                    </a:cubicBezTo>
                    <a:cubicBezTo>
                      <a:pt x="305" y="519"/>
                      <a:pt x="281" y="554"/>
                      <a:pt x="277" y="606"/>
                    </a:cubicBezTo>
                    <a:cubicBezTo>
                      <a:pt x="271" y="695"/>
                      <a:pt x="234" y="771"/>
                      <a:pt x="169" y="831"/>
                    </a:cubicBezTo>
                    <a:cubicBezTo>
                      <a:pt x="126" y="869"/>
                      <a:pt x="115" y="911"/>
                      <a:pt x="130" y="966"/>
                    </a:cubicBezTo>
                    <a:cubicBezTo>
                      <a:pt x="152" y="1050"/>
                      <a:pt x="144" y="1133"/>
                      <a:pt x="102" y="1210"/>
                    </a:cubicBezTo>
                    <a:cubicBezTo>
                      <a:pt x="76" y="1258"/>
                      <a:pt x="77" y="1301"/>
                      <a:pt x="109" y="1346"/>
                    </a:cubicBezTo>
                    <a:cubicBezTo>
                      <a:pt x="161" y="1419"/>
                      <a:pt x="181" y="1501"/>
                      <a:pt x="168" y="1589"/>
                    </a:cubicBezTo>
                    <a:cubicBezTo>
                      <a:pt x="161" y="1643"/>
                      <a:pt x="177" y="1683"/>
                      <a:pt x="222" y="1715"/>
                    </a:cubicBezTo>
                    <a:cubicBezTo>
                      <a:pt x="297" y="1767"/>
                      <a:pt x="344" y="1839"/>
                      <a:pt x="362" y="1928"/>
                    </a:cubicBezTo>
                    <a:cubicBezTo>
                      <a:pt x="372" y="1978"/>
                      <a:pt x="400" y="2008"/>
                      <a:pt x="449" y="2021"/>
                    </a:cubicBezTo>
                    <a:cubicBezTo>
                      <a:pt x="539" y="2044"/>
                      <a:pt x="609" y="2096"/>
                      <a:pt x="658" y="2176"/>
                    </a:cubicBezTo>
                    <a:cubicBezTo>
                      <a:pt x="685" y="2219"/>
                      <a:pt x="722" y="2238"/>
                      <a:pt x="773" y="2232"/>
                    </a:cubicBezTo>
                    <a:cubicBezTo>
                      <a:pt x="864" y="2223"/>
                      <a:pt x="946" y="2247"/>
                      <a:pt x="1017" y="2303"/>
                    </a:cubicBezTo>
                    <a:cubicBezTo>
                      <a:pt x="1059" y="2336"/>
                      <a:pt x="1101" y="2341"/>
                      <a:pt x="1149" y="2319"/>
                    </a:cubicBezTo>
                    <a:cubicBezTo>
                      <a:pt x="1232" y="2280"/>
                      <a:pt x="1317" y="2275"/>
                      <a:pt x="1404" y="2303"/>
                    </a:cubicBezTo>
                    <a:cubicBezTo>
                      <a:pt x="1452" y="2318"/>
                      <a:pt x="1492" y="2310"/>
                      <a:pt x="1528" y="2273"/>
                    </a:cubicBezTo>
                    <a:cubicBezTo>
                      <a:pt x="1593" y="2207"/>
                      <a:pt x="1672" y="2172"/>
                      <a:pt x="1766" y="2170"/>
                    </a:cubicBezTo>
                    <a:cubicBezTo>
                      <a:pt x="1814" y="2168"/>
                      <a:pt x="1848" y="2147"/>
                      <a:pt x="1868" y="2103"/>
                    </a:cubicBezTo>
                    <a:cubicBezTo>
                      <a:pt x="1909" y="2014"/>
                      <a:pt x="1974" y="1952"/>
                      <a:pt x="2065" y="1916"/>
                    </a:cubicBezTo>
                    <a:cubicBezTo>
                      <a:pt x="2106" y="1900"/>
                      <a:pt x="2128" y="1869"/>
                      <a:pt x="2132" y="1825"/>
                    </a:cubicBezTo>
                    <a:cubicBezTo>
                      <a:pt x="2140" y="1727"/>
                      <a:pt x="2183" y="1647"/>
                      <a:pt x="2253" y="1577"/>
                    </a:cubicBezTo>
                    <a:cubicBezTo>
                      <a:pt x="2276" y="1553"/>
                      <a:pt x="2291" y="1502"/>
                      <a:pt x="2284" y="1470"/>
                    </a:cubicBezTo>
                    <a:cubicBezTo>
                      <a:pt x="2262" y="1373"/>
                      <a:pt x="2274" y="1285"/>
                      <a:pt x="2314" y="1196"/>
                    </a:cubicBezTo>
                    <a:cubicBezTo>
                      <a:pt x="2327" y="1165"/>
                      <a:pt x="2328" y="1116"/>
                      <a:pt x="2311" y="1089"/>
                    </a:cubicBezTo>
                    <a:cubicBezTo>
                      <a:pt x="2255" y="1001"/>
                      <a:pt x="2228" y="909"/>
                      <a:pt x="2250" y="7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8" name="Freeform 83"/>
              <p:cNvSpPr/>
              <p:nvPr/>
            </p:nvSpPr>
            <p:spPr bwMode="auto">
              <a:xfrm>
                <a:off x="3318" y="2439"/>
                <a:ext cx="327" cy="222"/>
              </a:xfrm>
              <a:custGeom>
                <a:avLst/>
                <a:gdLst>
                  <a:gd name="T0" fmla="*/ 77 w 242"/>
                  <a:gd name="T1" fmla="*/ 122 h 164"/>
                  <a:gd name="T2" fmla="*/ 104 w 242"/>
                  <a:gd name="T3" fmla="*/ 82 h 164"/>
                  <a:gd name="T4" fmla="*/ 112 w 242"/>
                  <a:gd name="T5" fmla="*/ 88 h 164"/>
                  <a:gd name="T6" fmla="*/ 92 w 242"/>
                  <a:gd name="T7" fmla="*/ 119 h 164"/>
                  <a:gd name="T8" fmla="*/ 242 w 242"/>
                  <a:gd name="T9" fmla="*/ 124 h 164"/>
                  <a:gd name="T10" fmla="*/ 161 w 242"/>
                  <a:gd name="T11" fmla="*/ 161 h 164"/>
                  <a:gd name="T12" fmla="*/ 99 w 242"/>
                  <a:gd name="T13" fmla="*/ 153 h 164"/>
                  <a:gd name="T14" fmla="*/ 38 w 242"/>
                  <a:gd name="T15" fmla="*/ 164 h 164"/>
                  <a:gd name="T16" fmla="*/ 29 w 242"/>
                  <a:gd name="T17" fmla="*/ 126 h 164"/>
                  <a:gd name="T18" fmla="*/ 32 w 242"/>
                  <a:gd name="T19" fmla="*/ 0 h 164"/>
                  <a:gd name="T20" fmla="*/ 77 w 242"/>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164">
                    <a:moveTo>
                      <a:pt x="77" y="122"/>
                    </a:moveTo>
                    <a:cubicBezTo>
                      <a:pt x="86" y="109"/>
                      <a:pt x="95" y="96"/>
                      <a:pt x="104" y="82"/>
                    </a:cubicBezTo>
                    <a:cubicBezTo>
                      <a:pt x="107" y="84"/>
                      <a:pt x="109" y="86"/>
                      <a:pt x="112" y="88"/>
                    </a:cubicBezTo>
                    <a:cubicBezTo>
                      <a:pt x="107" y="95"/>
                      <a:pt x="102" y="103"/>
                      <a:pt x="92" y="119"/>
                    </a:cubicBezTo>
                    <a:cubicBezTo>
                      <a:pt x="148" y="90"/>
                      <a:pt x="193" y="98"/>
                      <a:pt x="242" y="124"/>
                    </a:cubicBezTo>
                    <a:cubicBezTo>
                      <a:pt x="218" y="148"/>
                      <a:pt x="192" y="161"/>
                      <a:pt x="161" y="161"/>
                    </a:cubicBezTo>
                    <a:cubicBezTo>
                      <a:pt x="140" y="161"/>
                      <a:pt x="118" y="160"/>
                      <a:pt x="99" y="153"/>
                    </a:cubicBezTo>
                    <a:cubicBezTo>
                      <a:pt x="73" y="143"/>
                      <a:pt x="53" y="143"/>
                      <a:pt x="38" y="164"/>
                    </a:cubicBezTo>
                    <a:cubicBezTo>
                      <a:pt x="35" y="151"/>
                      <a:pt x="36" y="137"/>
                      <a:pt x="29" y="126"/>
                    </a:cubicBezTo>
                    <a:cubicBezTo>
                      <a:pt x="0" y="75"/>
                      <a:pt x="0" y="46"/>
                      <a:pt x="32" y="0"/>
                    </a:cubicBezTo>
                    <a:cubicBezTo>
                      <a:pt x="72" y="14"/>
                      <a:pt x="85" y="53"/>
                      <a:pt x="77"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9" name="Freeform 84"/>
              <p:cNvSpPr/>
              <p:nvPr/>
            </p:nvSpPr>
            <p:spPr bwMode="auto">
              <a:xfrm>
                <a:off x="3417" y="2308"/>
                <a:ext cx="339" cy="217"/>
              </a:xfrm>
              <a:custGeom>
                <a:avLst/>
                <a:gdLst>
                  <a:gd name="T0" fmla="*/ 251 w 251"/>
                  <a:gd name="T1" fmla="*/ 92 h 161"/>
                  <a:gd name="T2" fmla="*/ 65 w 251"/>
                  <a:gd name="T3" fmla="*/ 138 h 161"/>
                  <a:gd name="T4" fmla="*/ 29 w 251"/>
                  <a:gd name="T5" fmla="*/ 0 h 161"/>
                  <a:gd name="T6" fmla="*/ 87 w 251"/>
                  <a:gd name="T7" fmla="*/ 118 h 161"/>
                  <a:gd name="T8" fmla="*/ 251 w 251"/>
                  <a:gd name="T9" fmla="*/ 92 h 161"/>
                </a:gdLst>
                <a:ahLst/>
                <a:cxnLst>
                  <a:cxn ang="0">
                    <a:pos x="T0" y="T1"/>
                  </a:cxn>
                  <a:cxn ang="0">
                    <a:pos x="T2" y="T3"/>
                  </a:cxn>
                  <a:cxn ang="0">
                    <a:pos x="T4" y="T5"/>
                  </a:cxn>
                  <a:cxn ang="0">
                    <a:pos x="T6" y="T7"/>
                  </a:cxn>
                  <a:cxn ang="0">
                    <a:pos x="T8" y="T9"/>
                  </a:cxn>
                </a:cxnLst>
                <a:rect l="0" t="0" r="r" b="b"/>
                <a:pathLst>
                  <a:path w="251" h="161">
                    <a:moveTo>
                      <a:pt x="251" y="92"/>
                    </a:moveTo>
                    <a:cubicBezTo>
                      <a:pt x="205" y="161"/>
                      <a:pt x="133" y="134"/>
                      <a:pt x="65" y="138"/>
                    </a:cubicBezTo>
                    <a:cubicBezTo>
                      <a:pt x="8" y="81"/>
                      <a:pt x="0" y="53"/>
                      <a:pt x="29" y="0"/>
                    </a:cubicBezTo>
                    <a:cubicBezTo>
                      <a:pt x="75" y="19"/>
                      <a:pt x="90" y="48"/>
                      <a:pt x="87" y="118"/>
                    </a:cubicBezTo>
                    <a:cubicBezTo>
                      <a:pt x="139" y="83"/>
                      <a:pt x="191" y="61"/>
                      <a:pt x="251"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0" name="Freeform 85"/>
              <p:cNvSpPr/>
              <p:nvPr/>
            </p:nvSpPr>
            <p:spPr bwMode="auto">
              <a:xfrm>
                <a:off x="3561" y="2259"/>
                <a:ext cx="114" cy="141"/>
              </a:xfrm>
              <a:custGeom>
                <a:avLst/>
                <a:gdLst>
                  <a:gd name="T0" fmla="*/ 17 w 84"/>
                  <a:gd name="T1" fmla="*/ 104 h 104"/>
                  <a:gd name="T2" fmla="*/ 66 w 84"/>
                  <a:gd name="T3" fmla="*/ 0 h 104"/>
                  <a:gd name="T4" fmla="*/ 17 w 84"/>
                  <a:gd name="T5" fmla="*/ 104 h 104"/>
                </a:gdLst>
                <a:ahLst/>
                <a:cxnLst>
                  <a:cxn ang="0">
                    <a:pos x="T0" y="T1"/>
                  </a:cxn>
                  <a:cxn ang="0">
                    <a:pos x="T2" y="T3"/>
                  </a:cxn>
                  <a:cxn ang="0">
                    <a:pos x="T4" y="T5"/>
                  </a:cxn>
                </a:cxnLst>
                <a:rect l="0" t="0" r="r" b="b"/>
                <a:pathLst>
                  <a:path w="84" h="104">
                    <a:moveTo>
                      <a:pt x="17" y="104"/>
                    </a:moveTo>
                    <a:cubicBezTo>
                      <a:pt x="0" y="56"/>
                      <a:pt x="17" y="22"/>
                      <a:pt x="66" y="0"/>
                    </a:cubicBezTo>
                    <a:cubicBezTo>
                      <a:pt x="84" y="48"/>
                      <a:pt x="73" y="74"/>
                      <a:pt x="1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1" name="Freeform 86"/>
              <p:cNvSpPr/>
              <p:nvPr/>
            </p:nvSpPr>
            <p:spPr bwMode="auto">
              <a:xfrm>
                <a:off x="2161" y="2439"/>
                <a:ext cx="329" cy="222"/>
              </a:xfrm>
              <a:custGeom>
                <a:avLst/>
                <a:gdLst>
                  <a:gd name="T0" fmla="*/ 166 w 243"/>
                  <a:gd name="T1" fmla="*/ 122 h 164"/>
                  <a:gd name="T2" fmla="*/ 138 w 243"/>
                  <a:gd name="T3" fmla="*/ 82 h 164"/>
                  <a:gd name="T4" fmla="*/ 131 w 243"/>
                  <a:gd name="T5" fmla="*/ 88 h 164"/>
                  <a:gd name="T6" fmla="*/ 151 w 243"/>
                  <a:gd name="T7" fmla="*/ 119 h 164"/>
                  <a:gd name="T8" fmla="*/ 0 w 243"/>
                  <a:gd name="T9" fmla="*/ 124 h 164"/>
                  <a:gd name="T10" fmla="*/ 82 w 243"/>
                  <a:gd name="T11" fmla="*/ 161 h 164"/>
                  <a:gd name="T12" fmla="*/ 144 w 243"/>
                  <a:gd name="T13" fmla="*/ 153 h 164"/>
                  <a:gd name="T14" fmla="*/ 205 w 243"/>
                  <a:gd name="T15" fmla="*/ 164 h 164"/>
                  <a:gd name="T16" fmla="*/ 213 w 243"/>
                  <a:gd name="T17" fmla="*/ 126 h 164"/>
                  <a:gd name="T18" fmla="*/ 210 w 243"/>
                  <a:gd name="T19" fmla="*/ 0 h 164"/>
                  <a:gd name="T20" fmla="*/ 166 w 243"/>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3" h="164">
                    <a:moveTo>
                      <a:pt x="166" y="122"/>
                    </a:moveTo>
                    <a:cubicBezTo>
                      <a:pt x="156" y="109"/>
                      <a:pt x="147" y="96"/>
                      <a:pt x="138" y="82"/>
                    </a:cubicBezTo>
                    <a:cubicBezTo>
                      <a:pt x="136" y="84"/>
                      <a:pt x="134" y="86"/>
                      <a:pt x="131" y="88"/>
                    </a:cubicBezTo>
                    <a:cubicBezTo>
                      <a:pt x="136" y="95"/>
                      <a:pt x="140" y="103"/>
                      <a:pt x="151" y="119"/>
                    </a:cubicBezTo>
                    <a:cubicBezTo>
                      <a:pt x="95" y="90"/>
                      <a:pt x="50" y="98"/>
                      <a:pt x="0" y="124"/>
                    </a:cubicBezTo>
                    <a:cubicBezTo>
                      <a:pt x="24" y="148"/>
                      <a:pt x="51" y="161"/>
                      <a:pt x="82" y="161"/>
                    </a:cubicBezTo>
                    <a:cubicBezTo>
                      <a:pt x="102" y="161"/>
                      <a:pt x="124" y="160"/>
                      <a:pt x="144" y="153"/>
                    </a:cubicBezTo>
                    <a:cubicBezTo>
                      <a:pt x="169" y="143"/>
                      <a:pt x="190" y="143"/>
                      <a:pt x="205" y="164"/>
                    </a:cubicBezTo>
                    <a:cubicBezTo>
                      <a:pt x="207" y="151"/>
                      <a:pt x="207" y="137"/>
                      <a:pt x="213" y="126"/>
                    </a:cubicBezTo>
                    <a:cubicBezTo>
                      <a:pt x="243" y="75"/>
                      <a:pt x="243" y="46"/>
                      <a:pt x="210" y="0"/>
                    </a:cubicBezTo>
                    <a:cubicBezTo>
                      <a:pt x="170" y="14"/>
                      <a:pt x="157" y="53"/>
                      <a:pt x="16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2" name="Freeform 87"/>
              <p:cNvSpPr/>
              <p:nvPr/>
            </p:nvSpPr>
            <p:spPr bwMode="auto">
              <a:xfrm>
                <a:off x="2051" y="2308"/>
                <a:ext cx="340" cy="217"/>
              </a:xfrm>
              <a:custGeom>
                <a:avLst/>
                <a:gdLst>
                  <a:gd name="T0" fmla="*/ 0 w 251"/>
                  <a:gd name="T1" fmla="*/ 92 h 161"/>
                  <a:gd name="T2" fmla="*/ 186 w 251"/>
                  <a:gd name="T3" fmla="*/ 138 h 161"/>
                  <a:gd name="T4" fmla="*/ 222 w 251"/>
                  <a:gd name="T5" fmla="*/ 0 h 161"/>
                  <a:gd name="T6" fmla="*/ 164 w 251"/>
                  <a:gd name="T7" fmla="*/ 118 h 161"/>
                  <a:gd name="T8" fmla="*/ 0 w 251"/>
                  <a:gd name="T9" fmla="*/ 92 h 161"/>
                </a:gdLst>
                <a:ahLst/>
                <a:cxnLst>
                  <a:cxn ang="0">
                    <a:pos x="T0" y="T1"/>
                  </a:cxn>
                  <a:cxn ang="0">
                    <a:pos x="T2" y="T3"/>
                  </a:cxn>
                  <a:cxn ang="0">
                    <a:pos x="T4" y="T5"/>
                  </a:cxn>
                  <a:cxn ang="0">
                    <a:pos x="T6" y="T7"/>
                  </a:cxn>
                  <a:cxn ang="0">
                    <a:pos x="T8" y="T9"/>
                  </a:cxn>
                </a:cxnLst>
                <a:rect l="0" t="0" r="r" b="b"/>
                <a:pathLst>
                  <a:path w="251" h="161">
                    <a:moveTo>
                      <a:pt x="0" y="92"/>
                    </a:moveTo>
                    <a:cubicBezTo>
                      <a:pt x="45" y="161"/>
                      <a:pt x="118" y="134"/>
                      <a:pt x="186" y="138"/>
                    </a:cubicBezTo>
                    <a:cubicBezTo>
                      <a:pt x="243" y="81"/>
                      <a:pt x="251" y="53"/>
                      <a:pt x="222" y="0"/>
                    </a:cubicBezTo>
                    <a:cubicBezTo>
                      <a:pt x="175" y="19"/>
                      <a:pt x="160" y="48"/>
                      <a:pt x="164" y="118"/>
                    </a:cubicBezTo>
                    <a:cubicBezTo>
                      <a:pt x="112" y="83"/>
                      <a:pt x="60" y="61"/>
                      <a:pt x="0"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3" name="Freeform 88"/>
              <p:cNvSpPr/>
              <p:nvPr/>
            </p:nvSpPr>
            <p:spPr bwMode="auto">
              <a:xfrm>
                <a:off x="2132" y="2259"/>
                <a:ext cx="113" cy="141"/>
              </a:xfrm>
              <a:custGeom>
                <a:avLst/>
                <a:gdLst>
                  <a:gd name="T0" fmla="*/ 66 w 83"/>
                  <a:gd name="T1" fmla="*/ 104 h 104"/>
                  <a:gd name="T2" fmla="*/ 18 w 83"/>
                  <a:gd name="T3" fmla="*/ 0 h 104"/>
                  <a:gd name="T4" fmla="*/ 66 w 83"/>
                  <a:gd name="T5" fmla="*/ 104 h 104"/>
                </a:gdLst>
                <a:ahLst/>
                <a:cxnLst>
                  <a:cxn ang="0">
                    <a:pos x="T0" y="T1"/>
                  </a:cxn>
                  <a:cxn ang="0">
                    <a:pos x="T2" y="T3"/>
                  </a:cxn>
                  <a:cxn ang="0">
                    <a:pos x="T4" y="T5"/>
                  </a:cxn>
                </a:cxnLst>
                <a:rect l="0" t="0" r="r" b="b"/>
                <a:pathLst>
                  <a:path w="83" h="104">
                    <a:moveTo>
                      <a:pt x="66" y="104"/>
                    </a:moveTo>
                    <a:cubicBezTo>
                      <a:pt x="83" y="56"/>
                      <a:pt x="67" y="22"/>
                      <a:pt x="18" y="0"/>
                    </a:cubicBezTo>
                    <a:cubicBezTo>
                      <a:pt x="0" y="48"/>
                      <a:pt x="11" y="74"/>
                      <a:pt x="66"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4" name="Freeform 89"/>
              <p:cNvSpPr>
                <a:spLocks noEditPoints="1"/>
              </p:cNvSpPr>
              <p:nvPr/>
            </p:nvSpPr>
            <p:spPr bwMode="auto">
              <a:xfrm>
                <a:off x="1383" y="115"/>
                <a:ext cx="3004" cy="3013"/>
              </a:xfrm>
              <a:custGeom>
                <a:avLst/>
                <a:gdLst>
                  <a:gd name="T0" fmla="*/ 96 w 2220"/>
                  <a:gd name="T1" fmla="*/ 1479 h 2226"/>
                  <a:gd name="T2" fmla="*/ 31 w 2220"/>
                  <a:gd name="T3" fmla="*/ 1240 h 2226"/>
                  <a:gd name="T4" fmla="*/ 22 w 2220"/>
                  <a:gd name="T5" fmla="*/ 1129 h 2226"/>
                  <a:gd name="T6" fmla="*/ 52 w 2220"/>
                  <a:gd name="T7" fmla="*/ 860 h 2226"/>
                  <a:gd name="T8" fmla="*/ 83 w 2220"/>
                  <a:gd name="T9" fmla="*/ 753 h 2226"/>
                  <a:gd name="T10" fmla="*/ 206 w 2220"/>
                  <a:gd name="T11" fmla="*/ 505 h 2226"/>
                  <a:gd name="T12" fmla="*/ 260 w 2220"/>
                  <a:gd name="T13" fmla="*/ 428 h 2226"/>
                  <a:gd name="T14" fmla="*/ 469 w 2220"/>
                  <a:gd name="T15" fmla="*/ 229 h 2226"/>
                  <a:gd name="T16" fmla="*/ 547 w 2220"/>
                  <a:gd name="T17" fmla="*/ 176 h 2226"/>
                  <a:gd name="T18" fmla="*/ 810 w 2220"/>
                  <a:gd name="T19" fmla="*/ 59 h 2226"/>
                  <a:gd name="T20" fmla="*/ 902 w 2220"/>
                  <a:gd name="T21" fmla="*/ 39 h 2226"/>
                  <a:gd name="T22" fmla="*/ 1183 w 2220"/>
                  <a:gd name="T23" fmla="*/ 18 h 2226"/>
                  <a:gd name="T24" fmla="*/ 1283 w 2220"/>
                  <a:gd name="T25" fmla="*/ 31 h 2226"/>
                  <a:gd name="T26" fmla="*/ 1548 w 2220"/>
                  <a:gd name="T27" fmla="*/ 110 h 2226"/>
                  <a:gd name="T28" fmla="*/ 1639 w 2220"/>
                  <a:gd name="T29" fmla="*/ 153 h 2226"/>
                  <a:gd name="T30" fmla="*/ 1865 w 2220"/>
                  <a:gd name="T31" fmla="*/ 321 h 2226"/>
                  <a:gd name="T32" fmla="*/ 1934 w 2220"/>
                  <a:gd name="T33" fmla="*/ 396 h 2226"/>
                  <a:gd name="T34" fmla="*/ 2086 w 2220"/>
                  <a:gd name="T35" fmla="*/ 626 h 2226"/>
                  <a:gd name="T36" fmla="*/ 2128 w 2220"/>
                  <a:gd name="T37" fmla="*/ 724 h 2226"/>
                  <a:gd name="T38" fmla="*/ 2194 w 2220"/>
                  <a:gd name="T39" fmla="*/ 998 h 2226"/>
                  <a:gd name="T40" fmla="*/ 2200 w 2220"/>
                  <a:gd name="T41" fmla="*/ 1093 h 2226"/>
                  <a:gd name="T42" fmla="*/ 2168 w 2220"/>
                  <a:gd name="T43" fmla="*/ 1379 h 2226"/>
                  <a:gd name="T44" fmla="*/ 2140 w 2220"/>
                  <a:gd name="T45" fmla="*/ 1470 h 2226"/>
                  <a:gd name="T46" fmla="*/ 2018 w 2220"/>
                  <a:gd name="T47" fmla="*/ 1723 h 2226"/>
                  <a:gd name="T48" fmla="*/ 1958 w 2220"/>
                  <a:gd name="T49" fmla="*/ 1805 h 2226"/>
                  <a:gd name="T50" fmla="*/ 1757 w 2220"/>
                  <a:gd name="T51" fmla="*/ 1996 h 2226"/>
                  <a:gd name="T52" fmla="*/ 1669 w 2220"/>
                  <a:gd name="T53" fmla="*/ 2055 h 2226"/>
                  <a:gd name="T54" fmla="*/ 1421 w 2220"/>
                  <a:gd name="T55" fmla="*/ 2163 h 2226"/>
                  <a:gd name="T56" fmla="*/ 1314 w 2220"/>
                  <a:gd name="T57" fmla="*/ 2190 h 2226"/>
                  <a:gd name="T58" fmla="*/ 1049 w 2220"/>
                  <a:gd name="T59" fmla="*/ 2206 h 2226"/>
                  <a:gd name="T60" fmla="*/ 933 w 2220"/>
                  <a:gd name="T61" fmla="*/ 2194 h 2226"/>
                  <a:gd name="T62" fmla="*/ 679 w 2220"/>
                  <a:gd name="T63" fmla="*/ 2118 h 2226"/>
                  <a:gd name="T64" fmla="*/ 575 w 2220"/>
                  <a:gd name="T65" fmla="*/ 2065 h 2226"/>
                  <a:gd name="T66" fmla="*/ 366 w 2220"/>
                  <a:gd name="T67" fmla="*/ 1910 h 2226"/>
                  <a:gd name="T68" fmla="*/ 285 w 2220"/>
                  <a:gd name="T69" fmla="*/ 1827 h 2226"/>
                  <a:gd name="T70" fmla="*/ 160 w 2220"/>
                  <a:gd name="T71" fmla="*/ 1622 h 2226"/>
                  <a:gd name="T72" fmla="*/ 96 w 2220"/>
                  <a:gd name="T73" fmla="*/ 1479 h 2226"/>
                  <a:gd name="T74" fmla="*/ 1109 w 2220"/>
                  <a:gd name="T75" fmla="*/ 2139 h 2226"/>
                  <a:gd name="T76" fmla="*/ 1271 w 2220"/>
                  <a:gd name="T77" fmla="*/ 2122 h 2226"/>
                  <a:gd name="T78" fmla="*/ 2069 w 2220"/>
                  <a:gd name="T79" fmla="*/ 851 h 2226"/>
                  <a:gd name="T80" fmla="*/ 964 w 2220"/>
                  <a:gd name="T81" fmla="*/ 103 h 2226"/>
                  <a:gd name="T82" fmla="*/ 123 w 2220"/>
                  <a:gd name="T83" fmla="*/ 1029 h 2226"/>
                  <a:gd name="T84" fmla="*/ 1109 w 2220"/>
                  <a:gd name="T85" fmla="*/ 2139 h 2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220" h="2226">
                    <a:moveTo>
                      <a:pt x="96" y="1479"/>
                    </a:moveTo>
                    <a:cubicBezTo>
                      <a:pt x="98" y="1387"/>
                      <a:pt x="79" y="1309"/>
                      <a:pt x="31" y="1240"/>
                    </a:cubicBezTo>
                    <a:cubicBezTo>
                      <a:pt x="4" y="1203"/>
                      <a:pt x="0" y="1170"/>
                      <a:pt x="22" y="1129"/>
                    </a:cubicBezTo>
                    <a:cubicBezTo>
                      <a:pt x="67" y="1044"/>
                      <a:pt x="76" y="953"/>
                      <a:pt x="52" y="860"/>
                    </a:cubicBezTo>
                    <a:cubicBezTo>
                      <a:pt x="42" y="817"/>
                      <a:pt x="50" y="784"/>
                      <a:pt x="83" y="753"/>
                    </a:cubicBezTo>
                    <a:cubicBezTo>
                      <a:pt x="155" y="686"/>
                      <a:pt x="192" y="602"/>
                      <a:pt x="206" y="505"/>
                    </a:cubicBezTo>
                    <a:cubicBezTo>
                      <a:pt x="210" y="476"/>
                      <a:pt x="235" y="440"/>
                      <a:pt x="260" y="428"/>
                    </a:cubicBezTo>
                    <a:cubicBezTo>
                      <a:pt x="353" y="383"/>
                      <a:pt x="420" y="318"/>
                      <a:pt x="469" y="229"/>
                    </a:cubicBezTo>
                    <a:cubicBezTo>
                      <a:pt x="482" y="203"/>
                      <a:pt x="519" y="178"/>
                      <a:pt x="547" y="176"/>
                    </a:cubicBezTo>
                    <a:cubicBezTo>
                      <a:pt x="649" y="166"/>
                      <a:pt x="734" y="128"/>
                      <a:pt x="810" y="59"/>
                    </a:cubicBezTo>
                    <a:cubicBezTo>
                      <a:pt x="831" y="41"/>
                      <a:pt x="875" y="32"/>
                      <a:pt x="902" y="39"/>
                    </a:cubicBezTo>
                    <a:cubicBezTo>
                      <a:pt x="999" y="64"/>
                      <a:pt x="1092" y="61"/>
                      <a:pt x="1183" y="18"/>
                    </a:cubicBezTo>
                    <a:cubicBezTo>
                      <a:pt x="1221" y="0"/>
                      <a:pt x="1251" y="6"/>
                      <a:pt x="1283" y="31"/>
                    </a:cubicBezTo>
                    <a:cubicBezTo>
                      <a:pt x="1361" y="92"/>
                      <a:pt x="1450" y="118"/>
                      <a:pt x="1548" y="110"/>
                    </a:cubicBezTo>
                    <a:cubicBezTo>
                      <a:pt x="1589" y="107"/>
                      <a:pt x="1617" y="119"/>
                      <a:pt x="1639" y="153"/>
                    </a:cubicBezTo>
                    <a:cubicBezTo>
                      <a:pt x="1693" y="239"/>
                      <a:pt x="1768" y="295"/>
                      <a:pt x="1865" y="321"/>
                    </a:cubicBezTo>
                    <a:cubicBezTo>
                      <a:pt x="1905" y="332"/>
                      <a:pt x="1925" y="356"/>
                      <a:pt x="1934" y="396"/>
                    </a:cubicBezTo>
                    <a:cubicBezTo>
                      <a:pt x="1955" y="492"/>
                      <a:pt x="2005" y="570"/>
                      <a:pt x="2086" y="626"/>
                    </a:cubicBezTo>
                    <a:cubicBezTo>
                      <a:pt x="2121" y="651"/>
                      <a:pt x="2133" y="681"/>
                      <a:pt x="2128" y="724"/>
                    </a:cubicBezTo>
                    <a:cubicBezTo>
                      <a:pt x="2116" y="824"/>
                      <a:pt x="2141" y="913"/>
                      <a:pt x="2194" y="998"/>
                    </a:cubicBezTo>
                    <a:cubicBezTo>
                      <a:pt x="2209" y="1022"/>
                      <a:pt x="2212" y="1067"/>
                      <a:pt x="2200" y="1093"/>
                    </a:cubicBezTo>
                    <a:cubicBezTo>
                      <a:pt x="2156" y="1186"/>
                      <a:pt x="2149" y="1279"/>
                      <a:pt x="2168" y="1379"/>
                    </a:cubicBezTo>
                    <a:cubicBezTo>
                      <a:pt x="2173" y="1407"/>
                      <a:pt x="2160" y="1449"/>
                      <a:pt x="2140" y="1470"/>
                    </a:cubicBezTo>
                    <a:cubicBezTo>
                      <a:pt x="2071" y="1542"/>
                      <a:pt x="2026" y="1623"/>
                      <a:pt x="2018" y="1723"/>
                    </a:cubicBezTo>
                    <a:cubicBezTo>
                      <a:pt x="2014" y="1763"/>
                      <a:pt x="1996" y="1790"/>
                      <a:pt x="1958" y="1805"/>
                    </a:cubicBezTo>
                    <a:cubicBezTo>
                      <a:pt x="1866" y="1843"/>
                      <a:pt x="1799" y="1907"/>
                      <a:pt x="1757" y="1996"/>
                    </a:cubicBezTo>
                    <a:cubicBezTo>
                      <a:pt x="1739" y="2035"/>
                      <a:pt x="1713" y="2053"/>
                      <a:pt x="1669" y="2055"/>
                    </a:cubicBezTo>
                    <a:cubicBezTo>
                      <a:pt x="1573" y="2059"/>
                      <a:pt x="1489" y="2095"/>
                      <a:pt x="1421" y="2163"/>
                    </a:cubicBezTo>
                    <a:cubicBezTo>
                      <a:pt x="1389" y="2195"/>
                      <a:pt x="1357" y="2205"/>
                      <a:pt x="1314" y="2190"/>
                    </a:cubicBezTo>
                    <a:cubicBezTo>
                      <a:pt x="1224" y="2160"/>
                      <a:pt x="1134" y="2166"/>
                      <a:pt x="1049" y="2206"/>
                    </a:cubicBezTo>
                    <a:cubicBezTo>
                      <a:pt x="1005" y="2226"/>
                      <a:pt x="971" y="2223"/>
                      <a:pt x="933" y="2194"/>
                    </a:cubicBezTo>
                    <a:cubicBezTo>
                      <a:pt x="859" y="2136"/>
                      <a:pt x="773" y="2110"/>
                      <a:pt x="679" y="2118"/>
                    </a:cubicBezTo>
                    <a:cubicBezTo>
                      <a:pt x="631" y="2122"/>
                      <a:pt x="600" y="2106"/>
                      <a:pt x="575" y="2065"/>
                    </a:cubicBezTo>
                    <a:cubicBezTo>
                      <a:pt x="526" y="1987"/>
                      <a:pt x="455" y="1934"/>
                      <a:pt x="366" y="1910"/>
                    </a:cubicBezTo>
                    <a:cubicBezTo>
                      <a:pt x="321" y="1897"/>
                      <a:pt x="296" y="1875"/>
                      <a:pt x="285" y="1827"/>
                    </a:cubicBezTo>
                    <a:cubicBezTo>
                      <a:pt x="269" y="1745"/>
                      <a:pt x="228" y="1671"/>
                      <a:pt x="160" y="1622"/>
                    </a:cubicBezTo>
                    <a:cubicBezTo>
                      <a:pt x="105" y="1582"/>
                      <a:pt x="76" y="1539"/>
                      <a:pt x="96" y="1479"/>
                    </a:cubicBezTo>
                    <a:close/>
                    <a:moveTo>
                      <a:pt x="1109" y="2139"/>
                    </a:moveTo>
                    <a:cubicBezTo>
                      <a:pt x="1163" y="2134"/>
                      <a:pt x="1218" y="2131"/>
                      <a:pt x="1271" y="2122"/>
                    </a:cubicBezTo>
                    <a:cubicBezTo>
                      <a:pt x="1851" y="2023"/>
                      <a:pt x="2220" y="1434"/>
                      <a:pt x="2069" y="851"/>
                    </a:cubicBezTo>
                    <a:cubicBezTo>
                      <a:pt x="1938" y="347"/>
                      <a:pt x="1469" y="30"/>
                      <a:pt x="964" y="103"/>
                    </a:cubicBezTo>
                    <a:cubicBezTo>
                      <a:pt x="514" y="168"/>
                      <a:pt x="168" y="550"/>
                      <a:pt x="123" y="1029"/>
                    </a:cubicBezTo>
                    <a:cubicBezTo>
                      <a:pt x="67" y="1615"/>
                      <a:pt x="530" y="2135"/>
                      <a:pt x="1109" y="21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5" name="Freeform 90"/>
              <p:cNvSpPr>
                <a:spLocks noEditPoints="1"/>
              </p:cNvSpPr>
              <p:nvPr/>
            </p:nvSpPr>
            <p:spPr bwMode="auto">
              <a:xfrm>
                <a:off x="1577" y="318"/>
                <a:ext cx="2608" cy="2607"/>
              </a:xfrm>
              <a:custGeom>
                <a:avLst/>
                <a:gdLst>
                  <a:gd name="T0" fmla="*/ 964 w 1927"/>
                  <a:gd name="T1" fmla="*/ 1926 h 1926"/>
                  <a:gd name="T2" fmla="*/ 1 w 1927"/>
                  <a:gd name="T3" fmla="*/ 962 h 1926"/>
                  <a:gd name="T4" fmla="*/ 967 w 1927"/>
                  <a:gd name="T5" fmla="*/ 1 h 1926"/>
                  <a:gd name="T6" fmla="*/ 1926 w 1927"/>
                  <a:gd name="T7" fmla="*/ 963 h 1926"/>
                  <a:gd name="T8" fmla="*/ 964 w 1927"/>
                  <a:gd name="T9" fmla="*/ 1926 h 1926"/>
                  <a:gd name="T10" fmla="*/ 962 w 1927"/>
                  <a:gd name="T11" fmla="*/ 1903 h 1926"/>
                  <a:gd name="T12" fmla="*/ 1902 w 1927"/>
                  <a:gd name="T13" fmla="*/ 969 h 1926"/>
                  <a:gd name="T14" fmla="*/ 968 w 1927"/>
                  <a:gd name="T15" fmla="*/ 26 h 1926"/>
                  <a:gd name="T16" fmla="*/ 25 w 1927"/>
                  <a:gd name="T17" fmla="*/ 961 h 1926"/>
                  <a:gd name="T18" fmla="*/ 962 w 1927"/>
                  <a:gd name="T19" fmla="*/ 1903 h 1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7" h="1926">
                    <a:moveTo>
                      <a:pt x="964" y="1926"/>
                    </a:moveTo>
                    <a:cubicBezTo>
                      <a:pt x="433" y="1926"/>
                      <a:pt x="0" y="1493"/>
                      <a:pt x="1" y="962"/>
                    </a:cubicBezTo>
                    <a:cubicBezTo>
                      <a:pt x="2" y="432"/>
                      <a:pt x="436" y="0"/>
                      <a:pt x="967" y="1"/>
                    </a:cubicBezTo>
                    <a:cubicBezTo>
                      <a:pt x="1495" y="2"/>
                      <a:pt x="1926" y="433"/>
                      <a:pt x="1926" y="963"/>
                    </a:cubicBezTo>
                    <a:cubicBezTo>
                      <a:pt x="1927" y="1495"/>
                      <a:pt x="1496" y="1926"/>
                      <a:pt x="964" y="1926"/>
                    </a:cubicBezTo>
                    <a:close/>
                    <a:moveTo>
                      <a:pt x="962" y="1903"/>
                    </a:moveTo>
                    <a:cubicBezTo>
                      <a:pt x="1477" y="1904"/>
                      <a:pt x="1899" y="1485"/>
                      <a:pt x="1902" y="969"/>
                    </a:cubicBezTo>
                    <a:cubicBezTo>
                      <a:pt x="1904" y="450"/>
                      <a:pt x="1485" y="27"/>
                      <a:pt x="968" y="26"/>
                    </a:cubicBezTo>
                    <a:cubicBezTo>
                      <a:pt x="449" y="25"/>
                      <a:pt x="28" y="443"/>
                      <a:pt x="25" y="961"/>
                    </a:cubicBezTo>
                    <a:cubicBezTo>
                      <a:pt x="23" y="1477"/>
                      <a:pt x="445" y="1902"/>
                      <a:pt x="962" y="19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6" name="Freeform 91"/>
              <p:cNvSpPr>
                <a:spLocks noEditPoints="1"/>
              </p:cNvSpPr>
              <p:nvPr/>
            </p:nvSpPr>
            <p:spPr bwMode="auto">
              <a:xfrm>
                <a:off x="2237" y="1173"/>
                <a:ext cx="1289" cy="953"/>
              </a:xfrm>
              <a:custGeom>
                <a:avLst/>
                <a:gdLst>
                  <a:gd name="T0" fmla="*/ 938 w 953"/>
                  <a:gd name="T1" fmla="*/ 198 h 704"/>
                  <a:gd name="T2" fmla="*/ 485 w 953"/>
                  <a:gd name="T3" fmla="*/ 3 h 704"/>
                  <a:gd name="T4" fmla="*/ 477 w 953"/>
                  <a:gd name="T5" fmla="*/ 0 h 704"/>
                  <a:gd name="T6" fmla="*/ 468 w 953"/>
                  <a:gd name="T7" fmla="*/ 3 h 704"/>
                  <a:gd name="T8" fmla="*/ 15 w 953"/>
                  <a:gd name="T9" fmla="*/ 198 h 704"/>
                  <a:gd name="T10" fmla="*/ 0 w 953"/>
                  <a:gd name="T11" fmla="*/ 223 h 704"/>
                  <a:gd name="T12" fmla="*/ 15 w 953"/>
                  <a:gd name="T13" fmla="*/ 249 h 704"/>
                  <a:gd name="T14" fmla="*/ 468 w 953"/>
                  <a:gd name="T15" fmla="*/ 444 h 704"/>
                  <a:gd name="T16" fmla="*/ 485 w 953"/>
                  <a:gd name="T17" fmla="*/ 444 h 704"/>
                  <a:gd name="T18" fmla="*/ 838 w 953"/>
                  <a:gd name="T19" fmla="*/ 293 h 704"/>
                  <a:gd name="T20" fmla="*/ 838 w 953"/>
                  <a:gd name="T21" fmla="*/ 448 h 704"/>
                  <a:gd name="T22" fmla="*/ 805 w 953"/>
                  <a:gd name="T23" fmla="*/ 505 h 704"/>
                  <a:gd name="T24" fmla="*/ 838 w 953"/>
                  <a:gd name="T25" fmla="*/ 562 h 704"/>
                  <a:gd name="T26" fmla="*/ 838 w 953"/>
                  <a:gd name="T27" fmla="*/ 615 h 704"/>
                  <a:gd name="T28" fmla="*/ 884 w 953"/>
                  <a:gd name="T29" fmla="*/ 615 h 704"/>
                  <a:gd name="T30" fmla="*/ 884 w 953"/>
                  <a:gd name="T31" fmla="*/ 562 h 704"/>
                  <a:gd name="T32" fmla="*/ 915 w 953"/>
                  <a:gd name="T33" fmla="*/ 505 h 704"/>
                  <a:gd name="T34" fmla="*/ 884 w 953"/>
                  <a:gd name="T35" fmla="*/ 448 h 704"/>
                  <a:gd name="T36" fmla="*/ 884 w 953"/>
                  <a:gd name="T37" fmla="*/ 272 h 704"/>
                  <a:gd name="T38" fmla="*/ 938 w 953"/>
                  <a:gd name="T39" fmla="*/ 249 h 704"/>
                  <a:gd name="T40" fmla="*/ 953 w 953"/>
                  <a:gd name="T41" fmla="*/ 223 h 704"/>
                  <a:gd name="T42" fmla="*/ 938 w 953"/>
                  <a:gd name="T43" fmla="*/ 198 h 704"/>
                  <a:gd name="T44" fmla="*/ 477 w 953"/>
                  <a:gd name="T45" fmla="*/ 483 h 704"/>
                  <a:gd name="T46" fmla="*/ 457 w 953"/>
                  <a:gd name="T47" fmla="*/ 479 h 704"/>
                  <a:gd name="T48" fmla="*/ 174 w 953"/>
                  <a:gd name="T49" fmla="*/ 358 h 704"/>
                  <a:gd name="T50" fmla="*/ 174 w 953"/>
                  <a:gd name="T51" fmla="*/ 526 h 704"/>
                  <a:gd name="T52" fmla="*/ 445 w 953"/>
                  <a:gd name="T53" fmla="*/ 704 h 704"/>
                  <a:gd name="T54" fmla="*/ 509 w 953"/>
                  <a:gd name="T55" fmla="*/ 704 h 704"/>
                  <a:gd name="T56" fmla="*/ 779 w 953"/>
                  <a:gd name="T57" fmla="*/ 526 h 704"/>
                  <a:gd name="T58" fmla="*/ 779 w 953"/>
                  <a:gd name="T59" fmla="*/ 358 h 704"/>
                  <a:gd name="T60" fmla="*/ 496 w 953"/>
                  <a:gd name="T61" fmla="*/ 479 h 704"/>
                  <a:gd name="T62" fmla="*/ 477 w 953"/>
                  <a:gd name="T63" fmla="*/ 483 h 7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53" h="704">
                    <a:moveTo>
                      <a:pt x="938" y="198"/>
                    </a:moveTo>
                    <a:cubicBezTo>
                      <a:pt x="485" y="3"/>
                      <a:pt x="485" y="3"/>
                      <a:pt x="485" y="3"/>
                    </a:cubicBezTo>
                    <a:cubicBezTo>
                      <a:pt x="483" y="2"/>
                      <a:pt x="480" y="0"/>
                      <a:pt x="477" y="0"/>
                    </a:cubicBezTo>
                    <a:cubicBezTo>
                      <a:pt x="473" y="0"/>
                      <a:pt x="470" y="2"/>
                      <a:pt x="468" y="3"/>
                    </a:cubicBezTo>
                    <a:cubicBezTo>
                      <a:pt x="15" y="198"/>
                      <a:pt x="15" y="198"/>
                      <a:pt x="15" y="198"/>
                    </a:cubicBezTo>
                    <a:cubicBezTo>
                      <a:pt x="5" y="202"/>
                      <a:pt x="0" y="211"/>
                      <a:pt x="0" y="223"/>
                    </a:cubicBezTo>
                    <a:cubicBezTo>
                      <a:pt x="0" y="234"/>
                      <a:pt x="5" y="245"/>
                      <a:pt x="15" y="249"/>
                    </a:cubicBezTo>
                    <a:cubicBezTo>
                      <a:pt x="468" y="444"/>
                      <a:pt x="468" y="444"/>
                      <a:pt x="468" y="444"/>
                    </a:cubicBezTo>
                    <a:cubicBezTo>
                      <a:pt x="473" y="447"/>
                      <a:pt x="480" y="447"/>
                      <a:pt x="485" y="444"/>
                    </a:cubicBezTo>
                    <a:cubicBezTo>
                      <a:pt x="838" y="293"/>
                      <a:pt x="838" y="293"/>
                      <a:pt x="838" y="293"/>
                    </a:cubicBezTo>
                    <a:cubicBezTo>
                      <a:pt x="838" y="448"/>
                      <a:pt x="838" y="448"/>
                      <a:pt x="838" y="448"/>
                    </a:cubicBezTo>
                    <a:cubicBezTo>
                      <a:pt x="819" y="457"/>
                      <a:pt x="805" y="479"/>
                      <a:pt x="805" y="505"/>
                    </a:cubicBezTo>
                    <a:cubicBezTo>
                      <a:pt x="805" y="530"/>
                      <a:pt x="819" y="551"/>
                      <a:pt x="838" y="562"/>
                    </a:cubicBezTo>
                    <a:cubicBezTo>
                      <a:pt x="838" y="615"/>
                      <a:pt x="838" y="615"/>
                      <a:pt x="838" y="615"/>
                    </a:cubicBezTo>
                    <a:cubicBezTo>
                      <a:pt x="884" y="615"/>
                      <a:pt x="884" y="615"/>
                      <a:pt x="884" y="615"/>
                    </a:cubicBezTo>
                    <a:cubicBezTo>
                      <a:pt x="884" y="562"/>
                      <a:pt x="884" y="562"/>
                      <a:pt x="884" y="562"/>
                    </a:cubicBezTo>
                    <a:cubicBezTo>
                      <a:pt x="903" y="551"/>
                      <a:pt x="915" y="530"/>
                      <a:pt x="915" y="505"/>
                    </a:cubicBezTo>
                    <a:cubicBezTo>
                      <a:pt x="915" y="479"/>
                      <a:pt x="903" y="457"/>
                      <a:pt x="884" y="448"/>
                    </a:cubicBezTo>
                    <a:cubicBezTo>
                      <a:pt x="884" y="272"/>
                      <a:pt x="884" y="272"/>
                      <a:pt x="884" y="272"/>
                    </a:cubicBezTo>
                    <a:cubicBezTo>
                      <a:pt x="938" y="249"/>
                      <a:pt x="938" y="249"/>
                      <a:pt x="938" y="249"/>
                    </a:cubicBezTo>
                    <a:cubicBezTo>
                      <a:pt x="948" y="245"/>
                      <a:pt x="953" y="234"/>
                      <a:pt x="953" y="223"/>
                    </a:cubicBezTo>
                    <a:cubicBezTo>
                      <a:pt x="953" y="211"/>
                      <a:pt x="948" y="202"/>
                      <a:pt x="938" y="198"/>
                    </a:cubicBezTo>
                    <a:close/>
                    <a:moveTo>
                      <a:pt x="477" y="483"/>
                    </a:moveTo>
                    <a:cubicBezTo>
                      <a:pt x="470" y="483"/>
                      <a:pt x="462" y="482"/>
                      <a:pt x="457" y="479"/>
                    </a:cubicBezTo>
                    <a:cubicBezTo>
                      <a:pt x="174" y="358"/>
                      <a:pt x="174" y="358"/>
                      <a:pt x="174" y="358"/>
                    </a:cubicBezTo>
                    <a:cubicBezTo>
                      <a:pt x="174" y="526"/>
                      <a:pt x="174" y="526"/>
                      <a:pt x="174" y="526"/>
                    </a:cubicBezTo>
                    <a:cubicBezTo>
                      <a:pt x="174" y="663"/>
                      <a:pt x="381" y="704"/>
                      <a:pt x="445" y="704"/>
                    </a:cubicBezTo>
                    <a:cubicBezTo>
                      <a:pt x="509" y="704"/>
                      <a:pt x="509" y="704"/>
                      <a:pt x="509" y="704"/>
                    </a:cubicBezTo>
                    <a:cubicBezTo>
                      <a:pt x="558" y="704"/>
                      <a:pt x="779" y="663"/>
                      <a:pt x="779" y="526"/>
                    </a:cubicBezTo>
                    <a:cubicBezTo>
                      <a:pt x="779" y="358"/>
                      <a:pt x="779" y="358"/>
                      <a:pt x="779" y="358"/>
                    </a:cubicBezTo>
                    <a:cubicBezTo>
                      <a:pt x="496" y="479"/>
                      <a:pt x="496" y="479"/>
                      <a:pt x="496" y="479"/>
                    </a:cubicBezTo>
                    <a:cubicBezTo>
                      <a:pt x="491" y="482"/>
                      <a:pt x="484" y="483"/>
                      <a:pt x="477" y="4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7" name="Freeform 92"/>
              <p:cNvSpPr/>
              <p:nvPr/>
            </p:nvSpPr>
            <p:spPr bwMode="auto">
              <a:xfrm>
                <a:off x="1702" y="1676"/>
                <a:ext cx="256" cy="138"/>
              </a:xfrm>
              <a:custGeom>
                <a:avLst/>
                <a:gdLst>
                  <a:gd name="T0" fmla="*/ 187 w 189"/>
                  <a:gd name="T1" fmla="*/ 49 h 102"/>
                  <a:gd name="T2" fmla="*/ 182 w 189"/>
                  <a:gd name="T3" fmla="*/ 84 h 102"/>
                  <a:gd name="T4" fmla="*/ 160 w 189"/>
                  <a:gd name="T5" fmla="*/ 102 h 102"/>
                  <a:gd name="T6" fmla="*/ 145 w 189"/>
                  <a:gd name="T7" fmla="*/ 78 h 102"/>
                  <a:gd name="T8" fmla="*/ 161 w 189"/>
                  <a:gd name="T9" fmla="*/ 54 h 102"/>
                  <a:gd name="T10" fmla="*/ 154 w 189"/>
                  <a:gd name="T11" fmla="*/ 39 h 102"/>
                  <a:gd name="T12" fmla="*/ 136 w 189"/>
                  <a:gd name="T13" fmla="*/ 36 h 102"/>
                  <a:gd name="T14" fmla="*/ 4 w 189"/>
                  <a:gd name="T15" fmla="*/ 49 h 102"/>
                  <a:gd name="T16" fmla="*/ 0 w 189"/>
                  <a:gd name="T17" fmla="*/ 16 h 102"/>
                  <a:gd name="T18" fmla="*/ 130 w 189"/>
                  <a:gd name="T19" fmla="*/ 2 h 102"/>
                  <a:gd name="T20" fmla="*/ 170 w 189"/>
                  <a:gd name="T21" fmla="*/ 12 h 102"/>
                  <a:gd name="T22" fmla="*/ 187 w 189"/>
                  <a:gd name="T23" fmla="*/ 4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2">
                    <a:moveTo>
                      <a:pt x="187" y="49"/>
                    </a:moveTo>
                    <a:cubicBezTo>
                      <a:pt x="189" y="63"/>
                      <a:pt x="187" y="75"/>
                      <a:pt x="182" y="84"/>
                    </a:cubicBezTo>
                    <a:cubicBezTo>
                      <a:pt x="177" y="92"/>
                      <a:pt x="169" y="99"/>
                      <a:pt x="160" y="102"/>
                    </a:cubicBezTo>
                    <a:cubicBezTo>
                      <a:pt x="145" y="78"/>
                      <a:pt x="145" y="78"/>
                      <a:pt x="145" y="78"/>
                    </a:cubicBezTo>
                    <a:cubicBezTo>
                      <a:pt x="157" y="74"/>
                      <a:pt x="162" y="66"/>
                      <a:pt x="161" y="54"/>
                    </a:cubicBezTo>
                    <a:cubicBezTo>
                      <a:pt x="160" y="47"/>
                      <a:pt x="158" y="42"/>
                      <a:pt x="154" y="39"/>
                    </a:cubicBezTo>
                    <a:cubicBezTo>
                      <a:pt x="149" y="36"/>
                      <a:pt x="144" y="35"/>
                      <a:pt x="136" y="36"/>
                    </a:cubicBezTo>
                    <a:cubicBezTo>
                      <a:pt x="4" y="49"/>
                      <a:pt x="4" y="49"/>
                      <a:pt x="4" y="49"/>
                    </a:cubicBezTo>
                    <a:cubicBezTo>
                      <a:pt x="0" y="16"/>
                      <a:pt x="0" y="16"/>
                      <a:pt x="0" y="16"/>
                    </a:cubicBezTo>
                    <a:cubicBezTo>
                      <a:pt x="130" y="2"/>
                      <a:pt x="130" y="2"/>
                      <a:pt x="130" y="2"/>
                    </a:cubicBezTo>
                    <a:cubicBezTo>
                      <a:pt x="147" y="0"/>
                      <a:pt x="160" y="4"/>
                      <a:pt x="170" y="12"/>
                    </a:cubicBezTo>
                    <a:cubicBezTo>
                      <a:pt x="180" y="20"/>
                      <a:pt x="185" y="32"/>
                      <a:pt x="187"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8" name="Freeform 93"/>
              <p:cNvSpPr/>
              <p:nvPr/>
            </p:nvSpPr>
            <p:spPr bwMode="auto">
              <a:xfrm>
                <a:off x="1702" y="1581"/>
                <a:ext cx="245" cy="54"/>
              </a:xfrm>
              <a:custGeom>
                <a:avLst/>
                <a:gdLst>
                  <a:gd name="T0" fmla="*/ 1 w 245"/>
                  <a:gd name="T1" fmla="*/ 0 h 54"/>
                  <a:gd name="T2" fmla="*/ 245 w 245"/>
                  <a:gd name="T3" fmla="*/ 8 h 54"/>
                  <a:gd name="T4" fmla="*/ 244 w 245"/>
                  <a:gd name="T5" fmla="*/ 54 h 54"/>
                  <a:gd name="T6" fmla="*/ 0 w 245"/>
                  <a:gd name="T7" fmla="*/ 46 h 54"/>
                  <a:gd name="T8" fmla="*/ 1 w 245"/>
                  <a:gd name="T9" fmla="*/ 0 h 54"/>
                </a:gdLst>
                <a:ahLst/>
                <a:cxnLst>
                  <a:cxn ang="0">
                    <a:pos x="T0" y="T1"/>
                  </a:cxn>
                  <a:cxn ang="0">
                    <a:pos x="T2" y="T3"/>
                  </a:cxn>
                  <a:cxn ang="0">
                    <a:pos x="T4" y="T5"/>
                  </a:cxn>
                  <a:cxn ang="0">
                    <a:pos x="T6" y="T7"/>
                  </a:cxn>
                  <a:cxn ang="0">
                    <a:pos x="T8" y="T9"/>
                  </a:cxn>
                </a:cxnLst>
                <a:rect l="0" t="0" r="r" b="b"/>
                <a:pathLst>
                  <a:path w="245" h="54">
                    <a:moveTo>
                      <a:pt x="1" y="0"/>
                    </a:moveTo>
                    <a:lnTo>
                      <a:pt x="245" y="8"/>
                    </a:lnTo>
                    <a:lnTo>
                      <a:pt x="244" y="54"/>
                    </a:lnTo>
                    <a:lnTo>
                      <a:pt x="0" y="46"/>
                    </a:ln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9" name="Freeform 94"/>
              <p:cNvSpPr/>
              <p:nvPr/>
            </p:nvSpPr>
            <p:spPr bwMode="auto">
              <a:xfrm>
                <a:off x="1706" y="1311"/>
                <a:ext cx="277" cy="241"/>
              </a:xfrm>
              <a:custGeom>
                <a:avLst/>
                <a:gdLst>
                  <a:gd name="T0" fmla="*/ 39 w 277"/>
                  <a:gd name="T1" fmla="*/ 0 h 241"/>
                  <a:gd name="T2" fmla="*/ 277 w 277"/>
                  <a:gd name="T3" fmla="*/ 48 h 241"/>
                  <a:gd name="T4" fmla="*/ 269 w 277"/>
                  <a:gd name="T5" fmla="*/ 88 h 241"/>
                  <a:gd name="T6" fmla="*/ 80 w 277"/>
                  <a:gd name="T7" fmla="*/ 168 h 241"/>
                  <a:gd name="T8" fmla="*/ 246 w 277"/>
                  <a:gd name="T9" fmla="*/ 201 h 241"/>
                  <a:gd name="T10" fmla="*/ 238 w 277"/>
                  <a:gd name="T11" fmla="*/ 241 h 241"/>
                  <a:gd name="T12" fmla="*/ 0 w 277"/>
                  <a:gd name="T13" fmla="*/ 194 h 241"/>
                  <a:gd name="T14" fmla="*/ 9 w 277"/>
                  <a:gd name="T15" fmla="*/ 147 h 241"/>
                  <a:gd name="T16" fmla="*/ 188 w 277"/>
                  <a:gd name="T17" fmla="*/ 72 h 241"/>
                  <a:gd name="T18" fmla="*/ 31 w 277"/>
                  <a:gd name="T19" fmla="*/ 41 h 241"/>
                  <a:gd name="T20" fmla="*/ 39 w 277"/>
                  <a:gd name="T21" fmla="*/ 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7" h="241">
                    <a:moveTo>
                      <a:pt x="39" y="0"/>
                    </a:moveTo>
                    <a:lnTo>
                      <a:pt x="277" y="48"/>
                    </a:lnTo>
                    <a:lnTo>
                      <a:pt x="269" y="88"/>
                    </a:lnTo>
                    <a:lnTo>
                      <a:pt x="80" y="168"/>
                    </a:lnTo>
                    <a:lnTo>
                      <a:pt x="246" y="201"/>
                    </a:lnTo>
                    <a:lnTo>
                      <a:pt x="238" y="241"/>
                    </a:lnTo>
                    <a:lnTo>
                      <a:pt x="0" y="194"/>
                    </a:lnTo>
                    <a:lnTo>
                      <a:pt x="9" y="147"/>
                    </a:lnTo>
                    <a:lnTo>
                      <a:pt x="188" y="72"/>
                    </a:lnTo>
                    <a:lnTo>
                      <a:pt x="31" y="41"/>
                    </a:lnTo>
                    <a:lnTo>
                      <a:pt x="3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0" name="Freeform 95"/>
              <p:cNvSpPr/>
              <p:nvPr/>
            </p:nvSpPr>
            <p:spPr bwMode="auto">
              <a:xfrm>
                <a:off x="1832" y="1015"/>
                <a:ext cx="249" cy="232"/>
              </a:xfrm>
              <a:custGeom>
                <a:avLst/>
                <a:gdLst>
                  <a:gd name="T0" fmla="*/ 27 w 184"/>
                  <a:gd name="T1" fmla="*/ 117 h 171"/>
                  <a:gd name="T2" fmla="*/ 7 w 184"/>
                  <a:gd name="T3" fmla="*/ 98 h 171"/>
                  <a:gd name="T4" fmla="*/ 1 w 184"/>
                  <a:gd name="T5" fmla="*/ 70 h 171"/>
                  <a:gd name="T6" fmla="*/ 11 w 184"/>
                  <a:gd name="T7" fmla="*/ 38 h 171"/>
                  <a:gd name="T8" fmla="*/ 39 w 184"/>
                  <a:gd name="T9" fmla="*/ 7 h 171"/>
                  <a:gd name="T10" fmla="*/ 74 w 184"/>
                  <a:gd name="T11" fmla="*/ 2 h 171"/>
                  <a:gd name="T12" fmla="*/ 72 w 184"/>
                  <a:gd name="T13" fmla="*/ 32 h 171"/>
                  <a:gd name="T14" fmla="*/ 52 w 184"/>
                  <a:gd name="T15" fmla="*/ 35 h 171"/>
                  <a:gd name="T16" fmla="*/ 37 w 184"/>
                  <a:gd name="T17" fmla="*/ 51 h 171"/>
                  <a:gd name="T18" fmla="*/ 31 w 184"/>
                  <a:gd name="T19" fmla="*/ 73 h 171"/>
                  <a:gd name="T20" fmla="*/ 42 w 184"/>
                  <a:gd name="T21" fmla="*/ 87 h 171"/>
                  <a:gd name="T22" fmla="*/ 59 w 184"/>
                  <a:gd name="T23" fmla="*/ 88 h 171"/>
                  <a:gd name="T24" fmla="*/ 80 w 184"/>
                  <a:gd name="T25" fmla="*/ 69 h 171"/>
                  <a:gd name="T26" fmla="*/ 118 w 184"/>
                  <a:gd name="T27" fmla="*/ 39 h 171"/>
                  <a:gd name="T28" fmla="*/ 157 w 184"/>
                  <a:gd name="T29" fmla="*/ 45 h 171"/>
                  <a:gd name="T30" fmla="*/ 178 w 184"/>
                  <a:gd name="T31" fmla="*/ 66 h 171"/>
                  <a:gd name="T32" fmla="*/ 183 w 184"/>
                  <a:gd name="T33" fmla="*/ 95 h 171"/>
                  <a:gd name="T34" fmla="*/ 173 w 184"/>
                  <a:gd name="T35" fmla="*/ 129 h 171"/>
                  <a:gd name="T36" fmla="*/ 142 w 184"/>
                  <a:gd name="T37" fmla="*/ 162 h 171"/>
                  <a:gd name="T38" fmla="*/ 104 w 184"/>
                  <a:gd name="T39" fmla="*/ 168 h 171"/>
                  <a:gd name="T40" fmla="*/ 106 w 184"/>
                  <a:gd name="T41" fmla="*/ 137 h 171"/>
                  <a:gd name="T42" fmla="*/ 130 w 184"/>
                  <a:gd name="T43" fmla="*/ 134 h 171"/>
                  <a:gd name="T44" fmla="*/ 148 w 184"/>
                  <a:gd name="T45" fmla="*/ 115 h 171"/>
                  <a:gd name="T46" fmla="*/ 154 w 184"/>
                  <a:gd name="T47" fmla="*/ 91 h 171"/>
                  <a:gd name="T48" fmla="*/ 141 w 184"/>
                  <a:gd name="T49" fmla="*/ 75 h 171"/>
                  <a:gd name="T50" fmla="*/ 122 w 184"/>
                  <a:gd name="T51" fmla="*/ 74 h 171"/>
                  <a:gd name="T52" fmla="*/ 98 w 184"/>
                  <a:gd name="T53" fmla="*/ 95 h 171"/>
                  <a:gd name="T54" fmla="*/ 63 w 184"/>
                  <a:gd name="T55" fmla="*/ 122 h 171"/>
                  <a:gd name="T56" fmla="*/ 27 w 184"/>
                  <a:gd name="T57" fmla="*/ 11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4" h="171">
                    <a:moveTo>
                      <a:pt x="27" y="117"/>
                    </a:moveTo>
                    <a:cubicBezTo>
                      <a:pt x="18" y="112"/>
                      <a:pt x="11" y="106"/>
                      <a:pt x="7" y="98"/>
                    </a:cubicBezTo>
                    <a:cubicBezTo>
                      <a:pt x="2" y="90"/>
                      <a:pt x="0" y="80"/>
                      <a:pt x="1" y="70"/>
                    </a:cubicBezTo>
                    <a:cubicBezTo>
                      <a:pt x="2" y="60"/>
                      <a:pt x="5" y="49"/>
                      <a:pt x="11" y="38"/>
                    </a:cubicBezTo>
                    <a:cubicBezTo>
                      <a:pt x="19" y="24"/>
                      <a:pt x="28" y="13"/>
                      <a:pt x="39" y="7"/>
                    </a:cubicBezTo>
                    <a:cubicBezTo>
                      <a:pt x="50" y="1"/>
                      <a:pt x="61" y="0"/>
                      <a:pt x="74" y="2"/>
                    </a:cubicBezTo>
                    <a:cubicBezTo>
                      <a:pt x="72" y="32"/>
                      <a:pt x="72" y="32"/>
                      <a:pt x="72" y="32"/>
                    </a:cubicBezTo>
                    <a:cubicBezTo>
                      <a:pt x="64" y="31"/>
                      <a:pt x="58" y="32"/>
                      <a:pt x="52" y="35"/>
                    </a:cubicBezTo>
                    <a:cubicBezTo>
                      <a:pt x="46" y="38"/>
                      <a:pt x="41" y="43"/>
                      <a:pt x="37" y="51"/>
                    </a:cubicBezTo>
                    <a:cubicBezTo>
                      <a:pt x="32" y="59"/>
                      <a:pt x="30" y="67"/>
                      <a:pt x="31" y="73"/>
                    </a:cubicBezTo>
                    <a:cubicBezTo>
                      <a:pt x="32" y="79"/>
                      <a:pt x="36" y="83"/>
                      <a:pt x="42" y="87"/>
                    </a:cubicBezTo>
                    <a:cubicBezTo>
                      <a:pt x="48" y="90"/>
                      <a:pt x="54" y="90"/>
                      <a:pt x="59" y="88"/>
                    </a:cubicBezTo>
                    <a:cubicBezTo>
                      <a:pt x="65" y="85"/>
                      <a:pt x="72" y="79"/>
                      <a:pt x="80" y="69"/>
                    </a:cubicBezTo>
                    <a:cubicBezTo>
                      <a:pt x="93" y="53"/>
                      <a:pt x="106" y="43"/>
                      <a:pt x="118" y="39"/>
                    </a:cubicBezTo>
                    <a:cubicBezTo>
                      <a:pt x="130" y="35"/>
                      <a:pt x="143" y="37"/>
                      <a:pt x="157" y="45"/>
                    </a:cubicBezTo>
                    <a:cubicBezTo>
                      <a:pt x="166" y="50"/>
                      <a:pt x="173" y="57"/>
                      <a:pt x="178" y="66"/>
                    </a:cubicBezTo>
                    <a:cubicBezTo>
                      <a:pt x="182" y="74"/>
                      <a:pt x="184" y="84"/>
                      <a:pt x="183" y="95"/>
                    </a:cubicBezTo>
                    <a:cubicBezTo>
                      <a:pt x="183" y="106"/>
                      <a:pt x="179" y="118"/>
                      <a:pt x="173" y="129"/>
                    </a:cubicBezTo>
                    <a:cubicBezTo>
                      <a:pt x="164" y="144"/>
                      <a:pt x="154" y="155"/>
                      <a:pt x="142" y="162"/>
                    </a:cubicBezTo>
                    <a:cubicBezTo>
                      <a:pt x="130" y="169"/>
                      <a:pt x="118" y="171"/>
                      <a:pt x="104" y="168"/>
                    </a:cubicBezTo>
                    <a:cubicBezTo>
                      <a:pt x="106" y="137"/>
                      <a:pt x="106" y="137"/>
                      <a:pt x="106" y="137"/>
                    </a:cubicBezTo>
                    <a:cubicBezTo>
                      <a:pt x="115" y="139"/>
                      <a:pt x="122" y="138"/>
                      <a:pt x="130" y="134"/>
                    </a:cubicBezTo>
                    <a:cubicBezTo>
                      <a:pt x="137" y="131"/>
                      <a:pt x="143" y="124"/>
                      <a:pt x="148" y="115"/>
                    </a:cubicBezTo>
                    <a:cubicBezTo>
                      <a:pt x="153" y="106"/>
                      <a:pt x="155" y="98"/>
                      <a:pt x="154" y="91"/>
                    </a:cubicBezTo>
                    <a:cubicBezTo>
                      <a:pt x="152" y="84"/>
                      <a:pt x="148" y="79"/>
                      <a:pt x="141" y="75"/>
                    </a:cubicBezTo>
                    <a:cubicBezTo>
                      <a:pt x="135" y="71"/>
                      <a:pt x="128" y="71"/>
                      <a:pt x="122" y="74"/>
                    </a:cubicBezTo>
                    <a:cubicBezTo>
                      <a:pt x="115" y="77"/>
                      <a:pt x="107" y="84"/>
                      <a:pt x="98" y="95"/>
                    </a:cubicBezTo>
                    <a:cubicBezTo>
                      <a:pt x="87" y="109"/>
                      <a:pt x="75" y="119"/>
                      <a:pt x="63" y="122"/>
                    </a:cubicBezTo>
                    <a:cubicBezTo>
                      <a:pt x="51" y="126"/>
                      <a:pt x="39" y="124"/>
                      <a:pt x="27" y="1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1" name="Freeform 96"/>
              <p:cNvSpPr/>
              <p:nvPr/>
            </p:nvSpPr>
            <p:spPr bwMode="auto">
              <a:xfrm>
                <a:off x="1933" y="784"/>
                <a:ext cx="314" cy="310"/>
              </a:xfrm>
              <a:custGeom>
                <a:avLst/>
                <a:gdLst>
                  <a:gd name="T0" fmla="*/ 133 w 314"/>
                  <a:gd name="T1" fmla="*/ 0 h 310"/>
                  <a:gd name="T2" fmla="*/ 314 w 314"/>
                  <a:gd name="T3" fmla="*/ 161 h 310"/>
                  <a:gd name="T4" fmla="*/ 283 w 314"/>
                  <a:gd name="T5" fmla="*/ 196 h 310"/>
                  <a:gd name="T6" fmla="*/ 203 w 314"/>
                  <a:gd name="T7" fmla="*/ 124 h 310"/>
                  <a:gd name="T8" fmla="*/ 132 w 314"/>
                  <a:gd name="T9" fmla="*/ 203 h 310"/>
                  <a:gd name="T10" fmla="*/ 213 w 314"/>
                  <a:gd name="T11" fmla="*/ 274 h 310"/>
                  <a:gd name="T12" fmla="*/ 182 w 314"/>
                  <a:gd name="T13" fmla="*/ 310 h 310"/>
                  <a:gd name="T14" fmla="*/ 0 w 314"/>
                  <a:gd name="T15" fmla="*/ 147 h 310"/>
                  <a:gd name="T16" fmla="*/ 31 w 314"/>
                  <a:gd name="T17" fmla="*/ 113 h 310"/>
                  <a:gd name="T18" fmla="*/ 103 w 314"/>
                  <a:gd name="T19" fmla="*/ 177 h 310"/>
                  <a:gd name="T20" fmla="*/ 175 w 314"/>
                  <a:gd name="T21" fmla="*/ 98 h 310"/>
                  <a:gd name="T22" fmla="*/ 102 w 314"/>
                  <a:gd name="T23" fmla="*/ 34 h 310"/>
                  <a:gd name="T24" fmla="*/ 133 w 314"/>
                  <a:gd name="T25"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4" h="310">
                    <a:moveTo>
                      <a:pt x="133" y="0"/>
                    </a:moveTo>
                    <a:lnTo>
                      <a:pt x="314" y="161"/>
                    </a:lnTo>
                    <a:lnTo>
                      <a:pt x="283" y="196"/>
                    </a:lnTo>
                    <a:lnTo>
                      <a:pt x="203" y="124"/>
                    </a:lnTo>
                    <a:lnTo>
                      <a:pt x="132" y="203"/>
                    </a:lnTo>
                    <a:lnTo>
                      <a:pt x="213" y="274"/>
                    </a:lnTo>
                    <a:lnTo>
                      <a:pt x="182" y="310"/>
                    </a:lnTo>
                    <a:lnTo>
                      <a:pt x="0" y="147"/>
                    </a:lnTo>
                    <a:lnTo>
                      <a:pt x="31" y="113"/>
                    </a:lnTo>
                    <a:lnTo>
                      <a:pt x="103" y="177"/>
                    </a:lnTo>
                    <a:lnTo>
                      <a:pt x="175" y="98"/>
                    </a:lnTo>
                    <a:lnTo>
                      <a:pt x="102" y="34"/>
                    </a:lnTo>
                    <a:lnTo>
                      <a:pt x="1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2" name="Freeform 97"/>
              <p:cNvSpPr>
                <a:spLocks noEditPoints="1"/>
              </p:cNvSpPr>
              <p:nvPr/>
            </p:nvSpPr>
            <p:spPr bwMode="auto">
              <a:xfrm>
                <a:off x="2184" y="658"/>
                <a:ext cx="251" cy="279"/>
              </a:xfrm>
              <a:custGeom>
                <a:avLst/>
                <a:gdLst>
                  <a:gd name="T0" fmla="*/ 161 w 251"/>
                  <a:gd name="T1" fmla="*/ 141 h 279"/>
                  <a:gd name="T2" fmla="*/ 90 w 251"/>
                  <a:gd name="T3" fmla="*/ 191 h 279"/>
                  <a:gd name="T4" fmla="*/ 111 w 251"/>
                  <a:gd name="T5" fmla="*/ 252 h 279"/>
                  <a:gd name="T6" fmla="*/ 71 w 251"/>
                  <a:gd name="T7" fmla="*/ 279 h 279"/>
                  <a:gd name="T8" fmla="*/ 0 w 251"/>
                  <a:gd name="T9" fmla="*/ 32 h 279"/>
                  <a:gd name="T10" fmla="*/ 47 w 251"/>
                  <a:gd name="T11" fmla="*/ 0 h 279"/>
                  <a:gd name="T12" fmla="*/ 251 w 251"/>
                  <a:gd name="T13" fmla="*/ 153 h 279"/>
                  <a:gd name="T14" fmla="*/ 211 w 251"/>
                  <a:gd name="T15" fmla="*/ 181 h 279"/>
                  <a:gd name="T16" fmla="*/ 161 w 251"/>
                  <a:gd name="T17" fmla="*/ 141 h 279"/>
                  <a:gd name="T18" fmla="*/ 130 w 251"/>
                  <a:gd name="T19" fmla="*/ 116 h 279"/>
                  <a:gd name="T20" fmla="*/ 43 w 251"/>
                  <a:gd name="T21" fmla="*/ 47 h 279"/>
                  <a:gd name="T22" fmla="*/ 78 w 251"/>
                  <a:gd name="T23" fmla="*/ 151 h 279"/>
                  <a:gd name="T24" fmla="*/ 130 w 251"/>
                  <a:gd name="T25" fmla="*/ 116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1" h="279">
                    <a:moveTo>
                      <a:pt x="161" y="141"/>
                    </a:moveTo>
                    <a:lnTo>
                      <a:pt x="90" y="191"/>
                    </a:lnTo>
                    <a:lnTo>
                      <a:pt x="111" y="252"/>
                    </a:lnTo>
                    <a:lnTo>
                      <a:pt x="71" y="279"/>
                    </a:lnTo>
                    <a:lnTo>
                      <a:pt x="0" y="32"/>
                    </a:lnTo>
                    <a:lnTo>
                      <a:pt x="47" y="0"/>
                    </a:lnTo>
                    <a:lnTo>
                      <a:pt x="251" y="153"/>
                    </a:lnTo>
                    <a:lnTo>
                      <a:pt x="211" y="181"/>
                    </a:lnTo>
                    <a:lnTo>
                      <a:pt x="161" y="141"/>
                    </a:lnTo>
                    <a:close/>
                    <a:moveTo>
                      <a:pt x="130" y="116"/>
                    </a:moveTo>
                    <a:lnTo>
                      <a:pt x="43" y="47"/>
                    </a:lnTo>
                    <a:lnTo>
                      <a:pt x="78" y="151"/>
                    </a:lnTo>
                    <a:lnTo>
                      <a:pt x="130" y="1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3" name="Freeform 98"/>
              <p:cNvSpPr/>
              <p:nvPr/>
            </p:nvSpPr>
            <p:spPr bwMode="auto">
              <a:xfrm>
                <a:off x="2360" y="509"/>
                <a:ext cx="272" cy="298"/>
              </a:xfrm>
              <a:custGeom>
                <a:avLst/>
                <a:gdLst>
                  <a:gd name="T0" fmla="*/ 184 w 272"/>
                  <a:gd name="T1" fmla="*/ 0 h 298"/>
                  <a:gd name="T2" fmla="*/ 272 w 272"/>
                  <a:gd name="T3" fmla="*/ 226 h 298"/>
                  <a:gd name="T4" fmla="*/ 232 w 272"/>
                  <a:gd name="T5" fmla="*/ 241 h 298"/>
                  <a:gd name="T6" fmla="*/ 65 w 272"/>
                  <a:gd name="T7" fmla="*/ 124 h 298"/>
                  <a:gd name="T8" fmla="*/ 127 w 272"/>
                  <a:gd name="T9" fmla="*/ 283 h 298"/>
                  <a:gd name="T10" fmla="*/ 88 w 272"/>
                  <a:gd name="T11" fmla="*/ 298 h 298"/>
                  <a:gd name="T12" fmla="*/ 0 w 272"/>
                  <a:gd name="T13" fmla="*/ 72 h 298"/>
                  <a:gd name="T14" fmla="*/ 44 w 272"/>
                  <a:gd name="T15" fmla="*/ 54 h 298"/>
                  <a:gd name="T16" fmla="*/ 204 w 272"/>
                  <a:gd name="T17" fmla="*/ 165 h 298"/>
                  <a:gd name="T18" fmla="*/ 144 w 272"/>
                  <a:gd name="T19" fmla="*/ 15 h 298"/>
                  <a:gd name="T20" fmla="*/ 184 w 272"/>
                  <a:gd name="T2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298">
                    <a:moveTo>
                      <a:pt x="184" y="0"/>
                    </a:moveTo>
                    <a:lnTo>
                      <a:pt x="272" y="226"/>
                    </a:lnTo>
                    <a:lnTo>
                      <a:pt x="232" y="241"/>
                    </a:lnTo>
                    <a:lnTo>
                      <a:pt x="65" y="124"/>
                    </a:lnTo>
                    <a:lnTo>
                      <a:pt x="127" y="283"/>
                    </a:lnTo>
                    <a:lnTo>
                      <a:pt x="88" y="298"/>
                    </a:lnTo>
                    <a:lnTo>
                      <a:pt x="0" y="72"/>
                    </a:lnTo>
                    <a:lnTo>
                      <a:pt x="44" y="54"/>
                    </a:lnTo>
                    <a:lnTo>
                      <a:pt x="204" y="165"/>
                    </a:lnTo>
                    <a:lnTo>
                      <a:pt x="144" y="15"/>
                    </a:lnTo>
                    <a:lnTo>
                      <a:pt x="18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4" name="Freeform 99"/>
              <p:cNvSpPr/>
              <p:nvPr/>
            </p:nvSpPr>
            <p:spPr bwMode="auto">
              <a:xfrm>
                <a:off x="2726" y="462"/>
                <a:ext cx="205" cy="251"/>
              </a:xfrm>
              <a:custGeom>
                <a:avLst/>
                <a:gdLst>
                  <a:gd name="T0" fmla="*/ 81 w 151"/>
                  <a:gd name="T1" fmla="*/ 185 h 186"/>
                  <a:gd name="T2" fmla="*/ 42 w 151"/>
                  <a:gd name="T3" fmla="*/ 179 h 186"/>
                  <a:gd name="T4" fmla="*/ 16 w 151"/>
                  <a:gd name="T5" fmla="*/ 156 h 186"/>
                  <a:gd name="T6" fmla="*/ 5 w 151"/>
                  <a:gd name="T7" fmla="*/ 121 h 186"/>
                  <a:gd name="T8" fmla="*/ 0 w 151"/>
                  <a:gd name="T9" fmla="*/ 6 h 186"/>
                  <a:gd name="T10" fmla="*/ 32 w 151"/>
                  <a:gd name="T11" fmla="*/ 5 h 186"/>
                  <a:gd name="T12" fmla="*/ 37 w 151"/>
                  <a:gd name="T13" fmla="*/ 117 h 186"/>
                  <a:gd name="T14" fmla="*/ 48 w 151"/>
                  <a:gd name="T15" fmla="*/ 148 h 186"/>
                  <a:gd name="T16" fmla="*/ 79 w 151"/>
                  <a:gd name="T17" fmla="*/ 158 h 186"/>
                  <a:gd name="T18" fmla="*/ 107 w 151"/>
                  <a:gd name="T19" fmla="*/ 145 h 186"/>
                  <a:gd name="T20" fmla="*/ 116 w 151"/>
                  <a:gd name="T21" fmla="*/ 113 h 186"/>
                  <a:gd name="T22" fmla="*/ 111 w 151"/>
                  <a:gd name="T23" fmla="*/ 1 h 186"/>
                  <a:gd name="T24" fmla="*/ 145 w 151"/>
                  <a:gd name="T25" fmla="*/ 0 h 186"/>
                  <a:gd name="T26" fmla="*/ 150 w 151"/>
                  <a:gd name="T27" fmla="*/ 114 h 186"/>
                  <a:gd name="T28" fmla="*/ 143 w 151"/>
                  <a:gd name="T29" fmla="*/ 151 h 186"/>
                  <a:gd name="T30" fmla="*/ 119 w 151"/>
                  <a:gd name="T31" fmla="*/ 175 h 186"/>
                  <a:gd name="T32" fmla="*/ 81 w 151"/>
                  <a:gd name="T33" fmla="*/ 18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1" h="186">
                    <a:moveTo>
                      <a:pt x="81" y="185"/>
                    </a:moveTo>
                    <a:cubicBezTo>
                      <a:pt x="66" y="186"/>
                      <a:pt x="53" y="184"/>
                      <a:pt x="42" y="179"/>
                    </a:cubicBezTo>
                    <a:cubicBezTo>
                      <a:pt x="31" y="174"/>
                      <a:pt x="22" y="166"/>
                      <a:pt x="16" y="156"/>
                    </a:cubicBezTo>
                    <a:cubicBezTo>
                      <a:pt x="9" y="146"/>
                      <a:pt x="6" y="134"/>
                      <a:pt x="5" y="121"/>
                    </a:cubicBezTo>
                    <a:cubicBezTo>
                      <a:pt x="0" y="6"/>
                      <a:pt x="0" y="6"/>
                      <a:pt x="0" y="6"/>
                    </a:cubicBezTo>
                    <a:cubicBezTo>
                      <a:pt x="32" y="5"/>
                      <a:pt x="32" y="5"/>
                      <a:pt x="32" y="5"/>
                    </a:cubicBezTo>
                    <a:cubicBezTo>
                      <a:pt x="37" y="117"/>
                      <a:pt x="37" y="117"/>
                      <a:pt x="37" y="117"/>
                    </a:cubicBezTo>
                    <a:cubicBezTo>
                      <a:pt x="37" y="131"/>
                      <a:pt x="41" y="141"/>
                      <a:pt x="48" y="148"/>
                    </a:cubicBezTo>
                    <a:cubicBezTo>
                      <a:pt x="56" y="155"/>
                      <a:pt x="66" y="158"/>
                      <a:pt x="79" y="158"/>
                    </a:cubicBezTo>
                    <a:cubicBezTo>
                      <a:pt x="91" y="157"/>
                      <a:pt x="101" y="153"/>
                      <a:pt x="107" y="145"/>
                    </a:cubicBezTo>
                    <a:cubicBezTo>
                      <a:pt x="114" y="138"/>
                      <a:pt x="117" y="127"/>
                      <a:pt x="116" y="113"/>
                    </a:cubicBezTo>
                    <a:cubicBezTo>
                      <a:pt x="111" y="1"/>
                      <a:pt x="111" y="1"/>
                      <a:pt x="111" y="1"/>
                    </a:cubicBezTo>
                    <a:cubicBezTo>
                      <a:pt x="145" y="0"/>
                      <a:pt x="145" y="0"/>
                      <a:pt x="145" y="0"/>
                    </a:cubicBezTo>
                    <a:cubicBezTo>
                      <a:pt x="150" y="114"/>
                      <a:pt x="150" y="114"/>
                      <a:pt x="150" y="114"/>
                    </a:cubicBezTo>
                    <a:cubicBezTo>
                      <a:pt x="151" y="128"/>
                      <a:pt x="149" y="140"/>
                      <a:pt x="143" y="151"/>
                    </a:cubicBezTo>
                    <a:cubicBezTo>
                      <a:pt x="138" y="161"/>
                      <a:pt x="130" y="169"/>
                      <a:pt x="119" y="175"/>
                    </a:cubicBezTo>
                    <a:cubicBezTo>
                      <a:pt x="108" y="181"/>
                      <a:pt x="96" y="184"/>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5" name="Freeform 100"/>
              <p:cNvSpPr/>
              <p:nvPr/>
            </p:nvSpPr>
            <p:spPr bwMode="auto">
              <a:xfrm>
                <a:off x="2961" y="467"/>
                <a:ext cx="242" cy="277"/>
              </a:xfrm>
              <a:custGeom>
                <a:avLst/>
                <a:gdLst>
                  <a:gd name="T0" fmla="*/ 242 w 242"/>
                  <a:gd name="T1" fmla="*/ 39 h 277"/>
                  <a:gd name="T2" fmla="*/ 194 w 242"/>
                  <a:gd name="T3" fmla="*/ 277 h 277"/>
                  <a:gd name="T4" fmla="*/ 152 w 242"/>
                  <a:gd name="T5" fmla="*/ 269 h 277"/>
                  <a:gd name="T6" fmla="*/ 74 w 242"/>
                  <a:gd name="T7" fmla="*/ 80 h 277"/>
                  <a:gd name="T8" fmla="*/ 42 w 242"/>
                  <a:gd name="T9" fmla="*/ 248 h 277"/>
                  <a:gd name="T10" fmla="*/ 0 w 242"/>
                  <a:gd name="T11" fmla="*/ 240 h 277"/>
                  <a:gd name="T12" fmla="*/ 47 w 242"/>
                  <a:gd name="T13" fmla="*/ 0 h 277"/>
                  <a:gd name="T14" fmla="*/ 96 w 242"/>
                  <a:gd name="T15" fmla="*/ 9 h 277"/>
                  <a:gd name="T16" fmla="*/ 169 w 242"/>
                  <a:gd name="T17" fmla="*/ 189 h 277"/>
                  <a:gd name="T18" fmla="*/ 201 w 242"/>
                  <a:gd name="T19" fmla="*/ 31 h 277"/>
                  <a:gd name="T20" fmla="*/ 242 w 242"/>
                  <a:gd name="T21" fmla="*/ 39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277">
                    <a:moveTo>
                      <a:pt x="242" y="39"/>
                    </a:moveTo>
                    <a:lnTo>
                      <a:pt x="194" y="277"/>
                    </a:lnTo>
                    <a:lnTo>
                      <a:pt x="152" y="269"/>
                    </a:lnTo>
                    <a:lnTo>
                      <a:pt x="74" y="80"/>
                    </a:lnTo>
                    <a:lnTo>
                      <a:pt x="42" y="248"/>
                    </a:lnTo>
                    <a:lnTo>
                      <a:pt x="0" y="240"/>
                    </a:lnTo>
                    <a:lnTo>
                      <a:pt x="47" y="0"/>
                    </a:lnTo>
                    <a:lnTo>
                      <a:pt x="96" y="9"/>
                    </a:lnTo>
                    <a:lnTo>
                      <a:pt x="169" y="189"/>
                    </a:lnTo>
                    <a:lnTo>
                      <a:pt x="201" y="31"/>
                    </a:lnTo>
                    <a:lnTo>
                      <a:pt x="242" y="3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6" name="Freeform 101"/>
              <p:cNvSpPr/>
              <p:nvPr/>
            </p:nvSpPr>
            <p:spPr bwMode="auto">
              <a:xfrm>
                <a:off x="3187" y="533"/>
                <a:ext cx="130" cy="244"/>
              </a:xfrm>
              <a:custGeom>
                <a:avLst/>
                <a:gdLst>
                  <a:gd name="T0" fmla="*/ 130 w 130"/>
                  <a:gd name="T1" fmla="*/ 17 h 244"/>
                  <a:gd name="T2" fmla="*/ 43 w 130"/>
                  <a:gd name="T3" fmla="*/ 244 h 244"/>
                  <a:gd name="T4" fmla="*/ 0 w 130"/>
                  <a:gd name="T5" fmla="*/ 228 h 244"/>
                  <a:gd name="T6" fmla="*/ 86 w 130"/>
                  <a:gd name="T7" fmla="*/ 0 h 244"/>
                  <a:gd name="T8" fmla="*/ 130 w 130"/>
                  <a:gd name="T9" fmla="*/ 17 h 244"/>
                </a:gdLst>
                <a:ahLst/>
                <a:cxnLst>
                  <a:cxn ang="0">
                    <a:pos x="T0" y="T1"/>
                  </a:cxn>
                  <a:cxn ang="0">
                    <a:pos x="T2" y="T3"/>
                  </a:cxn>
                  <a:cxn ang="0">
                    <a:pos x="T4" y="T5"/>
                  </a:cxn>
                  <a:cxn ang="0">
                    <a:pos x="T6" y="T7"/>
                  </a:cxn>
                  <a:cxn ang="0">
                    <a:pos x="T8" y="T9"/>
                  </a:cxn>
                </a:cxnLst>
                <a:rect l="0" t="0" r="r" b="b"/>
                <a:pathLst>
                  <a:path w="130" h="244">
                    <a:moveTo>
                      <a:pt x="130" y="17"/>
                    </a:moveTo>
                    <a:lnTo>
                      <a:pt x="43" y="244"/>
                    </a:lnTo>
                    <a:lnTo>
                      <a:pt x="0" y="228"/>
                    </a:lnTo>
                    <a:lnTo>
                      <a:pt x="86" y="0"/>
                    </a:lnTo>
                    <a:lnTo>
                      <a:pt x="130"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7" name="Freeform 102"/>
              <p:cNvSpPr/>
              <p:nvPr/>
            </p:nvSpPr>
            <p:spPr bwMode="auto">
              <a:xfrm>
                <a:off x="3321" y="568"/>
                <a:ext cx="240" cy="279"/>
              </a:xfrm>
              <a:custGeom>
                <a:avLst/>
                <a:gdLst>
                  <a:gd name="T0" fmla="*/ 240 w 240"/>
                  <a:gd name="T1" fmla="*/ 110 h 279"/>
                  <a:gd name="T2" fmla="*/ 48 w 240"/>
                  <a:gd name="T3" fmla="*/ 279 h 279"/>
                  <a:gd name="T4" fmla="*/ 0 w 240"/>
                  <a:gd name="T5" fmla="*/ 251 h 279"/>
                  <a:gd name="T6" fmla="*/ 51 w 240"/>
                  <a:gd name="T7" fmla="*/ 0 h 279"/>
                  <a:gd name="T8" fmla="*/ 94 w 240"/>
                  <a:gd name="T9" fmla="*/ 25 h 279"/>
                  <a:gd name="T10" fmla="*/ 44 w 240"/>
                  <a:gd name="T11" fmla="*/ 235 h 279"/>
                  <a:gd name="T12" fmla="*/ 200 w 240"/>
                  <a:gd name="T13" fmla="*/ 87 h 279"/>
                  <a:gd name="T14" fmla="*/ 240 w 240"/>
                  <a:gd name="T15" fmla="*/ 110 h 2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0" h="279">
                    <a:moveTo>
                      <a:pt x="240" y="110"/>
                    </a:moveTo>
                    <a:lnTo>
                      <a:pt x="48" y="279"/>
                    </a:lnTo>
                    <a:lnTo>
                      <a:pt x="0" y="251"/>
                    </a:lnTo>
                    <a:lnTo>
                      <a:pt x="51" y="0"/>
                    </a:lnTo>
                    <a:lnTo>
                      <a:pt x="94" y="25"/>
                    </a:lnTo>
                    <a:lnTo>
                      <a:pt x="44" y="235"/>
                    </a:lnTo>
                    <a:lnTo>
                      <a:pt x="200" y="87"/>
                    </a:lnTo>
                    <a:lnTo>
                      <a:pt x="240" y="1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8" name="Freeform 103"/>
              <p:cNvSpPr/>
              <p:nvPr/>
            </p:nvSpPr>
            <p:spPr bwMode="auto">
              <a:xfrm>
                <a:off x="3449" y="720"/>
                <a:ext cx="275" cy="280"/>
              </a:xfrm>
              <a:custGeom>
                <a:avLst/>
                <a:gdLst>
                  <a:gd name="T0" fmla="*/ 172 w 275"/>
                  <a:gd name="T1" fmla="*/ 60 h 280"/>
                  <a:gd name="T2" fmla="*/ 133 w 275"/>
                  <a:gd name="T3" fmla="*/ 102 h 280"/>
                  <a:gd name="T4" fmla="*/ 204 w 275"/>
                  <a:gd name="T5" fmla="*/ 168 h 280"/>
                  <a:gd name="T6" fmla="*/ 179 w 275"/>
                  <a:gd name="T7" fmla="*/ 196 h 280"/>
                  <a:gd name="T8" fmla="*/ 107 w 275"/>
                  <a:gd name="T9" fmla="*/ 131 h 280"/>
                  <a:gd name="T10" fmla="*/ 60 w 275"/>
                  <a:gd name="T11" fmla="*/ 183 h 280"/>
                  <a:gd name="T12" fmla="*/ 137 w 275"/>
                  <a:gd name="T13" fmla="*/ 252 h 280"/>
                  <a:gd name="T14" fmla="*/ 111 w 275"/>
                  <a:gd name="T15" fmla="*/ 280 h 280"/>
                  <a:gd name="T16" fmla="*/ 0 w 275"/>
                  <a:gd name="T17" fmla="*/ 180 h 280"/>
                  <a:gd name="T18" fmla="*/ 164 w 275"/>
                  <a:gd name="T19" fmla="*/ 0 h 280"/>
                  <a:gd name="T20" fmla="*/ 275 w 275"/>
                  <a:gd name="T21" fmla="*/ 100 h 280"/>
                  <a:gd name="T22" fmla="*/ 248 w 275"/>
                  <a:gd name="T23" fmla="*/ 129 h 280"/>
                  <a:gd name="T24" fmla="*/ 172 w 275"/>
                  <a:gd name="T25" fmla="*/ 6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5" h="280">
                    <a:moveTo>
                      <a:pt x="172" y="60"/>
                    </a:moveTo>
                    <a:lnTo>
                      <a:pt x="133" y="102"/>
                    </a:lnTo>
                    <a:lnTo>
                      <a:pt x="204" y="168"/>
                    </a:lnTo>
                    <a:lnTo>
                      <a:pt x="179" y="196"/>
                    </a:lnTo>
                    <a:lnTo>
                      <a:pt x="107" y="131"/>
                    </a:lnTo>
                    <a:lnTo>
                      <a:pt x="60" y="183"/>
                    </a:lnTo>
                    <a:lnTo>
                      <a:pt x="137" y="252"/>
                    </a:lnTo>
                    <a:lnTo>
                      <a:pt x="111" y="280"/>
                    </a:lnTo>
                    <a:lnTo>
                      <a:pt x="0" y="180"/>
                    </a:lnTo>
                    <a:lnTo>
                      <a:pt x="164" y="0"/>
                    </a:lnTo>
                    <a:lnTo>
                      <a:pt x="275" y="100"/>
                    </a:lnTo>
                    <a:lnTo>
                      <a:pt x="248" y="129"/>
                    </a:lnTo>
                    <a:lnTo>
                      <a:pt x="172" y="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9" name="Freeform 104"/>
              <p:cNvSpPr>
                <a:spLocks noEditPoints="1"/>
              </p:cNvSpPr>
              <p:nvPr/>
            </p:nvSpPr>
            <p:spPr bwMode="auto">
              <a:xfrm>
                <a:off x="3579" y="877"/>
                <a:ext cx="271" cy="294"/>
              </a:xfrm>
              <a:custGeom>
                <a:avLst/>
                <a:gdLst>
                  <a:gd name="T0" fmla="*/ 87 w 200"/>
                  <a:gd name="T1" fmla="*/ 108 h 217"/>
                  <a:gd name="T2" fmla="*/ 76 w 200"/>
                  <a:gd name="T3" fmla="*/ 93 h 217"/>
                  <a:gd name="T4" fmla="*/ 20 w 200"/>
                  <a:gd name="T5" fmla="*/ 133 h 217"/>
                  <a:gd name="T6" fmla="*/ 0 w 200"/>
                  <a:gd name="T7" fmla="*/ 106 h 217"/>
                  <a:gd name="T8" fmla="*/ 145 w 200"/>
                  <a:gd name="T9" fmla="*/ 0 h 217"/>
                  <a:gd name="T10" fmla="*/ 187 w 200"/>
                  <a:gd name="T11" fmla="*/ 58 h 217"/>
                  <a:gd name="T12" fmla="*/ 199 w 200"/>
                  <a:gd name="T13" fmla="*/ 85 h 217"/>
                  <a:gd name="T14" fmla="*/ 195 w 200"/>
                  <a:gd name="T15" fmla="*/ 112 h 217"/>
                  <a:gd name="T16" fmla="*/ 175 w 200"/>
                  <a:gd name="T17" fmla="*/ 135 h 217"/>
                  <a:gd name="T18" fmla="*/ 141 w 200"/>
                  <a:gd name="T19" fmla="*/ 147 h 217"/>
                  <a:gd name="T20" fmla="*/ 109 w 200"/>
                  <a:gd name="T21" fmla="*/ 135 h 217"/>
                  <a:gd name="T22" fmla="*/ 81 w 200"/>
                  <a:gd name="T23" fmla="*/ 217 h 217"/>
                  <a:gd name="T24" fmla="*/ 57 w 200"/>
                  <a:gd name="T25" fmla="*/ 184 h 217"/>
                  <a:gd name="T26" fmla="*/ 87 w 200"/>
                  <a:gd name="T27" fmla="*/ 108 h 217"/>
                  <a:gd name="T28" fmla="*/ 97 w 200"/>
                  <a:gd name="T29" fmla="*/ 77 h 217"/>
                  <a:gd name="T30" fmla="*/ 115 w 200"/>
                  <a:gd name="T31" fmla="*/ 101 h 217"/>
                  <a:gd name="T32" fmla="*/ 134 w 200"/>
                  <a:gd name="T33" fmla="*/ 114 h 217"/>
                  <a:gd name="T34" fmla="*/ 155 w 200"/>
                  <a:gd name="T35" fmla="*/ 108 h 217"/>
                  <a:gd name="T36" fmla="*/ 168 w 200"/>
                  <a:gd name="T37" fmla="*/ 89 h 217"/>
                  <a:gd name="T38" fmla="*/ 161 w 200"/>
                  <a:gd name="T39" fmla="*/ 68 h 217"/>
                  <a:gd name="T40" fmla="*/ 143 w 200"/>
                  <a:gd name="T41" fmla="*/ 43 h 217"/>
                  <a:gd name="T42" fmla="*/ 97 w 200"/>
                  <a:gd name="T43" fmla="*/ 7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0" h="217">
                    <a:moveTo>
                      <a:pt x="87" y="108"/>
                    </a:moveTo>
                    <a:cubicBezTo>
                      <a:pt x="76" y="93"/>
                      <a:pt x="76" y="93"/>
                      <a:pt x="76" y="93"/>
                    </a:cubicBezTo>
                    <a:cubicBezTo>
                      <a:pt x="20" y="133"/>
                      <a:pt x="20" y="133"/>
                      <a:pt x="20" y="133"/>
                    </a:cubicBezTo>
                    <a:cubicBezTo>
                      <a:pt x="0" y="106"/>
                      <a:pt x="0" y="106"/>
                      <a:pt x="0" y="106"/>
                    </a:cubicBezTo>
                    <a:cubicBezTo>
                      <a:pt x="145" y="0"/>
                      <a:pt x="145" y="0"/>
                      <a:pt x="145" y="0"/>
                    </a:cubicBezTo>
                    <a:cubicBezTo>
                      <a:pt x="187" y="58"/>
                      <a:pt x="187" y="58"/>
                      <a:pt x="187" y="58"/>
                    </a:cubicBezTo>
                    <a:cubicBezTo>
                      <a:pt x="194" y="67"/>
                      <a:pt x="198" y="76"/>
                      <a:pt x="199" y="85"/>
                    </a:cubicBezTo>
                    <a:cubicBezTo>
                      <a:pt x="200" y="95"/>
                      <a:pt x="199" y="104"/>
                      <a:pt x="195" y="112"/>
                    </a:cubicBezTo>
                    <a:cubicBezTo>
                      <a:pt x="190" y="121"/>
                      <a:pt x="184" y="129"/>
                      <a:pt x="175" y="135"/>
                    </a:cubicBezTo>
                    <a:cubicBezTo>
                      <a:pt x="164" y="143"/>
                      <a:pt x="152" y="147"/>
                      <a:pt x="141" y="147"/>
                    </a:cubicBezTo>
                    <a:cubicBezTo>
                      <a:pt x="129" y="147"/>
                      <a:pt x="118" y="143"/>
                      <a:pt x="109" y="135"/>
                    </a:cubicBezTo>
                    <a:cubicBezTo>
                      <a:pt x="81" y="217"/>
                      <a:pt x="81" y="217"/>
                      <a:pt x="81" y="217"/>
                    </a:cubicBezTo>
                    <a:cubicBezTo>
                      <a:pt x="57" y="184"/>
                      <a:pt x="57" y="184"/>
                      <a:pt x="57" y="184"/>
                    </a:cubicBezTo>
                    <a:lnTo>
                      <a:pt x="87" y="108"/>
                    </a:lnTo>
                    <a:close/>
                    <a:moveTo>
                      <a:pt x="97" y="77"/>
                    </a:moveTo>
                    <a:cubicBezTo>
                      <a:pt x="115" y="101"/>
                      <a:pt x="115" y="101"/>
                      <a:pt x="115" y="101"/>
                    </a:cubicBezTo>
                    <a:cubicBezTo>
                      <a:pt x="120" y="109"/>
                      <a:pt x="127" y="113"/>
                      <a:pt x="134" y="114"/>
                    </a:cubicBezTo>
                    <a:cubicBezTo>
                      <a:pt x="140" y="115"/>
                      <a:pt x="148" y="113"/>
                      <a:pt x="155" y="108"/>
                    </a:cubicBezTo>
                    <a:cubicBezTo>
                      <a:pt x="163" y="102"/>
                      <a:pt x="167" y="96"/>
                      <a:pt x="168" y="89"/>
                    </a:cubicBezTo>
                    <a:cubicBezTo>
                      <a:pt x="169" y="82"/>
                      <a:pt x="167" y="75"/>
                      <a:pt x="161" y="68"/>
                    </a:cubicBezTo>
                    <a:cubicBezTo>
                      <a:pt x="143" y="43"/>
                      <a:pt x="143" y="43"/>
                      <a:pt x="143" y="43"/>
                    </a:cubicBezTo>
                    <a:lnTo>
                      <a:pt x="97" y="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0" name="Freeform 105"/>
              <p:cNvSpPr/>
              <p:nvPr/>
            </p:nvSpPr>
            <p:spPr bwMode="auto">
              <a:xfrm>
                <a:off x="3708" y="1099"/>
                <a:ext cx="255" cy="215"/>
              </a:xfrm>
              <a:custGeom>
                <a:avLst/>
                <a:gdLst>
                  <a:gd name="T0" fmla="*/ 107 w 189"/>
                  <a:gd name="T1" fmla="*/ 6 h 159"/>
                  <a:gd name="T2" fmla="*/ 135 w 189"/>
                  <a:gd name="T3" fmla="*/ 1 h 159"/>
                  <a:gd name="T4" fmla="*/ 160 w 189"/>
                  <a:gd name="T5" fmla="*/ 13 h 159"/>
                  <a:gd name="T6" fmla="*/ 180 w 189"/>
                  <a:gd name="T7" fmla="*/ 41 h 159"/>
                  <a:gd name="T8" fmla="*/ 188 w 189"/>
                  <a:gd name="T9" fmla="*/ 81 h 159"/>
                  <a:gd name="T10" fmla="*/ 171 w 189"/>
                  <a:gd name="T11" fmla="*/ 112 h 159"/>
                  <a:gd name="T12" fmla="*/ 148 w 189"/>
                  <a:gd name="T13" fmla="*/ 93 h 159"/>
                  <a:gd name="T14" fmla="*/ 158 w 189"/>
                  <a:gd name="T15" fmla="*/ 75 h 159"/>
                  <a:gd name="T16" fmla="*/ 154 w 189"/>
                  <a:gd name="T17" fmla="*/ 54 h 159"/>
                  <a:gd name="T18" fmla="*/ 140 w 189"/>
                  <a:gd name="T19" fmla="*/ 36 h 159"/>
                  <a:gd name="T20" fmla="*/ 122 w 189"/>
                  <a:gd name="T21" fmla="*/ 36 h 159"/>
                  <a:gd name="T22" fmla="*/ 111 w 189"/>
                  <a:gd name="T23" fmla="*/ 49 h 159"/>
                  <a:gd name="T24" fmla="*/ 114 w 189"/>
                  <a:gd name="T25" fmla="*/ 77 h 159"/>
                  <a:gd name="T26" fmla="*/ 115 w 189"/>
                  <a:gd name="T27" fmla="*/ 126 h 159"/>
                  <a:gd name="T28" fmla="*/ 87 w 189"/>
                  <a:gd name="T29" fmla="*/ 154 h 159"/>
                  <a:gd name="T30" fmla="*/ 58 w 189"/>
                  <a:gd name="T31" fmla="*/ 158 h 159"/>
                  <a:gd name="T32" fmla="*/ 31 w 189"/>
                  <a:gd name="T33" fmla="*/ 144 h 159"/>
                  <a:gd name="T34" fmla="*/ 10 w 189"/>
                  <a:gd name="T35" fmla="*/ 116 h 159"/>
                  <a:gd name="T36" fmla="*/ 2 w 189"/>
                  <a:gd name="T37" fmla="*/ 72 h 159"/>
                  <a:gd name="T38" fmla="*/ 20 w 189"/>
                  <a:gd name="T39" fmla="*/ 38 h 159"/>
                  <a:gd name="T40" fmla="*/ 43 w 189"/>
                  <a:gd name="T41" fmla="*/ 57 h 159"/>
                  <a:gd name="T42" fmla="*/ 32 w 189"/>
                  <a:gd name="T43" fmla="*/ 78 h 159"/>
                  <a:gd name="T44" fmla="*/ 37 w 189"/>
                  <a:gd name="T45" fmla="*/ 104 h 159"/>
                  <a:gd name="T46" fmla="*/ 52 w 189"/>
                  <a:gd name="T47" fmla="*/ 123 h 159"/>
                  <a:gd name="T48" fmla="*/ 72 w 189"/>
                  <a:gd name="T49" fmla="*/ 123 h 159"/>
                  <a:gd name="T50" fmla="*/ 85 w 189"/>
                  <a:gd name="T51" fmla="*/ 108 h 159"/>
                  <a:gd name="T52" fmla="*/ 82 w 189"/>
                  <a:gd name="T53" fmla="*/ 76 h 159"/>
                  <a:gd name="T54" fmla="*/ 81 w 189"/>
                  <a:gd name="T55" fmla="*/ 32 h 159"/>
                  <a:gd name="T56" fmla="*/ 107 w 189"/>
                  <a:gd name="T57" fmla="*/ 6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9" h="159">
                    <a:moveTo>
                      <a:pt x="107" y="6"/>
                    </a:moveTo>
                    <a:cubicBezTo>
                      <a:pt x="116" y="2"/>
                      <a:pt x="125" y="0"/>
                      <a:pt x="135" y="1"/>
                    </a:cubicBezTo>
                    <a:cubicBezTo>
                      <a:pt x="144" y="3"/>
                      <a:pt x="152" y="7"/>
                      <a:pt x="160" y="13"/>
                    </a:cubicBezTo>
                    <a:cubicBezTo>
                      <a:pt x="168" y="20"/>
                      <a:pt x="175" y="29"/>
                      <a:pt x="180" y="41"/>
                    </a:cubicBezTo>
                    <a:cubicBezTo>
                      <a:pt x="187" y="56"/>
                      <a:pt x="189" y="69"/>
                      <a:pt x="188" y="81"/>
                    </a:cubicBezTo>
                    <a:cubicBezTo>
                      <a:pt x="186" y="93"/>
                      <a:pt x="181" y="104"/>
                      <a:pt x="171" y="112"/>
                    </a:cubicBezTo>
                    <a:cubicBezTo>
                      <a:pt x="148" y="93"/>
                      <a:pt x="148" y="93"/>
                      <a:pt x="148" y="93"/>
                    </a:cubicBezTo>
                    <a:cubicBezTo>
                      <a:pt x="154" y="87"/>
                      <a:pt x="157" y="82"/>
                      <a:pt x="158" y="75"/>
                    </a:cubicBezTo>
                    <a:cubicBezTo>
                      <a:pt x="159" y="69"/>
                      <a:pt x="158" y="62"/>
                      <a:pt x="154" y="54"/>
                    </a:cubicBezTo>
                    <a:cubicBezTo>
                      <a:pt x="150" y="45"/>
                      <a:pt x="145" y="39"/>
                      <a:pt x="140" y="36"/>
                    </a:cubicBezTo>
                    <a:cubicBezTo>
                      <a:pt x="135" y="33"/>
                      <a:pt x="129" y="33"/>
                      <a:pt x="122" y="36"/>
                    </a:cubicBezTo>
                    <a:cubicBezTo>
                      <a:pt x="116" y="39"/>
                      <a:pt x="112" y="43"/>
                      <a:pt x="111" y="49"/>
                    </a:cubicBezTo>
                    <a:cubicBezTo>
                      <a:pt x="110" y="56"/>
                      <a:pt x="111" y="65"/>
                      <a:pt x="114" y="77"/>
                    </a:cubicBezTo>
                    <a:cubicBezTo>
                      <a:pt x="119" y="97"/>
                      <a:pt x="120" y="114"/>
                      <a:pt x="115" y="126"/>
                    </a:cubicBezTo>
                    <a:cubicBezTo>
                      <a:pt x="111" y="138"/>
                      <a:pt x="102" y="147"/>
                      <a:pt x="87" y="154"/>
                    </a:cubicBezTo>
                    <a:cubicBezTo>
                      <a:pt x="78" y="158"/>
                      <a:pt x="68" y="159"/>
                      <a:pt x="58" y="158"/>
                    </a:cubicBezTo>
                    <a:cubicBezTo>
                      <a:pt x="48" y="156"/>
                      <a:pt x="39" y="152"/>
                      <a:pt x="31" y="144"/>
                    </a:cubicBezTo>
                    <a:cubicBezTo>
                      <a:pt x="23" y="137"/>
                      <a:pt x="16" y="128"/>
                      <a:pt x="10" y="116"/>
                    </a:cubicBezTo>
                    <a:cubicBezTo>
                      <a:pt x="3" y="100"/>
                      <a:pt x="0" y="85"/>
                      <a:pt x="2" y="72"/>
                    </a:cubicBezTo>
                    <a:cubicBezTo>
                      <a:pt x="4" y="58"/>
                      <a:pt x="10" y="47"/>
                      <a:pt x="20" y="38"/>
                    </a:cubicBezTo>
                    <a:cubicBezTo>
                      <a:pt x="43" y="57"/>
                      <a:pt x="43" y="57"/>
                      <a:pt x="43" y="57"/>
                    </a:cubicBezTo>
                    <a:cubicBezTo>
                      <a:pt x="37" y="63"/>
                      <a:pt x="33" y="70"/>
                      <a:pt x="32" y="78"/>
                    </a:cubicBezTo>
                    <a:cubicBezTo>
                      <a:pt x="31" y="86"/>
                      <a:pt x="32" y="95"/>
                      <a:pt x="37" y="104"/>
                    </a:cubicBezTo>
                    <a:cubicBezTo>
                      <a:pt x="41" y="114"/>
                      <a:pt x="46" y="120"/>
                      <a:pt x="52" y="123"/>
                    </a:cubicBezTo>
                    <a:cubicBezTo>
                      <a:pt x="58" y="126"/>
                      <a:pt x="65" y="126"/>
                      <a:pt x="72" y="123"/>
                    </a:cubicBezTo>
                    <a:cubicBezTo>
                      <a:pt x="79" y="120"/>
                      <a:pt x="83" y="115"/>
                      <a:pt x="85" y="108"/>
                    </a:cubicBezTo>
                    <a:cubicBezTo>
                      <a:pt x="86" y="101"/>
                      <a:pt x="86" y="90"/>
                      <a:pt x="82" y="76"/>
                    </a:cubicBezTo>
                    <a:cubicBezTo>
                      <a:pt x="77" y="58"/>
                      <a:pt x="77" y="43"/>
                      <a:pt x="81" y="32"/>
                    </a:cubicBezTo>
                    <a:cubicBezTo>
                      <a:pt x="85" y="20"/>
                      <a:pt x="94" y="12"/>
                      <a:pt x="10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1" name="Freeform 106"/>
              <p:cNvSpPr/>
              <p:nvPr/>
            </p:nvSpPr>
            <p:spPr bwMode="auto">
              <a:xfrm>
                <a:off x="3767" y="1295"/>
                <a:ext cx="246" cy="111"/>
              </a:xfrm>
              <a:custGeom>
                <a:avLst/>
                <a:gdLst>
                  <a:gd name="T0" fmla="*/ 246 w 246"/>
                  <a:gd name="T1" fmla="*/ 44 h 111"/>
                  <a:gd name="T2" fmla="*/ 12 w 246"/>
                  <a:gd name="T3" fmla="*/ 111 h 111"/>
                  <a:gd name="T4" fmla="*/ 0 w 246"/>
                  <a:gd name="T5" fmla="*/ 67 h 111"/>
                  <a:gd name="T6" fmla="*/ 233 w 246"/>
                  <a:gd name="T7" fmla="*/ 0 h 111"/>
                  <a:gd name="T8" fmla="*/ 246 w 246"/>
                  <a:gd name="T9" fmla="*/ 44 h 111"/>
                </a:gdLst>
                <a:ahLst/>
                <a:cxnLst>
                  <a:cxn ang="0">
                    <a:pos x="T0" y="T1"/>
                  </a:cxn>
                  <a:cxn ang="0">
                    <a:pos x="T2" y="T3"/>
                  </a:cxn>
                  <a:cxn ang="0">
                    <a:pos x="T4" y="T5"/>
                  </a:cxn>
                  <a:cxn ang="0">
                    <a:pos x="T6" y="T7"/>
                  </a:cxn>
                  <a:cxn ang="0">
                    <a:pos x="T8" y="T9"/>
                  </a:cxn>
                </a:cxnLst>
                <a:rect l="0" t="0" r="r" b="b"/>
                <a:pathLst>
                  <a:path w="246" h="111">
                    <a:moveTo>
                      <a:pt x="246" y="44"/>
                    </a:moveTo>
                    <a:lnTo>
                      <a:pt x="12" y="111"/>
                    </a:lnTo>
                    <a:lnTo>
                      <a:pt x="0" y="67"/>
                    </a:lnTo>
                    <a:lnTo>
                      <a:pt x="233" y="0"/>
                    </a:lnTo>
                    <a:lnTo>
                      <a:pt x="246" y="4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2" name="Freeform 107"/>
              <p:cNvSpPr/>
              <p:nvPr/>
            </p:nvSpPr>
            <p:spPr bwMode="auto">
              <a:xfrm>
                <a:off x="3798" y="1398"/>
                <a:ext cx="255" cy="179"/>
              </a:xfrm>
              <a:custGeom>
                <a:avLst/>
                <a:gdLst>
                  <a:gd name="T0" fmla="*/ 217 w 255"/>
                  <a:gd name="T1" fmla="*/ 179 h 179"/>
                  <a:gd name="T2" fmla="*/ 209 w 255"/>
                  <a:gd name="T3" fmla="*/ 115 h 179"/>
                  <a:gd name="T4" fmla="*/ 6 w 255"/>
                  <a:gd name="T5" fmla="*/ 142 h 179"/>
                  <a:gd name="T6" fmla="*/ 0 w 255"/>
                  <a:gd name="T7" fmla="*/ 96 h 179"/>
                  <a:gd name="T8" fmla="*/ 202 w 255"/>
                  <a:gd name="T9" fmla="*/ 69 h 179"/>
                  <a:gd name="T10" fmla="*/ 194 w 255"/>
                  <a:gd name="T11" fmla="*/ 6 h 179"/>
                  <a:gd name="T12" fmla="*/ 232 w 255"/>
                  <a:gd name="T13" fmla="*/ 0 h 179"/>
                  <a:gd name="T14" fmla="*/ 255 w 255"/>
                  <a:gd name="T15" fmla="*/ 173 h 179"/>
                  <a:gd name="T16" fmla="*/ 217 w 255"/>
                  <a:gd name="T17" fmla="*/ 17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 h="179">
                    <a:moveTo>
                      <a:pt x="217" y="179"/>
                    </a:moveTo>
                    <a:lnTo>
                      <a:pt x="209" y="115"/>
                    </a:lnTo>
                    <a:lnTo>
                      <a:pt x="6" y="142"/>
                    </a:lnTo>
                    <a:lnTo>
                      <a:pt x="0" y="96"/>
                    </a:lnTo>
                    <a:lnTo>
                      <a:pt x="202" y="69"/>
                    </a:lnTo>
                    <a:lnTo>
                      <a:pt x="194" y="6"/>
                    </a:lnTo>
                    <a:lnTo>
                      <a:pt x="232" y="0"/>
                    </a:lnTo>
                    <a:lnTo>
                      <a:pt x="255" y="173"/>
                    </a:lnTo>
                    <a:lnTo>
                      <a:pt x="21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3" name="Freeform 108"/>
              <p:cNvSpPr/>
              <p:nvPr/>
            </p:nvSpPr>
            <p:spPr bwMode="auto">
              <a:xfrm>
                <a:off x="3804" y="1623"/>
                <a:ext cx="253" cy="211"/>
              </a:xfrm>
              <a:custGeom>
                <a:avLst/>
                <a:gdLst>
                  <a:gd name="T0" fmla="*/ 96 w 253"/>
                  <a:gd name="T1" fmla="*/ 117 h 211"/>
                  <a:gd name="T2" fmla="*/ 0 w 253"/>
                  <a:gd name="T3" fmla="*/ 109 h 211"/>
                  <a:gd name="T4" fmla="*/ 4 w 253"/>
                  <a:gd name="T5" fmla="*/ 63 h 211"/>
                  <a:gd name="T6" fmla="*/ 100 w 253"/>
                  <a:gd name="T7" fmla="*/ 71 h 211"/>
                  <a:gd name="T8" fmla="*/ 253 w 253"/>
                  <a:gd name="T9" fmla="*/ 0 h 211"/>
                  <a:gd name="T10" fmla="*/ 249 w 253"/>
                  <a:gd name="T11" fmla="*/ 51 h 211"/>
                  <a:gd name="T12" fmla="*/ 134 w 253"/>
                  <a:gd name="T13" fmla="*/ 97 h 211"/>
                  <a:gd name="T14" fmla="*/ 241 w 253"/>
                  <a:gd name="T15" fmla="*/ 161 h 211"/>
                  <a:gd name="T16" fmla="*/ 237 w 253"/>
                  <a:gd name="T17" fmla="*/ 211 h 211"/>
                  <a:gd name="T18" fmla="*/ 96 w 253"/>
                  <a:gd name="T19" fmla="*/ 1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3" h="211">
                    <a:moveTo>
                      <a:pt x="96" y="117"/>
                    </a:moveTo>
                    <a:lnTo>
                      <a:pt x="0" y="109"/>
                    </a:lnTo>
                    <a:lnTo>
                      <a:pt x="4" y="63"/>
                    </a:lnTo>
                    <a:lnTo>
                      <a:pt x="100" y="71"/>
                    </a:lnTo>
                    <a:lnTo>
                      <a:pt x="253" y="0"/>
                    </a:lnTo>
                    <a:lnTo>
                      <a:pt x="249" y="51"/>
                    </a:lnTo>
                    <a:lnTo>
                      <a:pt x="134" y="97"/>
                    </a:lnTo>
                    <a:lnTo>
                      <a:pt x="241" y="161"/>
                    </a:lnTo>
                    <a:lnTo>
                      <a:pt x="237" y="211"/>
                    </a:lnTo>
                    <a:lnTo>
                      <a:pt x="96" y="1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4" name="Freeform 109"/>
              <p:cNvSpPr/>
              <p:nvPr/>
            </p:nvSpPr>
            <p:spPr bwMode="auto">
              <a:xfrm>
                <a:off x="2609" y="2605"/>
                <a:ext cx="73" cy="191"/>
              </a:xfrm>
              <a:custGeom>
                <a:avLst/>
                <a:gdLst>
                  <a:gd name="T0" fmla="*/ 73 w 73"/>
                  <a:gd name="T1" fmla="*/ 191 h 191"/>
                  <a:gd name="T2" fmla="*/ 39 w 73"/>
                  <a:gd name="T3" fmla="*/ 191 h 191"/>
                  <a:gd name="T4" fmla="*/ 39 w 73"/>
                  <a:gd name="T5" fmla="*/ 40 h 191"/>
                  <a:gd name="T6" fmla="*/ 0 w 73"/>
                  <a:gd name="T7" fmla="*/ 63 h 191"/>
                  <a:gd name="T8" fmla="*/ 0 w 73"/>
                  <a:gd name="T9" fmla="*/ 27 h 191"/>
                  <a:gd name="T10" fmla="*/ 48 w 73"/>
                  <a:gd name="T11" fmla="*/ 0 h 191"/>
                  <a:gd name="T12" fmla="*/ 73 w 73"/>
                  <a:gd name="T13" fmla="*/ 0 h 191"/>
                  <a:gd name="T14" fmla="*/ 73 w 73"/>
                  <a:gd name="T15" fmla="*/ 191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191">
                    <a:moveTo>
                      <a:pt x="73" y="191"/>
                    </a:moveTo>
                    <a:lnTo>
                      <a:pt x="39" y="191"/>
                    </a:lnTo>
                    <a:lnTo>
                      <a:pt x="39" y="40"/>
                    </a:lnTo>
                    <a:lnTo>
                      <a:pt x="0" y="63"/>
                    </a:lnTo>
                    <a:lnTo>
                      <a:pt x="0" y="27"/>
                    </a:lnTo>
                    <a:lnTo>
                      <a:pt x="48" y="0"/>
                    </a:lnTo>
                    <a:lnTo>
                      <a:pt x="73" y="0"/>
                    </a:lnTo>
                    <a:lnTo>
                      <a:pt x="73" y="1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5" name="Freeform 110"/>
              <p:cNvSpPr>
                <a:spLocks noEditPoints="1"/>
              </p:cNvSpPr>
              <p:nvPr/>
            </p:nvSpPr>
            <p:spPr bwMode="auto">
              <a:xfrm>
                <a:off x="2724" y="2601"/>
                <a:ext cx="130" cy="195"/>
              </a:xfrm>
              <a:custGeom>
                <a:avLst/>
                <a:gdLst>
                  <a:gd name="T0" fmla="*/ 96 w 96"/>
                  <a:gd name="T1" fmla="*/ 48 h 144"/>
                  <a:gd name="T2" fmla="*/ 91 w 96"/>
                  <a:gd name="T3" fmla="*/ 77 h 144"/>
                  <a:gd name="T4" fmla="*/ 75 w 96"/>
                  <a:gd name="T5" fmla="*/ 107 h 144"/>
                  <a:gd name="T6" fmla="*/ 50 w 96"/>
                  <a:gd name="T7" fmla="*/ 144 h 144"/>
                  <a:gd name="T8" fmla="*/ 22 w 96"/>
                  <a:gd name="T9" fmla="*/ 144 h 144"/>
                  <a:gd name="T10" fmla="*/ 52 w 96"/>
                  <a:gd name="T11" fmla="*/ 102 h 144"/>
                  <a:gd name="T12" fmla="*/ 62 w 96"/>
                  <a:gd name="T13" fmla="*/ 86 h 144"/>
                  <a:gd name="T14" fmla="*/ 43 w 96"/>
                  <a:gd name="T15" fmla="*/ 91 h 144"/>
                  <a:gd name="T16" fmla="*/ 21 w 96"/>
                  <a:gd name="T17" fmla="*/ 85 h 144"/>
                  <a:gd name="T18" fmla="*/ 6 w 96"/>
                  <a:gd name="T19" fmla="*/ 69 h 144"/>
                  <a:gd name="T20" fmla="*/ 0 w 96"/>
                  <a:gd name="T21" fmla="*/ 46 h 144"/>
                  <a:gd name="T22" fmla="*/ 6 w 96"/>
                  <a:gd name="T23" fmla="*/ 22 h 144"/>
                  <a:gd name="T24" fmla="*/ 23 w 96"/>
                  <a:gd name="T25" fmla="*/ 6 h 144"/>
                  <a:gd name="T26" fmla="*/ 48 w 96"/>
                  <a:gd name="T27" fmla="*/ 0 h 144"/>
                  <a:gd name="T28" fmla="*/ 73 w 96"/>
                  <a:gd name="T29" fmla="*/ 6 h 144"/>
                  <a:gd name="T30" fmla="*/ 90 w 96"/>
                  <a:gd name="T31" fmla="*/ 23 h 144"/>
                  <a:gd name="T32" fmla="*/ 96 w 96"/>
                  <a:gd name="T33" fmla="*/ 48 h 144"/>
                  <a:gd name="T34" fmla="*/ 48 w 96"/>
                  <a:gd name="T35" fmla="*/ 70 h 144"/>
                  <a:gd name="T36" fmla="*/ 65 w 96"/>
                  <a:gd name="T37" fmla="*/ 64 h 144"/>
                  <a:gd name="T38" fmla="*/ 72 w 96"/>
                  <a:gd name="T39" fmla="*/ 48 h 144"/>
                  <a:gd name="T40" fmla="*/ 72 w 96"/>
                  <a:gd name="T41" fmla="*/ 46 h 144"/>
                  <a:gd name="T42" fmla="*/ 65 w 96"/>
                  <a:gd name="T43" fmla="*/ 28 h 144"/>
                  <a:gd name="T44" fmla="*/ 48 w 96"/>
                  <a:gd name="T45" fmla="*/ 21 h 144"/>
                  <a:gd name="T46" fmla="*/ 31 w 96"/>
                  <a:gd name="T47" fmla="*/ 28 h 144"/>
                  <a:gd name="T48" fmla="*/ 25 w 96"/>
                  <a:gd name="T49" fmla="*/ 46 h 144"/>
                  <a:gd name="T50" fmla="*/ 31 w 96"/>
                  <a:gd name="T51" fmla="*/ 63 h 144"/>
                  <a:gd name="T52" fmla="*/ 48 w 96"/>
                  <a:gd name="T53" fmla="*/ 7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6" h="144">
                    <a:moveTo>
                      <a:pt x="96" y="48"/>
                    </a:moveTo>
                    <a:cubicBezTo>
                      <a:pt x="96" y="58"/>
                      <a:pt x="95" y="67"/>
                      <a:pt x="91" y="77"/>
                    </a:cubicBezTo>
                    <a:cubicBezTo>
                      <a:pt x="88" y="86"/>
                      <a:pt x="82" y="96"/>
                      <a:pt x="75" y="107"/>
                    </a:cubicBezTo>
                    <a:cubicBezTo>
                      <a:pt x="50" y="144"/>
                      <a:pt x="50" y="144"/>
                      <a:pt x="50" y="144"/>
                    </a:cubicBezTo>
                    <a:cubicBezTo>
                      <a:pt x="22" y="144"/>
                      <a:pt x="22" y="144"/>
                      <a:pt x="22" y="144"/>
                    </a:cubicBezTo>
                    <a:cubicBezTo>
                      <a:pt x="52" y="102"/>
                      <a:pt x="52" y="102"/>
                      <a:pt x="52" y="102"/>
                    </a:cubicBezTo>
                    <a:cubicBezTo>
                      <a:pt x="57" y="96"/>
                      <a:pt x="60" y="90"/>
                      <a:pt x="62" y="86"/>
                    </a:cubicBezTo>
                    <a:cubicBezTo>
                      <a:pt x="57" y="89"/>
                      <a:pt x="50" y="91"/>
                      <a:pt x="43" y="91"/>
                    </a:cubicBezTo>
                    <a:cubicBezTo>
                      <a:pt x="35" y="91"/>
                      <a:pt x="27" y="89"/>
                      <a:pt x="21" y="85"/>
                    </a:cubicBezTo>
                    <a:cubicBezTo>
                      <a:pt x="14" y="81"/>
                      <a:pt x="9" y="76"/>
                      <a:pt x="6" y="69"/>
                    </a:cubicBezTo>
                    <a:cubicBezTo>
                      <a:pt x="2" y="62"/>
                      <a:pt x="0" y="54"/>
                      <a:pt x="0" y="46"/>
                    </a:cubicBezTo>
                    <a:cubicBezTo>
                      <a:pt x="0" y="37"/>
                      <a:pt x="2" y="29"/>
                      <a:pt x="6" y="22"/>
                    </a:cubicBezTo>
                    <a:cubicBezTo>
                      <a:pt x="10" y="15"/>
                      <a:pt x="16" y="10"/>
                      <a:pt x="23" y="6"/>
                    </a:cubicBezTo>
                    <a:cubicBezTo>
                      <a:pt x="31" y="2"/>
                      <a:pt x="39" y="0"/>
                      <a:pt x="48" y="0"/>
                    </a:cubicBezTo>
                    <a:cubicBezTo>
                      <a:pt x="58" y="0"/>
                      <a:pt x="66" y="2"/>
                      <a:pt x="73" y="6"/>
                    </a:cubicBezTo>
                    <a:cubicBezTo>
                      <a:pt x="81" y="10"/>
                      <a:pt x="86" y="16"/>
                      <a:pt x="90" y="23"/>
                    </a:cubicBezTo>
                    <a:cubicBezTo>
                      <a:pt x="94" y="30"/>
                      <a:pt x="96" y="39"/>
                      <a:pt x="96" y="48"/>
                    </a:cubicBezTo>
                    <a:close/>
                    <a:moveTo>
                      <a:pt x="48" y="70"/>
                    </a:moveTo>
                    <a:cubicBezTo>
                      <a:pt x="55" y="70"/>
                      <a:pt x="61" y="68"/>
                      <a:pt x="65" y="64"/>
                    </a:cubicBezTo>
                    <a:cubicBezTo>
                      <a:pt x="69" y="60"/>
                      <a:pt x="71" y="55"/>
                      <a:pt x="72" y="48"/>
                    </a:cubicBezTo>
                    <a:cubicBezTo>
                      <a:pt x="72" y="46"/>
                      <a:pt x="72" y="46"/>
                      <a:pt x="72" y="46"/>
                    </a:cubicBezTo>
                    <a:cubicBezTo>
                      <a:pt x="72" y="38"/>
                      <a:pt x="70" y="32"/>
                      <a:pt x="65" y="28"/>
                    </a:cubicBezTo>
                    <a:cubicBezTo>
                      <a:pt x="61" y="23"/>
                      <a:pt x="55" y="21"/>
                      <a:pt x="48" y="21"/>
                    </a:cubicBezTo>
                    <a:cubicBezTo>
                      <a:pt x="41" y="21"/>
                      <a:pt x="36" y="23"/>
                      <a:pt x="31" y="28"/>
                    </a:cubicBezTo>
                    <a:cubicBezTo>
                      <a:pt x="27" y="32"/>
                      <a:pt x="25" y="38"/>
                      <a:pt x="25" y="46"/>
                    </a:cubicBezTo>
                    <a:cubicBezTo>
                      <a:pt x="25" y="53"/>
                      <a:pt x="27" y="59"/>
                      <a:pt x="31" y="63"/>
                    </a:cubicBezTo>
                    <a:cubicBezTo>
                      <a:pt x="35" y="68"/>
                      <a:pt x="41" y="70"/>
                      <a:pt x="48"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6" name="Freeform 111"/>
              <p:cNvSpPr>
                <a:spLocks noEditPoints="1"/>
              </p:cNvSpPr>
              <p:nvPr/>
            </p:nvSpPr>
            <p:spPr bwMode="auto">
              <a:xfrm>
                <a:off x="2878"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1 w 99"/>
                  <a:gd name="T23" fmla="*/ 19 h 146"/>
                  <a:gd name="T24" fmla="*/ 26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7 w 99"/>
                  <a:gd name="T37" fmla="*/ 67 h 146"/>
                  <a:gd name="T38" fmla="*/ 93 w 99"/>
                  <a:gd name="T39" fmla="*/ 81 h 146"/>
                  <a:gd name="T40" fmla="*/ 99 w 99"/>
                  <a:gd name="T41" fmla="*/ 102 h 146"/>
                  <a:gd name="T42" fmla="*/ 75 w 99"/>
                  <a:gd name="T43" fmla="*/ 101 h 146"/>
                  <a:gd name="T44" fmla="*/ 68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8 w 99"/>
                  <a:gd name="T57" fmla="*/ 119 h 146"/>
                  <a:gd name="T58" fmla="*/ 75 w 99"/>
                  <a:gd name="T59" fmla="*/ 101 h 146"/>
                  <a:gd name="T60" fmla="*/ 29 w 99"/>
                  <a:gd name="T61" fmla="*/ 39 h 146"/>
                  <a:gd name="T62" fmla="*/ 35 w 99"/>
                  <a:gd name="T63" fmla="*/ 53 h 146"/>
                  <a:gd name="T64" fmla="*/ 50 w 99"/>
                  <a:gd name="T65" fmla="*/ 58 h 146"/>
                  <a:gd name="T66" fmla="*/ 65 w 99"/>
                  <a:gd name="T67" fmla="*/ 53 h 146"/>
                  <a:gd name="T68" fmla="*/ 70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59" y="146"/>
                      <a:pt x="50" y="146"/>
                    </a:cubicBezTo>
                    <a:cubicBezTo>
                      <a:pt x="40" y="146"/>
                      <a:pt x="31" y="144"/>
                      <a:pt x="24" y="140"/>
                    </a:cubicBezTo>
                    <a:cubicBezTo>
                      <a:pt x="16" y="137"/>
                      <a:pt x="10"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7" y="50"/>
                      <a:pt x="6" y="45"/>
                      <a:pt x="6" y="39"/>
                    </a:cubicBezTo>
                    <a:cubicBezTo>
                      <a:pt x="6" y="32"/>
                      <a:pt x="8" y="25"/>
                      <a:pt x="11" y="19"/>
                    </a:cubicBezTo>
                    <a:cubicBezTo>
                      <a:pt x="15" y="13"/>
                      <a:pt x="20" y="9"/>
                      <a:pt x="26" y="5"/>
                    </a:cubicBezTo>
                    <a:cubicBezTo>
                      <a:pt x="33" y="2"/>
                      <a:pt x="41" y="0"/>
                      <a:pt x="50" y="0"/>
                    </a:cubicBezTo>
                    <a:cubicBezTo>
                      <a:pt x="58" y="0"/>
                      <a:pt x="66" y="2"/>
                      <a:pt x="73" y="5"/>
                    </a:cubicBezTo>
                    <a:cubicBezTo>
                      <a:pt x="79" y="9"/>
                      <a:pt x="84" y="13"/>
                      <a:pt x="88" y="19"/>
                    </a:cubicBezTo>
                    <a:cubicBezTo>
                      <a:pt x="91" y="25"/>
                      <a:pt x="93" y="32"/>
                      <a:pt x="93" y="39"/>
                    </a:cubicBezTo>
                    <a:cubicBezTo>
                      <a:pt x="93" y="45"/>
                      <a:pt x="92" y="50"/>
                      <a:pt x="89" y="55"/>
                    </a:cubicBezTo>
                    <a:cubicBezTo>
                      <a:pt x="86" y="60"/>
                      <a:pt x="82" y="64"/>
                      <a:pt x="77" y="67"/>
                    </a:cubicBezTo>
                    <a:cubicBezTo>
                      <a:pt x="84" y="70"/>
                      <a:pt x="89" y="75"/>
                      <a:pt x="93" y="81"/>
                    </a:cubicBezTo>
                    <a:cubicBezTo>
                      <a:pt x="97" y="87"/>
                      <a:pt x="99" y="94"/>
                      <a:pt x="99" y="102"/>
                    </a:cubicBezTo>
                    <a:close/>
                    <a:moveTo>
                      <a:pt x="75" y="101"/>
                    </a:moveTo>
                    <a:cubicBezTo>
                      <a:pt x="75" y="94"/>
                      <a:pt x="73" y="88"/>
                      <a:pt x="68" y="83"/>
                    </a:cubicBezTo>
                    <a:cubicBezTo>
                      <a:pt x="64" y="79"/>
                      <a:pt x="58" y="76"/>
                      <a:pt x="50" y="76"/>
                    </a:cubicBezTo>
                    <a:cubicBezTo>
                      <a:pt x="42" y="76"/>
                      <a:pt x="35" y="79"/>
                      <a:pt x="31" y="83"/>
                    </a:cubicBezTo>
                    <a:cubicBezTo>
                      <a:pt x="26" y="88"/>
                      <a:pt x="24" y="94"/>
                      <a:pt x="24" y="101"/>
                    </a:cubicBezTo>
                    <a:cubicBezTo>
                      <a:pt x="24" y="109"/>
                      <a:pt x="26" y="115"/>
                      <a:pt x="31" y="119"/>
                    </a:cubicBezTo>
                    <a:cubicBezTo>
                      <a:pt x="35" y="124"/>
                      <a:pt x="42" y="126"/>
                      <a:pt x="50" y="126"/>
                    </a:cubicBezTo>
                    <a:cubicBezTo>
                      <a:pt x="58" y="126"/>
                      <a:pt x="64" y="124"/>
                      <a:pt x="68" y="119"/>
                    </a:cubicBezTo>
                    <a:cubicBezTo>
                      <a:pt x="73" y="115"/>
                      <a:pt x="75" y="109"/>
                      <a:pt x="75" y="101"/>
                    </a:cubicBezTo>
                    <a:close/>
                    <a:moveTo>
                      <a:pt x="29" y="39"/>
                    </a:moveTo>
                    <a:cubicBezTo>
                      <a:pt x="29" y="44"/>
                      <a:pt x="31" y="49"/>
                      <a:pt x="35" y="53"/>
                    </a:cubicBezTo>
                    <a:cubicBezTo>
                      <a:pt x="38" y="56"/>
                      <a:pt x="43" y="58"/>
                      <a:pt x="50" y="58"/>
                    </a:cubicBezTo>
                    <a:cubicBezTo>
                      <a:pt x="56" y="58"/>
                      <a:pt x="61" y="56"/>
                      <a:pt x="65" y="53"/>
                    </a:cubicBezTo>
                    <a:cubicBezTo>
                      <a:pt x="68" y="49"/>
                      <a:pt x="70" y="44"/>
                      <a:pt x="70" y="39"/>
                    </a:cubicBezTo>
                    <a:cubicBezTo>
                      <a:pt x="70" y="33"/>
                      <a:pt x="68" y="28"/>
                      <a:pt x="65" y="24"/>
                    </a:cubicBezTo>
                    <a:cubicBezTo>
                      <a:pt x="61" y="21"/>
                      <a:pt x="56" y="19"/>
                      <a:pt x="50" y="19"/>
                    </a:cubicBezTo>
                    <a:cubicBezTo>
                      <a:pt x="43" y="19"/>
                      <a:pt x="38"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7" name="Freeform 112"/>
              <p:cNvSpPr>
                <a:spLocks noEditPoints="1"/>
              </p:cNvSpPr>
              <p:nvPr/>
            </p:nvSpPr>
            <p:spPr bwMode="auto">
              <a:xfrm>
                <a:off x="3034"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2 w 99"/>
                  <a:gd name="T23" fmla="*/ 19 h 146"/>
                  <a:gd name="T24" fmla="*/ 27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8 w 99"/>
                  <a:gd name="T37" fmla="*/ 67 h 146"/>
                  <a:gd name="T38" fmla="*/ 94 w 99"/>
                  <a:gd name="T39" fmla="*/ 81 h 146"/>
                  <a:gd name="T40" fmla="*/ 99 w 99"/>
                  <a:gd name="T41" fmla="*/ 102 h 146"/>
                  <a:gd name="T42" fmla="*/ 76 w 99"/>
                  <a:gd name="T43" fmla="*/ 101 h 146"/>
                  <a:gd name="T44" fmla="*/ 69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9 w 99"/>
                  <a:gd name="T57" fmla="*/ 119 h 146"/>
                  <a:gd name="T58" fmla="*/ 76 w 99"/>
                  <a:gd name="T59" fmla="*/ 101 h 146"/>
                  <a:gd name="T60" fmla="*/ 29 w 99"/>
                  <a:gd name="T61" fmla="*/ 39 h 146"/>
                  <a:gd name="T62" fmla="*/ 35 w 99"/>
                  <a:gd name="T63" fmla="*/ 53 h 146"/>
                  <a:gd name="T64" fmla="*/ 50 w 99"/>
                  <a:gd name="T65" fmla="*/ 58 h 146"/>
                  <a:gd name="T66" fmla="*/ 65 w 99"/>
                  <a:gd name="T67" fmla="*/ 53 h 146"/>
                  <a:gd name="T68" fmla="*/ 71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60" y="146"/>
                      <a:pt x="50" y="146"/>
                    </a:cubicBezTo>
                    <a:cubicBezTo>
                      <a:pt x="40" y="146"/>
                      <a:pt x="31" y="144"/>
                      <a:pt x="24" y="140"/>
                    </a:cubicBezTo>
                    <a:cubicBezTo>
                      <a:pt x="16" y="137"/>
                      <a:pt x="11"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8" y="50"/>
                      <a:pt x="6" y="45"/>
                      <a:pt x="6" y="39"/>
                    </a:cubicBezTo>
                    <a:cubicBezTo>
                      <a:pt x="6" y="32"/>
                      <a:pt x="8" y="25"/>
                      <a:pt x="12" y="19"/>
                    </a:cubicBezTo>
                    <a:cubicBezTo>
                      <a:pt x="15" y="13"/>
                      <a:pt x="20" y="9"/>
                      <a:pt x="27" y="5"/>
                    </a:cubicBezTo>
                    <a:cubicBezTo>
                      <a:pt x="33" y="2"/>
                      <a:pt x="41" y="0"/>
                      <a:pt x="50" y="0"/>
                    </a:cubicBezTo>
                    <a:cubicBezTo>
                      <a:pt x="59" y="0"/>
                      <a:pt x="66" y="2"/>
                      <a:pt x="73" y="5"/>
                    </a:cubicBezTo>
                    <a:cubicBezTo>
                      <a:pt x="80" y="9"/>
                      <a:pt x="85" y="13"/>
                      <a:pt x="88" y="19"/>
                    </a:cubicBezTo>
                    <a:cubicBezTo>
                      <a:pt x="92" y="25"/>
                      <a:pt x="93" y="32"/>
                      <a:pt x="93" y="39"/>
                    </a:cubicBezTo>
                    <a:cubicBezTo>
                      <a:pt x="93" y="45"/>
                      <a:pt x="92" y="50"/>
                      <a:pt x="89" y="55"/>
                    </a:cubicBezTo>
                    <a:cubicBezTo>
                      <a:pt x="87" y="60"/>
                      <a:pt x="83" y="64"/>
                      <a:pt x="78" y="67"/>
                    </a:cubicBezTo>
                    <a:cubicBezTo>
                      <a:pt x="84" y="70"/>
                      <a:pt x="90" y="75"/>
                      <a:pt x="94" y="81"/>
                    </a:cubicBezTo>
                    <a:cubicBezTo>
                      <a:pt x="98" y="87"/>
                      <a:pt x="99" y="94"/>
                      <a:pt x="99" y="102"/>
                    </a:cubicBezTo>
                    <a:close/>
                    <a:moveTo>
                      <a:pt x="76" y="101"/>
                    </a:moveTo>
                    <a:cubicBezTo>
                      <a:pt x="76" y="94"/>
                      <a:pt x="73" y="88"/>
                      <a:pt x="69" y="83"/>
                    </a:cubicBezTo>
                    <a:cubicBezTo>
                      <a:pt x="64" y="79"/>
                      <a:pt x="58" y="76"/>
                      <a:pt x="50" y="76"/>
                    </a:cubicBezTo>
                    <a:cubicBezTo>
                      <a:pt x="42" y="76"/>
                      <a:pt x="36" y="79"/>
                      <a:pt x="31" y="83"/>
                    </a:cubicBezTo>
                    <a:cubicBezTo>
                      <a:pt x="26" y="88"/>
                      <a:pt x="24" y="94"/>
                      <a:pt x="24" y="101"/>
                    </a:cubicBezTo>
                    <a:cubicBezTo>
                      <a:pt x="24" y="109"/>
                      <a:pt x="26" y="115"/>
                      <a:pt x="31" y="119"/>
                    </a:cubicBezTo>
                    <a:cubicBezTo>
                      <a:pt x="36" y="124"/>
                      <a:pt x="42" y="126"/>
                      <a:pt x="50" y="126"/>
                    </a:cubicBezTo>
                    <a:cubicBezTo>
                      <a:pt x="58" y="126"/>
                      <a:pt x="64" y="124"/>
                      <a:pt x="69" y="119"/>
                    </a:cubicBezTo>
                    <a:cubicBezTo>
                      <a:pt x="73" y="115"/>
                      <a:pt x="76" y="109"/>
                      <a:pt x="76" y="101"/>
                    </a:cubicBezTo>
                    <a:close/>
                    <a:moveTo>
                      <a:pt x="29" y="39"/>
                    </a:moveTo>
                    <a:cubicBezTo>
                      <a:pt x="29" y="44"/>
                      <a:pt x="31" y="49"/>
                      <a:pt x="35" y="53"/>
                    </a:cubicBezTo>
                    <a:cubicBezTo>
                      <a:pt x="39" y="56"/>
                      <a:pt x="44" y="58"/>
                      <a:pt x="50" y="58"/>
                    </a:cubicBezTo>
                    <a:cubicBezTo>
                      <a:pt x="56" y="58"/>
                      <a:pt x="61" y="56"/>
                      <a:pt x="65" y="53"/>
                    </a:cubicBezTo>
                    <a:cubicBezTo>
                      <a:pt x="69" y="49"/>
                      <a:pt x="71" y="44"/>
                      <a:pt x="71" y="39"/>
                    </a:cubicBezTo>
                    <a:cubicBezTo>
                      <a:pt x="71" y="33"/>
                      <a:pt x="69" y="28"/>
                      <a:pt x="65" y="24"/>
                    </a:cubicBezTo>
                    <a:cubicBezTo>
                      <a:pt x="61" y="21"/>
                      <a:pt x="56" y="19"/>
                      <a:pt x="50" y="19"/>
                    </a:cubicBezTo>
                    <a:cubicBezTo>
                      <a:pt x="44" y="19"/>
                      <a:pt x="39"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grpSp>
        <p:sp>
          <p:nvSpPr>
            <p:cNvPr id="14" name="矩形 13"/>
            <p:cNvSpPr/>
            <p:nvPr/>
          </p:nvSpPr>
          <p:spPr bwMode="auto">
            <a:xfrm>
              <a:off x="257511" y="2808121"/>
              <a:ext cx="3608258" cy="1276281"/>
            </a:xfrm>
            <a:prstGeom prst="rect">
              <a:avLst/>
            </a:prstGeom>
          </p:spPr>
          <p:txBody>
            <a:bodyPr wrap="none">
              <a:spAutoFit/>
            </a:bodyPr>
            <a:lstStyle/>
            <a:p>
              <a:pPr algn="ctr"/>
              <a:r>
                <a:rPr lang="zh-CN" altLang="en-US" sz="800" kern="100">
                  <a:solidFill>
                    <a:schemeClr val="bg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金山大学</a:t>
              </a:r>
              <a:endParaRPr lang="zh-CN" altLang="en-US" sz="800" kern="100">
                <a:solidFill>
                  <a:schemeClr val="bg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endParaRPr>
            </a:p>
          </p:txBody>
        </p:sp>
      </p:grpSp>
      <p:sp>
        <p:nvSpPr>
          <p:cNvPr id="48" name="矩形 47"/>
          <p:cNvSpPr/>
          <p:nvPr/>
        </p:nvSpPr>
        <p:spPr>
          <a:xfrm>
            <a:off x="0" y="1079292"/>
            <a:ext cx="4219731" cy="3447738"/>
          </a:xfrm>
          <a:prstGeom prst="rect">
            <a:avLst/>
          </a:prstGeom>
          <a:blipFill>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a:off x="4242216" y="1079292"/>
            <a:ext cx="4901784" cy="344773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0" name="组合 49"/>
          <p:cNvGrpSpPr/>
          <p:nvPr/>
        </p:nvGrpSpPr>
        <p:grpSpPr>
          <a:xfrm>
            <a:off x="3904938" y="1316104"/>
            <a:ext cx="5010462" cy="2974114"/>
            <a:chOff x="3904938" y="1349115"/>
            <a:chExt cx="5010462" cy="2840636"/>
          </a:xfrm>
        </p:grpSpPr>
        <p:sp>
          <p:nvSpPr>
            <p:cNvPr id="49" name="矩形: 圆角 48"/>
            <p:cNvSpPr/>
            <p:nvPr/>
          </p:nvSpPr>
          <p:spPr>
            <a:xfrm>
              <a:off x="3904938" y="1349115"/>
              <a:ext cx="5010462" cy="1266669"/>
            </a:xfrm>
            <a:prstGeom prst="roundRect">
              <a:avLst>
                <a:gd name="adj" fmla="val 7200"/>
              </a:avLst>
            </a:prstGeom>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5"/>
            <p:cNvSpPr txBox="1">
              <a:spLocks noChangeArrowheads="1"/>
            </p:cNvSpPr>
            <p:nvPr/>
          </p:nvSpPr>
          <p:spPr bwMode="auto">
            <a:xfrm>
              <a:off x="4380874" y="1444927"/>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fontAlgn="base">
                <a:spcBef>
                  <a:spcPct val="0"/>
                </a:spcBef>
                <a:spcAft>
                  <a:spcPct val="0"/>
                </a:spcAft>
                <a:defRPr sz="1800">
                  <a:solidFill>
                    <a:schemeClr val="accent1"/>
                  </a:solidFill>
                  <a:latin typeface="+mj-ea"/>
                  <a:ea typeface="+mj-ea"/>
                </a:defRPr>
              </a:lvl1pPr>
            </a:lstStyle>
            <a:p>
              <a:r>
                <a:rPr lang="zh-CN" altLang="en-US">
                  <a:solidFill>
                    <a:schemeClr val="bg1"/>
                  </a:solidFill>
                  <a:sym typeface="汉仪旗黑-50S" panose="00020600040101010101" charset="-122"/>
                </a:rPr>
                <a:t>研究方法</a:t>
              </a:r>
              <a:endParaRPr lang="zh-CN" altLang="en-US">
                <a:solidFill>
                  <a:schemeClr val="bg1"/>
                </a:solidFill>
                <a:sym typeface="汉仪旗黑-50S" panose="00020600040101010101" charset="-122"/>
              </a:endParaRPr>
            </a:p>
          </p:txBody>
        </p:sp>
        <p:sp>
          <p:nvSpPr>
            <p:cNvPr id="74" name="矩形 73"/>
            <p:cNvSpPr/>
            <p:nvPr/>
          </p:nvSpPr>
          <p:spPr>
            <a:xfrm>
              <a:off x="4365884" y="1732299"/>
              <a:ext cx="4096064" cy="798808"/>
            </a:xfrm>
            <a:prstGeom prst="rect">
              <a:avLst/>
            </a:prstGeom>
          </p:spPr>
          <p:txBody>
            <a:bodyPr wrap="square">
              <a:spAutoFit/>
            </a:bodyPr>
            <a:lstStyle/>
            <a:p>
              <a:pPr>
                <a:lnSpc>
                  <a:spcPct val="150000"/>
                </a:lnSpc>
              </a:pPr>
              <a:r>
                <a:rPr lang="en-US" altLang="zh-CN" sz="1050" kern="0">
                  <a:solidFill>
                    <a:schemeClr val="bg1"/>
                  </a:solidFill>
                  <a:latin typeface="汉仪旗黑-50S" panose="00020600040101010101" charset="-122"/>
                  <a:sym typeface="汉仪旗黑-50S" panose="00020600040101010101" charset="-122"/>
                </a:rPr>
                <a:t>Lorem ipsum dolor sit amet, consectetur adipiscing elit. Donec luctus nibh sit amet semLorem ipsum dolor sit amet, consectetur adipiscing elit. Donec luctus nibh sit amet sem</a:t>
              </a:r>
              <a:endParaRPr lang="zh-CN" altLang="en-US" sz="1050" kern="0">
                <a:solidFill>
                  <a:schemeClr val="bg1"/>
                </a:solidFill>
                <a:latin typeface="汉仪旗黑-50S" panose="00020600040101010101" charset="-122"/>
                <a:sym typeface="汉仪旗黑-50S" panose="00020600040101010101" charset="-122"/>
              </a:endParaRPr>
            </a:p>
          </p:txBody>
        </p:sp>
        <p:sp>
          <p:nvSpPr>
            <p:cNvPr id="75" name="矩形: 圆角 74"/>
            <p:cNvSpPr/>
            <p:nvPr/>
          </p:nvSpPr>
          <p:spPr>
            <a:xfrm>
              <a:off x="3904938" y="2923082"/>
              <a:ext cx="5010462" cy="1266669"/>
            </a:xfrm>
            <a:prstGeom prst="roundRect">
              <a:avLst>
                <a:gd name="adj" fmla="val 7200"/>
              </a:avLst>
            </a:prstGeom>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文本框 5"/>
            <p:cNvSpPr txBox="1">
              <a:spLocks noChangeArrowheads="1"/>
            </p:cNvSpPr>
            <p:nvPr/>
          </p:nvSpPr>
          <p:spPr bwMode="auto">
            <a:xfrm>
              <a:off x="4380874" y="3018892"/>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fontAlgn="base">
                <a:spcBef>
                  <a:spcPct val="0"/>
                </a:spcBef>
                <a:spcAft>
                  <a:spcPct val="0"/>
                </a:spcAft>
                <a:defRPr sz="1800">
                  <a:solidFill>
                    <a:schemeClr val="accent1"/>
                  </a:solidFill>
                  <a:latin typeface="+mj-ea"/>
                  <a:ea typeface="+mj-ea"/>
                </a:defRPr>
              </a:lvl1pPr>
            </a:lstStyle>
            <a:p>
              <a:r>
                <a:rPr lang="zh-CN" altLang="en-US">
                  <a:solidFill>
                    <a:schemeClr val="bg1"/>
                  </a:solidFill>
                  <a:sym typeface="汉仪旗黑-50S" panose="00020600040101010101" charset="-122"/>
                </a:rPr>
                <a:t>研究方法</a:t>
              </a:r>
              <a:endParaRPr lang="zh-CN" altLang="en-US">
                <a:solidFill>
                  <a:schemeClr val="bg1"/>
                </a:solidFill>
                <a:sym typeface="汉仪旗黑-50S" panose="00020600040101010101" charset="-122"/>
              </a:endParaRPr>
            </a:p>
          </p:txBody>
        </p:sp>
        <p:sp>
          <p:nvSpPr>
            <p:cNvPr id="77" name="矩形 76"/>
            <p:cNvSpPr/>
            <p:nvPr/>
          </p:nvSpPr>
          <p:spPr>
            <a:xfrm>
              <a:off x="4365884" y="3306266"/>
              <a:ext cx="4096064" cy="798808"/>
            </a:xfrm>
            <a:prstGeom prst="rect">
              <a:avLst/>
            </a:prstGeom>
          </p:spPr>
          <p:txBody>
            <a:bodyPr wrap="square">
              <a:spAutoFit/>
            </a:bodyPr>
            <a:lstStyle/>
            <a:p>
              <a:pPr>
                <a:lnSpc>
                  <a:spcPct val="150000"/>
                </a:lnSpc>
              </a:pPr>
              <a:r>
                <a:rPr lang="en-US" altLang="zh-CN" sz="1050" kern="0">
                  <a:solidFill>
                    <a:schemeClr val="bg1"/>
                  </a:solidFill>
                  <a:latin typeface="汉仪旗黑-50S" panose="00020600040101010101" charset="-122"/>
                  <a:sym typeface="汉仪旗黑-50S" panose="00020600040101010101" charset="-122"/>
                </a:rPr>
                <a:t>Lorem ipsum dolor sit amet, consectetur adipiscing elit. Donec luctus nibh sit amet semLorem ipsum dolor sit amet, consectetur adipiscing elit. Donec luctus nibh sit amet sem</a:t>
              </a:r>
              <a:endParaRPr lang="zh-CN" altLang="en-US" sz="1050" kern="0">
                <a:solidFill>
                  <a:schemeClr val="bg1"/>
                </a:solidFill>
                <a:latin typeface="汉仪旗黑-50S" panose="00020600040101010101" charset="-122"/>
                <a:sym typeface="汉仪旗黑-50S" panose="00020600040101010101" charset="-122"/>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37982"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3" name="矩形 2"/>
          <p:cNvSpPr/>
          <p:nvPr/>
        </p:nvSpPr>
        <p:spPr>
          <a:xfrm>
            <a:off x="3289486" y="0"/>
            <a:ext cx="1951504" cy="55444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4" name="矩形 3"/>
          <p:cNvSpPr/>
          <p:nvPr/>
        </p:nvSpPr>
        <p:spPr>
          <a:xfrm>
            <a:off x="5240991"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5" name="矩形 4"/>
          <p:cNvSpPr/>
          <p:nvPr/>
        </p:nvSpPr>
        <p:spPr>
          <a:xfrm>
            <a:off x="7192495"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grpSp>
        <p:nvGrpSpPr>
          <p:cNvPr id="6" name="组合 5"/>
          <p:cNvGrpSpPr/>
          <p:nvPr/>
        </p:nvGrpSpPr>
        <p:grpSpPr>
          <a:xfrm>
            <a:off x="1428163" y="138724"/>
            <a:ext cx="7549958" cy="276999"/>
            <a:chOff x="105638" y="107946"/>
            <a:chExt cx="8844051" cy="276999"/>
          </a:xfrm>
        </p:grpSpPr>
        <p:sp>
          <p:nvSpPr>
            <p:cNvPr id="7" name="矩形 6"/>
            <p:cNvSpPr/>
            <p:nvPr/>
          </p:nvSpPr>
          <p:spPr bwMode="auto">
            <a:xfrm>
              <a:off x="105638" y="107946"/>
              <a:ext cx="210201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选题的背景与意义</a:t>
              </a:r>
              <a:endParaRPr lang="zh-CN" altLang="en-US" sz="1200" kern="100">
                <a:solidFill>
                  <a:schemeClr val="bg1"/>
                </a:solidFill>
                <a:latin typeface="+mj-ea"/>
                <a:ea typeface="+mj-ea"/>
                <a:cs typeface="汉仪旗黑-50S" panose="00020600040101010101" charset="-122"/>
              </a:endParaRPr>
            </a:p>
          </p:txBody>
        </p:sp>
        <p:sp>
          <p:nvSpPr>
            <p:cNvPr id="8" name="矩形 7"/>
            <p:cNvSpPr/>
            <p:nvPr/>
          </p:nvSpPr>
          <p:spPr bwMode="auto">
            <a:xfrm>
              <a:off x="2492229" y="107946"/>
              <a:ext cx="187353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研究方法及过程</a:t>
              </a:r>
              <a:endParaRPr lang="zh-CN" altLang="en-US" sz="1200" kern="100">
                <a:solidFill>
                  <a:schemeClr val="bg1"/>
                </a:solidFill>
                <a:latin typeface="+mj-ea"/>
                <a:ea typeface="+mj-ea"/>
                <a:cs typeface="汉仪旗黑-50S" panose="00020600040101010101" charset="-122"/>
              </a:endParaRPr>
            </a:p>
          </p:txBody>
        </p:sp>
        <p:sp>
          <p:nvSpPr>
            <p:cNvPr id="9" name="矩形 8"/>
            <p:cNvSpPr/>
            <p:nvPr/>
          </p:nvSpPr>
          <p:spPr bwMode="auto">
            <a:xfrm>
              <a:off x="4549750" y="107946"/>
              <a:ext cx="233049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研究成果展示及应用</a:t>
              </a:r>
              <a:endParaRPr lang="zh-CN" altLang="en-US" sz="1200" kern="100">
                <a:solidFill>
                  <a:schemeClr val="bg1"/>
                </a:solidFill>
                <a:latin typeface="+mj-ea"/>
                <a:ea typeface="+mj-ea"/>
                <a:cs typeface="汉仪旗黑-50S" panose="00020600040101010101" charset="-122"/>
              </a:endParaRPr>
            </a:p>
          </p:txBody>
        </p:sp>
        <p:sp>
          <p:nvSpPr>
            <p:cNvPr id="10" name="矩形 9"/>
            <p:cNvSpPr/>
            <p:nvPr/>
          </p:nvSpPr>
          <p:spPr bwMode="auto">
            <a:xfrm>
              <a:off x="7076150" y="107946"/>
              <a:ext cx="187353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论文总结与致谢</a:t>
              </a:r>
              <a:endParaRPr lang="zh-CN" altLang="en-US" sz="1200" kern="100">
                <a:solidFill>
                  <a:schemeClr val="bg1"/>
                </a:solidFill>
                <a:latin typeface="+mj-ea"/>
                <a:ea typeface="+mj-ea"/>
                <a:cs typeface="汉仪旗黑-50S" panose="00020600040101010101" charset="-122"/>
              </a:endParaRPr>
            </a:p>
          </p:txBody>
        </p:sp>
      </p:grpSp>
      <p:sp>
        <p:nvSpPr>
          <p:cNvPr id="11" name="矩形 10"/>
          <p:cNvSpPr/>
          <p:nvPr/>
        </p:nvSpPr>
        <p:spPr>
          <a:xfrm>
            <a:off x="0" y="23"/>
            <a:ext cx="1337982" cy="5544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371474" y="40845"/>
            <a:ext cx="595035" cy="472756"/>
            <a:chOff x="257511" y="1283815"/>
            <a:chExt cx="3608258" cy="2800587"/>
          </a:xfrm>
        </p:grpSpPr>
        <p:grpSp>
          <p:nvGrpSpPr>
            <p:cNvPr id="13" name="Group 79"/>
            <p:cNvGrpSpPr>
              <a:grpSpLocks noChangeAspect="1"/>
            </p:cNvGrpSpPr>
            <p:nvPr/>
          </p:nvGrpSpPr>
          <p:grpSpPr bwMode="auto">
            <a:xfrm>
              <a:off x="1235639" y="1283815"/>
              <a:ext cx="1621531" cy="1625508"/>
              <a:chOff x="1247" y="-15"/>
              <a:chExt cx="3263" cy="3271"/>
            </a:xfrm>
            <a:solidFill>
              <a:sysClr val="window" lastClr="FFFFFF"/>
            </a:solidFill>
          </p:grpSpPr>
          <p:sp>
            <p:nvSpPr>
              <p:cNvPr id="15" name="Freeform 80"/>
              <p:cNvSpPr/>
              <p:nvPr/>
            </p:nvSpPr>
            <p:spPr bwMode="auto">
              <a:xfrm>
                <a:off x="1722" y="1892"/>
                <a:ext cx="207" cy="199"/>
              </a:xfrm>
              <a:custGeom>
                <a:avLst/>
                <a:gdLst>
                  <a:gd name="T0" fmla="*/ 104 w 207"/>
                  <a:gd name="T1" fmla="*/ 0 h 199"/>
                  <a:gd name="T2" fmla="*/ 136 w 207"/>
                  <a:gd name="T3" fmla="*/ 66 h 199"/>
                  <a:gd name="T4" fmla="*/ 207 w 207"/>
                  <a:gd name="T5" fmla="*/ 77 h 199"/>
                  <a:gd name="T6" fmla="*/ 157 w 207"/>
                  <a:gd name="T7" fmla="*/ 126 h 199"/>
                  <a:gd name="T8" fmla="*/ 169 w 207"/>
                  <a:gd name="T9" fmla="*/ 199 h 199"/>
                  <a:gd name="T10" fmla="*/ 104 w 207"/>
                  <a:gd name="T11" fmla="*/ 165 h 199"/>
                  <a:gd name="T12" fmla="*/ 41 w 207"/>
                  <a:gd name="T13" fmla="*/ 199 h 199"/>
                  <a:gd name="T14" fmla="*/ 52 w 207"/>
                  <a:gd name="T15" fmla="*/ 126 h 199"/>
                  <a:gd name="T16" fmla="*/ 0 w 207"/>
                  <a:gd name="T17" fmla="*/ 77 h 199"/>
                  <a:gd name="T18" fmla="*/ 72 w 207"/>
                  <a:gd name="T19" fmla="*/ 66 h 199"/>
                  <a:gd name="T20" fmla="*/ 104 w 207"/>
                  <a:gd name="T21" fmla="*/ 0 h 199"/>
                  <a:gd name="T22" fmla="*/ 104 w 207"/>
                  <a:gd name="T23" fmla="*/ 0 h 199"/>
                  <a:gd name="T24" fmla="*/ 104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4" y="0"/>
                    </a:moveTo>
                    <a:lnTo>
                      <a:pt x="136" y="66"/>
                    </a:lnTo>
                    <a:lnTo>
                      <a:pt x="207" y="77"/>
                    </a:lnTo>
                    <a:lnTo>
                      <a:pt x="157" y="126"/>
                    </a:lnTo>
                    <a:lnTo>
                      <a:pt x="169" y="199"/>
                    </a:lnTo>
                    <a:lnTo>
                      <a:pt x="104" y="165"/>
                    </a:lnTo>
                    <a:lnTo>
                      <a:pt x="41" y="199"/>
                    </a:lnTo>
                    <a:lnTo>
                      <a:pt x="52" y="126"/>
                    </a:lnTo>
                    <a:lnTo>
                      <a:pt x="0" y="77"/>
                    </a:lnTo>
                    <a:lnTo>
                      <a:pt x="72" y="66"/>
                    </a:lnTo>
                    <a:lnTo>
                      <a:pt x="104" y="0"/>
                    </a:lnTo>
                    <a:lnTo>
                      <a:pt x="104" y="0"/>
                    </a:lnTo>
                    <a:lnTo>
                      <a:pt x="10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6" name="Freeform 81"/>
              <p:cNvSpPr/>
              <p:nvPr/>
            </p:nvSpPr>
            <p:spPr bwMode="auto">
              <a:xfrm>
                <a:off x="3779" y="1892"/>
                <a:ext cx="207" cy="199"/>
              </a:xfrm>
              <a:custGeom>
                <a:avLst/>
                <a:gdLst>
                  <a:gd name="T0" fmla="*/ 105 w 207"/>
                  <a:gd name="T1" fmla="*/ 0 h 199"/>
                  <a:gd name="T2" fmla="*/ 136 w 207"/>
                  <a:gd name="T3" fmla="*/ 66 h 199"/>
                  <a:gd name="T4" fmla="*/ 207 w 207"/>
                  <a:gd name="T5" fmla="*/ 77 h 199"/>
                  <a:gd name="T6" fmla="*/ 157 w 207"/>
                  <a:gd name="T7" fmla="*/ 126 h 199"/>
                  <a:gd name="T8" fmla="*/ 170 w 207"/>
                  <a:gd name="T9" fmla="*/ 199 h 199"/>
                  <a:gd name="T10" fmla="*/ 105 w 207"/>
                  <a:gd name="T11" fmla="*/ 165 h 199"/>
                  <a:gd name="T12" fmla="*/ 41 w 207"/>
                  <a:gd name="T13" fmla="*/ 199 h 199"/>
                  <a:gd name="T14" fmla="*/ 52 w 207"/>
                  <a:gd name="T15" fmla="*/ 126 h 199"/>
                  <a:gd name="T16" fmla="*/ 0 w 207"/>
                  <a:gd name="T17" fmla="*/ 77 h 199"/>
                  <a:gd name="T18" fmla="*/ 72 w 207"/>
                  <a:gd name="T19" fmla="*/ 66 h 199"/>
                  <a:gd name="T20" fmla="*/ 105 w 207"/>
                  <a:gd name="T21" fmla="*/ 0 h 199"/>
                  <a:gd name="T22" fmla="*/ 105 w 207"/>
                  <a:gd name="T23" fmla="*/ 0 h 199"/>
                  <a:gd name="T24" fmla="*/ 105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5" y="0"/>
                    </a:moveTo>
                    <a:lnTo>
                      <a:pt x="136" y="66"/>
                    </a:lnTo>
                    <a:lnTo>
                      <a:pt x="207" y="77"/>
                    </a:lnTo>
                    <a:lnTo>
                      <a:pt x="157" y="126"/>
                    </a:lnTo>
                    <a:lnTo>
                      <a:pt x="170" y="199"/>
                    </a:lnTo>
                    <a:lnTo>
                      <a:pt x="105" y="165"/>
                    </a:lnTo>
                    <a:lnTo>
                      <a:pt x="41" y="199"/>
                    </a:lnTo>
                    <a:lnTo>
                      <a:pt x="52" y="126"/>
                    </a:lnTo>
                    <a:lnTo>
                      <a:pt x="0" y="77"/>
                    </a:lnTo>
                    <a:lnTo>
                      <a:pt x="72" y="66"/>
                    </a:lnTo>
                    <a:lnTo>
                      <a:pt x="105" y="0"/>
                    </a:lnTo>
                    <a:lnTo>
                      <a:pt x="105" y="0"/>
                    </a:lnTo>
                    <a:lnTo>
                      <a:pt x="10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7" name="Freeform 82"/>
              <p:cNvSpPr>
                <a:spLocks noEditPoints="1"/>
              </p:cNvSpPr>
              <p:nvPr/>
            </p:nvSpPr>
            <p:spPr bwMode="auto">
              <a:xfrm>
                <a:off x="1247" y="-15"/>
                <a:ext cx="3263" cy="3271"/>
              </a:xfrm>
              <a:custGeom>
                <a:avLst/>
                <a:gdLst>
                  <a:gd name="T0" fmla="*/ 2378 w 2411"/>
                  <a:gd name="T1" fmla="*/ 1061 h 2417"/>
                  <a:gd name="T2" fmla="*/ 2354 w 2411"/>
                  <a:gd name="T3" fmla="*/ 1453 h 2417"/>
                  <a:gd name="T4" fmla="*/ 2203 w 2411"/>
                  <a:gd name="T5" fmla="*/ 1825 h 2417"/>
                  <a:gd name="T6" fmla="*/ 1932 w 2411"/>
                  <a:gd name="T7" fmla="*/ 2133 h 2417"/>
                  <a:gd name="T8" fmla="*/ 1575 w 2411"/>
                  <a:gd name="T9" fmla="*/ 2325 h 2417"/>
                  <a:gd name="T10" fmla="*/ 1169 w 2411"/>
                  <a:gd name="T11" fmla="*/ 2387 h 2417"/>
                  <a:gd name="T12" fmla="*/ 771 w 2411"/>
                  <a:gd name="T13" fmla="*/ 2302 h 2417"/>
                  <a:gd name="T14" fmla="*/ 432 w 2411"/>
                  <a:gd name="T15" fmla="*/ 2089 h 2417"/>
                  <a:gd name="T16" fmla="*/ 176 w 2411"/>
                  <a:gd name="T17" fmla="*/ 1768 h 2417"/>
                  <a:gd name="T18" fmla="*/ 49 w 2411"/>
                  <a:gd name="T19" fmla="*/ 1383 h 2417"/>
                  <a:gd name="T20" fmla="*/ 59 w 2411"/>
                  <a:gd name="T21" fmla="*/ 973 h 2417"/>
                  <a:gd name="T22" fmla="*/ 210 w 2411"/>
                  <a:gd name="T23" fmla="*/ 585 h 2417"/>
                  <a:gd name="T24" fmla="*/ 484 w 2411"/>
                  <a:gd name="T25" fmla="*/ 278 h 2417"/>
                  <a:gd name="T26" fmla="*/ 844 w 2411"/>
                  <a:gd name="T27" fmla="*/ 87 h 2417"/>
                  <a:gd name="T28" fmla="*/ 1247 w 2411"/>
                  <a:gd name="T29" fmla="*/ 31 h 2417"/>
                  <a:gd name="T30" fmla="*/ 1644 w 2411"/>
                  <a:gd name="T31" fmla="*/ 115 h 2417"/>
                  <a:gd name="T32" fmla="*/ 1988 w 2411"/>
                  <a:gd name="T33" fmla="*/ 331 h 2417"/>
                  <a:gd name="T34" fmla="*/ 2242 w 2411"/>
                  <a:gd name="T35" fmla="*/ 655 h 2417"/>
                  <a:gd name="T36" fmla="*/ 2250 w 2411"/>
                  <a:gd name="T37" fmla="*/ 785 h 2417"/>
                  <a:gd name="T38" fmla="*/ 2050 w 2411"/>
                  <a:gd name="T39" fmla="*/ 488 h 2417"/>
                  <a:gd name="T40" fmla="*/ 1752 w 2411"/>
                  <a:gd name="T41" fmla="*/ 240 h 2417"/>
                  <a:gd name="T42" fmla="*/ 1393 w 2411"/>
                  <a:gd name="T43" fmla="*/ 113 h 2417"/>
                  <a:gd name="T44" fmla="*/ 1007 w 2411"/>
                  <a:gd name="T45" fmla="*/ 115 h 2417"/>
                  <a:gd name="T46" fmla="*/ 650 w 2411"/>
                  <a:gd name="T47" fmla="*/ 249 h 2417"/>
                  <a:gd name="T48" fmla="*/ 356 w 2411"/>
                  <a:gd name="T49" fmla="*/ 499 h 2417"/>
                  <a:gd name="T50" fmla="*/ 169 w 2411"/>
                  <a:gd name="T51" fmla="*/ 831 h 2417"/>
                  <a:gd name="T52" fmla="*/ 102 w 2411"/>
                  <a:gd name="T53" fmla="*/ 1210 h 2417"/>
                  <a:gd name="T54" fmla="*/ 168 w 2411"/>
                  <a:gd name="T55" fmla="*/ 1589 h 2417"/>
                  <a:gd name="T56" fmla="*/ 362 w 2411"/>
                  <a:gd name="T57" fmla="*/ 1928 h 2417"/>
                  <a:gd name="T58" fmla="*/ 658 w 2411"/>
                  <a:gd name="T59" fmla="*/ 2176 h 2417"/>
                  <a:gd name="T60" fmla="*/ 1017 w 2411"/>
                  <a:gd name="T61" fmla="*/ 2303 h 2417"/>
                  <a:gd name="T62" fmla="*/ 1404 w 2411"/>
                  <a:gd name="T63" fmla="*/ 2303 h 2417"/>
                  <a:gd name="T64" fmla="*/ 1766 w 2411"/>
                  <a:gd name="T65" fmla="*/ 2170 h 2417"/>
                  <a:gd name="T66" fmla="*/ 2065 w 2411"/>
                  <a:gd name="T67" fmla="*/ 1916 h 2417"/>
                  <a:gd name="T68" fmla="*/ 2253 w 2411"/>
                  <a:gd name="T69" fmla="*/ 1577 h 2417"/>
                  <a:gd name="T70" fmla="*/ 2314 w 2411"/>
                  <a:gd name="T71" fmla="*/ 1196 h 2417"/>
                  <a:gd name="T72" fmla="*/ 2250 w 2411"/>
                  <a:gd name="T73" fmla="*/ 785 h 2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11" h="2417">
                    <a:moveTo>
                      <a:pt x="2317" y="808"/>
                    </a:moveTo>
                    <a:cubicBezTo>
                      <a:pt x="2298" y="899"/>
                      <a:pt x="2323" y="981"/>
                      <a:pt x="2378" y="1061"/>
                    </a:cubicBezTo>
                    <a:cubicBezTo>
                      <a:pt x="2411" y="1110"/>
                      <a:pt x="2411" y="1169"/>
                      <a:pt x="2382" y="1222"/>
                    </a:cubicBezTo>
                    <a:cubicBezTo>
                      <a:pt x="2342" y="1296"/>
                      <a:pt x="2334" y="1371"/>
                      <a:pt x="2354" y="1453"/>
                    </a:cubicBezTo>
                    <a:cubicBezTo>
                      <a:pt x="2371" y="1523"/>
                      <a:pt x="2353" y="1585"/>
                      <a:pt x="2297" y="1635"/>
                    </a:cubicBezTo>
                    <a:cubicBezTo>
                      <a:pt x="2241" y="1685"/>
                      <a:pt x="2209" y="1749"/>
                      <a:pt x="2203" y="1825"/>
                    </a:cubicBezTo>
                    <a:cubicBezTo>
                      <a:pt x="2198" y="1900"/>
                      <a:pt x="2159" y="1954"/>
                      <a:pt x="2089" y="1983"/>
                    </a:cubicBezTo>
                    <a:cubicBezTo>
                      <a:pt x="2016" y="2012"/>
                      <a:pt x="1964" y="2062"/>
                      <a:pt x="1932" y="2133"/>
                    </a:cubicBezTo>
                    <a:cubicBezTo>
                      <a:pt x="1901" y="2200"/>
                      <a:pt x="1848" y="2236"/>
                      <a:pt x="1774" y="2239"/>
                    </a:cubicBezTo>
                    <a:cubicBezTo>
                      <a:pt x="1695" y="2242"/>
                      <a:pt x="1630" y="2270"/>
                      <a:pt x="1575" y="2325"/>
                    </a:cubicBezTo>
                    <a:cubicBezTo>
                      <a:pt x="1523" y="2379"/>
                      <a:pt x="1461" y="2395"/>
                      <a:pt x="1391" y="2372"/>
                    </a:cubicBezTo>
                    <a:cubicBezTo>
                      <a:pt x="1314" y="2347"/>
                      <a:pt x="1241" y="2352"/>
                      <a:pt x="1169" y="2387"/>
                    </a:cubicBezTo>
                    <a:cubicBezTo>
                      <a:pt x="1104" y="2417"/>
                      <a:pt x="1041" y="2410"/>
                      <a:pt x="984" y="2366"/>
                    </a:cubicBezTo>
                    <a:cubicBezTo>
                      <a:pt x="921" y="2316"/>
                      <a:pt x="851" y="2295"/>
                      <a:pt x="771" y="2302"/>
                    </a:cubicBezTo>
                    <a:cubicBezTo>
                      <a:pt x="695" y="2308"/>
                      <a:pt x="638" y="2277"/>
                      <a:pt x="598" y="2212"/>
                    </a:cubicBezTo>
                    <a:cubicBezTo>
                      <a:pt x="559" y="2150"/>
                      <a:pt x="504" y="2108"/>
                      <a:pt x="432" y="2089"/>
                    </a:cubicBezTo>
                    <a:cubicBezTo>
                      <a:pt x="356" y="2069"/>
                      <a:pt x="310" y="2022"/>
                      <a:pt x="294" y="1944"/>
                    </a:cubicBezTo>
                    <a:cubicBezTo>
                      <a:pt x="278" y="1870"/>
                      <a:pt x="239" y="1811"/>
                      <a:pt x="176" y="1768"/>
                    </a:cubicBezTo>
                    <a:cubicBezTo>
                      <a:pt x="114" y="1725"/>
                      <a:pt x="88" y="1665"/>
                      <a:pt x="98" y="1590"/>
                    </a:cubicBezTo>
                    <a:cubicBezTo>
                      <a:pt x="109" y="1514"/>
                      <a:pt x="93" y="1445"/>
                      <a:pt x="49" y="1383"/>
                    </a:cubicBezTo>
                    <a:cubicBezTo>
                      <a:pt x="4" y="1319"/>
                      <a:pt x="0" y="1253"/>
                      <a:pt x="37" y="1184"/>
                    </a:cubicBezTo>
                    <a:cubicBezTo>
                      <a:pt x="72" y="1116"/>
                      <a:pt x="80" y="1046"/>
                      <a:pt x="59" y="973"/>
                    </a:cubicBezTo>
                    <a:cubicBezTo>
                      <a:pt x="38" y="899"/>
                      <a:pt x="58" y="837"/>
                      <a:pt x="114" y="786"/>
                    </a:cubicBezTo>
                    <a:cubicBezTo>
                      <a:pt x="173" y="732"/>
                      <a:pt x="204" y="665"/>
                      <a:pt x="210" y="585"/>
                    </a:cubicBezTo>
                    <a:cubicBezTo>
                      <a:pt x="216" y="516"/>
                      <a:pt x="253" y="465"/>
                      <a:pt x="316" y="439"/>
                    </a:cubicBezTo>
                    <a:cubicBezTo>
                      <a:pt x="394" y="407"/>
                      <a:pt x="449" y="355"/>
                      <a:pt x="484" y="278"/>
                    </a:cubicBezTo>
                    <a:cubicBezTo>
                      <a:pt x="513" y="216"/>
                      <a:pt x="566" y="182"/>
                      <a:pt x="636" y="179"/>
                    </a:cubicBezTo>
                    <a:cubicBezTo>
                      <a:pt x="718" y="177"/>
                      <a:pt x="786" y="146"/>
                      <a:pt x="844" y="87"/>
                    </a:cubicBezTo>
                    <a:cubicBezTo>
                      <a:pt x="892" y="38"/>
                      <a:pt x="953" y="24"/>
                      <a:pt x="1019" y="45"/>
                    </a:cubicBezTo>
                    <a:cubicBezTo>
                      <a:pt x="1097" y="70"/>
                      <a:pt x="1172" y="66"/>
                      <a:pt x="1247" y="31"/>
                    </a:cubicBezTo>
                    <a:cubicBezTo>
                      <a:pt x="1309" y="0"/>
                      <a:pt x="1371" y="8"/>
                      <a:pt x="1425" y="50"/>
                    </a:cubicBezTo>
                    <a:cubicBezTo>
                      <a:pt x="1491" y="101"/>
                      <a:pt x="1562" y="123"/>
                      <a:pt x="1644" y="115"/>
                    </a:cubicBezTo>
                    <a:cubicBezTo>
                      <a:pt x="1715" y="108"/>
                      <a:pt x="1771" y="138"/>
                      <a:pt x="1810" y="199"/>
                    </a:cubicBezTo>
                    <a:cubicBezTo>
                      <a:pt x="1852" y="267"/>
                      <a:pt x="1910" y="311"/>
                      <a:pt x="1988" y="331"/>
                    </a:cubicBezTo>
                    <a:cubicBezTo>
                      <a:pt x="2057" y="349"/>
                      <a:pt x="2102" y="395"/>
                      <a:pt x="2116" y="465"/>
                    </a:cubicBezTo>
                    <a:cubicBezTo>
                      <a:pt x="2133" y="545"/>
                      <a:pt x="2174" y="608"/>
                      <a:pt x="2242" y="655"/>
                    </a:cubicBezTo>
                    <a:cubicBezTo>
                      <a:pt x="2294" y="690"/>
                      <a:pt x="2316" y="742"/>
                      <a:pt x="2317" y="808"/>
                    </a:cubicBezTo>
                    <a:close/>
                    <a:moveTo>
                      <a:pt x="2250" y="785"/>
                    </a:moveTo>
                    <a:cubicBezTo>
                      <a:pt x="2237" y="767"/>
                      <a:pt x="2219" y="729"/>
                      <a:pt x="2191" y="707"/>
                    </a:cubicBezTo>
                    <a:cubicBezTo>
                      <a:pt x="2119" y="648"/>
                      <a:pt x="2068" y="579"/>
                      <a:pt x="2050" y="488"/>
                    </a:cubicBezTo>
                    <a:cubicBezTo>
                      <a:pt x="2040" y="440"/>
                      <a:pt x="2013" y="409"/>
                      <a:pt x="1966" y="397"/>
                    </a:cubicBezTo>
                    <a:cubicBezTo>
                      <a:pt x="1874" y="374"/>
                      <a:pt x="1803" y="321"/>
                      <a:pt x="1752" y="240"/>
                    </a:cubicBezTo>
                    <a:cubicBezTo>
                      <a:pt x="1727" y="199"/>
                      <a:pt x="1691" y="181"/>
                      <a:pt x="1643" y="186"/>
                    </a:cubicBezTo>
                    <a:cubicBezTo>
                      <a:pt x="1550" y="195"/>
                      <a:pt x="1466" y="170"/>
                      <a:pt x="1393" y="113"/>
                    </a:cubicBezTo>
                    <a:cubicBezTo>
                      <a:pt x="1353" y="82"/>
                      <a:pt x="1312" y="77"/>
                      <a:pt x="1266" y="99"/>
                    </a:cubicBezTo>
                    <a:cubicBezTo>
                      <a:pt x="1182" y="138"/>
                      <a:pt x="1095" y="144"/>
                      <a:pt x="1007" y="115"/>
                    </a:cubicBezTo>
                    <a:cubicBezTo>
                      <a:pt x="959" y="99"/>
                      <a:pt x="919" y="110"/>
                      <a:pt x="883" y="146"/>
                    </a:cubicBezTo>
                    <a:cubicBezTo>
                      <a:pt x="820" y="212"/>
                      <a:pt x="740" y="246"/>
                      <a:pt x="650" y="249"/>
                    </a:cubicBezTo>
                    <a:cubicBezTo>
                      <a:pt x="596" y="251"/>
                      <a:pt x="562" y="275"/>
                      <a:pt x="540" y="323"/>
                    </a:cubicBezTo>
                    <a:cubicBezTo>
                      <a:pt x="502" y="405"/>
                      <a:pt x="440" y="465"/>
                      <a:pt x="356" y="499"/>
                    </a:cubicBezTo>
                    <a:cubicBezTo>
                      <a:pt x="305" y="519"/>
                      <a:pt x="281" y="554"/>
                      <a:pt x="277" y="606"/>
                    </a:cubicBezTo>
                    <a:cubicBezTo>
                      <a:pt x="271" y="695"/>
                      <a:pt x="234" y="771"/>
                      <a:pt x="169" y="831"/>
                    </a:cubicBezTo>
                    <a:cubicBezTo>
                      <a:pt x="126" y="869"/>
                      <a:pt x="115" y="911"/>
                      <a:pt x="130" y="966"/>
                    </a:cubicBezTo>
                    <a:cubicBezTo>
                      <a:pt x="152" y="1050"/>
                      <a:pt x="144" y="1133"/>
                      <a:pt x="102" y="1210"/>
                    </a:cubicBezTo>
                    <a:cubicBezTo>
                      <a:pt x="76" y="1258"/>
                      <a:pt x="77" y="1301"/>
                      <a:pt x="109" y="1346"/>
                    </a:cubicBezTo>
                    <a:cubicBezTo>
                      <a:pt x="161" y="1419"/>
                      <a:pt x="181" y="1501"/>
                      <a:pt x="168" y="1589"/>
                    </a:cubicBezTo>
                    <a:cubicBezTo>
                      <a:pt x="161" y="1643"/>
                      <a:pt x="177" y="1683"/>
                      <a:pt x="222" y="1715"/>
                    </a:cubicBezTo>
                    <a:cubicBezTo>
                      <a:pt x="297" y="1767"/>
                      <a:pt x="344" y="1839"/>
                      <a:pt x="362" y="1928"/>
                    </a:cubicBezTo>
                    <a:cubicBezTo>
                      <a:pt x="372" y="1978"/>
                      <a:pt x="400" y="2008"/>
                      <a:pt x="449" y="2021"/>
                    </a:cubicBezTo>
                    <a:cubicBezTo>
                      <a:pt x="539" y="2044"/>
                      <a:pt x="609" y="2096"/>
                      <a:pt x="658" y="2176"/>
                    </a:cubicBezTo>
                    <a:cubicBezTo>
                      <a:pt x="685" y="2219"/>
                      <a:pt x="722" y="2238"/>
                      <a:pt x="773" y="2232"/>
                    </a:cubicBezTo>
                    <a:cubicBezTo>
                      <a:pt x="864" y="2223"/>
                      <a:pt x="946" y="2247"/>
                      <a:pt x="1017" y="2303"/>
                    </a:cubicBezTo>
                    <a:cubicBezTo>
                      <a:pt x="1059" y="2336"/>
                      <a:pt x="1101" y="2341"/>
                      <a:pt x="1149" y="2319"/>
                    </a:cubicBezTo>
                    <a:cubicBezTo>
                      <a:pt x="1232" y="2280"/>
                      <a:pt x="1317" y="2275"/>
                      <a:pt x="1404" y="2303"/>
                    </a:cubicBezTo>
                    <a:cubicBezTo>
                      <a:pt x="1452" y="2318"/>
                      <a:pt x="1492" y="2310"/>
                      <a:pt x="1528" y="2273"/>
                    </a:cubicBezTo>
                    <a:cubicBezTo>
                      <a:pt x="1593" y="2207"/>
                      <a:pt x="1672" y="2172"/>
                      <a:pt x="1766" y="2170"/>
                    </a:cubicBezTo>
                    <a:cubicBezTo>
                      <a:pt x="1814" y="2168"/>
                      <a:pt x="1848" y="2147"/>
                      <a:pt x="1868" y="2103"/>
                    </a:cubicBezTo>
                    <a:cubicBezTo>
                      <a:pt x="1909" y="2014"/>
                      <a:pt x="1974" y="1952"/>
                      <a:pt x="2065" y="1916"/>
                    </a:cubicBezTo>
                    <a:cubicBezTo>
                      <a:pt x="2106" y="1900"/>
                      <a:pt x="2128" y="1869"/>
                      <a:pt x="2132" y="1825"/>
                    </a:cubicBezTo>
                    <a:cubicBezTo>
                      <a:pt x="2140" y="1727"/>
                      <a:pt x="2183" y="1647"/>
                      <a:pt x="2253" y="1577"/>
                    </a:cubicBezTo>
                    <a:cubicBezTo>
                      <a:pt x="2276" y="1553"/>
                      <a:pt x="2291" y="1502"/>
                      <a:pt x="2284" y="1470"/>
                    </a:cubicBezTo>
                    <a:cubicBezTo>
                      <a:pt x="2262" y="1373"/>
                      <a:pt x="2274" y="1285"/>
                      <a:pt x="2314" y="1196"/>
                    </a:cubicBezTo>
                    <a:cubicBezTo>
                      <a:pt x="2327" y="1165"/>
                      <a:pt x="2328" y="1116"/>
                      <a:pt x="2311" y="1089"/>
                    </a:cubicBezTo>
                    <a:cubicBezTo>
                      <a:pt x="2255" y="1001"/>
                      <a:pt x="2228" y="909"/>
                      <a:pt x="2250" y="7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8" name="Freeform 83"/>
              <p:cNvSpPr/>
              <p:nvPr/>
            </p:nvSpPr>
            <p:spPr bwMode="auto">
              <a:xfrm>
                <a:off x="3318" y="2439"/>
                <a:ext cx="327" cy="222"/>
              </a:xfrm>
              <a:custGeom>
                <a:avLst/>
                <a:gdLst>
                  <a:gd name="T0" fmla="*/ 77 w 242"/>
                  <a:gd name="T1" fmla="*/ 122 h 164"/>
                  <a:gd name="T2" fmla="*/ 104 w 242"/>
                  <a:gd name="T3" fmla="*/ 82 h 164"/>
                  <a:gd name="T4" fmla="*/ 112 w 242"/>
                  <a:gd name="T5" fmla="*/ 88 h 164"/>
                  <a:gd name="T6" fmla="*/ 92 w 242"/>
                  <a:gd name="T7" fmla="*/ 119 h 164"/>
                  <a:gd name="T8" fmla="*/ 242 w 242"/>
                  <a:gd name="T9" fmla="*/ 124 h 164"/>
                  <a:gd name="T10" fmla="*/ 161 w 242"/>
                  <a:gd name="T11" fmla="*/ 161 h 164"/>
                  <a:gd name="T12" fmla="*/ 99 w 242"/>
                  <a:gd name="T13" fmla="*/ 153 h 164"/>
                  <a:gd name="T14" fmla="*/ 38 w 242"/>
                  <a:gd name="T15" fmla="*/ 164 h 164"/>
                  <a:gd name="T16" fmla="*/ 29 w 242"/>
                  <a:gd name="T17" fmla="*/ 126 h 164"/>
                  <a:gd name="T18" fmla="*/ 32 w 242"/>
                  <a:gd name="T19" fmla="*/ 0 h 164"/>
                  <a:gd name="T20" fmla="*/ 77 w 242"/>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164">
                    <a:moveTo>
                      <a:pt x="77" y="122"/>
                    </a:moveTo>
                    <a:cubicBezTo>
                      <a:pt x="86" y="109"/>
                      <a:pt x="95" y="96"/>
                      <a:pt x="104" y="82"/>
                    </a:cubicBezTo>
                    <a:cubicBezTo>
                      <a:pt x="107" y="84"/>
                      <a:pt x="109" y="86"/>
                      <a:pt x="112" y="88"/>
                    </a:cubicBezTo>
                    <a:cubicBezTo>
                      <a:pt x="107" y="95"/>
                      <a:pt x="102" y="103"/>
                      <a:pt x="92" y="119"/>
                    </a:cubicBezTo>
                    <a:cubicBezTo>
                      <a:pt x="148" y="90"/>
                      <a:pt x="193" y="98"/>
                      <a:pt x="242" y="124"/>
                    </a:cubicBezTo>
                    <a:cubicBezTo>
                      <a:pt x="218" y="148"/>
                      <a:pt x="192" y="161"/>
                      <a:pt x="161" y="161"/>
                    </a:cubicBezTo>
                    <a:cubicBezTo>
                      <a:pt x="140" y="161"/>
                      <a:pt x="118" y="160"/>
                      <a:pt x="99" y="153"/>
                    </a:cubicBezTo>
                    <a:cubicBezTo>
                      <a:pt x="73" y="143"/>
                      <a:pt x="53" y="143"/>
                      <a:pt x="38" y="164"/>
                    </a:cubicBezTo>
                    <a:cubicBezTo>
                      <a:pt x="35" y="151"/>
                      <a:pt x="36" y="137"/>
                      <a:pt x="29" y="126"/>
                    </a:cubicBezTo>
                    <a:cubicBezTo>
                      <a:pt x="0" y="75"/>
                      <a:pt x="0" y="46"/>
                      <a:pt x="32" y="0"/>
                    </a:cubicBezTo>
                    <a:cubicBezTo>
                      <a:pt x="72" y="14"/>
                      <a:pt x="85" y="53"/>
                      <a:pt x="77"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9" name="Freeform 84"/>
              <p:cNvSpPr/>
              <p:nvPr/>
            </p:nvSpPr>
            <p:spPr bwMode="auto">
              <a:xfrm>
                <a:off x="3417" y="2308"/>
                <a:ext cx="339" cy="217"/>
              </a:xfrm>
              <a:custGeom>
                <a:avLst/>
                <a:gdLst>
                  <a:gd name="T0" fmla="*/ 251 w 251"/>
                  <a:gd name="T1" fmla="*/ 92 h 161"/>
                  <a:gd name="T2" fmla="*/ 65 w 251"/>
                  <a:gd name="T3" fmla="*/ 138 h 161"/>
                  <a:gd name="T4" fmla="*/ 29 w 251"/>
                  <a:gd name="T5" fmla="*/ 0 h 161"/>
                  <a:gd name="T6" fmla="*/ 87 w 251"/>
                  <a:gd name="T7" fmla="*/ 118 h 161"/>
                  <a:gd name="T8" fmla="*/ 251 w 251"/>
                  <a:gd name="T9" fmla="*/ 92 h 161"/>
                </a:gdLst>
                <a:ahLst/>
                <a:cxnLst>
                  <a:cxn ang="0">
                    <a:pos x="T0" y="T1"/>
                  </a:cxn>
                  <a:cxn ang="0">
                    <a:pos x="T2" y="T3"/>
                  </a:cxn>
                  <a:cxn ang="0">
                    <a:pos x="T4" y="T5"/>
                  </a:cxn>
                  <a:cxn ang="0">
                    <a:pos x="T6" y="T7"/>
                  </a:cxn>
                  <a:cxn ang="0">
                    <a:pos x="T8" y="T9"/>
                  </a:cxn>
                </a:cxnLst>
                <a:rect l="0" t="0" r="r" b="b"/>
                <a:pathLst>
                  <a:path w="251" h="161">
                    <a:moveTo>
                      <a:pt x="251" y="92"/>
                    </a:moveTo>
                    <a:cubicBezTo>
                      <a:pt x="205" y="161"/>
                      <a:pt x="133" y="134"/>
                      <a:pt x="65" y="138"/>
                    </a:cubicBezTo>
                    <a:cubicBezTo>
                      <a:pt x="8" y="81"/>
                      <a:pt x="0" y="53"/>
                      <a:pt x="29" y="0"/>
                    </a:cubicBezTo>
                    <a:cubicBezTo>
                      <a:pt x="75" y="19"/>
                      <a:pt x="90" y="48"/>
                      <a:pt x="87" y="118"/>
                    </a:cubicBezTo>
                    <a:cubicBezTo>
                      <a:pt x="139" y="83"/>
                      <a:pt x="191" y="61"/>
                      <a:pt x="251"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0" name="Freeform 85"/>
              <p:cNvSpPr/>
              <p:nvPr/>
            </p:nvSpPr>
            <p:spPr bwMode="auto">
              <a:xfrm>
                <a:off x="3561" y="2259"/>
                <a:ext cx="114" cy="141"/>
              </a:xfrm>
              <a:custGeom>
                <a:avLst/>
                <a:gdLst>
                  <a:gd name="T0" fmla="*/ 17 w 84"/>
                  <a:gd name="T1" fmla="*/ 104 h 104"/>
                  <a:gd name="T2" fmla="*/ 66 w 84"/>
                  <a:gd name="T3" fmla="*/ 0 h 104"/>
                  <a:gd name="T4" fmla="*/ 17 w 84"/>
                  <a:gd name="T5" fmla="*/ 104 h 104"/>
                </a:gdLst>
                <a:ahLst/>
                <a:cxnLst>
                  <a:cxn ang="0">
                    <a:pos x="T0" y="T1"/>
                  </a:cxn>
                  <a:cxn ang="0">
                    <a:pos x="T2" y="T3"/>
                  </a:cxn>
                  <a:cxn ang="0">
                    <a:pos x="T4" y="T5"/>
                  </a:cxn>
                </a:cxnLst>
                <a:rect l="0" t="0" r="r" b="b"/>
                <a:pathLst>
                  <a:path w="84" h="104">
                    <a:moveTo>
                      <a:pt x="17" y="104"/>
                    </a:moveTo>
                    <a:cubicBezTo>
                      <a:pt x="0" y="56"/>
                      <a:pt x="17" y="22"/>
                      <a:pt x="66" y="0"/>
                    </a:cubicBezTo>
                    <a:cubicBezTo>
                      <a:pt x="84" y="48"/>
                      <a:pt x="73" y="74"/>
                      <a:pt x="1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1" name="Freeform 86"/>
              <p:cNvSpPr/>
              <p:nvPr/>
            </p:nvSpPr>
            <p:spPr bwMode="auto">
              <a:xfrm>
                <a:off x="2161" y="2439"/>
                <a:ext cx="329" cy="222"/>
              </a:xfrm>
              <a:custGeom>
                <a:avLst/>
                <a:gdLst>
                  <a:gd name="T0" fmla="*/ 166 w 243"/>
                  <a:gd name="T1" fmla="*/ 122 h 164"/>
                  <a:gd name="T2" fmla="*/ 138 w 243"/>
                  <a:gd name="T3" fmla="*/ 82 h 164"/>
                  <a:gd name="T4" fmla="*/ 131 w 243"/>
                  <a:gd name="T5" fmla="*/ 88 h 164"/>
                  <a:gd name="T6" fmla="*/ 151 w 243"/>
                  <a:gd name="T7" fmla="*/ 119 h 164"/>
                  <a:gd name="T8" fmla="*/ 0 w 243"/>
                  <a:gd name="T9" fmla="*/ 124 h 164"/>
                  <a:gd name="T10" fmla="*/ 82 w 243"/>
                  <a:gd name="T11" fmla="*/ 161 h 164"/>
                  <a:gd name="T12" fmla="*/ 144 w 243"/>
                  <a:gd name="T13" fmla="*/ 153 h 164"/>
                  <a:gd name="T14" fmla="*/ 205 w 243"/>
                  <a:gd name="T15" fmla="*/ 164 h 164"/>
                  <a:gd name="T16" fmla="*/ 213 w 243"/>
                  <a:gd name="T17" fmla="*/ 126 h 164"/>
                  <a:gd name="T18" fmla="*/ 210 w 243"/>
                  <a:gd name="T19" fmla="*/ 0 h 164"/>
                  <a:gd name="T20" fmla="*/ 166 w 243"/>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3" h="164">
                    <a:moveTo>
                      <a:pt x="166" y="122"/>
                    </a:moveTo>
                    <a:cubicBezTo>
                      <a:pt x="156" y="109"/>
                      <a:pt x="147" y="96"/>
                      <a:pt x="138" y="82"/>
                    </a:cubicBezTo>
                    <a:cubicBezTo>
                      <a:pt x="136" y="84"/>
                      <a:pt x="134" y="86"/>
                      <a:pt x="131" y="88"/>
                    </a:cubicBezTo>
                    <a:cubicBezTo>
                      <a:pt x="136" y="95"/>
                      <a:pt x="140" y="103"/>
                      <a:pt x="151" y="119"/>
                    </a:cubicBezTo>
                    <a:cubicBezTo>
                      <a:pt x="95" y="90"/>
                      <a:pt x="50" y="98"/>
                      <a:pt x="0" y="124"/>
                    </a:cubicBezTo>
                    <a:cubicBezTo>
                      <a:pt x="24" y="148"/>
                      <a:pt x="51" y="161"/>
                      <a:pt x="82" y="161"/>
                    </a:cubicBezTo>
                    <a:cubicBezTo>
                      <a:pt x="102" y="161"/>
                      <a:pt x="124" y="160"/>
                      <a:pt x="144" y="153"/>
                    </a:cubicBezTo>
                    <a:cubicBezTo>
                      <a:pt x="169" y="143"/>
                      <a:pt x="190" y="143"/>
                      <a:pt x="205" y="164"/>
                    </a:cubicBezTo>
                    <a:cubicBezTo>
                      <a:pt x="207" y="151"/>
                      <a:pt x="207" y="137"/>
                      <a:pt x="213" y="126"/>
                    </a:cubicBezTo>
                    <a:cubicBezTo>
                      <a:pt x="243" y="75"/>
                      <a:pt x="243" y="46"/>
                      <a:pt x="210" y="0"/>
                    </a:cubicBezTo>
                    <a:cubicBezTo>
                      <a:pt x="170" y="14"/>
                      <a:pt x="157" y="53"/>
                      <a:pt x="16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2" name="Freeform 87"/>
              <p:cNvSpPr/>
              <p:nvPr/>
            </p:nvSpPr>
            <p:spPr bwMode="auto">
              <a:xfrm>
                <a:off x="2051" y="2308"/>
                <a:ext cx="340" cy="217"/>
              </a:xfrm>
              <a:custGeom>
                <a:avLst/>
                <a:gdLst>
                  <a:gd name="T0" fmla="*/ 0 w 251"/>
                  <a:gd name="T1" fmla="*/ 92 h 161"/>
                  <a:gd name="T2" fmla="*/ 186 w 251"/>
                  <a:gd name="T3" fmla="*/ 138 h 161"/>
                  <a:gd name="T4" fmla="*/ 222 w 251"/>
                  <a:gd name="T5" fmla="*/ 0 h 161"/>
                  <a:gd name="T6" fmla="*/ 164 w 251"/>
                  <a:gd name="T7" fmla="*/ 118 h 161"/>
                  <a:gd name="T8" fmla="*/ 0 w 251"/>
                  <a:gd name="T9" fmla="*/ 92 h 161"/>
                </a:gdLst>
                <a:ahLst/>
                <a:cxnLst>
                  <a:cxn ang="0">
                    <a:pos x="T0" y="T1"/>
                  </a:cxn>
                  <a:cxn ang="0">
                    <a:pos x="T2" y="T3"/>
                  </a:cxn>
                  <a:cxn ang="0">
                    <a:pos x="T4" y="T5"/>
                  </a:cxn>
                  <a:cxn ang="0">
                    <a:pos x="T6" y="T7"/>
                  </a:cxn>
                  <a:cxn ang="0">
                    <a:pos x="T8" y="T9"/>
                  </a:cxn>
                </a:cxnLst>
                <a:rect l="0" t="0" r="r" b="b"/>
                <a:pathLst>
                  <a:path w="251" h="161">
                    <a:moveTo>
                      <a:pt x="0" y="92"/>
                    </a:moveTo>
                    <a:cubicBezTo>
                      <a:pt x="45" y="161"/>
                      <a:pt x="118" y="134"/>
                      <a:pt x="186" y="138"/>
                    </a:cubicBezTo>
                    <a:cubicBezTo>
                      <a:pt x="243" y="81"/>
                      <a:pt x="251" y="53"/>
                      <a:pt x="222" y="0"/>
                    </a:cubicBezTo>
                    <a:cubicBezTo>
                      <a:pt x="175" y="19"/>
                      <a:pt x="160" y="48"/>
                      <a:pt x="164" y="118"/>
                    </a:cubicBezTo>
                    <a:cubicBezTo>
                      <a:pt x="112" y="83"/>
                      <a:pt x="60" y="61"/>
                      <a:pt x="0"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3" name="Freeform 88"/>
              <p:cNvSpPr/>
              <p:nvPr/>
            </p:nvSpPr>
            <p:spPr bwMode="auto">
              <a:xfrm>
                <a:off x="2132" y="2259"/>
                <a:ext cx="113" cy="141"/>
              </a:xfrm>
              <a:custGeom>
                <a:avLst/>
                <a:gdLst>
                  <a:gd name="T0" fmla="*/ 66 w 83"/>
                  <a:gd name="T1" fmla="*/ 104 h 104"/>
                  <a:gd name="T2" fmla="*/ 18 w 83"/>
                  <a:gd name="T3" fmla="*/ 0 h 104"/>
                  <a:gd name="T4" fmla="*/ 66 w 83"/>
                  <a:gd name="T5" fmla="*/ 104 h 104"/>
                </a:gdLst>
                <a:ahLst/>
                <a:cxnLst>
                  <a:cxn ang="0">
                    <a:pos x="T0" y="T1"/>
                  </a:cxn>
                  <a:cxn ang="0">
                    <a:pos x="T2" y="T3"/>
                  </a:cxn>
                  <a:cxn ang="0">
                    <a:pos x="T4" y="T5"/>
                  </a:cxn>
                </a:cxnLst>
                <a:rect l="0" t="0" r="r" b="b"/>
                <a:pathLst>
                  <a:path w="83" h="104">
                    <a:moveTo>
                      <a:pt x="66" y="104"/>
                    </a:moveTo>
                    <a:cubicBezTo>
                      <a:pt x="83" y="56"/>
                      <a:pt x="67" y="22"/>
                      <a:pt x="18" y="0"/>
                    </a:cubicBezTo>
                    <a:cubicBezTo>
                      <a:pt x="0" y="48"/>
                      <a:pt x="11" y="74"/>
                      <a:pt x="66"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4" name="Freeform 89"/>
              <p:cNvSpPr>
                <a:spLocks noEditPoints="1"/>
              </p:cNvSpPr>
              <p:nvPr/>
            </p:nvSpPr>
            <p:spPr bwMode="auto">
              <a:xfrm>
                <a:off x="1383" y="115"/>
                <a:ext cx="3004" cy="3013"/>
              </a:xfrm>
              <a:custGeom>
                <a:avLst/>
                <a:gdLst>
                  <a:gd name="T0" fmla="*/ 96 w 2220"/>
                  <a:gd name="T1" fmla="*/ 1479 h 2226"/>
                  <a:gd name="T2" fmla="*/ 31 w 2220"/>
                  <a:gd name="T3" fmla="*/ 1240 h 2226"/>
                  <a:gd name="T4" fmla="*/ 22 w 2220"/>
                  <a:gd name="T5" fmla="*/ 1129 h 2226"/>
                  <a:gd name="T6" fmla="*/ 52 w 2220"/>
                  <a:gd name="T7" fmla="*/ 860 h 2226"/>
                  <a:gd name="T8" fmla="*/ 83 w 2220"/>
                  <a:gd name="T9" fmla="*/ 753 h 2226"/>
                  <a:gd name="T10" fmla="*/ 206 w 2220"/>
                  <a:gd name="T11" fmla="*/ 505 h 2226"/>
                  <a:gd name="T12" fmla="*/ 260 w 2220"/>
                  <a:gd name="T13" fmla="*/ 428 h 2226"/>
                  <a:gd name="T14" fmla="*/ 469 w 2220"/>
                  <a:gd name="T15" fmla="*/ 229 h 2226"/>
                  <a:gd name="T16" fmla="*/ 547 w 2220"/>
                  <a:gd name="T17" fmla="*/ 176 h 2226"/>
                  <a:gd name="T18" fmla="*/ 810 w 2220"/>
                  <a:gd name="T19" fmla="*/ 59 h 2226"/>
                  <a:gd name="T20" fmla="*/ 902 w 2220"/>
                  <a:gd name="T21" fmla="*/ 39 h 2226"/>
                  <a:gd name="T22" fmla="*/ 1183 w 2220"/>
                  <a:gd name="T23" fmla="*/ 18 h 2226"/>
                  <a:gd name="T24" fmla="*/ 1283 w 2220"/>
                  <a:gd name="T25" fmla="*/ 31 h 2226"/>
                  <a:gd name="T26" fmla="*/ 1548 w 2220"/>
                  <a:gd name="T27" fmla="*/ 110 h 2226"/>
                  <a:gd name="T28" fmla="*/ 1639 w 2220"/>
                  <a:gd name="T29" fmla="*/ 153 h 2226"/>
                  <a:gd name="T30" fmla="*/ 1865 w 2220"/>
                  <a:gd name="T31" fmla="*/ 321 h 2226"/>
                  <a:gd name="T32" fmla="*/ 1934 w 2220"/>
                  <a:gd name="T33" fmla="*/ 396 h 2226"/>
                  <a:gd name="T34" fmla="*/ 2086 w 2220"/>
                  <a:gd name="T35" fmla="*/ 626 h 2226"/>
                  <a:gd name="T36" fmla="*/ 2128 w 2220"/>
                  <a:gd name="T37" fmla="*/ 724 h 2226"/>
                  <a:gd name="T38" fmla="*/ 2194 w 2220"/>
                  <a:gd name="T39" fmla="*/ 998 h 2226"/>
                  <a:gd name="T40" fmla="*/ 2200 w 2220"/>
                  <a:gd name="T41" fmla="*/ 1093 h 2226"/>
                  <a:gd name="T42" fmla="*/ 2168 w 2220"/>
                  <a:gd name="T43" fmla="*/ 1379 h 2226"/>
                  <a:gd name="T44" fmla="*/ 2140 w 2220"/>
                  <a:gd name="T45" fmla="*/ 1470 h 2226"/>
                  <a:gd name="T46" fmla="*/ 2018 w 2220"/>
                  <a:gd name="T47" fmla="*/ 1723 h 2226"/>
                  <a:gd name="T48" fmla="*/ 1958 w 2220"/>
                  <a:gd name="T49" fmla="*/ 1805 h 2226"/>
                  <a:gd name="T50" fmla="*/ 1757 w 2220"/>
                  <a:gd name="T51" fmla="*/ 1996 h 2226"/>
                  <a:gd name="T52" fmla="*/ 1669 w 2220"/>
                  <a:gd name="T53" fmla="*/ 2055 h 2226"/>
                  <a:gd name="T54" fmla="*/ 1421 w 2220"/>
                  <a:gd name="T55" fmla="*/ 2163 h 2226"/>
                  <a:gd name="T56" fmla="*/ 1314 w 2220"/>
                  <a:gd name="T57" fmla="*/ 2190 h 2226"/>
                  <a:gd name="T58" fmla="*/ 1049 w 2220"/>
                  <a:gd name="T59" fmla="*/ 2206 h 2226"/>
                  <a:gd name="T60" fmla="*/ 933 w 2220"/>
                  <a:gd name="T61" fmla="*/ 2194 h 2226"/>
                  <a:gd name="T62" fmla="*/ 679 w 2220"/>
                  <a:gd name="T63" fmla="*/ 2118 h 2226"/>
                  <a:gd name="T64" fmla="*/ 575 w 2220"/>
                  <a:gd name="T65" fmla="*/ 2065 h 2226"/>
                  <a:gd name="T66" fmla="*/ 366 w 2220"/>
                  <a:gd name="T67" fmla="*/ 1910 h 2226"/>
                  <a:gd name="T68" fmla="*/ 285 w 2220"/>
                  <a:gd name="T69" fmla="*/ 1827 h 2226"/>
                  <a:gd name="T70" fmla="*/ 160 w 2220"/>
                  <a:gd name="T71" fmla="*/ 1622 h 2226"/>
                  <a:gd name="T72" fmla="*/ 96 w 2220"/>
                  <a:gd name="T73" fmla="*/ 1479 h 2226"/>
                  <a:gd name="T74" fmla="*/ 1109 w 2220"/>
                  <a:gd name="T75" fmla="*/ 2139 h 2226"/>
                  <a:gd name="T76" fmla="*/ 1271 w 2220"/>
                  <a:gd name="T77" fmla="*/ 2122 h 2226"/>
                  <a:gd name="T78" fmla="*/ 2069 w 2220"/>
                  <a:gd name="T79" fmla="*/ 851 h 2226"/>
                  <a:gd name="T80" fmla="*/ 964 w 2220"/>
                  <a:gd name="T81" fmla="*/ 103 h 2226"/>
                  <a:gd name="T82" fmla="*/ 123 w 2220"/>
                  <a:gd name="T83" fmla="*/ 1029 h 2226"/>
                  <a:gd name="T84" fmla="*/ 1109 w 2220"/>
                  <a:gd name="T85" fmla="*/ 2139 h 2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220" h="2226">
                    <a:moveTo>
                      <a:pt x="96" y="1479"/>
                    </a:moveTo>
                    <a:cubicBezTo>
                      <a:pt x="98" y="1387"/>
                      <a:pt x="79" y="1309"/>
                      <a:pt x="31" y="1240"/>
                    </a:cubicBezTo>
                    <a:cubicBezTo>
                      <a:pt x="4" y="1203"/>
                      <a:pt x="0" y="1170"/>
                      <a:pt x="22" y="1129"/>
                    </a:cubicBezTo>
                    <a:cubicBezTo>
                      <a:pt x="67" y="1044"/>
                      <a:pt x="76" y="953"/>
                      <a:pt x="52" y="860"/>
                    </a:cubicBezTo>
                    <a:cubicBezTo>
                      <a:pt x="42" y="817"/>
                      <a:pt x="50" y="784"/>
                      <a:pt x="83" y="753"/>
                    </a:cubicBezTo>
                    <a:cubicBezTo>
                      <a:pt x="155" y="686"/>
                      <a:pt x="192" y="602"/>
                      <a:pt x="206" y="505"/>
                    </a:cubicBezTo>
                    <a:cubicBezTo>
                      <a:pt x="210" y="476"/>
                      <a:pt x="235" y="440"/>
                      <a:pt x="260" y="428"/>
                    </a:cubicBezTo>
                    <a:cubicBezTo>
                      <a:pt x="353" y="383"/>
                      <a:pt x="420" y="318"/>
                      <a:pt x="469" y="229"/>
                    </a:cubicBezTo>
                    <a:cubicBezTo>
                      <a:pt x="482" y="203"/>
                      <a:pt x="519" y="178"/>
                      <a:pt x="547" y="176"/>
                    </a:cubicBezTo>
                    <a:cubicBezTo>
                      <a:pt x="649" y="166"/>
                      <a:pt x="734" y="128"/>
                      <a:pt x="810" y="59"/>
                    </a:cubicBezTo>
                    <a:cubicBezTo>
                      <a:pt x="831" y="41"/>
                      <a:pt x="875" y="32"/>
                      <a:pt x="902" y="39"/>
                    </a:cubicBezTo>
                    <a:cubicBezTo>
                      <a:pt x="999" y="64"/>
                      <a:pt x="1092" y="61"/>
                      <a:pt x="1183" y="18"/>
                    </a:cubicBezTo>
                    <a:cubicBezTo>
                      <a:pt x="1221" y="0"/>
                      <a:pt x="1251" y="6"/>
                      <a:pt x="1283" y="31"/>
                    </a:cubicBezTo>
                    <a:cubicBezTo>
                      <a:pt x="1361" y="92"/>
                      <a:pt x="1450" y="118"/>
                      <a:pt x="1548" y="110"/>
                    </a:cubicBezTo>
                    <a:cubicBezTo>
                      <a:pt x="1589" y="107"/>
                      <a:pt x="1617" y="119"/>
                      <a:pt x="1639" y="153"/>
                    </a:cubicBezTo>
                    <a:cubicBezTo>
                      <a:pt x="1693" y="239"/>
                      <a:pt x="1768" y="295"/>
                      <a:pt x="1865" y="321"/>
                    </a:cubicBezTo>
                    <a:cubicBezTo>
                      <a:pt x="1905" y="332"/>
                      <a:pt x="1925" y="356"/>
                      <a:pt x="1934" y="396"/>
                    </a:cubicBezTo>
                    <a:cubicBezTo>
                      <a:pt x="1955" y="492"/>
                      <a:pt x="2005" y="570"/>
                      <a:pt x="2086" y="626"/>
                    </a:cubicBezTo>
                    <a:cubicBezTo>
                      <a:pt x="2121" y="651"/>
                      <a:pt x="2133" y="681"/>
                      <a:pt x="2128" y="724"/>
                    </a:cubicBezTo>
                    <a:cubicBezTo>
                      <a:pt x="2116" y="824"/>
                      <a:pt x="2141" y="913"/>
                      <a:pt x="2194" y="998"/>
                    </a:cubicBezTo>
                    <a:cubicBezTo>
                      <a:pt x="2209" y="1022"/>
                      <a:pt x="2212" y="1067"/>
                      <a:pt x="2200" y="1093"/>
                    </a:cubicBezTo>
                    <a:cubicBezTo>
                      <a:pt x="2156" y="1186"/>
                      <a:pt x="2149" y="1279"/>
                      <a:pt x="2168" y="1379"/>
                    </a:cubicBezTo>
                    <a:cubicBezTo>
                      <a:pt x="2173" y="1407"/>
                      <a:pt x="2160" y="1449"/>
                      <a:pt x="2140" y="1470"/>
                    </a:cubicBezTo>
                    <a:cubicBezTo>
                      <a:pt x="2071" y="1542"/>
                      <a:pt x="2026" y="1623"/>
                      <a:pt x="2018" y="1723"/>
                    </a:cubicBezTo>
                    <a:cubicBezTo>
                      <a:pt x="2014" y="1763"/>
                      <a:pt x="1996" y="1790"/>
                      <a:pt x="1958" y="1805"/>
                    </a:cubicBezTo>
                    <a:cubicBezTo>
                      <a:pt x="1866" y="1843"/>
                      <a:pt x="1799" y="1907"/>
                      <a:pt x="1757" y="1996"/>
                    </a:cubicBezTo>
                    <a:cubicBezTo>
                      <a:pt x="1739" y="2035"/>
                      <a:pt x="1713" y="2053"/>
                      <a:pt x="1669" y="2055"/>
                    </a:cubicBezTo>
                    <a:cubicBezTo>
                      <a:pt x="1573" y="2059"/>
                      <a:pt x="1489" y="2095"/>
                      <a:pt x="1421" y="2163"/>
                    </a:cubicBezTo>
                    <a:cubicBezTo>
                      <a:pt x="1389" y="2195"/>
                      <a:pt x="1357" y="2205"/>
                      <a:pt x="1314" y="2190"/>
                    </a:cubicBezTo>
                    <a:cubicBezTo>
                      <a:pt x="1224" y="2160"/>
                      <a:pt x="1134" y="2166"/>
                      <a:pt x="1049" y="2206"/>
                    </a:cubicBezTo>
                    <a:cubicBezTo>
                      <a:pt x="1005" y="2226"/>
                      <a:pt x="971" y="2223"/>
                      <a:pt x="933" y="2194"/>
                    </a:cubicBezTo>
                    <a:cubicBezTo>
                      <a:pt x="859" y="2136"/>
                      <a:pt x="773" y="2110"/>
                      <a:pt x="679" y="2118"/>
                    </a:cubicBezTo>
                    <a:cubicBezTo>
                      <a:pt x="631" y="2122"/>
                      <a:pt x="600" y="2106"/>
                      <a:pt x="575" y="2065"/>
                    </a:cubicBezTo>
                    <a:cubicBezTo>
                      <a:pt x="526" y="1987"/>
                      <a:pt x="455" y="1934"/>
                      <a:pt x="366" y="1910"/>
                    </a:cubicBezTo>
                    <a:cubicBezTo>
                      <a:pt x="321" y="1897"/>
                      <a:pt x="296" y="1875"/>
                      <a:pt x="285" y="1827"/>
                    </a:cubicBezTo>
                    <a:cubicBezTo>
                      <a:pt x="269" y="1745"/>
                      <a:pt x="228" y="1671"/>
                      <a:pt x="160" y="1622"/>
                    </a:cubicBezTo>
                    <a:cubicBezTo>
                      <a:pt x="105" y="1582"/>
                      <a:pt x="76" y="1539"/>
                      <a:pt x="96" y="1479"/>
                    </a:cubicBezTo>
                    <a:close/>
                    <a:moveTo>
                      <a:pt x="1109" y="2139"/>
                    </a:moveTo>
                    <a:cubicBezTo>
                      <a:pt x="1163" y="2134"/>
                      <a:pt x="1218" y="2131"/>
                      <a:pt x="1271" y="2122"/>
                    </a:cubicBezTo>
                    <a:cubicBezTo>
                      <a:pt x="1851" y="2023"/>
                      <a:pt x="2220" y="1434"/>
                      <a:pt x="2069" y="851"/>
                    </a:cubicBezTo>
                    <a:cubicBezTo>
                      <a:pt x="1938" y="347"/>
                      <a:pt x="1469" y="30"/>
                      <a:pt x="964" y="103"/>
                    </a:cubicBezTo>
                    <a:cubicBezTo>
                      <a:pt x="514" y="168"/>
                      <a:pt x="168" y="550"/>
                      <a:pt x="123" y="1029"/>
                    </a:cubicBezTo>
                    <a:cubicBezTo>
                      <a:pt x="67" y="1615"/>
                      <a:pt x="530" y="2135"/>
                      <a:pt x="1109" y="21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5" name="Freeform 90"/>
              <p:cNvSpPr>
                <a:spLocks noEditPoints="1"/>
              </p:cNvSpPr>
              <p:nvPr/>
            </p:nvSpPr>
            <p:spPr bwMode="auto">
              <a:xfrm>
                <a:off x="1577" y="318"/>
                <a:ext cx="2608" cy="2607"/>
              </a:xfrm>
              <a:custGeom>
                <a:avLst/>
                <a:gdLst>
                  <a:gd name="T0" fmla="*/ 964 w 1927"/>
                  <a:gd name="T1" fmla="*/ 1926 h 1926"/>
                  <a:gd name="T2" fmla="*/ 1 w 1927"/>
                  <a:gd name="T3" fmla="*/ 962 h 1926"/>
                  <a:gd name="T4" fmla="*/ 967 w 1927"/>
                  <a:gd name="T5" fmla="*/ 1 h 1926"/>
                  <a:gd name="T6" fmla="*/ 1926 w 1927"/>
                  <a:gd name="T7" fmla="*/ 963 h 1926"/>
                  <a:gd name="T8" fmla="*/ 964 w 1927"/>
                  <a:gd name="T9" fmla="*/ 1926 h 1926"/>
                  <a:gd name="T10" fmla="*/ 962 w 1927"/>
                  <a:gd name="T11" fmla="*/ 1903 h 1926"/>
                  <a:gd name="T12" fmla="*/ 1902 w 1927"/>
                  <a:gd name="T13" fmla="*/ 969 h 1926"/>
                  <a:gd name="T14" fmla="*/ 968 w 1927"/>
                  <a:gd name="T15" fmla="*/ 26 h 1926"/>
                  <a:gd name="T16" fmla="*/ 25 w 1927"/>
                  <a:gd name="T17" fmla="*/ 961 h 1926"/>
                  <a:gd name="T18" fmla="*/ 962 w 1927"/>
                  <a:gd name="T19" fmla="*/ 1903 h 1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7" h="1926">
                    <a:moveTo>
                      <a:pt x="964" y="1926"/>
                    </a:moveTo>
                    <a:cubicBezTo>
                      <a:pt x="433" y="1926"/>
                      <a:pt x="0" y="1493"/>
                      <a:pt x="1" y="962"/>
                    </a:cubicBezTo>
                    <a:cubicBezTo>
                      <a:pt x="2" y="432"/>
                      <a:pt x="436" y="0"/>
                      <a:pt x="967" y="1"/>
                    </a:cubicBezTo>
                    <a:cubicBezTo>
                      <a:pt x="1495" y="2"/>
                      <a:pt x="1926" y="433"/>
                      <a:pt x="1926" y="963"/>
                    </a:cubicBezTo>
                    <a:cubicBezTo>
                      <a:pt x="1927" y="1495"/>
                      <a:pt x="1496" y="1926"/>
                      <a:pt x="964" y="1926"/>
                    </a:cubicBezTo>
                    <a:close/>
                    <a:moveTo>
                      <a:pt x="962" y="1903"/>
                    </a:moveTo>
                    <a:cubicBezTo>
                      <a:pt x="1477" y="1904"/>
                      <a:pt x="1899" y="1485"/>
                      <a:pt x="1902" y="969"/>
                    </a:cubicBezTo>
                    <a:cubicBezTo>
                      <a:pt x="1904" y="450"/>
                      <a:pt x="1485" y="27"/>
                      <a:pt x="968" y="26"/>
                    </a:cubicBezTo>
                    <a:cubicBezTo>
                      <a:pt x="449" y="25"/>
                      <a:pt x="28" y="443"/>
                      <a:pt x="25" y="961"/>
                    </a:cubicBezTo>
                    <a:cubicBezTo>
                      <a:pt x="23" y="1477"/>
                      <a:pt x="445" y="1902"/>
                      <a:pt x="962" y="19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6" name="Freeform 91"/>
              <p:cNvSpPr>
                <a:spLocks noEditPoints="1"/>
              </p:cNvSpPr>
              <p:nvPr/>
            </p:nvSpPr>
            <p:spPr bwMode="auto">
              <a:xfrm>
                <a:off x="2237" y="1173"/>
                <a:ext cx="1289" cy="953"/>
              </a:xfrm>
              <a:custGeom>
                <a:avLst/>
                <a:gdLst>
                  <a:gd name="T0" fmla="*/ 938 w 953"/>
                  <a:gd name="T1" fmla="*/ 198 h 704"/>
                  <a:gd name="T2" fmla="*/ 485 w 953"/>
                  <a:gd name="T3" fmla="*/ 3 h 704"/>
                  <a:gd name="T4" fmla="*/ 477 w 953"/>
                  <a:gd name="T5" fmla="*/ 0 h 704"/>
                  <a:gd name="T6" fmla="*/ 468 w 953"/>
                  <a:gd name="T7" fmla="*/ 3 h 704"/>
                  <a:gd name="T8" fmla="*/ 15 w 953"/>
                  <a:gd name="T9" fmla="*/ 198 h 704"/>
                  <a:gd name="T10" fmla="*/ 0 w 953"/>
                  <a:gd name="T11" fmla="*/ 223 h 704"/>
                  <a:gd name="T12" fmla="*/ 15 w 953"/>
                  <a:gd name="T13" fmla="*/ 249 h 704"/>
                  <a:gd name="T14" fmla="*/ 468 w 953"/>
                  <a:gd name="T15" fmla="*/ 444 h 704"/>
                  <a:gd name="T16" fmla="*/ 485 w 953"/>
                  <a:gd name="T17" fmla="*/ 444 h 704"/>
                  <a:gd name="T18" fmla="*/ 838 w 953"/>
                  <a:gd name="T19" fmla="*/ 293 h 704"/>
                  <a:gd name="T20" fmla="*/ 838 w 953"/>
                  <a:gd name="T21" fmla="*/ 448 h 704"/>
                  <a:gd name="T22" fmla="*/ 805 w 953"/>
                  <a:gd name="T23" fmla="*/ 505 h 704"/>
                  <a:gd name="T24" fmla="*/ 838 w 953"/>
                  <a:gd name="T25" fmla="*/ 562 h 704"/>
                  <a:gd name="T26" fmla="*/ 838 w 953"/>
                  <a:gd name="T27" fmla="*/ 615 h 704"/>
                  <a:gd name="T28" fmla="*/ 884 w 953"/>
                  <a:gd name="T29" fmla="*/ 615 h 704"/>
                  <a:gd name="T30" fmla="*/ 884 w 953"/>
                  <a:gd name="T31" fmla="*/ 562 h 704"/>
                  <a:gd name="T32" fmla="*/ 915 w 953"/>
                  <a:gd name="T33" fmla="*/ 505 h 704"/>
                  <a:gd name="T34" fmla="*/ 884 w 953"/>
                  <a:gd name="T35" fmla="*/ 448 h 704"/>
                  <a:gd name="T36" fmla="*/ 884 w 953"/>
                  <a:gd name="T37" fmla="*/ 272 h 704"/>
                  <a:gd name="T38" fmla="*/ 938 w 953"/>
                  <a:gd name="T39" fmla="*/ 249 h 704"/>
                  <a:gd name="T40" fmla="*/ 953 w 953"/>
                  <a:gd name="T41" fmla="*/ 223 h 704"/>
                  <a:gd name="T42" fmla="*/ 938 w 953"/>
                  <a:gd name="T43" fmla="*/ 198 h 704"/>
                  <a:gd name="T44" fmla="*/ 477 w 953"/>
                  <a:gd name="T45" fmla="*/ 483 h 704"/>
                  <a:gd name="T46" fmla="*/ 457 w 953"/>
                  <a:gd name="T47" fmla="*/ 479 h 704"/>
                  <a:gd name="T48" fmla="*/ 174 w 953"/>
                  <a:gd name="T49" fmla="*/ 358 h 704"/>
                  <a:gd name="T50" fmla="*/ 174 w 953"/>
                  <a:gd name="T51" fmla="*/ 526 h 704"/>
                  <a:gd name="T52" fmla="*/ 445 w 953"/>
                  <a:gd name="T53" fmla="*/ 704 h 704"/>
                  <a:gd name="T54" fmla="*/ 509 w 953"/>
                  <a:gd name="T55" fmla="*/ 704 h 704"/>
                  <a:gd name="T56" fmla="*/ 779 w 953"/>
                  <a:gd name="T57" fmla="*/ 526 h 704"/>
                  <a:gd name="T58" fmla="*/ 779 w 953"/>
                  <a:gd name="T59" fmla="*/ 358 h 704"/>
                  <a:gd name="T60" fmla="*/ 496 w 953"/>
                  <a:gd name="T61" fmla="*/ 479 h 704"/>
                  <a:gd name="T62" fmla="*/ 477 w 953"/>
                  <a:gd name="T63" fmla="*/ 483 h 7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53" h="704">
                    <a:moveTo>
                      <a:pt x="938" y="198"/>
                    </a:moveTo>
                    <a:cubicBezTo>
                      <a:pt x="485" y="3"/>
                      <a:pt x="485" y="3"/>
                      <a:pt x="485" y="3"/>
                    </a:cubicBezTo>
                    <a:cubicBezTo>
                      <a:pt x="483" y="2"/>
                      <a:pt x="480" y="0"/>
                      <a:pt x="477" y="0"/>
                    </a:cubicBezTo>
                    <a:cubicBezTo>
                      <a:pt x="473" y="0"/>
                      <a:pt x="470" y="2"/>
                      <a:pt x="468" y="3"/>
                    </a:cubicBezTo>
                    <a:cubicBezTo>
                      <a:pt x="15" y="198"/>
                      <a:pt x="15" y="198"/>
                      <a:pt x="15" y="198"/>
                    </a:cubicBezTo>
                    <a:cubicBezTo>
                      <a:pt x="5" y="202"/>
                      <a:pt x="0" y="211"/>
                      <a:pt x="0" y="223"/>
                    </a:cubicBezTo>
                    <a:cubicBezTo>
                      <a:pt x="0" y="234"/>
                      <a:pt x="5" y="245"/>
                      <a:pt x="15" y="249"/>
                    </a:cubicBezTo>
                    <a:cubicBezTo>
                      <a:pt x="468" y="444"/>
                      <a:pt x="468" y="444"/>
                      <a:pt x="468" y="444"/>
                    </a:cubicBezTo>
                    <a:cubicBezTo>
                      <a:pt x="473" y="447"/>
                      <a:pt x="480" y="447"/>
                      <a:pt x="485" y="444"/>
                    </a:cubicBezTo>
                    <a:cubicBezTo>
                      <a:pt x="838" y="293"/>
                      <a:pt x="838" y="293"/>
                      <a:pt x="838" y="293"/>
                    </a:cubicBezTo>
                    <a:cubicBezTo>
                      <a:pt x="838" y="448"/>
                      <a:pt x="838" y="448"/>
                      <a:pt x="838" y="448"/>
                    </a:cubicBezTo>
                    <a:cubicBezTo>
                      <a:pt x="819" y="457"/>
                      <a:pt x="805" y="479"/>
                      <a:pt x="805" y="505"/>
                    </a:cubicBezTo>
                    <a:cubicBezTo>
                      <a:pt x="805" y="530"/>
                      <a:pt x="819" y="551"/>
                      <a:pt x="838" y="562"/>
                    </a:cubicBezTo>
                    <a:cubicBezTo>
                      <a:pt x="838" y="615"/>
                      <a:pt x="838" y="615"/>
                      <a:pt x="838" y="615"/>
                    </a:cubicBezTo>
                    <a:cubicBezTo>
                      <a:pt x="884" y="615"/>
                      <a:pt x="884" y="615"/>
                      <a:pt x="884" y="615"/>
                    </a:cubicBezTo>
                    <a:cubicBezTo>
                      <a:pt x="884" y="562"/>
                      <a:pt x="884" y="562"/>
                      <a:pt x="884" y="562"/>
                    </a:cubicBezTo>
                    <a:cubicBezTo>
                      <a:pt x="903" y="551"/>
                      <a:pt x="915" y="530"/>
                      <a:pt x="915" y="505"/>
                    </a:cubicBezTo>
                    <a:cubicBezTo>
                      <a:pt x="915" y="479"/>
                      <a:pt x="903" y="457"/>
                      <a:pt x="884" y="448"/>
                    </a:cubicBezTo>
                    <a:cubicBezTo>
                      <a:pt x="884" y="272"/>
                      <a:pt x="884" y="272"/>
                      <a:pt x="884" y="272"/>
                    </a:cubicBezTo>
                    <a:cubicBezTo>
                      <a:pt x="938" y="249"/>
                      <a:pt x="938" y="249"/>
                      <a:pt x="938" y="249"/>
                    </a:cubicBezTo>
                    <a:cubicBezTo>
                      <a:pt x="948" y="245"/>
                      <a:pt x="953" y="234"/>
                      <a:pt x="953" y="223"/>
                    </a:cubicBezTo>
                    <a:cubicBezTo>
                      <a:pt x="953" y="211"/>
                      <a:pt x="948" y="202"/>
                      <a:pt x="938" y="198"/>
                    </a:cubicBezTo>
                    <a:close/>
                    <a:moveTo>
                      <a:pt x="477" y="483"/>
                    </a:moveTo>
                    <a:cubicBezTo>
                      <a:pt x="470" y="483"/>
                      <a:pt x="462" y="482"/>
                      <a:pt x="457" y="479"/>
                    </a:cubicBezTo>
                    <a:cubicBezTo>
                      <a:pt x="174" y="358"/>
                      <a:pt x="174" y="358"/>
                      <a:pt x="174" y="358"/>
                    </a:cubicBezTo>
                    <a:cubicBezTo>
                      <a:pt x="174" y="526"/>
                      <a:pt x="174" y="526"/>
                      <a:pt x="174" y="526"/>
                    </a:cubicBezTo>
                    <a:cubicBezTo>
                      <a:pt x="174" y="663"/>
                      <a:pt x="381" y="704"/>
                      <a:pt x="445" y="704"/>
                    </a:cubicBezTo>
                    <a:cubicBezTo>
                      <a:pt x="509" y="704"/>
                      <a:pt x="509" y="704"/>
                      <a:pt x="509" y="704"/>
                    </a:cubicBezTo>
                    <a:cubicBezTo>
                      <a:pt x="558" y="704"/>
                      <a:pt x="779" y="663"/>
                      <a:pt x="779" y="526"/>
                    </a:cubicBezTo>
                    <a:cubicBezTo>
                      <a:pt x="779" y="358"/>
                      <a:pt x="779" y="358"/>
                      <a:pt x="779" y="358"/>
                    </a:cubicBezTo>
                    <a:cubicBezTo>
                      <a:pt x="496" y="479"/>
                      <a:pt x="496" y="479"/>
                      <a:pt x="496" y="479"/>
                    </a:cubicBezTo>
                    <a:cubicBezTo>
                      <a:pt x="491" y="482"/>
                      <a:pt x="484" y="483"/>
                      <a:pt x="477" y="4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7" name="Freeform 92"/>
              <p:cNvSpPr/>
              <p:nvPr/>
            </p:nvSpPr>
            <p:spPr bwMode="auto">
              <a:xfrm>
                <a:off x="1702" y="1676"/>
                <a:ext cx="256" cy="138"/>
              </a:xfrm>
              <a:custGeom>
                <a:avLst/>
                <a:gdLst>
                  <a:gd name="T0" fmla="*/ 187 w 189"/>
                  <a:gd name="T1" fmla="*/ 49 h 102"/>
                  <a:gd name="T2" fmla="*/ 182 w 189"/>
                  <a:gd name="T3" fmla="*/ 84 h 102"/>
                  <a:gd name="T4" fmla="*/ 160 w 189"/>
                  <a:gd name="T5" fmla="*/ 102 h 102"/>
                  <a:gd name="T6" fmla="*/ 145 w 189"/>
                  <a:gd name="T7" fmla="*/ 78 h 102"/>
                  <a:gd name="T8" fmla="*/ 161 w 189"/>
                  <a:gd name="T9" fmla="*/ 54 h 102"/>
                  <a:gd name="T10" fmla="*/ 154 w 189"/>
                  <a:gd name="T11" fmla="*/ 39 h 102"/>
                  <a:gd name="T12" fmla="*/ 136 w 189"/>
                  <a:gd name="T13" fmla="*/ 36 h 102"/>
                  <a:gd name="T14" fmla="*/ 4 w 189"/>
                  <a:gd name="T15" fmla="*/ 49 h 102"/>
                  <a:gd name="T16" fmla="*/ 0 w 189"/>
                  <a:gd name="T17" fmla="*/ 16 h 102"/>
                  <a:gd name="T18" fmla="*/ 130 w 189"/>
                  <a:gd name="T19" fmla="*/ 2 h 102"/>
                  <a:gd name="T20" fmla="*/ 170 w 189"/>
                  <a:gd name="T21" fmla="*/ 12 h 102"/>
                  <a:gd name="T22" fmla="*/ 187 w 189"/>
                  <a:gd name="T23" fmla="*/ 4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2">
                    <a:moveTo>
                      <a:pt x="187" y="49"/>
                    </a:moveTo>
                    <a:cubicBezTo>
                      <a:pt x="189" y="63"/>
                      <a:pt x="187" y="75"/>
                      <a:pt x="182" y="84"/>
                    </a:cubicBezTo>
                    <a:cubicBezTo>
                      <a:pt x="177" y="92"/>
                      <a:pt x="169" y="99"/>
                      <a:pt x="160" y="102"/>
                    </a:cubicBezTo>
                    <a:cubicBezTo>
                      <a:pt x="145" y="78"/>
                      <a:pt x="145" y="78"/>
                      <a:pt x="145" y="78"/>
                    </a:cubicBezTo>
                    <a:cubicBezTo>
                      <a:pt x="157" y="74"/>
                      <a:pt x="162" y="66"/>
                      <a:pt x="161" y="54"/>
                    </a:cubicBezTo>
                    <a:cubicBezTo>
                      <a:pt x="160" y="47"/>
                      <a:pt x="158" y="42"/>
                      <a:pt x="154" y="39"/>
                    </a:cubicBezTo>
                    <a:cubicBezTo>
                      <a:pt x="149" y="36"/>
                      <a:pt x="144" y="35"/>
                      <a:pt x="136" y="36"/>
                    </a:cubicBezTo>
                    <a:cubicBezTo>
                      <a:pt x="4" y="49"/>
                      <a:pt x="4" y="49"/>
                      <a:pt x="4" y="49"/>
                    </a:cubicBezTo>
                    <a:cubicBezTo>
                      <a:pt x="0" y="16"/>
                      <a:pt x="0" y="16"/>
                      <a:pt x="0" y="16"/>
                    </a:cubicBezTo>
                    <a:cubicBezTo>
                      <a:pt x="130" y="2"/>
                      <a:pt x="130" y="2"/>
                      <a:pt x="130" y="2"/>
                    </a:cubicBezTo>
                    <a:cubicBezTo>
                      <a:pt x="147" y="0"/>
                      <a:pt x="160" y="4"/>
                      <a:pt x="170" y="12"/>
                    </a:cubicBezTo>
                    <a:cubicBezTo>
                      <a:pt x="180" y="20"/>
                      <a:pt x="185" y="32"/>
                      <a:pt x="187"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8" name="Freeform 93"/>
              <p:cNvSpPr/>
              <p:nvPr/>
            </p:nvSpPr>
            <p:spPr bwMode="auto">
              <a:xfrm>
                <a:off x="1702" y="1581"/>
                <a:ext cx="245" cy="54"/>
              </a:xfrm>
              <a:custGeom>
                <a:avLst/>
                <a:gdLst>
                  <a:gd name="T0" fmla="*/ 1 w 245"/>
                  <a:gd name="T1" fmla="*/ 0 h 54"/>
                  <a:gd name="T2" fmla="*/ 245 w 245"/>
                  <a:gd name="T3" fmla="*/ 8 h 54"/>
                  <a:gd name="T4" fmla="*/ 244 w 245"/>
                  <a:gd name="T5" fmla="*/ 54 h 54"/>
                  <a:gd name="T6" fmla="*/ 0 w 245"/>
                  <a:gd name="T7" fmla="*/ 46 h 54"/>
                  <a:gd name="T8" fmla="*/ 1 w 245"/>
                  <a:gd name="T9" fmla="*/ 0 h 54"/>
                </a:gdLst>
                <a:ahLst/>
                <a:cxnLst>
                  <a:cxn ang="0">
                    <a:pos x="T0" y="T1"/>
                  </a:cxn>
                  <a:cxn ang="0">
                    <a:pos x="T2" y="T3"/>
                  </a:cxn>
                  <a:cxn ang="0">
                    <a:pos x="T4" y="T5"/>
                  </a:cxn>
                  <a:cxn ang="0">
                    <a:pos x="T6" y="T7"/>
                  </a:cxn>
                  <a:cxn ang="0">
                    <a:pos x="T8" y="T9"/>
                  </a:cxn>
                </a:cxnLst>
                <a:rect l="0" t="0" r="r" b="b"/>
                <a:pathLst>
                  <a:path w="245" h="54">
                    <a:moveTo>
                      <a:pt x="1" y="0"/>
                    </a:moveTo>
                    <a:lnTo>
                      <a:pt x="245" y="8"/>
                    </a:lnTo>
                    <a:lnTo>
                      <a:pt x="244" y="54"/>
                    </a:lnTo>
                    <a:lnTo>
                      <a:pt x="0" y="46"/>
                    </a:ln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9" name="Freeform 94"/>
              <p:cNvSpPr/>
              <p:nvPr/>
            </p:nvSpPr>
            <p:spPr bwMode="auto">
              <a:xfrm>
                <a:off x="1706" y="1311"/>
                <a:ext cx="277" cy="241"/>
              </a:xfrm>
              <a:custGeom>
                <a:avLst/>
                <a:gdLst>
                  <a:gd name="T0" fmla="*/ 39 w 277"/>
                  <a:gd name="T1" fmla="*/ 0 h 241"/>
                  <a:gd name="T2" fmla="*/ 277 w 277"/>
                  <a:gd name="T3" fmla="*/ 48 h 241"/>
                  <a:gd name="T4" fmla="*/ 269 w 277"/>
                  <a:gd name="T5" fmla="*/ 88 h 241"/>
                  <a:gd name="T6" fmla="*/ 80 w 277"/>
                  <a:gd name="T7" fmla="*/ 168 h 241"/>
                  <a:gd name="T8" fmla="*/ 246 w 277"/>
                  <a:gd name="T9" fmla="*/ 201 h 241"/>
                  <a:gd name="T10" fmla="*/ 238 w 277"/>
                  <a:gd name="T11" fmla="*/ 241 h 241"/>
                  <a:gd name="T12" fmla="*/ 0 w 277"/>
                  <a:gd name="T13" fmla="*/ 194 h 241"/>
                  <a:gd name="T14" fmla="*/ 9 w 277"/>
                  <a:gd name="T15" fmla="*/ 147 h 241"/>
                  <a:gd name="T16" fmla="*/ 188 w 277"/>
                  <a:gd name="T17" fmla="*/ 72 h 241"/>
                  <a:gd name="T18" fmla="*/ 31 w 277"/>
                  <a:gd name="T19" fmla="*/ 41 h 241"/>
                  <a:gd name="T20" fmla="*/ 39 w 277"/>
                  <a:gd name="T21" fmla="*/ 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7" h="241">
                    <a:moveTo>
                      <a:pt x="39" y="0"/>
                    </a:moveTo>
                    <a:lnTo>
                      <a:pt x="277" y="48"/>
                    </a:lnTo>
                    <a:lnTo>
                      <a:pt x="269" y="88"/>
                    </a:lnTo>
                    <a:lnTo>
                      <a:pt x="80" y="168"/>
                    </a:lnTo>
                    <a:lnTo>
                      <a:pt x="246" y="201"/>
                    </a:lnTo>
                    <a:lnTo>
                      <a:pt x="238" y="241"/>
                    </a:lnTo>
                    <a:lnTo>
                      <a:pt x="0" y="194"/>
                    </a:lnTo>
                    <a:lnTo>
                      <a:pt x="9" y="147"/>
                    </a:lnTo>
                    <a:lnTo>
                      <a:pt x="188" y="72"/>
                    </a:lnTo>
                    <a:lnTo>
                      <a:pt x="31" y="41"/>
                    </a:lnTo>
                    <a:lnTo>
                      <a:pt x="3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0" name="Freeform 95"/>
              <p:cNvSpPr/>
              <p:nvPr/>
            </p:nvSpPr>
            <p:spPr bwMode="auto">
              <a:xfrm>
                <a:off x="1832" y="1015"/>
                <a:ext cx="249" cy="232"/>
              </a:xfrm>
              <a:custGeom>
                <a:avLst/>
                <a:gdLst>
                  <a:gd name="T0" fmla="*/ 27 w 184"/>
                  <a:gd name="T1" fmla="*/ 117 h 171"/>
                  <a:gd name="T2" fmla="*/ 7 w 184"/>
                  <a:gd name="T3" fmla="*/ 98 h 171"/>
                  <a:gd name="T4" fmla="*/ 1 w 184"/>
                  <a:gd name="T5" fmla="*/ 70 h 171"/>
                  <a:gd name="T6" fmla="*/ 11 w 184"/>
                  <a:gd name="T7" fmla="*/ 38 h 171"/>
                  <a:gd name="T8" fmla="*/ 39 w 184"/>
                  <a:gd name="T9" fmla="*/ 7 h 171"/>
                  <a:gd name="T10" fmla="*/ 74 w 184"/>
                  <a:gd name="T11" fmla="*/ 2 h 171"/>
                  <a:gd name="T12" fmla="*/ 72 w 184"/>
                  <a:gd name="T13" fmla="*/ 32 h 171"/>
                  <a:gd name="T14" fmla="*/ 52 w 184"/>
                  <a:gd name="T15" fmla="*/ 35 h 171"/>
                  <a:gd name="T16" fmla="*/ 37 w 184"/>
                  <a:gd name="T17" fmla="*/ 51 h 171"/>
                  <a:gd name="T18" fmla="*/ 31 w 184"/>
                  <a:gd name="T19" fmla="*/ 73 h 171"/>
                  <a:gd name="T20" fmla="*/ 42 w 184"/>
                  <a:gd name="T21" fmla="*/ 87 h 171"/>
                  <a:gd name="T22" fmla="*/ 59 w 184"/>
                  <a:gd name="T23" fmla="*/ 88 h 171"/>
                  <a:gd name="T24" fmla="*/ 80 w 184"/>
                  <a:gd name="T25" fmla="*/ 69 h 171"/>
                  <a:gd name="T26" fmla="*/ 118 w 184"/>
                  <a:gd name="T27" fmla="*/ 39 h 171"/>
                  <a:gd name="T28" fmla="*/ 157 w 184"/>
                  <a:gd name="T29" fmla="*/ 45 h 171"/>
                  <a:gd name="T30" fmla="*/ 178 w 184"/>
                  <a:gd name="T31" fmla="*/ 66 h 171"/>
                  <a:gd name="T32" fmla="*/ 183 w 184"/>
                  <a:gd name="T33" fmla="*/ 95 h 171"/>
                  <a:gd name="T34" fmla="*/ 173 w 184"/>
                  <a:gd name="T35" fmla="*/ 129 h 171"/>
                  <a:gd name="T36" fmla="*/ 142 w 184"/>
                  <a:gd name="T37" fmla="*/ 162 h 171"/>
                  <a:gd name="T38" fmla="*/ 104 w 184"/>
                  <a:gd name="T39" fmla="*/ 168 h 171"/>
                  <a:gd name="T40" fmla="*/ 106 w 184"/>
                  <a:gd name="T41" fmla="*/ 137 h 171"/>
                  <a:gd name="T42" fmla="*/ 130 w 184"/>
                  <a:gd name="T43" fmla="*/ 134 h 171"/>
                  <a:gd name="T44" fmla="*/ 148 w 184"/>
                  <a:gd name="T45" fmla="*/ 115 h 171"/>
                  <a:gd name="T46" fmla="*/ 154 w 184"/>
                  <a:gd name="T47" fmla="*/ 91 h 171"/>
                  <a:gd name="T48" fmla="*/ 141 w 184"/>
                  <a:gd name="T49" fmla="*/ 75 h 171"/>
                  <a:gd name="T50" fmla="*/ 122 w 184"/>
                  <a:gd name="T51" fmla="*/ 74 h 171"/>
                  <a:gd name="T52" fmla="*/ 98 w 184"/>
                  <a:gd name="T53" fmla="*/ 95 h 171"/>
                  <a:gd name="T54" fmla="*/ 63 w 184"/>
                  <a:gd name="T55" fmla="*/ 122 h 171"/>
                  <a:gd name="T56" fmla="*/ 27 w 184"/>
                  <a:gd name="T57" fmla="*/ 11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4" h="171">
                    <a:moveTo>
                      <a:pt x="27" y="117"/>
                    </a:moveTo>
                    <a:cubicBezTo>
                      <a:pt x="18" y="112"/>
                      <a:pt x="11" y="106"/>
                      <a:pt x="7" y="98"/>
                    </a:cubicBezTo>
                    <a:cubicBezTo>
                      <a:pt x="2" y="90"/>
                      <a:pt x="0" y="80"/>
                      <a:pt x="1" y="70"/>
                    </a:cubicBezTo>
                    <a:cubicBezTo>
                      <a:pt x="2" y="60"/>
                      <a:pt x="5" y="49"/>
                      <a:pt x="11" y="38"/>
                    </a:cubicBezTo>
                    <a:cubicBezTo>
                      <a:pt x="19" y="24"/>
                      <a:pt x="28" y="13"/>
                      <a:pt x="39" y="7"/>
                    </a:cubicBezTo>
                    <a:cubicBezTo>
                      <a:pt x="50" y="1"/>
                      <a:pt x="61" y="0"/>
                      <a:pt x="74" y="2"/>
                    </a:cubicBezTo>
                    <a:cubicBezTo>
                      <a:pt x="72" y="32"/>
                      <a:pt x="72" y="32"/>
                      <a:pt x="72" y="32"/>
                    </a:cubicBezTo>
                    <a:cubicBezTo>
                      <a:pt x="64" y="31"/>
                      <a:pt x="58" y="32"/>
                      <a:pt x="52" y="35"/>
                    </a:cubicBezTo>
                    <a:cubicBezTo>
                      <a:pt x="46" y="38"/>
                      <a:pt x="41" y="43"/>
                      <a:pt x="37" y="51"/>
                    </a:cubicBezTo>
                    <a:cubicBezTo>
                      <a:pt x="32" y="59"/>
                      <a:pt x="30" y="67"/>
                      <a:pt x="31" y="73"/>
                    </a:cubicBezTo>
                    <a:cubicBezTo>
                      <a:pt x="32" y="79"/>
                      <a:pt x="36" y="83"/>
                      <a:pt x="42" y="87"/>
                    </a:cubicBezTo>
                    <a:cubicBezTo>
                      <a:pt x="48" y="90"/>
                      <a:pt x="54" y="90"/>
                      <a:pt x="59" y="88"/>
                    </a:cubicBezTo>
                    <a:cubicBezTo>
                      <a:pt x="65" y="85"/>
                      <a:pt x="72" y="79"/>
                      <a:pt x="80" y="69"/>
                    </a:cubicBezTo>
                    <a:cubicBezTo>
                      <a:pt x="93" y="53"/>
                      <a:pt x="106" y="43"/>
                      <a:pt x="118" y="39"/>
                    </a:cubicBezTo>
                    <a:cubicBezTo>
                      <a:pt x="130" y="35"/>
                      <a:pt x="143" y="37"/>
                      <a:pt x="157" y="45"/>
                    </a:cubicBezTo>
                    <a:cubicBezTo>
                      <a:pt x="166" y="50"/>
                      <a:pt x="173" y="57"/>
                      <a:pt x="178" y="66"/>
                    </a:cubicBezTo>
                    <a:cubicBezTo>
                      <a:pt x="182" y="74"/>
                      <a:pt x="184" y="84"/>
                      <a:pt x="183" y="95"/>
                    </a:cubicBezTo>
                    <a:cubicBezTo>
                      <a:pt x="183" y="106"/>
                      <a:pt x="179" y="118"/>
                      <a:pt x="173" y="129"/>
                    </a:cubicBezTo>
                    <a:cubicBezTo>
                      <a:pt x="164" y="144"/>
                      <a:pt x="154" y="155"/>
                      <a:pt x="142" y="162"/>
                    </a:cubicBezTo>
                    <a:cubicBezTo>
                      <a:pt x="130" y="169"/>
                      <a:pt x="118" y="171"/>
                      <a:pt x="104" y="168"/>
                    </a:cubicBezTo>
                    <a:cubicBezTo>
                      <a:pt x="106" y="137"/>
                      <a:pt x="106" y="137"/>
                      <a:pt x="106" y="137"/>
                    </a:cubicBezTo>
                    <a:cubicBezTo>
                      <a:pt x="115" y="139"/>
                      <a:pt x="122" y="138"/>
                      <a:pt x="130" y="134"/>
                    </a:cubicBezTo>
                    <a:cubicBezTo>
                      <a:pt x="137" y="131"/>
                      <a:pt x="143" y="124"/>
                      <a:pt x="148" y="115"/>
                    </a:cubicBezTo>
                    <a:cubicBezTo>
                      <a:pt x="153" y="106"/>
                      <a:pt x="155" y="98"/>
                      <a:pt x="154" y="91"/>
                    </a:cubicBezTo>
                    <a:cubicBezTo>
                      <a:pt x="152" y="84"/>
                      <a:pt x="148" y="79"/>
                      <a:pt x="141" y="75"/>
                    </a:cubicBezTo>
                    <a:cubicBezTo>
                      <a:pt x="135" y="71"/>
                      <a:pt x="128" y="71"/>
                      <a:pt x="122" y="74"/>
                    </a:cubicBezTo>
                    <a:cubicBezTo>
                      <a:pt x="115" y="77"/>
                      <a:pt x="107" y="84"/>
                      <a:pt x="98" y="95"/>
                    </a:cubicBezTo>
                    <a:cubicBezTo>
                      <a:pt x="87" y="109"/>
                      <a:pt x="75" y="119"/>
                      <a:pt x="63" y="122"/>
                    </a:cubicBezTo>
                    <a:cubicBezTo>
                      <a:pt x="51" y="126"/>
                      <a:pt x="39" y="124"/>
                      <a:pt x="27" y="1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1" name="Freeform 96"/>
              <p:cNvSpPr/>
              <p:nvPr/>
            </p:nvSpPr>
            <p:spPr bwMode="auto">
              <a:xfrm>
                <a:off x="1933" y="784"/>
                <a:ext cx="314" cy="310"/>
              </a:xfrm>
              <a:custGeom>
                <a:avLst/>
                <a:gdLst>
                  <a:gd name="T0" fmla="*/ 133 w 314"/>
                  <a:gd name="T1" fmla="*/ 0 h 310"/>
                  <a:gd name="T2" fmla="*/ 314 w 314"/>
                  <a:gd name="T3" fmla="*/ 161 h 310"/>
                  <a:gd name="T4" fmla="*/ 283 w 314"/>
                  <a:gd name="T5" fmla="*/ 196 h 310"/>
                  <a:gd name="T6" fmla="*/ 203 w 314"/>
                  <a:gd name="T7" fmla="*/ 124 h 310"/>
                  <a:gd name="T8" fmla="*/ 132 w 314"/>
                  <a:gd name="T9" fmla="*/ 203 h 310"/>
                  <a:gd name="T10" fmla="*/ 213 w 314"/>
                  <a:gd name="T11" fmla="*/ 274 h 310"/>
                  <a:gd name="T12" fmla="*/ 182 w 314"/>
                  <a:gd name="T13" fmla="*/ 310 h 310"/>
                  <a:gd name="T14" fmla="*/ 0 w 314"/>
                  <a:gd name="T15" fmla="*/ 147 h 310"/>
                  <a:gd name="T16" fmla="*/ 31 w 314"/>
                  <a:gd name="T17" fmla="*/ 113 h 310"/>
                  <a:gd name="T18" fmla="*/ 103 w 314"/>
                  <a:gd name="T19" fmla="*/ 177 h 310"/>
                  <a:gd name="T20" fmla="*/ 175 w 314"/>
                  <a:gd name="T21" fmla="*/ 98 h 310"/>
                  <a:gd name="T22" fmla="*/ 102 w 314"/>
                  <a:gd name="T23" fmla="*/ 34 h 310"/>
                  <a:gd name="T24" fmla="*/ 133 w 314"/>
                  <a:gd name="T25"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4" h="310">
                    <a:moveTo>
                      <a:pt x="133" y="0"/>
                    </a:moveTo>
                    <a:lnTo>
                      <a:pt x="314" y="161"/>
                    </a:lnTo>
                    <a:lnTo>
                      <a:pt x="283" y="196"/>
                    </a:lnTo>
                    <a:lnTo>
                      <a:pt x="203" y="124"/>
                    </a:lnTo>
                    <a:lnTo>
                      <a:pt x="132" y="203"/>
                    </a:lnTo>
                    <a:lnTo>
                      <a:pt x="213" y="274"/>
                    </a:lnTo>
                    <a:lnTo>
                      <a:pt x="182" y="310"/>
                    </a:lnTo>
                    <a:lnTo>
                      <a:pt x="0" y="147"/>
                    </a:lnTo>
                    <a:lnTo>
                      <a:pt x="31" y="113"/>
                    </a:lnTo>
                    <a:lnTo>
                      <a:pt x="103" y="177"/>
                    </a:lnTo>
                    <a:lnTo>
                      <a:pt x="175" y="98"/>
                    </a:lnTo>
                    <a:lnTo>
                      <a:pt x="102" y="34"/>
                    </a:lnTo>
                    <a:lnTo>
                      <a:pt x="1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2" name="Freeform 97"/>
              <p:cNvSpPr>
                <a:spLocks noEditPoints="1"/>
              </p:cNvSpPr>
              <p:nvPr/>
            </p:nvSpPr>
            <p:spPr bwMode="auto">
              <a:xfrm>
                <a:off x="2184" y="658"/>
                <a:ext cx="251" cy="279"/>
              </a:xfrm>
              <a:custGeom>
                <a:avLst/>
                <a:gdLst>
                  <a:gd name="T0" fmla="*/ 161 w 251"/>
                  <a:gd name="T1" fmla="*/ 141 h 279"/>
                  <a:gd name="T2" fmla="*/ 90 w 251"/>
                  <a:gd name="T3" fmla="*/ 191 h 279"/>
                  <a:gd name="T4" fmla="*/ 111 w 251"/>
                  <a:gd name="T5" fmla="*/ 252 h 279"/>
                  <a:gd name="T6" fmla="*/ 71 w 251"/>
                  <a:gd name="T7" fmla="*/ 279 h 279"/>
                  <a:gd name="T8" fmla="*/ 0 w 251"/>
                  <a:gd name="T9" fmla="*/ 32 h 279"/>
                  <a:gd name="T10" fmla="*/ 47 w 251"/>
                  <a:gd name="T11" fmla="*/ 0 h 279"/>
                  <a:gd name="T12" fmla="*/ 251 w 251"/>
                  <a:gd name="T13" fmla="*/ 153 h 279"/>
                  <a:gd name="T14" fmla="*/ 211 w 251"/>
                  <a:gd name="T15" fmla="*/ 181 h 279"/>
                  <a:gd name="T16" fmla="*/ 161 w 251"/>
                  <a:gd name="T17" fmla="*/ 141 h 279"/>
                  <a:gd name="T18" fmla="*/ 130 w 251"/>
                  <a:gd name="T19" fmla="*/ 116 h 279"/>
                  <a:gd name="T20" fmla="*/ 43 w 251"/>
                  <a:gd name="T21" fmla="*/ 47 h 279"/>
                  <a:gd name="T22" fmla="*/ 78 w 251"/>
                  <a:gd name="T23" fmla="*/ 151 h 279"/>
                  <a:gd name="T24" fmla="*/ 130 w 251"/>
                  <a:gd name="T25" fmla="*/ 116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1" h="279">
                    <a:moveTo>
                      <a:pt x="161" y="141"/>
                    </a:moveTo>
                    <a:lnTo>
                      <a:pt x="90" y="191"/>
                    </a:lnTo>
                    <a:lnTo>
                      <a:pt x="111" y="252"/>
                    </a:lnTo>
                    <a:lnTo>
                      <a:pt x="71" y="279"/>
                    </a:lnTo>
                    <a:lnTo>
                      <a:pt x="0" y="32"/>
                    </a:lnTo>
                    <a:lnTo>
                      <a:pt x="47" y="0"/>
                    </a:lnTo>
                    <a:lnTo>
                      <a:pt x="251" y="153"/>
                    </a:lnTo>
                    <a:lnTo>
                      <a:pt x="211" y="181"/>
                    </a:lnTo>
                    <a:lnTo>
                      <a:pt x="161" y="141"/>
                    </a:lnTo>
                    <a:close/>
                    <a:moveTo>
                      <a:pt x="130" y="116"/>
                    </a:moveTo>
                    <a:lnTo>
                      <a:pt x="43" y="47"/>
                    </a:lnTo>
                    <a:lnTo>
                      <a:pt x="78" y="151"/>
                    </a:lnTo>
                    <a:lnTo>
                      <a:pt x="130" y="1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3" name="Freeform 98"/>
              <p:cNvSpPr/>
              <p:nvPr/>
            </p:nvSpPr>
            <p:spPr bwMode="auto">
              <a:xfrm>
                <a:off x="2360" y="509"/>
                <a:ext cx="272" cy="298"/>
              </a:xfrm>
              <a:custGeom>
                <a:avLst/>
                <a:gdLst>
                  <a:gd name="T0" fmla="*/ 184 w 272"/>
                  <a:gd name="T1" fmla="*/ 0 h 298"/>
                  <a:gd name="T2" fmla="*/ 272 w 272"/>
                  <a:gd name="T3" fmla="*/ 226 h 298"/>
                  <a:gd name="T4" fmla="*/ 232 w 272"/>
                  <a:gd name="T5" fmla="*/ 241 h 298"/>
                  <a:gd name="T6" fmla="*/ 65 w 272"/>
                  <a:gd name="T7" fmla="*/ 124 h 298"/>
                  <a:gd name="T8" fmla="*/ 127 w 272"/>
                  <a:gd name="T9" fmla="*/ 283 h 298"/>
                  <a:gd name="T10" fmla="*/ 88 w 272"/>
                  <a:gd name="T11" fmla="*/ 298 h 298"/>
                  <a:gd name="T12" fmla="*/ 0 w 272"/>
                  <a:gd name="T13" fmla="*/ 72 h 298"/>
                  <a:gd name="T14" fmla="*/ 44 w 272"/>
                  <a:gd name="T15" fmla="*/ 54 h 298"/>
                  <a:gd name="T16" fmla="*/ 204 w 272"/>
                  <a:gd name="T17" fmla="*/ 165 h 298"/>
                  <a:gd name="T18" fmla="*/ 144 w 272"/>
                  <a:gd name="T19" fmla="*/ 15 h 298"/>
                  <a:gd name="T20" fmla="*/ 184 w 272"/>
                  <a:gd name="T2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298">
                    <a:moveTo>
                      <a:pt x="184" y="0"/>
                    </a:moveTo>
                    <a:lnTo>
                      <a:pt x="272" y="226"/>
                    </a:lnTo>
                    <a:lnTo>
                      <a:pt x="232" y="241"/>
                    </a:lnTo>
                    <a:lnTo>
                      <a:pt x="65" y="124"/>
                    </a:lnTo>
                    <a:lnTo>
                      <a:pt x="127" y="283"/>
                    </a:lnTo>
                    <a:lnTo>
                      <a:pt x="88" y="298"/>
                    </a:lnTo>
                    <a:lnTo>
                      <a:pt x="0" y="72"/>
                    </a:lnTo>
                    <a:lnTo>
                      <a:pt x="44" y="54"/>
                    </a:lnTo>
                    <a:lnTo>
                      <a:pt x="204" y="165"/>
                    </a:lnTo>
                    <a:lnTo>
                      <a:pt x="144" y="15"/>
                    </a:lnTo>
                    <a:lnTo>
                      <a:pt x="18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4" name="Freeform 99"/>
              <p:cNvSpPr/>
              <p:nvPr/>
            </p:nvSpPr>
            <p:spPr bwMode="auto">
              <a:xfrm>
                <a:off x="2726" y="462"/>
                <a:ext cx="205" cy="251"/>
              </a:xfrm>
              <a:custGeom>
                <a:avLst/>
                <a:gdLst>
                  <a:gd name="T0" fmla="*/ 81 w 151"/>
                  <a:gd name="T1" fmla="*/ 185 h 186"/>
                  <a:gd name="T2" fmla="*/ 42 w 151"/>
                  <a:gd name="T3" fmla="*/ 179 h 186"/>
                  <a:gd name="T4" fmla="*/ 16 w 151"/>
                  <a:gd name="T5" fmla="*/ 156 h 186"/>
                  <a:gd name="T6" fmla="*/ 5 w 151"/>
                  <a:gd name="T7" fmla="*/ 121 h 186"/>
                  <a:gd name="T8" fmla="*/ 0 w 151"/>
                  <a:gd name="T9" fmla="*/ 6 h 186"/>
                  <a:gd name="T10" fmla="*/ 32 w 151"/>
                  <a:gd name="T11" fmla="*/ 5 h 186"/>
                  <a:gd name="T12" fmla="*/ 37 w 151"/>
                  <a:gd name="T13" fmla="*/ 117 h 186"/>
                  <a:gd name="T14" fmla="*/ 48 w 151"/>
                  <a:gd name="T15" fmla="*/ 148 h 186"/>
                  <a:gd name="T16" fmla="*/ 79 w 151"/>
                  <a:gd name="T17" fmla="*/ 158 h 186"/>
                  <a:gd name="T18" fmla="*/ 107 w 151"/>
                  <a:gd name="T19" fmla="*/ 145 h 186"/>
                  <a:gd name="T20" fmla="*/ 116 w 151"/>
                  <a:gd name="T21" fmla="*/ 113 h 186"/>
                  <a:gd name="T22" fmla="*/ 111 w 151"/>
                  <a:gd name="T23" fmla="*/ 1 h 186"/>
                  <a:gd name="T24" fmla="*/ 145 w 151"/>
                  <a:gd name="T25" fmla="*/ 0 h 186"/>
                  <a:gd name="T26" fmla="*/ 150 w 151"/>
                  <a:gd name="T27" fmla="*/ 114 h 186"/>
                  <a:gd name="T28" fmla="*/ 143 w 151"/>
                  <a:gd name="T29" fmla="*/ 151 h 186"/>
                  <a:gd name="T30" fmla="*/ 119 w 151"/>
                  <a:gd name="T31" fmla="*/ 175 h 186"/>
                  <a:gd name="T32" fmla="*/ 81 w 151"/>
                  <a:gd name="T33" fmla="*/ 18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1" h="186">
                    <a:moveTo>
                      <a:pt x="81" y="185"/>
                    </a:moveTo>
                    <a:cubicBezTo>
                      <a:pt x="66" y="186"/>
                      <a:pt x="53" y="184"/>
                      <a:pt x="42" y="179"/>
                    </a:cubicBezTo>
                    <a:cubicBezTo>
                      <a:pt x="31" y="174"/>
                      <a:pt x="22" y="166"/>
                      <a:pt x="16" y="156"/>
                    </a:cubicBezTo>
                    <a:cubicBezTo>
                      <a:pt x="9" y="146"/>
                      <a:pt x="6" y="134"/>
                      <a:pt x="5" y="121"/>
                    </a:cubicBezTo>
                    <a:cubicBezTo>
                      <a:pt x="0" y="6"/>
                      <a:pt x="0" y="6"/>
                      <a:pt x="0" y="6"/>
                    </a:cubicBezTo>
                    <a:cubicBezTo>
                      <a:pt x="32" y="5"/>
                      <a:pt x="32" y="5"/>
                      <a:pt x="32" y="5"/>
                    </a:cubicBezTo>
                    <a:cubicBezTo>
                      <a:pt x="37" y="117"/>
                      <a:pt x="37" y="117"/>
                      <a:pt x="37" y="117"/>
                    </a:cubicBezTo>
                    <a:cubicBezTo>
                      <a:pt x="37" y="131"/>
                      <a:pt x="41" y="141"/>
                      <a:pt x="48" y="148"/>
                    </a:cubicBezTo>
                    <a:cubicBezTo>
                      <a:pt x="56" y="155"/>
                      <a:pt x="66" y="158"/>
                      <a:pt x="79" y="158"/>
                    </a:cubicBezTo>
                    <a:cubicBezTo>
                      <a:pt x="91" y="157"/>
                      <a:pt x="101" y="153"/>
                      <a:pt x="107" y="145"/>
                    </a:cubicBezTo>
                    <a:cubicBezTo>
                      <a:pt x="114" y="138"/>
                      <a:pt x="117" y="127"/>
                      <a:pt x="116" y="113"/>
                    </a:cubicBezTo>
                    <a:cubicBezTo>
                      <a:pt x="111" y="1"/>
                      <a:pt x="111" y="1"/>
                      <a:pt x="111" y="1"/>
                    </a:cubicBezTo>
                    <a:cubicBezTo>
                      <a:pt x="145" y="0"/>
                      <a:pt x="145" y="0"/>
                      <a:pt x="145" y="0"/>
                    </a:cubicBezTo>
                    <a:cubicBezTo>
                      <a:pt x="150" y="114"/>
                      <a:pt x="150" y="114"/>
                      <a:pt x="150" y="114"/>
                    </a:cubicBezTo>
                    <a:cubicBezTo>
                      <a:pt x="151" y="128"/>
                      <a:pt x="149" y="140"/>
                      <a:pt x="143" y="151"/>
                    </a:cubicBezTo>
                    <a:cubicBezTo>
                      <a:pt x="138" y="161"/>
                      <a:pt x="130" y="169"/>
                      <a:pt x="119" y="175"/>
                    </a:cubicBezTo>
                    <a:cubicBezTo>
                      <a:pt x="108" y="181"/>
                      <a:pt x="96" y="184"/>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5" name="Freeform 100"/>
              <p:cNvSpPr/>
              <p:nvPr/>
            </p:nvSpPr>
            <p:spPr bwMode="auto">
              <a:xfrm>
                <a:off x="2961" y="467"/>
                <a:ext cx="242" cy="277"/>
              </a:xfrm>
              <a:custGeom>
                <a:avLst/>
                <a:gdLst>
                  <a:gd name="T0" fmla="*/ 242 w 242"/>
                  <a:gd name="T1" fmla="*/ 39 h 277"/>
                  <a:gd name="T2" fmla="*/ 194 w 242"/>
                  <a:gd name="T3" fmla="*/ 277 h 277"/>
                  <a:gd name="T4" fmla="*/ 152 w 242"/>
                  <a:gd name="T5" fmla="*/ 269 h 277"/>
                  <a:gd name="T6" fmla="*/ 74 w 242"/>
                  <a:gd name="T7" fmla="*/ 80 h 277"/>
                  <a:gd name="T8" fmla="*/ 42 w 242"/>
                  <a:gd name="T9" fmla="*/ 248 h 277"/>
                  <a:gd name="T10" fmla="*/ 0 w 242"/>
                  <a:gd name="T11" fmla="*/ 240 h 277"/>
                  <a:gd name="T12" fmla="*/ 47 w 242"/>
                  <a:gd name="T13" fmla="*/ 0 h 277"/>
                  <a:gd name="T14" fmla="*/ 96 w 242"/>
                  <a:gd name="T15" fmla="*/ 9 h 277"/>
                  <a:gd name="T16" fmla="*/ 169 w 242"/>
                  <a:gd name="T17" fmla="*/ 189 h 277"/>
                  <a:gd name="T18" fmla="*/ 201 w 242"/>
                  <a:gd name="T19" fmla="*/ 31 h 277"/>
                  <a:gd name="T20" fmla="*/ 242 w 242"/>
                  <a:gd name="T21" fmla="*/ 39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277">
                    <a:moveTo>
                      <a:pt x="242" y="39"/>
                    </a:moveTo>
                    <a:lnTo>
                      <a:pt x="194" y="277"/>
                    </a:lnTo>
                    <a:lnTo>
                      <a:pt x="152" y="269"/>
                    </a:lnTo>
                    <a:lnTo>
                      <a:pt x="74" y="80"/>
                    </a:lnTo>
                    <a:lnTo>
                      <a:pt x="42" y="248"/>
                    </a:lnTo>
                    <a:lnTo>
                      <a:pt x="0" y="240"/>
                    </a:lnTo>
                    <a:lnTo>
                      <a:pt x="47" y="0"/>
                    </a:lnTo>
                    <a:lnTo>
                      <a:pt x="96" y="9"/>
                    </a:lnTo>
                    <a:lnTo>
                      <a:pt x="169" y="189"/>
                    </a:lnTo>
                    <a:lnTo>
                      <a:pt x="201" y="31"/>
                    </a:lnTo>
                    <a:lnTo>
                      <a:pt x="242" y="3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6" name="Freeform 101"/>
              <p:cNvSpPr/>
              <p:nvPr/>
            </p:nvSpPr>
            <p:spPr bwMode="auto">
              <a:xfrm>
                <a:off x="3187" y="533"/>
                <a:ext cx="130" cy="244"/>
              </a:xfrm>
              <a:custGeom>
                <a:avLst/>
                <a:gdLst>
                  <a:gd name="T0" fmla="*/ 130 w 130"/>
                  <a:gd name="T1" fmla="*/ 17 h 244"/>
                  <a:gd name="T2" fmla="*/ 43 w 130"/>
                  <a:gd name="T3" fmla="*/ 244 h 244"/>
                  <a:gd name="T4" fmla="*/ 0 w 130"/>
                  <a:gd name="T5" fmla="*/ 228 h 244"/>
                  <a:gd name="T6" fmla="*/ 86 w 130"/>
                  <a:gd name="T7" fmla="*/ 0 h 244"/>
                  <a:gd name="T8" fmla="*/ 130 w 130"/>
                  <a:gd name="T9" fmla="*/ 17 h 244"/>
                </a:gdLst>
                <a:ahLst/>
                <a:cxnLst>
                  <a:cxn ang="0">
                    <a:pos x="T0" y="T1"/>
                  </a:cxn>
                  <a:cxn ang="0">
                    <a:pos x="T2" y="T3"/>
                  </a:cxn>
                  <a:cxn ang="0">
                    <a:pos x="T4" y="T5"/>
                  </a:cxn>
                  <a:cxn ang="0">
                    <a:pos x="T6" y="T7"/>
                  </a:cxn>
                  <a:cxn ang="0">
                    <a:pos x="T8" y="T9"/>
                  </a:cxn>
                </a:cxnLst>
                <a:rect l="0" t="0" r="r" b="b"/>
                <a:pathLst>
                  <a:path w="130" h="244">
                    <a:moveTo>
                      <a:pt x="130" y="17"/>
                    </a:moveTo>
                    <a:lnTo>
                      <a:pt x="43" y="244"/>
                    </a:lnTo>
                    <a:lnTo>
                      <a:pt x="0" y="228"/>
                    </a:lnTo>
                    <a:lnTo>
                      <a:pt x="86" y="0"/>
                    </a:lnTo>
                    <a:lnTo>
                      <a:pt x="130"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7" name="Freeform 102"/>
              <p:cNvSpPr/>
              <p:nvPr/>
            </p:nvSpPr>
            <p:spPr bwMode="auto">
              <a:xfrm>
                <a:off x="3321" y="568"/>
                <a:ext cx="240" cy="279"/>
              </a:xfrm>
              <a:custGeom>
                <a:avLst/>
                <a:gdLst>
                  <a:gd name="T0" fmla="*/ 240 w 240"/>
                  <a:gd name="T1" fmla="*/ 110 h 279"/>
                  <a:gd name="T2" fmla="*/ 48 w 240"/>
                  <a:gd name="T3" fmla="*/ 279 h 279"/>
                  <a:gd name="T4" fmla="*/ 0 w 240"/>
                  <a:gd name="T5" fmla="*/ 251 h 279"/>
                  <a:gd name="T6" fmla="*/ 51 w 240"/>
                  <a:gd name="T7" fmla="*/ 0 h 279"/>
                  <a:gd name="T8" fmla="*/ 94 w 240"/>
                  <a:gd name="T9" fmla="*/ 25 h 279"/>
                  <a:gd name="T10" fmla="*/ 44 w 240"/>
                  <a:gd name="T11" fmla="*/ 235 h 279"/>
                  <a:gd name="T12" fmla="*/ 200 w 240"/>
                  <a:gd name="T13" fmla="*/ 87 h 279"/>
                  <a:gd name="T14" fmla="*/ 240 w 240"/>
                  <a:gd name="T15" fmla="*/ 110 h 2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0" h="279">
                    <a:moveTo>
                      <a:pt x="240" y="110"/>
                    </a:moveTo>
                    <a:lnTo>
                      <a:pt x="48" y="279"/>
                    </a:lnTo>
                    <a:lnTo>
                      <a:pt x="0" y="251"/>
                    </a:lnTo>
                    <a:lnTo>
                      <a:pt x="51" y="0"/>
                    </a:lnTo>
                    <a:lnTo>
                      <a:pt x="94" y="25"/>
                    </a:lnTo>
                    <a:lnTo>
                      <a:pt x="44" y="235"/>
                    </a:lnTo>
                    <a:lnTo>
                      <a:pt x="200" y="87"/>
                    </a:lnTo>
                    <a:lnTo>
                      <a:pt x="240" y="1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8" name="Freeform 103"/>
              <p:cNvSpPr/>
              <p:nvPr/>
            </p:nvSpPr>
            <p:spPr bwMode="auto">
              <a:xfrm>
                <a:off x="3449" y="720"/>
                <a:ext cx="275" cy="280"/>
              </a:xfrm>
              <a:custGeom>
                <a:avLst/>
                <a:gdLst>
                  <a:gd name="T0" fmla="*/ 172 w 275"/>
                  <a:gd name="T1" fmla="*/ 60 h 280"/>
                  <a:gd name="T2" fmla="*/ 133 w 275"/>
                  <a:gd name="T3" fmla="*/ 102 h 280"/>
                  <a:gd name="T4" fmla="*/ 204 w 275"/>
                  <a:gd name="T5" fmla="*/ 168 h 280"/>
                  <a:gd name="T6" fmla="*/ 179 w 275"/>
                  <a:gd name="T7" fmla="*/ 196 h 280"/>
                  <a:gd name="T8" fmla="*/ 107 w 275"/>
                  <a:gd name="T9" fmla="*/ 131 h 280"/>
                  <a:gd name="T10" fmla="*/ 60 w 275"/>
                  <a:gd name="T11" fmla="*/ 183 h 280"/>
                  <a:gd name="T12" fmla="*/ 137 w 275"/>
                  <a:gd name="T13" fmla="*/ 252 h 280"/>
                  <a:gd name="T14" fmla="*/ 111 w 275"/>
                  <a:gd name="T15" fmla="*/ 280 h 280"/>
                  <a:gd name="T16" fmla="*/ 0 w 275"/>
                  <a:gd name="T17" fmla="*/ 180 h 280"/>
                  <a:gd name="T18" fmla="*/ 164 w 275"/>
                  <a:gd name="T19" fmla="*/ 0 h 280"/>
                  <a:gd name="T20" fmla="*/ 275 w 275"/>
                  <a:gd name="T21" fmla="*/ 100 h 280"/>
                  <a:gd name="T22" fmla="*/ 248 w 275"/>
                  <a:gd name="T23" fmla="*/ 129 h 280"/>
                  <a:gd name="T24" fmla="*/ 172 w 275"/>
                  <a:gd name="T25" fmla="*/ 6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5" h="280">
                    <a:moveTo>
                      <a:pt x="172" y="60"/>
                    </a:moveTo>
                    <a:lnTo>
                      <a:pt x="133" y="102"/>
                    </a:lnTo>
                    <a:lnTo>
                      <a:pt x="204" y="168"/>
                    </a:lnTo>
                    <a:lnTo>
                      <a:pt x="179" y="196"/>
                    </a:lnTo>
                    <a:lnTo>
                      <a:pt x="107" y="131"/>
                    </a:lnTo>
                    <a:lnTo>
                      <a:pt x="60" y="183"/>
                    </a:lnTo>
                    <a:lnTo>
                      <a:pt x="137" y="252"/>
                    </a:lnTo>
                    <a:lnTo>
                      <a:pt x="111" y="280"/>
                    </a:lnTo>
                    <a:lnTo>
                      <a:pt x="0" y="180"/>
                    </a:lnTo>
                    <a:lnTo>
                      <a:pt x="164" y="0"/>
                    </a:lnTo>
                    <a:lnTo>
                      <a:pt x="275" y="100"/>
                    </a:lnTo>
                    <a:lnTo>
                      <a:pt x="248" y="129"/>
                    </a:lnTo>
                    <a:lnTo>
                      <a:pt x="172" y="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9" name="Freeform 104"/>
              <p:cNvSpPr>
                <a:spLocks noEditPoints="1"/>
              </p:cNvSpPr>
              <p:nvPr/>
            </p:nvSpPr>
            <p:spPr bwMode="auto">
              <a:xfrm>
                <a:off x="3579" y="877"/>
                <a:ext cx="271" cy="294"/>
              </a:xfrm>
              <a:custGeom>
                <a:avLst/>
                <a:gdLst>
                  <a:gd name="T0" fmla="*/ 87 w 200"/>
                  <a:gd name="T1" fmla="*/ 108 h 217"/>
                  <a:gd name="T2" fmla="*/ 76 w 200"/>
                  <a:gd name="T3" fmla="*/ 93 h 217"/>
                  <a:gd name="T4" fmla="*/ 20 w 200"/>
                  <a:gd name="T5" fmla="*/ 133 h 217"/>
                  <a:gd name="T6" fmla="*/ 0 w 200"/>
                  <a:gd name="T7" fmla="*/ 106 h 217"/>
                  <a:gd name="T8" fmla="*/ 145 w 200"/>
                  <a:gd name="T9" fmla="*/ 0 h 217"/>
                  <a:gd name="T10" fmla="*/ 187 w 200"/>
                  <a:gd name="T11" fmla="*/ 58 h 217"/>
                  <a:gd name="T12" fmla="*/ 199 w 200"/>
                  <a:gd name="T13" fmla="*/ 85 h 217"/>
                  <a:gd name="T14" fmla="*/ 195 w 200"/>
                  <a:gd name="T15" fmla="*/ 112 h 217"/>
                  <a:gd name="T16" fmla="*/ 175 w 200"/>
                  <a:gd name="T17" fmla="*/ 135 h 217"/>
                  <a:gd name="T18" fmla="*/ 141 w 200"/>
                  <a:gd name="T19" fmla="*/ 147 h 217"/>
                  <a:gd name="T20" fmla="*/ 109 w 200"/>
                  <a:gd name="T21" fmla="*/ 135 h 217"/>
                  <a:gd name="T22" fmla="*/ 81 w 200"/>
                  <a:gd name="T23" fmla="*/ 217 h 217"/>
                  <a:gd name="T24" fmla="*/ 57 w 200"/>
                  <a:gd name="T25" fmla="*/ 184 h 217"/>
                  <a:gd name="T26" fmla="*/ 87 w 200"/>
                  <a:gd name="T27" fmla="*/ 108 h 217"/>
                  <a:gd name="T28" fmla="*/ 97 w 200"/>
                  <a:gd name="T29" fmla="*/ 77 h 217"/>
                  <a:gd name="T30" fmla="*/ 115 w 200"/>
                  <a:gd name="T31" fmla="*/ 101 h 217"/>
                  <a:gd name="T32" fmla="*/ 134 w 200"/>
                  <a:gd name="T33" fmla="*/ 114 h 217"/>
                  <a:gd name="T34" fmla="*/ 155 w 200"/>
                  <a:gd name="T35" fmla="*/ 108 h 217"/>
                  <a:gd name="T36" fmla="*/ 168 w 200"/>
                  <a:gd name="T37" fmla="*/ 89 h 217"/>
                  <a:gd name="T38" fmla="*/ 161 w 200"/>
                  <a:gd name="T39" fmla="*/ 68 h 217"/>
                  <a:gd name="T40" fmla="*/ 143 w 200"/>
                  <a:gd name="T41" fmla="*/ 43 h 217"/>
                  <a:gd name="T42" fmla="*/ 97 w 200"/>
                  <a:gd name="T43" fmla="*/ 7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0" h="217">
                    <a:moveTo>
                      <a:pt x="87" y="108"/>
                    </a:moveTo>
                    <a:cubicBezTo>
                      <a:pt x="76" y="93"/>
                      <a:pt x="76" y="93"/>
                      <a:pt x="76" y="93"/>
                    </a:cubicBezTo>
                    <a:cubicBezTo>
                      <a:pt x="20" y="133"/>
                      <a:pt x="20" y="133"/>
                      <a:pt x="20" y="133"/>
                    </a:cubicBezTo>
                    <a:cubicBezTo>
                      <a:pt x="0" y="106"/>
                      <a:pt x="0" y="106"/>
                      <a:pt x="0" y="106"/>
                    </a:cubicBezTo>
                    <a:cubicBezTo>
                      <a:pt x="145" y="0"/>
                      <a:pt x="145" y="0"/>
                      <a:pt x="145" y="0"/>
                    </a:cubicBezTo>
                    <a:cubicBezTo>
                      <a:pt x="187" y="58"/>
                      <a:pt x="187" y="58"/>
                      <a:pt x="187" y="58"/>
                    </a:cubicBezTo>
                    <a:cubicBezTo>
                      <a:pt x="194" y="67"/>
                      <a:pt x="198" y="76"/>
                      <a:pt x="199" y="85"/>
                    </a:cubicBezTo>
                    <a:cubicBezTo>
                      <a:pt x="200" y="95"/>
                      <a:pt x="199" y="104"/>
                      <a:pt x="195" y="112"/>
                    </a:cubicBezTo>
                    <a:cubicBezTo>
                      <a:pt x="190" y="121"/>
                      <a:pt x="184" y="129"/>
                      <a:pt x="175" y="135"/>
                    </a:cubicBezTo>
                    <a:cubicBezTo>
                      <a:pt x="164" y="143"/>
                      <a:pt x="152" y="147"/>
                      <a:pt x="141" y="147"/>
                    </a:cubicBezTo>
                    <a:cubicBezTo>
                      <a:pt x="129" y="147"/>
                      <a:pt x="118" y="143"/>
                      <a:pt x="109" y="135"/>
                    </a:cubicBezTo>
                    <a:cubicBezTo>
                      <a:pt x="81" y="217"/>
                      <a:pt x="81" y="217"/>
                      <a:pt x="81" y="217"/>
                    </a:cubicBezTo>
                    <a:cubicBezTo>
                      <a:pt x="57" y="184"/>
                      <a:pt x="57" y="184"/>
                      <a:pt x="57" y="184"/>
                    </a:cubicBezTo>
                    <a:lnTo>
                      <a:pt x="87" y="108"/>
                    </a:lnTo>
                    <a:close/>
                    <a:moveTo>
                      <a:pt x="97" y="77"/>
                    </a:moveTo>
                    <a:cubicBezTo>
                      <a:pt x="115" y="101"/>
                      <a:pt x="115" y="101"/>
                      <a:pt x="115" y="101"/>
                    </a:cubicBezTo>
                    <a:cubicBezTo>
                      <a:pt x="120" y="109"/>
                      <a:pt x="127" y="113"/>
                      <a:pt x="134" y="114"/>
                    </a:cubicBezTo>
                    <a:cubicBezTo>
                      <a:pt x="140" y="115"/>
                      <a:pt x="148" y="113"/>
                      <a:pt x="155" y="108"/>
                    </a:cubicBezTo>
                    <a:cubicBezTo>
                      <a:pt x="163" y="102"/>
                      <a:pt x="167" y="96"/>
                      <a:pt x="168" y="89"/>
                    </a:cubicBezTo>
                    <a:cubicBezTo>
                      <a:pt x="169" y="82"/>
                      <a:pt x="167" y="75"/>
                      <a:pt x="161" y="68"/>
                    </a:cubicBezTo>
                    <a:cubicBezTo>
                      <a:pt x="143" y="43"/>
                      <a:pt x="143" y="43"/>
                      <a:pt x="143" y="43"/>
                    </a:cubicBezTo>
                    <a:lnTo>
                      <a:pt x="97" y="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0" name="Freeform 105"/>
              <p:cNvSpPr/>
              <p:nvPr/>
            </p:nvSpPr>
            <p:spPr bwMode="auto">
              <a:xfrm>
                <a:off x="3708" y="1099"/>
                <a:ext cx="255" cy="215"/>
              </a:xfrm>
              <a:custGeom>
                <a:avLst/>
                <a:gdLst>
                  <a:gd name="T0" fmla="*/ 107 w 189"/>
                  <a:gd name="T1" fmla="*/ 6 h 159"/>
                  <a:gd name="T2" fmla="*/ 135 w 189"/>
                  <a:gd name="T3" fmla="*/ 1 h 159"/>
                  <a:gd name="T4" fmla="*/ 160 w 189"/>
                  <a:gd name="T5" fmla="*/ 13 h 159"/>
                  <a:gd name="T6" fmla="*/ 180 w 189"/>
                  <a:gd name="T7" fmla="*/ 41 h 159"/>
                  <a:gd name="T8" fmla="*/ 188 w 189"/>
                  <a:gd name="T9" fmla="*/ 81 h 159"/>
                  <a:gd name="T10" fmla="*/ 171 w 189"/>
                  <a:gd name="T11" fmla="*/ 112 h 159"/>
                  <a:gd name="T12" fmla="*/ 148 w 189"/>
                  <a:gd name="T13" fmla="*/ 93 h 159"/>
                  <a:gd name="T14" fmla="*/ 158 w 189"/>
                  <a:gd name="T15" fmla="*/ 75 h 159"/>
                  <a:gd name="T16" fmla="*/ 154 w 189"/>
                  <a:gd name="T17" fmla="*/ 54 h 159"/>
                  <a:gd name="T18" fmla="*/ 140 w 189"/>
                  <a:gd name="T19" fmla="*/ 36 h 159"/>
                  <a:gd name="T20" fmla="*/ 122 w 189"/>
                  <a:gd name="T21" fmla="*/ 36 h 159"/>
                  <a:gd name="T22" fmla="*/ 111 w 189"/>
                  <a:gd name="T23" fmla="*/ 49 h 159"/>
                  <a:gd name="T24" fmla="*/ 114 w 189"/>
                  <a:gd name="T25" fmla="*/ 77 h 159"/>
                  <a:gd name="T26" fmla="*/ 115 w 189"/>
                  <a:gd name="T27" fmla="*/ 126 h 159"/>
                  <a:gd name="T28" fmla="*/ 87 w 189"/>
                  <a:gd name="T29" fmla="*/ 154 h 159"/>
                  <a:gd name="T30" fmla="*/ 58 w 189"/>
                  <a:gd name="T31" fmla="*/ 158 h 159"/>
                  <a:gd name="T32" fmla="*/ 31 w 189"/>
                  <a:gd name="T33" fmla="*/ 144 h 159"/>
                  <a:gd name="T34" fmla="*/ 10 w 189"/>
                  <a:gd name="T35" fmla="*/ 116 h 159"/>
                  <a:gd name="T36" fmla="*/ 2 w 189"/>
                  <a:gd name="T37" fmla="*/ 72 h 159"/>
                  <a:gd name="T38" fmla="*/ 20 w 189"/>
                  <a:gd name="T39" fmla="*/ 38 h 159"/>
                  <a:gd name="T40" fmla="*/ 43 w 189"/>
                  <a:gd name="T41" fmla="*/ 57 h 159"/>
                  <a:gd name="T42" fmla="*/ 32 w 189"/>
                  <a:gd name="T43" fmla="*/ 78 h 159"/>
                  <a:gd name="T44" fmla="*/ 37 w 189"/>
                  <a:gd name="T45" fmla="*/ 104 h 159"/>
                  <a:gd name="T46" fmla="*/ 52 w 189"/>
                  <a:gd name="T47" fmla="*/ 123 h 159"/>
                  <a:gd name="T48" fmla="*/ 72 w 189"/>
                  <a:gd name="T49" fmla="*/ 123 h 159"/>
                  <a:gd name="T50" fmla="*/ 85 w 189"/>
                  <a:gd name="T51" fmla="*/ 108 h 159"/>
                  <a:gd name="T52" fmla="*/ 82 w 189"/>
                  <a:gd name="T53" fmla="*/ 76 h 159"/>
                  <a:gd name="T54" fmla="*/ 81 w 189"/>
                  <a:gd name="T55" fmla="*/ 32 h 159"/>
                  <a:gd name="T56" fmla="*/ 107 w 189"/>
                  <a:gd name="T57" fmla="*/ 6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9" h="159">
                    <a:moveTo>
                      <a:pt x="107" y="6"/>
                    </a:moveTo>
                    <a:cubicBezTo>
                      <a:pt x="116" y="2"/>
                      <a:pt x="125" y="0"/>
                      <a:pt x="135" y="1"/>
                    </a:cubicBezTo>
                    <a:cubicBezTo>
                      <a:pt x="144" y="3"/>
                      <a:pt x="152" y="7"/>
                      <a:pt x="160" y="13"/>
                    </a:cubicBezTo>
                    <a:cubicBezTo>
                      <a:pt x="168" y="20"/>
                      <a:pt x="175" y="29"/>
                      <a:pt x="180" y="41"/>
                    </a:cubicBezTo>
                    <a:cubicBezTo>
                      <a:pt x="187" y="56"/>
                      <a:pt x="189" y="69"/>
                      <a:pt x="188" y="81"/>
                    </a:cubicBezTo>
                    <a:cubicBezTo>
                      <a:pt x="186" y="93"/>
                      <a:pt x="181" y="104"/>
                      <a:pt x="171" y="112"/>
                    </a:cubicBezTo>
                    <a:cubicBezTo>
                      <a:pt x="148" y="93"/>
                      <a:pt x="148" y="93"/>
                      <a:pt x="148" y="93"/>
                    </a:cubicBezTo>
                    <a:cubicBezTo>
                      <a:pt x="154" y="87"/>
                      <a:pt x="157" y="82"/>
                      <a:pt x="158" y="75"/>
                    </a:cubicBezTo>
                    <a:cubicBezTo>
                      <a:pt x="159" y="69"/>
                      <a:pt x="158" y="62"/>
                      <a:pt x="154" y="54"/>
                    </a:cubicBezTo>
                    <a:cubicBezTo>
                      <a:pt x="150" y="45"/>
                      <a:pt x="145" y="39"/>
                      <a:pt x="140" y="36"/>
                    </a:cubicBezTo>
                    <a:cubicBezTo>
                      <a:pt x="135" y="33"/>
                      <a:pt x="129" y="33"/>
                      <a:pt x="122" y="36"/>
                    </a:cubicBezTo>
                    <a:cubicBezTo>
                      <a:pt x="116" y="39"/>
                      <a:pt x="112" y="43"/>
                      <a:pt x="111" y="49"/>
                    </a:cubicBezTo>
                    <a:cubicBezTo>
                      <a:pt x="110" y="56"/>
                      <a:pt x="111" y="65"/>
                      <a:pt x="114" y="77"/>
                    </a:cubicBezTo>
                    <a:cubicBezTo>
                      <a:pt x="119" y="97"/>
                      <a:pt x="120" y="114"/>
                      <a:pt x="115" y="126"/>
                    </a:cubicBezTo>
                    <a:cubicBezTo>
                      <a:pt x="111" y="138"/>
                      <a:pt x="102" y="147"/>
                      <a:pt x="87" y="154"/>
                    </a:cubicBezTo>
                    <a:cubicBezTo>
                      <a:pt x="78" y="158"/>
                      <a:pt x="68" y="159"/>
                      <a:pt x="58" y="158"/>
                    </a:cubicBezTo>
                    <a:cubicBezTo>
                      <a:pt x="48" y="156"/>
                      <a:pt x="39" y="152"/>
                      <a:pt x="31" y="144"/>
                    </a:cubicBezTo>
                    <a:cubicBezTo>
                      <a:pt x="23" y="137"/>
                      <a:pt x="16" y="128"/>
                      <a:pt x="10" y="116"/>
                    </a:cubicBezTo>
                    <a:cubicBezTo>
                      <a:pt x="3" y="100"/>
                      <a:pt x="0" y="85"/>
                      <a:pt x="2" y="72"/>
                    </a:cubicBezTo>
                    <a:cubicBezTo>
                      <a:pt x="4" y="58"/>
                      <a:pt x="10" y="47"/>
                      <a:pt x="20" y="38"/>
                    </a:cubicBezTo>
                    <a:cubicBezTo>
                      <a:pt x="43" y="57"/>
                      <a:pt x="43" y="57"/>
                      <a:pt x="43" y="57"/>
                    </a:cubicBezTo>
                    <a:cubicBezTo>
                      <a:pt x="37" y="63"/>
                      <a:pt x="33" y="70"/>
                      <a:pt x="32" y="78"/>
                    </a:cubicBezTo>
                    <a:cubicBezTo>
                      <a:pt x="31" y="86"/>
                      <a:pt x="32" y="95"/>
                      <a:pt x="37" y="104"/>
                    </a:cubicBezTo>
                    <a:cubicBezTo>
                      <a:pt x="41" y="114"/>
                      <a:pt x="46" y="120"/>
                      <a:pt x="52" y="123"/>
                    </a:cubicBezTo>
                    <a:cubicBezTo>
                      <a:pt x="58" y="126"/>
                      <a:pt x="65" y="126"/>
                      <a:pt x="72" y="123"/>
                    </a:cubicBezTo>
                    <a:cubicBezTo>
                      <a:pt x="79" y="120"/>
                      <a:pt x="83" y="115"/>
                      <a:pt x="85" y="108"/>
                    </a:cubicBezTo>
                    <a:cubicBezTo>
                      <a:pt x="86" y="101"/>
                      <a:pt x="86" y="90"/>
                      <a:pt x="82" y="76"/>
                    </a:cubicBezTo>
                    <a:cubicBezTo>
                      <a:pt x="77" y="58"/>
                      <a:pt x="77" y="43"/>
                      <a:pt x="81" y="32"/>
                    </a:cubicBezTo>
                    <a:cubicBezTo>
                      <a:pt x="85" y="20"/>
                      <a:pt x="94" y="12"/>
                      <a:pt x="10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1" name="Freeform 106"/>
              <p:cNvSpPr/>
              <p:nvPr/>
            </p:nvSpPr>
            <p:spPr bwMode="auto">
              <a:xfrm>
                <a:off x="3767" y="1295"/>
                <a:ext cx="246" cy="111"/>
              </a:xfrm>
              <a:custGeom>
                <a:avLst/>
                <a:gdLst>
                  <a:gd name="T0" fmla="*/ 246 w 246"/>
                  <a:gd name="T1" fmla="*/ 44 h 111"/>
                  <a:gd name="T2" fmla="*/ 12 w 246"/>
                  <a:gd name="T3" fmla="*/ 111 h 111"/>
                  <a:gd name="T4" fmla="*/ 0 w 246"/>
                  <a:gd name="T5" fmla="*/ 67 h 111"/>
                  <a:gd name="T6" fmla="*/ 233 w 246"/>
                  <a:gd name="T7" fmla="*/ 0 h 111"/>
                  <a:gd name="T8" fmla="*/ 246 w 246"/>
                  <a:gd name="T9" fmla="*/ 44 h 111"/>
                </a:gdLst>
                <a:ahLst/>
                <a:cxnLst>
                  <a:cxn ang="0">
                    <a:pos x="T0" y="T1"/>
                  </a:cxn>
                  <a:cxn ang="0">
                    <a:pos x="T2" y="T3"/>
                  </a:cxn>
                  <a:cxn ang="0">
                    <a:pos x="T4" y="T5"/>
                  </a:cxn>
                  <a:cxn ang="0">
                    <a:pos x="T6" y="T7"/>
                  </a:cxn>
                  <a:cxn ang="0">
                    <a:pos x="T8" y="T9"/>
                  </a:cxn>
                </a:cxnLst>
                <a:rect l="0" t="0" r="r" b="b"/>
                <a:pathLst>
                  <a:path w="246" h="111">
                    <a:moveTo>
                      <a:pt x="246" y="44"/>
                    </a:moveTo>
                    <a:lnTo>
                      <a:pt x="12" y="111"/>
                    </a:lnTo>
                    <a:lnTo>
                      <a:pt x="0" y="67"/>
                    </a:lnTo>
                    <a:lnTo>
                      <a:pt x="233" y="0"/>
                    </a:lnTo>
                    <a:lnTo>
                      <a:pt x="246" y="4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2" name="Freeform 107"/>
              <p:cNvSpPr/>
              <p:nvPr/>
            </p:nvSpPr>
            <p:spPr bwMode="auto">
              <a:xfrm>
                <a:off x="3798" y="1398"/>
                <a:ext cx="255" cy="179"/>
              </a:xfrm>
              <a:custGeom>
                <a:avLst/>
                <a:gdLst>
                  <a:gd name="T0" fmla="*/ 217 w 255"/>
                  <a:gd name="T1" fmla="*/ 179 h 179"/>
                  <a:gd name="T2" fmla="*/ 209 w 255"/>
                  <a:gd name="T3" fmla="*/ 115 h 179"/>
                  <a:gd name="T4" fmla="*/ 6 w 255"/>
                  <a:gd name="T5" fmla="*/ 142 h 179"/>
                  <a:gd name="T6" fmla="*/ 0 w 255"/>
                  <a:gd name="T7" fmla="*/ 96 h 179"/>
                  <a:gd name="T8" fmla="*/ 202 w 255"/>
                  <a:gd name="T9" fmla="*/ 69 h 179"/>
                  <a:gd name="T10" fmla="*/ 194 w 255"/>
                  <a:gd name="T11" fmla="*/ 6 h 179"/>
                  <a:gd name="T12" fmla="*/ 232 w 255"/>
                  <a:gd name="T13" fmla="*/ 0 h 179"/>
                  <a:gd name="T14" fmla="*/ 255 w 255"/>
                  <a:gd name="T15" fmla="*/ 173 h 179"/>
                  <a:gd name="T16" fmla="*/ 217 w 255"/>
                  <a:gd name="T17" fmla="*/ 17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 h="179">
                    <a:moveTo>
                      <a:pt x="217" y="179"/>
                    </a:moveTo>
                    <a:lnTo>
                      <a:pt x="209" y="115"/>
                    </a:lnTo>
                    <a:lnTo>
                      <a:pt x="6" y="142"/>
                    </a:lnTo>
                    <a:lnTo>
                      <a:pt x="0" y="96"/>
                    </a:lnTo>
                    <a:lnTo>
                      <a:pt x="202" y="69"/>
                    </a:lnTo>
                    <a:lnTo>
                      <a:pt x="194" y="6"/>
                    </a:lnTo>
                    <a:lnTo>
                      <a:pt x="232" y="0"/>
                    </a:lnTo>
                    <a:lnTo>
                      <a:pt x="255" y="173"/>
                    </a:lnTo>
                    <a:lnTo>
                      <a:pt x="21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3" name="Freeform 108"/>
              <p:cNvSpPr/>
              <p:nvPr/>
            </p:nvSpPr>
            <p:spPr bwMode="auto">
              <a:xfrm>
                <a:off x="3804" y="1623"/>
                <a:ext cx="253" cy="211"/>
              </a:xfrm>
              <a:custGeom>
                <a:avLst/>
                <a:gdLst>
                  <a:gd name="T0" fmla="*/ 96 w 253"/>
                  <a:gd name="T1" fmla="*/ 117 h 211"/>
                  <a:gd name="T2" fmla="*/ 0 w 253"/>
                  <a:gd name="T3" fmla="*/ 109 h 211"/>
                  <a:gd name="T4" fmla="*/ 4 w 253"/>
                  <a:gd name="T5" fmla="*/ 63 h 211"/>
                  <a:gd name="T6" fmla="*/ 100 w 253"/>
                  <a:gd name="T7" fmla="*/ 71 h 211"/>
                  <a:gd name="T8" fmla="*/ 253 w 253"/>
                  <a:gd name="T9" fmla="*/ 0 h 211"/>
                  <a:gd name="T10" fmla="*/ 249 w 253"/>
                  <a:gd name="T11" fmla="*/ 51 h 211"/>
                  <a:gd name="T12" fmla="*/ 134 w 253"/>
                  <a:gd name="T13" fmla="*/ 97 h 211"/>
                  <a:gd name="T14" fmla="*/ 241 w 253"/>
                  <a:gd name="T15" fmla="*/ 161 h 211"/>
                  <a:gd name="T16" fmla="*/ 237 w 253"/>
                  <a:gd name="T17" fmla="*/ 211 h 211"/>
                  <a:gd name="T18" fmla="*/ 96 w 253"/>
                  <a:gd name="T19" fmla="*/ 1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3" h="211">
                    <a:moveTo>
                      <a:pt x="96" y="117"/>
                    </a:moveTo>
                    <a:lnTo>
                      <a:pt x="0" y="109"/>
                    </a:lnTo>
                    <a:lnTo>
                      <a:pt x="4" y="63"/>
                    </a:lnTo>
                    <a:lnTo>
                      <a:pt x="100" y="71"/>
                    </a:lnTo>
                    <a:lnTo>
                      <a:pt x="253" y="0"/>
                    </a:lnTo>
                    <a:lnTo>
                      <a:pt x="249" y="51"/>
                    </a:lnTo>
                    <a:lnTo>
                      <a:pt x="134" y="97"/>
                    </a:lnTo>
                    <a:lnTo>
                      <a:pt x="241" y="161"/>
                    </a:lnTo>
                    <a:lnTo>
                      <a:pt x="237" y="211"/>
                    </a:lnTo>
                    <a:lnTo>
                      <a:pt x="96" y="1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4" name="Freeform 109"/>
              <p:cNvSpPr/>
              <p:nvPr/>
            </p:nvSpPr>
            <p:spPr bwMode="auto">
              <a:xfrm>
                <a:off x="2609" y="2605"/>
                <a:ext cx="73" cy="191"/>
              </a:xfrm>
              <a:custGeom>
                <a:avLst/>
                <a:gdLst>
                  <a:gd name="T0" fmla="*/ 73 w 73"/>
                  <a:gd name="T1" fmla="*/ 191 h 191"/>
                  <a:gd name="T2" fmla="*/ 39 w 73"/>
                  <a:gd name="T3" fmla="*/ 191 h 191"/>
                  <a:gd name="T4" fmla="*/ 39 w 73"/>
                  <a:gd name="T5" fmla="*/ 40 h 191"/>
                  <a:gd name="T6" fmla="*/ 0 w 73"/>
                  <a:gd name="T7" fmla="*/ 63 h 191"/>
                  <a:gd name="T8" fmla="*/ 0 w 73"/>
                  <a:gd name="T9" fmla="*/ 27 h 191"/>
                  <a:gd name="T10" fmla="*/ 48 w 73"/>
                  <a:gd name="T11" fmla="*/ 0 h 191"/>
                  <a:gd name="T12" fmla="*/ 73 w 73"/>
                  <a:gd name="T13" fmla="*/ 0 h 191"/>
                  <a:gd name="T14" fmla="*/ 73 w 73"/>
                  <a:gd name="T15" fmla="*/ 191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191">
                    <a:moveTo>
                      <a:pt x="73" y="191"/>
                    </a:moveTo>
                    <a:lnTo>
                      <a:pt x="39" y="191"/>
                    </a:lnTo>
                    <a:lnTo>
                      <a:pt x="39" y="40"/>
                    </a:lnTo>
                    <a:lnTo>
                      <a:pt x="0" y="63"/>
                    </a:lnTo>
                    <a:lnTo>
                      <a:pt x="0" y="27"/>
                    </a:lnTo>
                    <a:lnTo>
                      <a:pt x="48" y="0"/>
                    </a:lnTo>
                    <a:lnTo>
                      <a:pt x="73" y="0"/>
                    </a:lnTo>
                    <a:lnTo>
                      <a:pt x="73" y="1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5" name="Freeform 110"/>
              <p:cNvSpPr>
                <a:spLocks noEditPoints="1"/>
              </p:cNvSpPr>
              <p:nvPr/>
            </p:nvSpPr>
            <p:spPr bwMode="auto">
              <a:xfrm>
                <a:off x="2724" y="2601"/>
                <a:ext cx="130" cy="195"/>
              </a:xfrm>
              <a:custGeom>
                <a:avLst/>
                <a:gdLst>
                  <a:gd name="T0" fmla="*/ 96 w 96"/>
                  <a:gd name="T1" fmla="*/ 48 h 144"/>
                  <a:gd name="T2" fmla="*/ 91 w 96"/>
                  <a:gd name="T3" fmla="*/ 77 h 144"/>
                  <a:gd name="T4" fmla="*/ 75 w 96"/>
                  <a:gd name="T5" fmla="*/ 107 h 144"/>
                  <a:gd name="T6" fmla="*/ 50 w 96"/>
                  <a:gd name="T7" fmla="*/ 144 h 144"/>
                  <a:gd name="T8" fmla="*/ 22 w 96"/>
                  <a:gd name="T9" fmla="*/ 144 h 144"/>
                  <a:gd name="T10" fmla="*/ 52 w 96"/>
                  <a:gd name="T11" fmla="*/ 102 h 144"/>
                  <a:gd name="T12" fmla="*/ 62 w 96"/>
                  <a:gd name="T13" fmla="*/ 86 h 144"/>
                  <a:gd name="T14" fmla="*/ 43 w 96"/>
                  <a:gd name="T15" fmla="*/ 91 h 144"/>
                  <a:gd name="T16" fmla="*/ 21 w 96"/>
                  <a:gd name="T17" fmla="*/ 85 h 144"/>
                  <a:gd name="T18" fmla="*/ 6 w 96"/>
                  <a:gd name="T19" fmla="*/ 69 h 144"/>
                  <a:gd name="T20" fmla="*/ 0 w 96"/>
                  <a:gd name="T21" fmla="*/ 46 h 144"/>
                  <a:gd name="T22" fmla="*/ 6 w 96"/>
                  <a:gd name="T23" fmla="*/ 22 h 144"/>
                  <a:gd name="T24" fmla="*/ 23 w 96"/>
                  <a:gd name="T25" fmla="*/ 6 h 144"/>
                  <a:gd name="T26" fmla="*/ 48 w 96"/>
                  <a:gd name="T27" fmla="*/ 0 h 144"/>
                  <a:gd name="T28" fmla="*/ 73 w 96"/>
                  <a:gd name="T29" fmla="*/ 6 h 144"/>
                  <a:gd name="T30" fmla="*/ 90 w 96"/>
                  <a:gd name="T31" fmla="*/ 23 h 144"/>
                  <a:gd name="T32" fmla="*/ 96 w 96"/>
                  <a:gd name="T33" fmla="*/ 48 h 144"/>
                  <a:gd name="T34" fmla="*/ 48 w 96"/>
                  <a:gd name="T35" fmla="*/ 70 h 144"/>
                  <a:gd name="T36" fmla="*/ 65 w 96"/>
                  <a:gd name="T37" fmla="*/ 64 h 144"/>
                  <a:gd name="T38" fmla="*/ 72 w 96"/>
                  <a:gd name="T39" fmla="*/ 48 h 144"/>
                  <a:gd name="T40" fmla="*/ 72 w 96"/>
                  <a:gd name="T41" fmla="*/ 46 h 144"/>
                  <a:gd name="T42" fmla="*/ 65 w 96"/>
                  <a:gd name="T43" fmla="*/ 28 h 144"/>
                  <a:gd name="T44" fmla="*/ 48 w 96"/>
                  <a:gd name="T45" fmla="*/ 21 h 144"/>
                  <a:gd name="T46" fmla="*/ 31 w 96"/>
                  <a:gd name="T47" fmla="*/ 28 h 144"/>
                  <a:gd name="T48" fmla="*/ 25 w 96"/>
                  <a:gd name="T49" fmla="*/ 46 h 144"/>
                  <a:gd name="T50" fmla="*/ 31 w 96"/>
                  <a:gd name="T51" fmla="*/ 63 h 144"/>
                  <a:gd name="T52" fmla="*/ 48 w 96"/>
                  <a:gd name="T53" fmla="*/ 7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6" h="144">
                    <a:moveTo>
                      <a:pt x="96" y="48"/>
                    </a:moveTo>
                    <a:cubicBezTo>
                      <a:pt x="96" y="58"/>
                      <a:pt x="95" y="67"/>
                      <a:pt x="91" y="77"/>
                    </a:cubicBezTo>
                    <a:cubicBezTo>
                      <a:pt x="88" y="86"/>
                      <a:pt x="82" y="96"/>
                      <a:pt x="75" y="107"/>
                    </a:cubicBezTo>
                    <a:cubicBezTo>
                      <a:pt x="50" y="144"/>
                      <a:pt x="50" y="144"/>
                      <a:pt x="50" y="144"/>
                    </a:cubicBezTo>
                    <a:cubicBezTo>
                      <a:pt x="22" y="144"/>
                      <a:pt x="22" y="144"/>
                      <a:pt x="22" y="144"/>
                    </a:cubicBezTo>
                    <a:cubicBezTo>
                      <a:pt x="52" y="102"/>
                      <a:pt x="52" y="102"/>
                      <a:pt x="52" y="102"/>
                    </a:cubicBezTo>
                    <a:cubicBezTo>
                      <a:pt x="57" y="96"/>
                      <a:pt x="60" y="90"/>
                      <a:pt x="62" y="86"/>
                    </a:cubicBezTo>
                    <a:cubicBezTo>
                      <a:pt x="57" y="89"/>
                      <a:pt x="50" y="91"/>
                      <a:pt x="43" y="91"/>
                    </a:cubicBezTo>
                    <a:cubicBezTo>
                      <a:pt x="35" y="91"/>
                      <a:pt x="27" y="89"/>
                      <a:pt x="21" y="85"/>
                    </a:cubicBezTo>
                    <a:cubicBezTo>
                      <a:pt x="14" y="81"/>
                      <a:pt x="9" y="76"/>
                      <a:pt x="6" y="69"/>
                    </a:cubicBezTo>
                    <a:cubicBezTo>
                      <a:pt x="2" y="62"/>
                      <a:pt x="0" y="54"/>
                      <a:pt x="0" y="46"/>
                    </a:cubicBezTo>
                    <a:cubicBezTo>
                      <a:pt x="0" y="37"/>
                      <a:pt x="2" y="29"/>
                      <a:pt x="6" y="22"/>
                    </a:cubicBezTo>
                    <a:cubicBezTo>
                      <a:pt x="10" y="15"/>
                      <a:pt x="16" y="10"/>
                      <a:pt x="23" y="6"/>
                    </a:cubicBezTo>
                    <a:cubicBezTo>
                      <a:pt x="31" y="2"/>
                      <a:pt x="39" y="0"/>
                      <a:pt x="48" y="0"/>
                    </a:cubicBezTo>
                    <a:cubicBezTo>
                      <a:pt x="58" y="0"/>
                      <a:pt x="66" y="2"/>
                      <a:pt x="73" y="6"/>
                    </a:cubicBezTo>
                    <a:cubicBezTo>
                      <a:pt x="81" y="10"/>
                      <a:pt x="86" y="16"/>
                      <a:pt x="90" y="23"/>
                    </a:cubicBezTo>
                    <a:cubicBezTo>
                      <a:pt x="94" y="30"/>
                      <a:pt x="96" y="39"/>
                      <a:pt x="96" y="48"/>
                    </a:cubicBezTo>
                    <a:close/>
                    <a:moveTo>
                      <a:pt x="48" y="70"/>
                    </a:moveTo>
                    <a:cubicBezTo>
                      <a:pt x="55" y="70"/>
                      <a:pt x="61" y="68"/>
                      <a:pt x="65" y="64"/>
                    </a:cubicBezTo>
                    <a:cubicBezTo>
                      <a:pt x="69" y="60"/>
                      <a:pt x="71" y="55"/>
                      <a:pt x="72" y="48"/>
                    </a:cubicBezTo>
                    <a:cubicBezTo>
                      <a:pt x="72" y="46"/>
                      <a:pt x="72" y="46"/>
                      <a:pt x="72" y="46"/>
                    </a:cubicBezTo>
                    <a:cubicBezTo>
                      <a:pt x="72" y="38"/>
                      <a:pt x="70" y="32"/>
                      <a:pt x="65" y="28"/>
                    </a:cubicBezTo>
                    <a:cubicBezTo>
                      <a:pt x="61" y="23"/>
                      <a:pt x="55" y="21"/>
                      <a:pt x="48" y="21"/>
                    </a:cubicBezTo>
                    <a:cubicBezTo>
                      <a:pt x="41" y="21"/>
                      <a:pt x="36" y="23"/>
                      <a:pt x="31" y="28"/>
                    </a:cubicBezTo>
                    <a:cubicBezTo>
                      <a:pt x="27" y="32"/>
                      <a:pt x="25" y="38"/>
                      <a:pt x="25" y="46"/>
                    </a:cubicBezTo>
                    <a:cubicBezTo>
                      <a:pt x="25" y="53"/>
                      <a:pt x="27" y="59"/>
                      <a:pt x="31" y="63"/>
                    </a:cubicBezTo>
                    <a:cubicBezTo>
                      <a:pt x="35" y="68"/>
                      <a:pt x="41" y="70"/>
                      <a:pt x="48"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6" name="Freeform 111"/>
              <p:cNvSpPr>
                <a:spLocks noEditPoints="1"/>
              </p:cNvSpPr>
              <p:nvPr/>
            </p:nvSpPr>
            <p:spPr bwMode="auto">
              <a:xfrm>
                <a:off x="2878"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1 w 99"/>
                  <a:gd name="T23" fmla="*/ 19 h 146"/>
                  <a:gd name="T24" fmla="*/ 26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7 w 99"/>
                  <a:gd name="T37" fmla="*/ 67 h 146"/>
                  <a:gd name="T38" fmla="*/ 93 w 99"/>
                  <a:gd name="T39" fmla="*/ 81 h 146"/>
                  <a:gd name="T40" fmla="*/ 99 w 99"/>
                  <a:gd name="T41" fmla="*/ 102 h 146"/>
                  <a:gd name="T42" fmla="*/ 75 w 99"/>
                  <a:gd name="T43" fmla="*/ 101 h 146"/>
                  <a:gd name="T44" fmla="*/ 68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8 w 99"/>
                  <a:gd name="T57" fmla="*/ 119 h 146"/>
                  <a:gd name="T58" fmla="*/ 75 w 99"/>
                  <a:gd name="T59" fmla="*/ 101 h 146"/>
                  <a:gd name="T60" fmla="*/ 29 w 99"/>
                  <a:gd name="T61" fmla="*/ 39 h 146"/>
                  <a:gd name="T62" fmla="*/ 35 w 99"/>
                  <a:gd name="T63" fmla="*/ 53 h 146"/>
                  <a:gd name="T64" fmla="*/ 50 w 99"/>
                  <a:gd name="T65" fmla="*/ 58 h 146"/>
                  <a:gd name="T66" fmla="*/ 65 w 99"/>
                  <a:gd name="T67" fmla="*/ 53 h 146"/>
                  <a:gd name="T68" fmla="*/ 70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59" y="146"/>
                      <a:pt x="50" y="146"/>
                    </a:cubicBezTo>
                    <a:cubicBezTo>
                      <a:pt x="40" y="146"/>
                      <a:pt x="31" y="144"/>
                      <a:pt x="24" y="140"/>
                    </a:cubicBezTo>
                    <a:cubicBezTo>
                      <a:pt x="16" y="137"/>
                      <a:pt x="10"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7" y="50"/>
                      <a:pt x="6" y="45"/>
                      <a:pt x="6" y="39"/>
                    </a:cubicBezTo>
                    <a:cubicBezTo>
                      <a:pt x="6" y="32"/>
                      <a:pt x="8" y="25"/>
                      <a:pt x="11" y="19"/>
                    </a:cubicBezTo>
                    <a:cubicBezTo>
                      <a:pt x="15" y="13"/>
                      <a:pt x="20" y="9"/>
                      <a:pt x="26" y="5"/>
                    </a:cubicBezTo>
                    <a:cubicBezTo>
                      <a:pt x="33" y="2"/>
                      <a:pt x="41" y="0"/>
                      <a:pt x="50" y="0"/>
                    </a:cubicBezTo>
                    <a:cubicBezTo>
                      <a:pt x="58" y="0"/>
                      <a:pt x="66" y="2"/>
                      <a:pt x="73" y="5"/>
                    </a:cubicBezTo>
                    <a:cubicBezTo>
                      <a:pt x="79" y="9"/>
                      <a:pt x="84" y="13"/>
                      <a:pt x="88" y="19"/>
                    </a:cubicBezTo>
                    <a:cubicBezTo>
                      <a:pt x="91" y="25"/>
                      <a:pt x="93" y="32"/>
                      <a:pt x="93" y="39"/>
                    </a:cubicBezTo>
                    <a:cubicBezTo>
                      <a:pt x="93" y="45"/>
                      <a:pt x="92" y="50"/>
                      <a:pt x="89" y="55"/>
                    </a:cubicBezTo>
                    <a:cubicBezTo>
                      <a:pt x="86" y="60"/>
                      <a:pt x="82" y="64"/>
                      <a:pt x="77" y="67"/>
                    </a:cubicBezTo>
                    <a:cubicBezTo>
                      <a:pt x="84" y="70"/>
                      <a:pt x="89" y="75"/>
                      <a:pt x="93" y="81"/>
                    </a:cubicBezTo>
                    <a:cubicBezTo>
                      <a:pt x="97" y="87"/>
                      <a:pt x="99" y="94"/>
                      <a:pt x="99" y="102"/>
                    </a:cubicBezTo>
                    <a:close/>
                    <a:moveTo>
                      <a:pt x="75" y="101"/>
                    </a:moveTo>
                    <a:cubicBezTo>
                      <a:pt x="75" y="94"/>
                      <a:pt x="73" y="88"/>
                      <a:pt x="68" y="83"/>
                    </a:cubicBezTo>
                    <a:cubicBezTo>
                      <a:pt x="64" y="79"/>
                      <a:pt x="58" y="76"/>
                      <a:pt x="50" y="76"/>
                    </a:cubicBezTo>
                    <a:cubicBezTo>
                      <a:pt x="42" y="76"/>
                      <a:pt x="35" y="79"/>
                      <a:pt x="31" y="83"/>
                    </a:cubicBezTo>
                    <a:cubicBezTo>
                      <a:pt x="26" y="88"/>
                      <a:pt x="24" y="94"/>
                      <a:pt x="24" y="101"/>
                    </a:cubicBezTo>
                    <a:cubicBezTo>
                      <a:pt x="24" y="109"/>
                      <a:pt x="26" y="115"/>
                      <a:pt x="31" y="119"/>
                    </a:cubicBezTo>
                    <a:cubicBezTo>
                      <a:pt x="35" y="124"/>
                      <a:pt x="42" y="126"/>
                      <a:pt x="50" y="126"/>
                    </a:cubicBezTo>
                    <a:cubicBezTo>
                      <a:pt x="58" y="126"/>
                      <a:pt x="64" y="124"/>
                      <a:pt x="68" y="119"/>
                    </a:cubicBezTo>
                    <a:cubicBezTo>
                      <a:pt x="73" y="115"/>
                      <a:pt x="75" y="109"/>
                      <a:pt x="75" y="101"/>
                    </a:cubicBezTo>
                    <a:close/>
                    <a:moveTo>
                      <a:pt x="29" y="39"/>
                    </a:moveTo>
                    <a:cubicBezTo>
                      <a:pt x="29" y="44"/>
                      <a:pt x="31" y="49"/>
                      <a:pt x="35" y="53"/>
                    </a:cubicBezTo>
                    <a:cubicBezTo>
                      <a:pt x="38" y="56"/>
                      <a:pt x="43" y="58"/>
                      <a:pt x="50" y="58"/>
                    </a:cubicBezTo>
                    <a:cubicBezTo>
                      <a:pt x="56" y="58"/>
                      <a:pt x="61" y="56"/>
                      <a:pt x="65" y="53"/>
                    </a:cubicBezTo>
                    <a:cubicBezTo>
                      <a:pt x="68" y="49"/>
                      <a:pt x="70" y="44"/>
                      <a:pt x="70" y="39"/>
                    </a:cubicBezTo>
                    <a:cubicBezTo>
                      <a:pt x="70" y="33"/>
                      <a:pt x="68" y="28"/>
                      <a:pt x="65" y="24"/>
                    </a:cubicBezTo>
                    <a:cubicBezTo>
                      <a:pt x="61" y="21"/>
                      <a:pt x="56" y="19"/>
                      <a:pt x="50" y="19"/>
                    </a:cubicBezTo>
                    <a:cubicBezTo>
                      <a:pt x="43" y="19"/>
                      <a:pt x="38"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7" name="Freeform 112"/>
              <p:cNvSpPr>
                <a:spLocks noEditPoints="1"/>
              </p:cNvSpPr>
              <p:nvPr/>
            </p:nvSpPr>
            <p:spPr bwMode="auto">
              <a:xfrm>
                <a:off x="3034"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2 w 99"/>
                  <a:gd name="T23" fmla="*/ 19 h 146"/>
                  <a:gd name="T24" fmla="*/ 27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8 w 99"/>
                  <a:gd name="T37" fmla="*/ 67 h 146"/>
                  <a:gd name="T38" fmla="*/ 94 w 99"/>
                  <a:gd name="T39" fmla="*/ 81 h 146"/>
                  <a:gd name="T40" fmla="*/ 99 w 99"/>
                  <a:gd name="T41" fmla="*/ 102 h 146"/>
                  <a:gd name="T42" fmla="*/ 76 w 99"/>
                  <a:gd name="T43" fmla="*/ 101 h 146"/>
                  <a:gd name="T44" fmla="*/ 69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9 w 99"/>
                  <a:gd name="T57" fmla="*/ 119 h 146"/>
                  <a:gd name="T58" fmla="*/ 76 w 99"/>
                  <a:gd name="T59" fmla="*/ 101 h 146"/>
                  <a:gd name="T60" fmla="*/ 29 w 99"/>
                  <a:gd name="T61" fmla="*/ 39 h 146"/>
                  <a:gd name="T62" fmla="*/ 35 w 99"/>
                  <a:gd name="T63" fmla="*/ 53 h 146"/>
                  <a:gd name="T64" fmla="*/ 50 w 99"/>
                  <a:gd name="T65" fmla="*/ 58 h 146"/>
                  <a:gd name="T66" fmla="*/ 65 w 99"/>
                  <a:gd name="T67" fmla="*/ 53 h 146"/>
                  <a:gd name="T68" fmla="*/ 71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60" y="146"/>
                      <a:pt x="50" y="146"/>
                    </a:cubicBezTo>
                    <a:cubicBezTo>
                      <a:pt x="40" y="146"/>
                      <a:pt x="31" y="144"/>
                      <a:pt x="24" y="140"/>
                    </a:cubicBezTo>
                    <a:cubicBezTo>
                      <a:pt x="16" y="137"/>
                      <a:pt x="11"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8" y="50"/>
                      <a:pt x="6" y="45"/>
                      <a:pt x="6" y="39"/>
                    </a:cubicBezTo>
                    <a:cubicBezTo>
                      <a:pt x="6" y="32"/>
                      <a:pt x="8" y="25"/>
                      <a:pt x="12" y="19"/>
                    </a:cubicBezTo>
                    <a:cubicBezTo>
                      <a:pt x="15" y="13"/>
                      <a:pt x="20" y="9"/>
                      <a:pt x="27" y="5"/>
                    </a:cubicBezTo>
                    <a:cubicBezTo>
                      <a:pt x="33" y="2"/>
                      <a:pt x="41" y="0"/>
                      <a:pt x="50" y="0"/>
                    </a:cubicBezTo>
                    <a:cubicBezTo>
                      <a:pt x="59" y="0"/>
                      <a:pt x="66" y="2"/>
                      <a:pt x="73" y="5"/>
                    </a:cubicBezTo>
                    <a:cubicBezTo>
                      <a:pt x="80" y="9"/>
                      <a:pt x="85" y="13"/>
                      <a:pt x="88" y="19"/>
                    </a:cubicBezTo>
                    <a:cubicBezTo>
                      <a:pt x="92" y="25"/>
                      <a:pt x="93" y="32"/>
                      <a:pt x="93" y="39"/>
                    </a:cubicBezTo>
                    <a:cubicBezTo>
                      <a:pt x="93" y="45"/>
                      <a:pt x="92" y="50"/>
                      <a:pt x="89" y="55"/>
                    </a:cubicBezTo>
                    <a:cubicBezTo>
                      <a:pt x="87" y="60"/>
                      <a:pt x="83" y="64"/>
                      <a:pt x="78" y="67"/>
                    </a:cubicBezTo>
                    <a:cubicBezTo>
                      <a:pt x="84" y="70"/>
                      <a:pt x="90" y="75"/>
                      <a:pt x="94" y="81"/>
                    </a:cubicBezTo>
                    <a:cubicBezTo>
                      <a:pt x="98" y="87"/>
                      <a:pt x="99" y="94"/>
                      <a:pt x="99" y="102"/>
                    </a:cubicBezTo>
                    <a:close/>
                    <a:moveTo>
                      <a:pt x="76" y="101"/>
                    </a:moveTo>
                    <a:cubicBezTo>
                      <a:pt x="76" y="94"/>
                      <a:pt x="73" y="88"/>
                      <a:pt x="69" y="83"/>
                    </a:cubicBezTo>
                    <a:cubicBezTo>
                      <a:pt x="64" y="79"/>
                      <a:pt x="58" y="76"/>
                      <a:pt x="50" y="76"/>
                    </a:cubicBezTo>
                    <a:cubicBezTo>
                      <a:pt x="42" y="76"/>
                      <a:pt x="36" y="79"/>
                      <a:pt x="31" y="83"/>
                    </a:cubicBezTo>
                    <a:cubicBezTo>
                      <a:pt x="26" y="88"/>
                      <a:pt x="24" y="94"/>
                      <a:pt x="24" y="101"/>
                    </a:cubicBezTo>
                    <a:cubicBezTo>
                      <a:pt x="24" y="109"/>
                      <a:pt x="26" y="115"/>
                      <a:pt x="31" y="119"/>
                    </a:cubicBezTo>
                    <a:cubicBezTo>
                      <a:pt x="36" y="124"/>
                      <a:pt x="42" y="126"/>
                      <a:pt x="50" y="126"/>
                    </a:cubicBezTo>
                    <a:cubicBezTo>
                      <a:pt x="58" y="126"/>
                      <a:pt x="64" y="124"/>
                      <a:pt x="69" y="119"/>
                    </a:cubicBezTo>
                    <a:cubicBezTo>
                      <a:pt x="73" y="115"/>
                      <a:pt x="76" y="109"/>
                      <a:pt x="76" y="101"/>
                    </a:cubicBezTo>
                    <a:close/>
                    <a:moveTo>
                      <a:pt x="29" y="39"/>
                    </a:moveTo>
                    <a:cubicBezTo>
                      <a:pt x="29" y="44"/>
                      <a:pt x="31" y="49"/>
                      <a:pt x="35" y="53"/>
                    </a:cubicBezTo>
                    <a:cubicBezTo>
                      <a:pt x="39" y="56"/>
                      <a:pt x="44" y="58"/>
                      <a:pt x="50" y="58"/>
                    </a:cubicBezTo>
                    <a:cubicBezTo>
                      <a:pt x="56" y="58"/>
                      <a:pt x="61" y="56"/>
                      <a:pt x="65" y="53"/>
                    </a:cubicBezTo>
                    <a:cubicBezTo>
                      <a:pt x="69" y="49"/>
                      <a:pt x="71" y="44"/>
                      <a:pt x="71" y="39"/>
                    </a:cubicBezTo>
                    <a:cubicBezTo>
                      <a:pt x="71" y="33"/>
                      <a:pt x="69" y="28"/>
                      <a:pt x="65" y="24"/>
                    </a:cubicBezTo>
                    <a:cubicBezTo>
                      <a:pt x="61" y="21"/>
                      <a:pt x="56" y="19"/>
                      <a:pt x="50" y="19"/>
                    </a:cubicBezTo>
                    <a:cubicBezTo>
                      <a:pt x="44" y="19"/>
                      <a:pt x="39"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grpSp>
        <p:sp>
          <p:nvSpPr>
            <p:cNvPr id="14" name="矩形 13"/>
            <p:cNvSpPr/>
            <p:nvPr/>
          </p:nvSpPr>
          <p:spPr bwMode="auto">
            <a:xfrm>
              <a:off x="257511" y="2808121"/>
              <a:ext cx="3608258" cy="1276281"/>
            </a:xfrm>
            <a:prstGeom prst="rect">
              <a:avLst/>
            </a:prstGeom>
          </p:spPr>
          <p:txBody>
            <a:bodyPr wrap="none">
              <a:spAutoFit/>
            </a:bodyPr>
            <a:lstStyle/>
            <a:p>
              <a:pPr algn="ctr"/>
              <a:r>
                <a:rPr lang="zh-CN" altLang="en-US" sz="800" kern="100">
                  <a:solidFill>
                    <a:schemeClr val="bg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金山大学</a:t>
              </a:r>
              <a:endParaRPr lang="zh-CN" altLang="en-US" sz="800" kern="100">
                <a:solidFill>
                  <a:schemeClr val="bg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endParaRPr>
            </a:p>
          </p:txBody>
        </p:sp>
      </p:grpSp>
      <p:cxnSp>
        <p:nvCxnSpPr>
          <p:cNvPr id="72" name="直接箭头连接符 71"/>
          <p:cNvCxnSpPr/>
          <p:nvPr/>
        </p:nvCxnSpPr>
        <p:spPr>
          <a:xfrm>
            <a:off x="414269" y="2824738"/>
            <a:ext cx="8315462" cy="0"/>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73" name="椭圆 72"/>
          <p:cNvSpPr/>
          <p:nvPr/>
        </p:nvSpPr>
        <p:spPr>
          <a:xfrm>
            <a:off x="982609" y="2707464"/>
            <a:ext cx="189578" cy="189578"/>
          </a:xfrm>
          <a:prstGeom prst="ellipse">
            <a:avLst/>
          </a:prstGeom>
          <a:ln w="19050">
            <a:solidFill>
              <a:srgbClr val="EEF2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汉仪旗黑-50S" panose="00020600040101010101" charset="-122"/>
            </a:endParaRPr>
          </a:p>
        </p:txBody>
      </p:sp>
      <p:cxnSp>
        <p:nvCxnSpPr>
          <p:cNvPr id="74" name="直接连接符 73"/>
          <p:cNvCxnSpPr/>
          <p:nvPr/>
        </p:nvCxnSpPr>
        <p:spPr>
          <a:xfrm flipV="1">
            <a:off x="1077398" y="2175001"/>
            <a:ext cx="0" cy="53246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6" name="椭圆 75"/>
          <p:cNvSpPr/>
          <p:nvPr/>
        </p:nvSpPr>
        <p:spPr>
          <a:xfrm flipV="1">
            <a:off x="3265065" y="2745634"/>
            <a:ext cx="189578" cy="189578"/>
          </a:xfrm>
          <a:prstGeom prst="ellipse">
            <a:avLst/>
          </a:prstGeom>
          <a:ln w="19050">
            <a:solidFill>
              <a:srgbClr val="EEF2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汉仪旗黑-50S" panose="00020600040101010101" charset="-122"/>
            </a:endParaRPr>
          </a:p>
        </p:txBody>
      </p:sp>
      <p:cxnSp>
        <p:nvCxnSpPr>
          <p:cNvPr id="77" name="直接连接符 76"/>
          <p:cNvCxnSpPr/>
          <p:nvPr/>
        </p:nvCxnSpPr>
        <p:spPr>
          <a:xfrm>
            <a:off x="3359854" y="2935214"/>
            <a:ext cx="0" cy="53246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9" name="椭圆 78"/>
          <p:cNvSpPr/>
          <p:nvPr/>
        </p:nvSpPr>
        <p:spPr>
          <a:xfrm>
            <a:off x="5547521" y="2707464"/>
            <a:ext cx="189578" cy="189578"/>
          </a:xfrm>
          <a:prstGeom prst="ellipse">
            <a:avLst/>
          </a:prstGeom>
          <a:ln w="19050">
            <a:solidFill>
              <a:srgbClr val="EEF2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汉仪旗黑-50S" panose="00020600040101010101" charset="-122"/>
            </a:endParaRPr>
          </a:p>
        </p:txBody>
      </p:sp>
      <p:cxnSp>
        <p:nvCxnSpPr>
          <p:cNvPr id="80" name="直接连接符 79"/>
          <p:cNvCxnSpPr/>
          <p:nvPr/>
        </p:nvCxnSpPr>
        <p:spPr>
          <a:xfrm flipV="1">
            <a:off x="5642310" y="2175001"/>
            <a:ext cx="0" cy="53246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2" name="椭圆 81"/>
          <p:cNvSpPr/>
          <p:nvPr/>
        </p:nvSpPr>
        <p:spPr>
          <a:xfrm flipV="1">
            <a:off x="7829976" y="2707462"/>
            <a:ext cx="189578" cy="189578"/>
          </a:xfrm>
          <a:prstGeom prst="ellipse">
            <a:avLst/>
          </a:prstGeom>
          <a:ln w="19050">
            <a:solidFill>
              <a:srgbClr val="EEF2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汉仪旗黑-50S" panose="00020600040101010101" charset="-122"/>
            </a:endParaRPr>
          </a:p>
        </p:txBody>
      </p:sp>
      <p:cxnSp>
        <p:nvCxnSpPr>
          <p:cNvPr id="83" name="直接连接符 82"/>
          <p:cNvCxnSpPr/>
          <p:nvPr/>
        </p:nvCxnSpPr>
        <p:spPr>
          <a:xfrm>
            <a:off x="7924765" y="2897042"/>
            <a:ext cx="0" cy="53246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5" name="矩形 84"/>
          <p:cNvSpPr/>
          <p:nvPr/>
        </p:nvSpPr>
        <p:spPr>
          <a:xfrm>
            <a:off x="86843" y="3242865"/>
            <a:ext cx="1981270" cy="1036759"/>
          </a:xfrm>
          <a:prstGeom prst="rect">
            <a:avLst/>
          </a:prstGeom>
        </p:spPr>
        <p:txBody>
          <a:bodyPr wrap="square">
            <a:spAutoFit/>
          </a:bodyPr>
          <a:lstStyle/>
          <a:p>
            <a:pPr algn="ctr">
              <a:lnSpc>
                <a:spcPct val="150000"/>
              </a:lnSpc>
            </a:pPr>
            <a:r>
              <a:rPr lang="en-US" altLang="zh-CN" sz="1050" kern="0">
                <a:solidFill>
                  <a:schemeClr val="tx1">
                    <a:lumMod val="75000"/>
                    <a:lumOff val="25000"/>
                  </a:schemeClr>
                </a:solidFill>
                <a:latin typeface="汉仪旗黑-50S" panose="00020600040101010101" charset="-122"/>
              </a:rPr>
              <a:t>Lorem ipsum dolor sit amet, consectetuer adipiscing elit. Aenean commodo ligula eget dolor. </a:t>
            </a:r>
            <a:endParaRPr lang="en-US" altLang="zh-CN" sz="1050" kern="0">
              <a:solidFill>
                <a:schemeClr val="tx1">
                  <a:lumMod val="75000"/>
                  <a:lumOff val="25000"/>
                </a:schemeClr>
              </a:solidFill>
              <a:latin typeface="汉仪旗黑-50S" panose="00020600040101010101" charset="-122"/>
            </a:endParaRPr>
          </a:p>
        </p:txBody>
      </p:sp>
      <p:sp>
        <p:nvSpPr>
          <p:cNvPr id="86" name="矩形 85"/>
          <p:cNvSpPr/>
          <p:nvPr/>
        </p:nvSpPr>
        <p:spPr>
          <a:xfrm>
            <a:off x="404974" y="2961059"/>
            <a:ext cx="1344850" cy="338554"/>
          </a:xfrm>
          <a:prstGeom prst="rect">
            <a:avLst/>
          </a:prstGeom>
        </p:spPr>
        <p:txBody>
          <a:bodyPr wrap="square">
            <a:spAutoFit/>
          </a:bodyPr>
          <a:lstStyle/>
          <a:p>
            <a:pPr algn="ctr"/>
            <a:r>
              <a:rPr lang="zh-CN" altLang="en-US" sz="1600">
                <a:solidFill>
                  <a:schemeClr val="accent1"/>
                </a:solidFill>
                <a:latin typeface="+mj-ea"/>
                <a:ea typeface="+mj-ea"/>
              </a:rPr>
              <a:t>课题调研</a:t>
            </a:r>
            <a:endParaRPr lang="zh-CN" altLang="en-US" sz="1600">
              <a:solidFill>
                <a:schemeClr val="accent1"/>
              </a:solidFill>
              <a:latin typeface="+mj-ea"/>
              <a:ea typeface="+mj-ea"/>
            </a:endParaRPr>
          </a:p>
        </p:txBody>
      </p:sp>
      <p:sp>
        <p:nvSpPr>
          <p:cNvPr id="87" name="矩形 86"/>
          <p:cNvSpPr/>
          <p:nvPr/>
        </p:nvSpPr>
        <p:spPr>
          <a:xfrm>
            <a:off x="2369219" y="1603690"/>
            <a:ext cx="1981270" cy="915572"/>
          </a:xfrm>
          <a:prstGeom prst="rect">
            <a:avLst/>
          </a:prstGeom>
        </p:spPr>
        <p:txBody>
          <a:bodyPr wrap="square">
            <a:spAutoFit/>
          </a:bodyPr>
          <a:lstStyle/>
          <a:p>
            <a:pPr algn="ctr">
              <a:lnSpc>
                <a:spcPct val="150000"/>
              </a:lnSpc>
            </a:pPr>
            <a:r>
              <a:rPr lang="en-US" altLang="zh-CN" sz="1050" kern="0">
                <a:solidFill>
                  <a:schemeClr val="tx1">
                    <a:lumMod val="75000"/>
                    <a:lumOff val="25000"/>
                  </a:schemeClr>
                </a:solidFill>
                <a:latin typeface="汉仪旗黑-50S" panose="00020600040101010101" charset="-122"/>
              </a:rPr>
              <a:t>Lorem ipsum dolor sit amet, consectetuer adipiscing elit. Aenean commodo ligula eget dolor. </a:t>
            </a:r>
            <a:endParaRPr lang="en-US" altLang="zh-CN" sz="1050" kern="0">
              <a:solidFill>
                <a:schemeClr val="tx1">
                  <a:lumMod val="75000"/>
                  <a:lumOff val="25000"/>
                </a:schemeClr>
              </a:solidFill>
              <a:latin typeface="汉仪旗黑-50S" panose="00020600040101010101" charset="-122"/>
            </a:endParaRPr>
          </a:p>
        </p:txBody>
      </p:sp>
      <p:sp>
        <p:nvSpPr>
          <p:cNvPr id="88" name="矩形 87"/>
          <p:cNvSpPr/>
          <p:nvPr/>
        </p:nvSpPr>
        <p:spPr>
          <a:xfrm>
            <a:off x="2679005" y="1299766"/>
            <a:ext cx="1344850" cy="338554"/>
          </a:xfrm>
          <a:prstGeom prst="rect">
            <a:avLst/>
          </a:prstGeom>
        </p:spPr>
        <p:txBody>
          <a:bodyPr wrap="square">
            <a:spAutoFit/>
          </a:bodyPr>
          <a:lstStyle/>
          <a:p>
            <a:pPr algn="ctr"/>
            <a:r>
              <a:rPr lang="zh-CN" altLang="en-US" sz="1600">
                <a:solidFill>
                  <a:schemeClr val="accent1"/>
                </a:solidFill>
                <a:latin typeface="+mj-ea"/>
                <a:ea typeface="+mj-ea"/>
              </a:rPr>
              <a:t>实验论证</a:t>
            </a:r>
            <a:endParaRPr lang="zh-CN" altLang="en-US" sz="1600">
              <a:solidFill>
                <a:schemeClr val="accent1"/>
              </a:solidFill>
              <a:latin typeface="+mj-ea"/>
              <a:ea typeface="+mj-ea"/>
            </a:endParaRPr>
          </a:p>
        </p:txBody>
      </p:sp>
      <p:sp>
        <p:nvSpPr>
          <p:cNvPr id="89" name="矩形 88"/>
          <p:cNvSpPr/>
          <p:nvPr/>
        </p:nvSpPr>
        <p:spPr>
          <a:xfrm>
            <a:off x="4678474" y="3297229"/>
            <a:ext cx="1981270" cy="915572"/>
          </a:xfrm>
          <a:prstGeom prst="rect">
            <a:avLst/>
          </a:prstGeom>
        </p:spPr>
        <p:txBody>
          <a:bodyPr wrap="square">
            <a:spAutoFit/>
          </a:bodyPr>
          <a:lstStyle/>
          <a:p>
            <a:pPr algn="ctr">
              <a:lnSpc>
                <a:spcPct val="150000"/>
              </a:lnSpc>
            </a:pPr>
            <a:r>
              <a:rPr lang="en-US" altLang="zh-CN" sz="1050" kern="0">
                <a:solidFill>
                  <a:schemeClr val="tx1">
                    <a:lumMod val="75000"/>
                    <a:lumOff val="25000"/>
                  </a:schemeClr>
                </a:solidFill>
                <a:latin typeface="汉仪旗黑-50S" panose="00020600040101010101" charset="-122"/>
              </a:rPr>
              <a:t>Lorem ipsum dolor sit amet, consectetuer adipiscing elit. Aenean commodo ligula eget dolor. </a:t>
            </a:r>
            <a:endParaRPr lang="en-US" altLang="zh-CN" sz="1050" kern="0">
              <a:solidFill>
                <a:schemeClr val="tx1">
                  <a:lumMod val="75000"/>
                  <a:lumOff val="25000"/>
                </a:schemeClr>
              </a:solidFill>
              <a:latin typeface="汉仪旗黑-50S" panose="00020600040101010101" charset="-122"/>
            </a:endParaRPr>
          </a:p>
        </p:txBody>
      </p:sp>
      <p:sp>
        <p:nvSpPr>
          <p:cNvPr id="90" name="矩形 89"/>
          <p:cNvSpPr/>
          <p:nvPr/>
        </p:nvSpPr>
        <p:spPr>
          <a:xfrm>
            <a:off x="4996604" y="2955133"/>
            <a:ext cx="1344850" cy="338554"/>
          </a:xfrm>
          <a:prstGeom prst="rect">
            <a:avLst/>
          </a:prstGeom>
        </p:spPr>
        <p:txBody>
          <a:bodyPr wrap="square">
            <a:spAutoFit/>
          </a:bodyPr>
          <a:lstStyle/>
          <a:p>
            <a:pPr algn="ctr"/>
            <a:r>
              <a:rPr lang="zh-CN" altLang="en-US" sz="1600">
                <a:solidFill>
                  <a:schemeClr val="accent1"/>
                </a:solidFill>
                <a:latin typeface="+mj-ea"/>
                <a:ea typeface="+mj-ea"/>
              </a:rPr>
              <a:t>检查调解</a:t>
            </a:r>
            <a:endParaRPr lang="zh-CN" altLang="en-US" sz="1600">
              <a:solidFill>
                <a:schemeClr val="accent1"/>
              </a:solidFill>
              <a:latin typeface="+mj-ea"/>
              <a:ea typeface="+mj-ea"/>
            </a:endParaRPr>
          </a:p>
        </p:txBody>
      </p:sp>
      <p:sp>
        <p:nvSpPr>
          <p:cNvPr id="91" name="矩形 90"/>
          <p:cNvSpPr/>
          <p:nvPr/>
        </p:nvSpPr>
        <p:spPr>
          <a:xfrm>
            <a:off x="6934130" y="1572408"/>
            <a:ext cx="1981270" cy="915572"/>
          </a:xfrm>
          <a:prstGeom prst="rect">
            <a:avLst/>
          </a:prstGeom>
        </p:spPr>
        <p:txBody>
          <a:bodyPr wrap="square">
            <a:spAutoFit/>
          </a:bodyPr>
          <a:lstStyle/>
          <a:p>
            <a:pPr algn="ctr">
              <a:lnSpc>
                <a:spcPct val="150000"/>
              </a:lnSpc>
            </a:pPr>
            <a:r>
              <a:rPr lang="en-US" altLang="zh-CN" sz="1050" kern="0">
                <a:solidFill>
                  <a:schemeClr val="tx1">
                    <a:lumMod val="75000"/>
                    <a:lumOff val="25000"/>
                  </a:schemeClr>
                </a:solidFill>
                <a:latin typeface="汉仪旗黑-50S" panose="00020600040101010101" charset="-122"/>
              </a:rPr>
              <a:t>Lorem ipsum dolor sit amet, consectetuer adipiscing elit. Aenean commodo ligula eget dolor. </a:t>
            </a:r>
            <a:endParaRPr lang="en-US" altLang="zh-CN" sz="1050" kern="0">
              <a:solidFill>
                <a:schemeClr val="tx1">
                  <a:lumMod val="75000"/>
                  <a:lumOff val="25000"/>
                </a:schemeClr>
              </a:solidFill>
              <a:latin typeface="汉仪旗黑-50S" panose="00020600040101010101" charset="-122"/>
            </a:endParaRPr>
          </a:p>
        </p:txBody>
      </p:sp>
      <p:sp>
        <p:nvSpPr>
          <p:cNvPr id="92" name="矩形 91"/>
          <p:cNvSpPr/>
          <p:nvPr/>
        </p:nvSpPr>
        <p:spPr>
          <a:xfrm>
            <a:off x="7243916" y="1268484"/>
            <a:ext cx="1344850" cy="338554"/>
          </a:xfrm>
          <a:prstGeom prst="rect">
            <a:avLst/>
          </a:prstGeom>
        </p:spPr>
        <p:txBody>
          <a:bodyPr wrap="square">
            <a:spAutoFit/>
          </a:bodyPr>
          <a:lstStyle/>
          <a:p>
            <a:pPr algn="ctr"/>
            <a:r>
              <a:rPr lang="zh-CN" altLang="en-US" sz="1600">
                <a:solidFill>
                  <a:schemeClr val="accent1"/>
                </a:solidFill>
                <a:latin typeface="+mj-ea"/>
                <a:ea typeface="+mj-ea"/>
              </a:rPr>
              <a:t>撰写论文</a:t>
            </a:r>
            <a:endParaRPr lang="zh-CN" altLang="en-US" sz="1600">
              <a:solidFill>
                <a:schemeClr val="accent1"/>
              </a:solidFill>
              <a:latin typeface="+mj-ea"/>
              <a:ea typeface="+mj-ea"/>
            </a:endParaRPr>
          </a:p>
        </p:txBody>
      </p:sp>
      <p:grpSp>
        <p:nvGrpSpPr>
          <p:cNvPr id="49" name="组合 48"/>
          <p:cNvGrpSpPr/>
          <p:nvPr/>
        </p:nvGrpSpPr>
        <p:grpSpPr>
          <a:xfrm>
            <a:off x="2954555" y="3420423"/>
            <a:ext cx="840876" cy="840876"/>
            <a:chOff x="3037001" y="3467675"/>
            <a:chExt cx="645706" cy="645706"/>
          </a:xfrm>
        </p:grpSpPr>
        <p:sp>
          <p:nvSpPr>
            <p:cNvPr id="78" name="椭圆 77"/>
            <p:cNvSpPr/>
            <p:nvPr/>
          </p:nvSpPr>
          <p:spPr>
            <a:xfrm flipV="1">
              <a:off x="3037001" y="3467675"/>
              <a:ext cx="645706" cy="645706"/>
            </a:xfrm>
            <a:prstGeom prst="ellipse">
              <a:avLst/>
            </a:prstGeom>
            <a:ln w="76200">
              <a:solidFill>
                <a:srgbClr val="EEF2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汉仪旗黑-50S" panose="00020600040101010101" charset="-122"/>
              </a:endParaRPr>
            </a:p>
          </p:txBody>
        </p:sp>
        <p:grpSp>
          <p:nvGrpSpPr>
            <p:cNvPr id="93" name="组合 92"/>
            <p:cNvGrpSpPr/>
            <p:nvPr/>
          </p:nvGrpSpPr>
          <p:grpSpPr>
            <a:xfrm>
              <a:off x="3206157" y="3636151"/>
              <a:ext cx="307394" cy="308754"/>
              <a:chOff x="5394325" y="2859088"/>
              <a:chExt cx="358775" cy="360362"/>
            </a:xfrm>
            <a:solidFill>
              <a:schemeClr val="bg1"/>
            </a:solidFill>
          </p:grpSpPr>
          <p:sp>
            <p:nvSpPr>
              <p:cNvPr id="94" name="AutoShape 37"/>
              <p:cNvSpPr/>
              <p:nvPr/>
            </p:nvSpPr>
            <p:spPr bwMode="auto">
              <a:xfrm>
                <a:off x="5394325" y="2894013"/>
                <a:ext cx="327025" cy="325437"/>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汉仪旗黑-50S" panose="00020600040101010101" charset="-122"/>
                  <a:ea typeface="汉仪旗黑-50S" panose="00020600040101010101" charset="-122"/>
                  <a:sym typeface="汉仪旗黑-50S" panose="00020600040101010101" charset="-122"/>
                </a:endParaRPr>
              </a:p>
            </p:txBody>
          </p:sp>
          <p:sp>
            <p:nvSpPr>
              <p:cNvPr id="95" name="AutoShape 38"/>
              <p:cNvSpPr/>
              <p:nvPr/>
            </p:nvSpPr>
            <p:spPr bwMode="auto">
              <a:xfrm>
                <a:off x="5551488" y="3040063"/>
                <a:ext cx="55562" cy="5556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汉仪旗黑-50S" panose="00020600040101010101" charset="-122"/>
                  <a:ea typeface="汉仪旗黑-50S" panose="00020600040101010101" charset="-122"/>
                  <a:sym typeface="汉仪旗黑-50S" panose="00020600040101010101" charset="-122"/>
                </a:endParaRPr>
              </a:p>
            </p:txBody>
          </p:sp>
          <p:sp>
            <p:nvSpPr>
              <p:cNvPr id="96" name="AutoShape 39"/>
              <p:cNvSpPr/>
              <p:nvPr/>
            </p:nvSpPr>
            <p:spPr bwMode="auto">
              <a:xfrm>
                <a:off x="5697538" y="2859088"/>
                <a:ext cx="55562" cy="571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汉仪旗黑-50S" panose="00020600040101010101" charset="-122"/>
                  <a:ea typeface="汉仪旗黑-50S" panose="00020600040101010101" charset="-122"/>
                  <a:sym typeface="汉仪旗黑-50S" panose="00020600040101010101" charset="-122"/>
                </a:endParaRPr>
              </a:p>
            </p:txBody>
          </p:sp>
          <p:sp>
            <p:nvSpPr>
              <p:cNvPr id="97" name="AutoShape 40"/>
              <p:cNvSpPr/>
              <p:nvPr/>
            </p:nvSpPr>
            <p:spPr bwMode="auto">
              <a:xfrm>
                <a:off x="5483225" y="3028950"/>
                <a:ext cx="46038" cy="444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汉仪旗黑-50S" panose="00020600040101010101" charset="-122"/>
                  <a:ea typeface="汉仪旗黑-50S" panose="00020600040101010101" charset="-122"/>
                  <a:sym typeface="汉仪旗黑-50S" panose="00020600040101010101" charset="-122"/>
                </a:endParaRPr>
              </a:p>
            </p:txBody>
          </p:sp>
          <p:sp>
            <p:nvSpPr>
              <p:cNvPr id="98" name="AutoShape 41"/>
              <p:cNvSpPr/>
              <p:nvPr/>
            </p:nvSpPr>
            <p:spPr bwMode="auto">
              <a:xfrm>
                <a:off x="5529263" y="3106738"/>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汉仪旗黑-50S" panose="00020600040101010101" charset="-122"/>
                  <a:ea typeface="汉仪旗黑-50S" panose="00020600040101010101" charset="-122"/>
                  <a:sym typeface="汉仪旗黑-50S" panose="00020600040101010101" charset="-122"/>
                </a:endParaRPr>
              </a:p>
            </p:txBody>
          </p:sp>
          <p:sp>
            <p:nvSpPr>
              <p:cNvPr id="99" name="AutoShape 42"/>
              <p:cNvSpPr/>
              <p:nvPr/>
            </p:nvSpPr>
            <p:spPr bwMode="auto">
              <a:xfrm>
                <a:off x="5708650" y="2938463"/>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汉仪旗黑-50S" panose="00020600040101010101" charset="-122"/>
                  <a:ea typeface="汉仪旗黑-50S" panose="00020600040101010101" charset="-122"/>
                  <a:sym typeface="汉仪旗黑-50S" panose="00020600040101010101" charset="-122"/>
                </a:endParaRPr>
              </a:p>
            </p:txBody>
          </p:sp>
        </p:grpSp>
      </p:grpSp>
      <p:grpSp>
        <p:nvGrpSpPr>
          <p:cNvPr id="50" name="组合 49"/>
          <p:cNvGrpSpPr/>
          <p:nvPr/>
        </p:nvGrpSpPr>
        <p:grpSpPr>
          <a:xfrm>
            <a:off x="5229516" y="1311639"/>
            <a:ext cx="840876" cy="840876"/>
            <a:chOff x="5319457" y="1529295"/>
            <a:chExt cx="645706" cy="645706"/>
          </a:xfrm>
        </p:grpSpPr>
        <p:sp>
          <p:nvSpPr>
            <p:cNvPr id="81" name="椭圆 80"/>
            <p:cNvSpPr/>
            <p:nvPr/>
          </p:nvSpPr>
          <p:spPr>
            <a:xfrm>
              <a:off x="5319457" y="1529295"/>
              <a:ext cx="645706" cy="645706"/>
            </a:xfrm>
            <a:prstGeom prst="ellipse">
              <a:avLst/>
            </a:prstGeom>
            <a:ln w="76200">
              <a:solidFill>
                <a:srgbClr val="EEF2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汉仪旗黑-50S" panose="00020600040101010101" charset="-122"/>
              </a:endParaRPr>
            </a:p>
          </p:txBody>
        </p:sp>
        <p:grpSp>
          <p:nvGrpSpPr>
            <p:cNvPr id="100" name="组合 99"/>
            <p:cNvGrpSpPr/>
            <p:nvPr/>
          </p:nvGrpSpPr>
          <p:grpSpPr>
            <a:xfrm>
              <a:off x="5506382" y="1716220"/>
              <a:ext cx="271857" cy="271857"/>
              <a:chOff x="5394312" y="2141343"/>
              <a:chExt cx="359165" cy="359165"/>
            </a:xfrm>
            <a:solidFill>
              <a:schemeClr val="bg1"/>
            </a:solidFill>
          </p:grpSpPr>
          <p:sp>
            <p:nvSpPr>
              <p:cNvPr id="101" name="AutoShape 56"/>
              <p:cNvSpPr/>
              <p:nvPr/>
            </p:nvSpPr>
            <p:spPr bwMode="auto">
              <a:xfrm>
                <a:off x="5394312"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汉仪旗黑-50S" panose="00020600040101010101" charset="-122"/>
                  <a:ea typeface="汉仪旗黑-50S" panose="00020600040101010101" charset="-122"/>
                  <a:sym typeface="汉仪旗黑-50S" panose="00020600040101010101" charset="-122"/>
                </a:endParaRPr>
              </a:p>
            </p:txBody>
          </p:sp>
          <p:sp>
            <p:nvSpPr>
              <p:cNvPr id="102" name="AutoShape 57"/>
              <p:cNvSpPr/>
              <p:nvPr/>
            </p:nvSpPr>
            <p:spPr bwMode="auto">
              <a:xfrm>
                <a:off x="5641124"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汉仪旗黑-50S" panose="00020600040101010101" charset="-122"/>
                  <a:ea typeface="汉仪旗黑-50S" panose="00020600040101010101" charset="-122"/>
                  <a:sym typeface="汉仪旗黑-50S" panose="00020600040101010101" charset="-122"/>
                </a:endParaRPr>
              </a:p>
            </p:txBody>
          </p:sp>
          <p:sp>
            <p:nvSpPr>
              <p:cNvPr id="103" name="AutoShape 58"/>
              <p:cNvSpPr/>
              <p:nvPr/>
            </p:nvSpPr>
            <p:spPr bwMode="auto">
              <a:xfrm>
                <a:off x="5517718" y="2141343"/>
                <a:ext cx="11235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汉仪旗黑-50S" panose="00020600040101010101" charset="-122"/>
                  <a:ea typeface="汉仪旗黑-50S" panose="00020600040101010101" charset="-122"/>
                  <a:sym typeface="汉仪旗黑-50S" panose="00020600040101010101" charset="-122"/>
                </a:endParaRPr>
              </a:p>
            </p:txBody>
          </p:sp>
        </p:grpSp>
      </p:grpSp>
      <p:grpSp>
        <p:nvGrpSpPr>
          <p:cNvPr id="57" name="组合 56"/>
          <p:cNvGrpSpPr/>
          <p:nvPr/>
        </p:nvGrpSpPr>
        <p:grpSpPr>
          <a:xfrm>
            <a:off x="7511971" y="3359766"/>
            <a:ext cx="840876" cy="840876"/>
            <a:chOff x="7601912" y="3429504"/>
            <a:chExt cx="645706" cy="645706"/>
          </a:xfrm>
        </p:grpSpPr>
        <p:sp>
          <p:nvSpPr>
            <p:cNvPr id="84" name="椭圆 83"/>
            <p:cNvSpPr/>
            <p:nvPr/>
          </p:nvSpPr>
          <p:spPr>
            <a:xfrm flipV="1">
              <a:off x="7601912" y="3429504"/>
              <a:ext cx="645706" cy="645706"/>
            </a:xfrm>
            <a:prstGeom prst="ellipse">
              <a:avLst/>
            </a:prstGeom>
            <a:ln w="76200">
              <a:solidFill>
                <a:srgbClr val="EEF2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汉仪旗黑-50S" panose="00020600040101010101" charset="-122"/>
              </a:endParaRPr>
            </a:p>
          </p:txBody>
        </p:sp>
        <p:sp>
          <p:nvSpPr>
            <p:cNvPr id="104" name="AutoShape 112"/>
            <p:cNvSpPr/>
            <p:nvPr/>
          </p:nvSpPr>
          <p:spPr bwMode="auto">
            <a:xfrm>
              <a:off x="7778390" y="3606626"/>
              <a:ext cx="292751" cy="291461"/>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汉仪旗黑-50S" panose="00020600040101010101" charset="-122"/>
                <a:ea typeface="汉仪旗黑-50S" panose="00020600040101010101" charset="-122"/>
                <a:sym typeface="汉仪旗黑-50S" panose="00020600040101010101" charset="-122"/>
              </a:endParaRPr>
            </a:p>
          </p:txBody>
        </p:sp>
      </p:grpSp>
      <p:grpSp>
        <p:nvGrpSpPr>
          <p:cNvPr id="48" name="组合 47"/>
          <p:cNvGrpSpPr/>
          <p:nvPr/>
        </p:nvGrpSpPr>
        <p:grpSpPr>
          <a:xfrm>
            <a:off x="664604" y="1311639"/>
            <a:ext cx="840876" cy="840876"/>
            <a:chOff x="754545" y="1529295"/>
            <a:chExt cx="645706" cy="645706"/>
          </a:xfrm>
        </p:grpSpPr>
        <p:sp>
          <p:nvSpPr>
            <p:cNvPr id="75" name="椭圆 74"/>
            <p:cNvSpPr/>
            <p:nvPr/>
          </p:nvSpPr>
          <p:spPr>
            <a:xfrm>
              <a:off x="754545" y="1529295"/>
              <a:ext cx="645706" cy="645706"/>
            </a:xfrm>
            <a:prstGeom prst="ellipse">
              <a:avLst/>
            </a:prstGeom>
            <a:ln w="76200">
              <a:solidFill>
                <a:srgbClr val="EEF2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汉仪旗黑-50S" panose="00020600040101010101" charset="-122"/>
              </a:endParaRPr>
            </a:p>
          </p:txBody>
        </p:sp>
        <p:grpSp>
          <p:nvGrpSpPr>
            <p:cNvPr id="105" name="组合 104"/>
            <p:cNvGrpSpPr/>
            <p:nvPr/>
          </p:nvGrpSpPr>
          <p:grpSpPr>
            <a:xfrm flipH="1">
              <a:off x="932148" y="1670859"/>
              <a:ext cx="290501" cy="290501"/>
              <a:chOff x="2473104" y="2145028"/>
              <a:chExt cx="359165" cy="359165"/>
            </a:xfrm>
            <a:solidFill>
              <a:schemeClr val="bg1"/>
            </a:solidFill>
          </p:grpSpPr>
          <p:sp>
            <p:nvSpPr>
              <p:cNvPr id="106"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汉仪旗黑-50S" panose="00020600040101010101" charset="-122"/>
                  <a:ea typeface="汉仪旗黑-50S" panose="00020600040101010101" charset="-122"/>
                  <a:sym typeface="汉仪旗黑-50S" panose="00020600040101010101" charset="-122"/>
                </a:endParaRPr>
              </a:p>
            </p:txBody>
          </p:sp>
          <p:sp>
            <p:nvSpPr>
              <p:cNvPr id="107"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汉仪旗黑-50S" panose="00020600040101010101" charset="-122"/>
                  <a:ea typeface="汉仪旗黑-50S" panose="00020600040101010101" charset="-122"/>
                  <a:sym typeface="汉仪旗黑-50S" panose="00020600040101010101" charset="-122"/>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37982"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3" name="矩形 2"/>
          <p:cNvSpPr/>
          <p:nvPr/>
        </p:nvSpPr>
        <p:spPr>
          <a:xfrm>
            <a:off x="3289486"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4" name="矩形 3"/>
          <p:cNvSpPr/>
          <p:nvPr/>
        </p:nvSpPr>
        <p:spPr>
          <a:xfrm>
            <a:off x="5240991" y="0"/>
            <a:ext cx="1951504" cy="55444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5" name="矩形 4"/>
          <p:cNvSpPr/>
          <p:nvPr/>
        </p:nvSpPr>
        <p:spPr>
          <a:xfrm>
            <a:off x="7192495"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grpSp>
        <p:nvGrpSpPr>
          <p:cNvPr id="6" name="组合 5"/>
          <p:cNvGrpSpPr/>
          <p:nvPr/>
        </p:nvGrpSpPr>
        <p:grpSpPr>
          <a:xfrm>
            <a:off x="1428163" y="138724"/>
            <a:ext cx="7549958" cy="276999"/>
            <a:chOff x="105638" y="107946"/>
            <a:chExt cx="8844051" cy="276999"/>
          </a:xfrm>
        </p:grpSpPr>
        <p:sp>
          <p:nvSpPr>
            <p:cNvPr id="7" name="矩形 6"/>
            <p:cNvSpPr/>
            <p:nvPr/>
          </p:nvSpPr>
          <p:spPr bwMode="auto">
            <a:xfrm>
              <a:off x="105638" y="107946"/>
              <a:ext cx="210201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选题的背景与意义</a:t>
              </a:r>
              <a:endParaRPr lang="zh-CN" altLang="en-US" sz="1200" kern="100">
                <a:solidFill>
                  <a:schemeClr val="bg1"/>
                </a:solidFill>
                <a:latin typeface="+mj-ea"/>
                <a:ea typeface="+mj-ea"/>
                <a:cs typeface="汉仪旗黑-50S" panose="00020600040101010101" charset="-122"/>
              </a:endParaRPr>
            </a:p>
          </p:txBody>
        </p:sp>
        <p:sp>
          <p:nvSpPr>
            <p:cNvPr id="8" name="矩形 7"/>
            <p:cNvSpPr/>
            <p:nvPr/>
          </p:nvSpPr>
          <p:spPr bwMode="auto">
            <a:xfrm>
              <a:off x="2492229" y="107946"/>
              <a:ext cx="187353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研究方法及过程</a:t>
              </a:r>
              <a:endParaRPr lang="zh-CN" altLang="en-US" sz="1200" kern="100">
                <a:solidFill>
                  <a:schemeClr val="bg1"/>
                </a:solidFill>
                <a:latin typeface="+mj-ea"/>
                <a:ea typeface="+mj-ea"/>
                <a:cs typeface="汉仪旗黑-50S" panose="00020600040101010101" charset="-122"/>
              </a:endParaRPr>
            </a:p>
          </p:txBody>
        </p:sp>
        <p:sp>
          <p:nvSpPr>
            <p:cNvPr id="9" name="矩形 8"/>
            <p:cNvSpPr/>
            <p:nvPr/>
          </p:nvSpPr>
          <p:spPr bwMode="auto">
            <a:xfrm>
              <a:off x="4549750" y="107946"/>
              <a:ext cx="233049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研究成果展示及应用</a:t>
              </a:r>
              <a:endParaRPr lang="zh-CN" altLang="en-US" sz="1200" kern="100">
                <a:solidFill>
                  <a:schemeClr val="bg1"/>
                </a:solidFill>
                <a:latin typeface="+mj-ea"/>
                <a:ea typeface="+mj-ea"/>
                <a:cs typeface="汉仪旗黑-50S" panose="00020600040101010101" charset="-122"/>
              </a:endParaRPr>
            </a:p>
          </p:txBody>
        </p:sp>
        <p:sp>
          <p:nvSpPr>
            <p:cNvPr id="10" name="矩形 9"/>
            <p:cNvSpPr/>
            <p:nvPr/>
          </p:nvSpPr>
          <p:spPr bwMode="auto">
            <a:xfrm>
              <a:off x="7076150" y="107946"/>
              <a:ext cx="187353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论文总结与致谢</a:t>
              </a:r>
              <a:endParaRPr lang="zh-CN" altLang="en-US" sz="1200" kern="100">
                <a:solidFill>
                  <a:schemeClr val="bg1"/>
                </a:solidFill>
                <a:latin typeface="+mj-ea"/>
                <a:ea typeface="+mj-ea"/>
                <a:cs typeface="汉仪旗黑-50S" panose="00020600040101010101" charset="-122"/>
              </a:endParaRPr>
            </a:p>
          </p:txBody>
        </p:sp>
      </p:grpSp>
      <p:sp>
        <p:nvSpPr>
          <p:cNvPr id="11" name="矩形 10"/>
          <p:cNvSpPr/>
          <p:nvPr/>
        </p:nvSpPr>
        <p:spPr>
          <a:xfrm>
            <a:off x="0" y="23"/>
            <a:ext cx="1337982" cy="5544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371474" y="40845"/>
            <a:ext cx="595035" cy="472756"/>
            <a:chOff x="257511" y="1283815"/>
            <a:chExt cx="3608258" cy="2800587"/>
          </a:xfrm>
        </p:grpSpPr>
        <p:grpSp>
          <p:nvGrpSpPr>
            <p:cNvPr id="13" name="Group 79"/>
            <p:cNvGrpSpPr>
              <a:grpSpLocks noChangeAspect="1"/>
            </p:cNvGrpSpPr>
            <p:nvPr/>
          </p:nvGrpSpPr>
          <p:grpSpPr bwMode="auto">
            <a:xfrm>
              <a:off x="1235639" y="1283815"/>
              <a:ext cx="1621531" cy="1625508"/>
              <a:chOff x="1247" y="-15"/>
              <a:chExt cx="3263" cy="3271"/>
            </a:xfrm>
            <a:solidFill>
              <a:sysClr val="window" lastClr="FFFFFF"/>
            </a:solidFill>
          </p:grpSpPr>
          <p:sp>
            <p:nvSpPr>
              <p:cNvPr id="15" name="Freeform 80"/>
              <p:cNvSpPr/>
              <p:nvPr/>
            </p:nvSpPr>
            <p:spPr bwMode="auto">
              <a:xfrm>
                <a:off x="1722" y="1892"/>
                <a:ext cx="207" cy="199"/>
              </a:xfrm>
              <a:custGeom>
                <a:avLst/>
                <a:gdLst>
                  <a:gd name="T0" fmla="*/ 104 w 207"/>
                  <a:gd name="T1" fmla="*/ 0 h 199"/>
                  <a:gd name="T2" fmla="*/ 136 w 207"/>
                  <a:gd name="T3" fmla="*/ 66 h 199"/>
                  <a:gd name="T4" fmla="*/ 207 w 207"/>
                  <a:gd name="T5" fmla="*/ 77 h 199"/>
                  <a:gd name="T6" fmla="*/ 157 w 207"/>
                  <a:gd name="T7" fmla="*/ 126 h 199"/>
                  <a:gd name="T8" fmla="*/ 169 w 207"/>
                  <a:gd name="T9" fmla="*/ 199 h 199"/>
                  <a:gd name="T10" fmla="*/ 104 w 207"/>
                  <a:gd name="T11" fmla="*/ 165 h 199"/>
                  <a:gd name="T12" fmla="*/ 41 w 207"/>
                  <a:gd name="T13" fmla="*/ 199 h 199"/>
                  <a:gd name="T14" fmla="*/ 52 w 207"/>
                  <a:gd name="T15" fmla="*/ 126 h 199"/>
                  <a:gd name="T16" fmla="*/ 0 w 207"/>
                  <a:gd name="T17" fmla="*/ 77 h 199"/>
                  <a:gd name="T18" fmla="*/ 72 w 207"/>
                  <a:gd name="T19" fmla="*/ 66 h 199"/>
                  <a:gd name="T20" fmla="*/ 104 w 207"/>
                  <a:gd name="T21" fmla="*/ 0 h 199"/>
                  <a:gd name="T22" fmla="*/ 104 w 207"/>
                  <a:gd name="T23" fmla="*/ 0 h 199"/>
                  <a:gd name="T24" fmla="*/ 104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4" y="0"/>
                    </a:moveTo>
                    <a:lnTo>
                      <a:pt x="136" y="66"/>
                    </a:lnTo>
                    <a:lnTo>
                      <a:pt x="207" y="77"/>
                    </a:lnTo>
                    <a:lnTo>
                      <a:pt x="157" y="126"/>
                    </a:lnTo>
                    <a:lnTo>
                      <a:pt x="169" y="199"/>
                    </a:lnTo>
                    <a:lnTo>
                      <a:pt x="104" y="165"/>
                    </a:lnTo>
                    <a:lnTo>
                      <a:pt x="41" y="199"/>
                    </a:lnTo>
                    <a:lnTo>
                      <a:pt x="52" y="126"/>
                    </a:lnTo>
                    <a:lnTo>
                      <a:pt x="0" y="77"/>
                    </a:lnTo>
                    <a:lnTo>
                      <a:pt x="72" y="66"/>
                    </a:lnTo>
                    <a:lnTo>
                      <a:pt x="104" y="0"/>
                    </a:lnTo>
                    <a:lnTo>
                      <a:pt x="104" y="0"/>
                    </a:lnTo>
                    <a:lnTo>
                      <a:pt x="10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6" name="Freeform 81"/>
              <p:cNvSpPr/>
              <p:nvPr/>
            </p:nvSpPr>
            <p:spPr bwMode="auto">
              <a:xfrm>
                <a:off x="3779" y="1892"/>
                <a:ext cx="207" cy="199"/>
              </a:xfrm>
              <a:custGeom>
                <a:avLst/>
                <a:gdLst>
                  <a:gd name="T0" fmla="*/ 105 w 207"/>
                  <a:gd name="T1" fmla="*/ 0 h 199"/>
                  <a:gd name="T2" fmla="*/ 136 w 207"/>
                  <a:gd name="T3" fmla="*/ 66 h 199"/>
                  <a:gd name="T4" fmla="*/ 207 w 207"/>
                  <a:gd name="T5" fmla="*/ 77 h 199"/>
                  <a:gd name="T6" fmla="*/ 157 w 207"/>
                  <a:gd name="T7" fmla="*/ 126 h 199"/>
                  <a:gd name="T8" fmla="*/ 170 w 207"/>
                  <a:gd name="T9" fmla="*/ 199 h 199"/>
                  <a:gd name="T10" fmla="*/ 105 w 207"/>
                  <a:gd name="T11" fmla="*/ 165 h 199"/>
                  <a:gd name="T12" fmla="*/ 41 w 207"/>
                  <a:gd name="T13" fmla="*/ 199 h 199"/>
                  <a:gd name="T14" fmla="*/ 52 w 207"/>
                  <a:gd name="T15" fmla="*/ 126 h 199"/>
                  <a:gd name="T16" fmla="*/ 0 w 207"/>
                  <a:gd name="T17" fmla="*/ 77 h 199"/>
                  <a:gd name="T18" fmla="*/ 72 w 207"/>
                  <a:gd name="T19" fmla="*/ 66 h 199"/>
                  <a:gd name="T20" fmla="*/ 105 w 207"/>
                  <a:gd name="T21" fmla="*/ 0 h 199"/>
                  <a:gd name="T22" fmla="*/ 105 w 207"/>
                  <a:gd name="T23" fmla="*/ 0 h 199"/>
                  <a:gd name="T24" fmla="*/ 105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5" y="0"/>
                    </a:moveTo>
                    <a:lnTo>
                      <a:pt x="136" y="66"/>
                    </a:lnTo>
                    <a:lnTo>
                      <a:pt x="207" y="77"/>
                    </a:lnTo>
                    <a:lnTo>
                      <a:pt x="157" y="126"/>
                    </a:lnTo>
                    <a:lnTo>
                      <a:pt x="170" y="199"/>
                    </a:lnTo>
                    <a:lnTo>
                      <a:pt x="105" y="165"/>
                    </a:lnTo>
                    <a:lnTo>
                      <a:pt x="41" y="199"/>
                    </a:lnTo>
                    <a:lnTo>
                      <a:pt x="52" y="126"/>
                    </a:lnTo>
                    <a:lnTo>
                      <a:pt x="0" y="77"/>
                    </a:lnTo>
                    <a:lnTo>
                      <a:pt x="72" y="66"/>
                    </a:lnTo>
                    <a:lnTo>
                      <a:pt x="105" y="0"/>
                    </a:lnTo>
                    <a:lnTo>
                      <a:pt x="105" y="0"/>
                    </a:lnTo>
                    <a:lnTo>
                      <a:pt x="10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7" name="Freeform 82"/>
              <p:cNvSpPr>
                <a:spLocks noEditPoints="1"/>
              </p:cNvSpPr>
              <p:nvPr/>
            </p:nvSpPr>
            <p:spPr bwMode="auto">
              <a:xfrm>
                <a:off x="1247" y="-15"/>
                <a:ext cx="3263" cy="3271"/>
              </a:xfrm>
              <a:custGeom>
                <a:avLst/>
                <a:gdLst>
                  <a:gd name="T0" fmla="*/ 2378 w 2411"/>
                  <a:gd name="T1" fmla="*/ 1061 h 2417"/>
                  <a:gd name="T2" fmla="*/ 2354 w 2411"/>
                  <a:gd name="T3" fmla="*/ 1453 h 2417"/>
                  <a:gd name="T4" fmla="*/ 2203 w 2411"/>
                  <a:gd name="T5" fmla="*/ 1825 h 2417"/>
                  <a:gd name="T6" fmla="*/ 1932 w 2411"/>
                  <a:gd name="T7" fmla="*/ 2133 h 2417"/>
                  <a:gd name="T8" fmla="*/ 1575 w 2411"/>
                  <a:gd name="T9" fmla="*/ 2325 h 2417"/>
                  <a:gd name="T10" fmla="*/ 1169 w 2411"/>
                  <a:gd name="T11" fmla="*/ 2387 h 2417"/>
                  <a:gd name="T12" fmla="*/ 771 w 2411"/>
                  <a:gd name="T13" fmla="*/ 2302 h 2417"/>
                  <a:gd name="T14" fmla="*/ 432 w 2411"/>
                  <a:gd name="T15" fmla="*/ 2089 h 2417"/>
                  <a:gd name="T16" fmla="*/ 176 w 2411"/>
                  <a:gd name="T17" fmla="*/ 1768 h 2417"/>
                  <a:gd name="T18" fmla="*/ 49 w 2411"/>
                  <a:gd name="T19" fmla="*/ 1383 h 2417"/>
                  <a:gd name="T20" fmla="*/ 59 w 2411"/>
                  <a:gd name="T21" fmla="*/ 973 h 2417"/>
                  <a:gd name="T22" fmla="*/ 210 w 2411"/>
                  <a:gd name="T23" fmla="*/ 585 h 2417"/>
                  <a:gd name="T24" fmla="*/ 484 w 2411"/>
                  <a:gd name="T25" fmla="*/ 278 h 2417"/>
                  <a:gd name="T26" fmla="*/ 844 w 2411"/>
                  <a:gd name="T27" fmla="*/ 87 h 2417"/>
                  <a:gd name="T28" fmla="*/ 1247 w 2411"/>
                  <a:gd name="T29" fmla="*/ 31 h 2417"/>
                  <a:gd name="T30" fmla="*/ 1644 w 2411"/>
                  <a:gd name="T31" fmla="*/ 115 h 2417"/>
                  <a:gd name="T32" fmla="*/ 1988 w 2411"/>
                  <a:gd name="T33" fmla="*/ 331 h 2417"/>
                  <a:gd name="T34" fmla="*/ 2242 w 2411"/>
                  <a:gd name="T35" fmla="*/ 655 h 2417"/>
                  <a:gd name="T36" fmla="*/ 2250 w 2411"/>
                  <a:gd name="T37" fmla="*/ 785 h 2417"/>
                  <a:gd name="T38" fmla="*/ 2050 w 2411"/>
                  <a:gd name="T39" fmla="*/ 488 h 2417"/>
                  <a:gd name="T40" fmla="*/ 1752 w 2411"/>
                  <a:gd name="T41" fmla="*/ 240 h 2417"/>
                  <a:gd name="T42" fmla="*/ 1393 w 2411"/>
                  <a:gd name="T43" fmla="*/ 113 h 2417"/>
                  <a:gd name="T44" fmla="*/ 1007 w 2411"/>
                  <a:gd name="T45" fmla="*/ 115 h 2417"/>
                  <a:gd name="T46" fmla="*/ 650 w 2411"/>
                  <a:gd name="T47" fmla="*/ 249 h 2417"/>
                  <a:gd name="T48" fmla="*/ 356 w 2411"/>
                  <a:gd name="T49" fmla="*/ 499 h 2417"/>
                  <a:gd name="T50" fmla="*/ 169 w 2411"/>
                  <a:gd name="T51" fmla="*/ 831 h 2417"/>
                  <a:gd name="T52" fmla="*/ 102 w 2411"/>
                  <a:gd name="T53" fmla="*/ 1210 h 2417"/>
                  <a:gd name="T54" fmla="*/ 168 w 2411"/>
                  <a:gd name="T55" fmla="*/ 1589 h 2417"/>
                  <a:gd name="T56" fmla="*/ 362 w 2411"/>
                  <a:gd name="T57" fmla="*/ 1928 h 2417"/>
                  <a:gd name="T58" fmla="*/ 658 w 2411"/>
                  <a:gd name="T59" fmla="*/ 2176 h 2417"/>
                  <a:gd name="T60" fmla="*/ 1017 w 2411"/>
                  <a:gd name="T61" fmla="*/ 2303 h 2417"/>
                  <a:gd name="T62" fmla="*/ 1404 w 2411"/>
                  <a:gd name="T63" fmla="*/ 2303 h 2417"/>
                  <a:gd name="T64" fmla="*/ 1766 w 2411"/>
                  <a:gd name="T65" fmla="*/ 2170 h 2417"/>
                  <a:gd name="T66" fmla="*/ 2065 w 2411"/>
                  <a:gd name="T67" fmla="*/ 1916 h 2417"/>
                  <a:gd name="T68" fmla="*/ 2253 w 2411"/>
                  <a:gd name="T69" fmla="*/ 1577 h 2417"/>
                  <a:gd name="T70" fmla="*/ 2314 w 2411"/>
                  <a:gd name="T71" fmla="*/ 1196 h 2417"/>
                  <a:gd name="T72" fmla="*/ 2250 w 2411"/>
                  <a:gd name="T73" fmla="*/ 785 h 2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11" h="2417">
                    <a:moveTo>
                      <a:pt x="2317" y="808"/>
                    </a:moveTo>
                    <a:cubicBezTo>
                      <a:pt x="2298" y="899"/>
                      <a:pt x="2323" y="981"/>
                      <a:pt x="2378" y="1061"/>
                    </a:cubicBezTo>
                    <a:cubicBezTo>
                      <a:pt x="2411" y="1110"/>
                      <a:pt x="2411" y="1169"/>
                      <a:pt x="2382" y="1222"/>
                    </a:cubicBezTo>
                    <a:cubicBezTo>
                      <a:pt x="2342" y="1296"/>
                      <a:pt x="2334" y="1371"/>
                      <a:pt x="2354" y="1453"/>
                    </a:cubicBezTo>
                    <a:cubicBezTo>
                      <a:pt x="2371" y="1523"/>
                      <a:pt x="2353" y="1585"/>
                      <a:pt x="2297" y="1635"/>
                    </a:cubicBezTo>
                    <a:cubicBezTo>
                      <a:pt x="2241" y="1685"/>
                      <a:pt x="2209" y="1749"/>
                      <a:pt x="2203" y="1825"/>
                    </a:cubicBezTo>
                    <a:cubicBezTo>
                      <a:pt x="2198" y="1900"/>
                      <a:pt x="2159" y="1954"/>
                      <a:pt x="2089" y="1983"/>
                    </a:cubicBezTo>
                    <a:cubicBezTo>
                      <a:pt x="2016" y="2012"/>
                      <a:pt x="1964" y="2062"/>
                      <a:pt x="1932" y="2133"/>
                    </a:cubicBezTo>
                    <a:cubicBezTo>
                      <a:pt x="1901" y="2200"/>
                      <a:pt x="1848" y="2236"/>
                      <a:pt x="1774" y="2239"/>
                    </a:cubicBezTo>
                    <a:cubicBezTo>
                      <a:pt x="1695" y="2242"/>
                      <a:pt x="1630" y="2270"/>
                      <a:pt x="1575" y="2325"/>
                    </a:cubicBezTo>
                    <a:cubicBezTo>
                      <a:pt x="1523" y="2379"/>
                      <a:pt x="1461" y="2395"/>
                      <a:pt x="1391" y="2372"/>
                    </a:cubicBezTo>
                    <a:cubicBezTo>
                      <a:pt x="1314" y="2347"/>
                      <a:pt x="1241" y="2352"/>
                      <a:pt x="1169" y="2387"/>
                    </a:cubicBezTo>
                    <a:cubicBezTo>
                      <a:pt x="1104" y="2417"/>
                      <a:pt x="1041" y="2410"/>
                      <a:pt x="984" y="2366"/>
                    </a:cubicBezTo>
                    <a:cubicBezTo>
                      <a:pt x="921" y="2316"/>
                      <a:pt x="851" y="2295"/>
                      <a:pt x="771" y="2302"/>
                    </a:cubicBezTo>
                    <a:cubicBezTo>
                      <a:pt x="695" y="2308"/>
                      <a:pt x="638" y="2277"/>
                      <a:pt x="598" y="2212"/>
                    </a:cubicBezTo>
                    <a:cubicBezTo>
                      <a:pt x="559" y="2150"/>
                      <a:pt x="504" y="2108"/>
                      <a:pt x="432" y="2089"/>
                    </a:cubicBezTo>
                    <a:cubicBezTo>
                      <a:pt x="356" y="2069"/>
                      <a:pt x="310" y="2022"/>
                      <a:pt x="294" y="1944"/>
                    </a:cubicBezTo>
                    <a:cubicBezTo>
                      <a:pt x="278" y="1870"/>
                      <a:pt x="239" y="1811"/>
                      <a:pt x="176" y="1768"/>
                    </a:cubicBezTo>
                    <a:cubicBezTo>
                      <a:pt x="114" y="1725"/>
                      <a:pt x="88" y="1665"/>
                      <a:pt x="98" y="1590"/>
                    </a:cubicBezTo>
                    <a:cubicBezTo>
                      <a:pt x="109" y="1514"/>
                      <a:pt x="93" y="1445"/>
                      <a:pt x="49" y="1383"/>
                    </a:cubicBezTo>
                    <a:cubicBezTo>
                      <a:pt x="4" y="1319"/>
                      <a:pt x="0" y="1253"/>
                      <a:pt x="37" y="1184"/>
                    </a:cubicBezTo>
                    <a:cubicBezTo>
                      <a:pt x="72" y="1116"/>
                      <a:pt x="80" y="1046"/>
                      <a:pt x="59" y="973"/>
                    </a:cubicBezTo>
                    <a:cubicBezTo>
                      <a:pt x="38" y="899"/>
                      <a:pt x="58" y="837"/>
                      <a:pt x="114" y="786"/>
                    </a:cubicBezTo>
                    <a:cubicBezTo>
                      <a:pt x="173" y="732"/>
                      <a:pt x="204" y="665"/>
                      <a:pt x="210" y="585"/>
                    </a:cubicBezTo>
                    <a:cubicBezTo>
                      <a:pt x="216" y="516"/>
                      <a:pt x="253" y="465"/>
                      <a:pt x="316" y="439"/>
                    </a:cubicBezTo>
                    <a:cubicBezTo>
                      <a:pt x="394" y="407"/>
                      <a:pt x="449" y="355"/>
                      <a:pt x="484" y="278"/>
                    </a:cubicBezTo>
                    <a:cubicBezTo>
                      <a:pt x="513" y="216"/>
                      <a:pt x="566" y="182"/>
                      <a:pt x="636" y="179"/>
                    </a:cubicBezTo>
                    <a:cubicBezTo>
                      <a:pt x="718" y="177"/>
                      <a:pt x="786" y="146"/>
                      <a:pt x="844" y="87"/>
                    </a:cubicBezTo>
                    <a:cubicBezTo>
                      <a:pt x="892" y="38"/>
                      <a:pt x="953" y="24"/>
                      <a:pt x="1019" y="45"/>
                    </a:cubicBezTo>
                    <a:cubicBezTo>
                      <a:pt x="1097" y="70"/>
                      <a:pt x="1172" y="66"/>
                      <a:pt x="1247" y="31"/>
                    </a:cubicBezTo>
                    <a:cubicBezTo>
                      <a:pt x="1309" y="0"/>
                      <a:pt x="1371" y="8"/>
                      <a:pt x="1425" y="50"/>
                    </a:cubicBezTo>
                    <a:cubicBezTo>
                      <a:pt x="1491" y="101"/>
                      <a:pt x="1562" y="123"/>
                      <a:pt x="1644" y="115"/>
                    </a:cubicBezTo>
                    <a:cubicBezTo>
                      <a:pt x="1715" y="108"/>
                      <a:pt x="1771" y="138"/>
                      <a:pt x="1810" y="199"/>
                    </a:cubicBezTo>
                    <a:cubicBezTo>
                      <a:pt x="1852" y="267"/>
                      <a:pt x="1910" y="311"/>
                      <a:pt x="1988" y="331"/>
                    </a:cubicBezTo>
                    <a:cubicBezTo>
                      <a:pt x="2057" y="349"/>
                      <a:pt x="2102" y="395"/>
                      <a:pt x="2116" y="465"/>
                    </a:cubicBezTo>
                    <a:cubicBezTo>
                      <a:pt x="2133" y="545"/>
                      <a:pt x="2174" y="608"/>
                      <a:pt x="2242" y="655"/>
                    </a:cubicBezTo>
                    <a:cubicBezTo>
                      <a:pt x="2294" y="690"/>
                      <a:pt x="2316" y="742"/>
                      <a:pt x="2317" y="808"/>
                    </a:cubicBezTo>
                    <a:close/>
                    <a:moveTo>
                      <a:pt x="2250" y="785"/>
                    </a:moveTo>
                    <a:cubicBezTo>
                      <a:pt x="2237" y="767"/>
                      <a:pt x="2219" y="729"/>
                      <a:pt x="2191" y="707"/>
                    </a:cubicBezTo>
                    <a:cubicBezTo>
                      <a:pt x="2119" y="648"/>
                      <a:pt x="2068" y="579"/>
                      <a:pt x="2050" y="488"/>
                    </a:cubicBezTo>
                    <a:cubicBezTo>
                      <a:pt x="2040" y="440"/>
                      <a:pt x="2013" y="409"/>
                      <a:pt x="1966" y="397"/>
                    </a:cubicBezTo>
                    <a:cubicBezTo>
                      <a:pt x="1874" y="374"/>
                      <a:pt x="1803" y="321"/>
                      <a:pt x="1752" y="240"/>
                    </a:cubicBezTo>
                    <a:cubicBezTo>
                      <a:pt x="1727" y="199"/>
                      <a:pt x="1691" y="181"/>
                      <a:pt x="1643" y="186"/>
                    </a:cubicBezTo>
                    <a:cubicBezTo>
                      <a:pt x="1550" y="195"/>
                      <a:pt x="1466" y="170"/>
                      <a:pt x="1393" y="113"/>
                    </a:cubicBezTo>
                    <a:cubicBezTo>
                      <a:pt x="1353" y="82"/>
                      <a:pt x="1312" y="77"/>
                      <a:pt x="1266" y="99"/>
                    </a:cubicBezTo>
                    <a:cubicBezTo>
                      <a:pt x="1182" y="138"/>
                      <a:pt x="1095" y="144"/>
                      <a:pt x="1007" y="115"/>
                    </a:cubicBezTo>
                    <a:cubicBezTo>
                      <a:pt x="959" y="99"/>
                      <a:pt x="919" y="110"/>
                      <a:pt x="883" y="146"/>
                    </a:cubicBezTo>
                    <a:cubicBezTo>
                      <a:pt x="820" y="212"/>
                      <a:pt x="740" y="246"/>
                      <a:pt x="650" y="249"/>
                    </a:cubicBezTo>
                    <a:cubicBezTo>
                      <a:pt x="596" y="251"/>
                      <a:pt x="562" y="275"/>
                      <a:pt x="540" y="323"/>
                    </a:cubicBezTo>
                    <a:cubicBezTo>
                      <a:pt x="502" y="405"/>
                      <a:pt x="440" y="465"/>
                      <a:pt x="356" y="499"/>
                    </a:cubicBezTo>
                    <a:cubicBezTo>
                      <a:pt x="305" y="519"/>
                      <a:pt x="281" y="554"/>
                      <a:pt x="277" y="606"/>
                    </a:cubicBezTo>
                    <a:cubicBezTo>
                      <a:pt x="271" y="695"/>
                      <a:pt x="234" y="771"/>
                      <a:pt x="169" y="831"/>
                    </a:cubicBezTo>
                    <a:cubicBezTo>
                      <a:pt x="126" y="869"/>
                      <a:pt x="115" y="911"/>
                      <a:pt x="130" y="966"/>
                    </a:cubicBezTo>
                    <a:cubicBezTo>
                      <a:pt x="152" y="1050"/>
                      <a:pt x="144" y="1133"/>
                      <a:pt x="102" y="1210"/>
                    </a:cubicBezTo>
                    <a:cubicBezTo>
                      <a:pt x="76" y="1258"/>
                      <a:pt x="77" y="1301"/>
                      <a:pt x="109" y="1346"/>
                    </a:cubicBezTo>
                    <a:cubicBezTo>
                      <a:pt x="161" y="1419"/>
                      <a:pt x="181" y="1501"/>
                      <a:pt x="168" y="1589"/>
                    </a:cubicBezTo>
                    <a:cubicBezTo>
                      <a:pt x="161" y="1643"/>
                      <a:pt x="177" y="1683"/>
                      <a:pt x="222" y="1715"/>
                    </a:cubicBezTo>
                    <a:cubicBezTo>
                      <a:pt x="297" y="1767"/>
                      <a:pt x="344" y="1839"/>
                      <a:pt x="362" y="1928"/>
                    </a:cubicBezTo>
                    <a:cubicBezTo>
                      <a:pt x="372" y="1978"/>
                      <a:pt x="400" y="2008"/>
                      <a:pt x="449" y="2021"/>
                    </a:cubicBezTo>
                    <a:cubicBezTo>
                      <a:pt x="539" y="2044"/>
                      <a:pt x="609" y="2096"/>
                      <a:pt x="658" y="2176"/>
                    </a:cubicBezTo>
                    <a:cubicBezTo>
                      <a:pt x="685" y="2219"/>
                      <a:pt x="722" y="2238"/>
                      <a:pt x="773" y="2232"/>
                    </a:cubicBezTo>
                    <a:cubicBezTo>
                      <a:pt x="864" y="2223"/>
                      <a:pt x="946" y="2247"/>
                      <a:pt x="1017" y="2303"/>
                    </a:cubicBezTo>
                    <a:cubicBezTo>
                      <a:pt x="1059" y="2336"/>
                      <a:pt x="1101" y="2341"/>
                      <a:pt x="1149" y="2319"/>
                    </a:cubicBezTo>
                    <a:cubicBezTo>
                      <a:pt x="1232" y="2280"/>
                      <a:pt x="1317" y="2275"/>
                      <a:pt x="1404" y="2303"/>
                    </a:cubicBezTo>
                    <a:cubicBezTo>
                      <a:pt x="1452" y="2318"/>
                      <a:pt x="1492" y="2310"/>
                      <a:pt x="1528" y="2273"/>
                    </a:cubicBezTo>
                    <a:cubicBezTo>
                      <a:pt x="1593" y="2207"/>
                      <a:pt x="1672" y="2172"/>
                      <a:pt x="1766" y="2170"/>
                    </a:cubicBezTo>
                    <a:cubicBezTo>
                      <a:pt x="1814" y="2168"/>
                      <a:pt x="1848" y="2147"/>
                      <a:pt x="1868" y="2103"/>
                    </a:cubicBezTo>
                    <a:cubicBezTo>
                      <a:pt x="1909" y="2014"/>
                      <a:pt x="1974" y="1952"/>
                      <a:pt x="2065" y="1916"/>
                    </a:cubicBezTo>
                    <a:cubicBezTo>
                      <a:pt x="2106" y="1900"/>
                      <a:pt x="2128" y="1869"/>
                      <a:pt x="2132" y="1825"/>
                    </a:cubicBezTo>
                    <a:cubicBezTo>
                      <a:pt x="2140" y="1727"/>
                      <a:pt x="2183" y="1647"/>
                      <a:pt x="2253" y="1577"/>
                    </a:cubicBezTo>
                    <a:cubicBezTo>
                      <a:pt x="2276" y="1553"/>
                      <a:pt x="2291" y="1502"/>
                      <a:pt x="2284" y="1470"/>
                    </a:cubicBezTo>
                    <a:cubicBezTo>
                      <a:pt x="2262" y="1373"/>
                      <a:pt x="2274" y="1285"/>
                      <a:pt x="2314" y="1196"/>
                    </a:cubicBezTo>
                    <a:cubicBezTo>
                      <a:pt x="2327" y="1165"/>
                      <a:pt x="2328" y="1116"/>
                      <a:pt x="2311" y="1089"/>
                    </a:cubicBezTo>
                    <a:cubicBezTo>
                      <a:pt x="2255" y="1001"/>
                      <a:pt x="2228" y="909"/>
                      <a:pt x="2250" y="7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8" name="Freeform 83"/>
              <p:cNvSpPr/>
              <p:nvPr/>
            </p:nvSpPr>
            <p:spPr bwMode="auto">
              <a:xfrm>
                <a:off x="3318" y="2439"/>
                <a:ext cx="327" cy="222"/>
              </a:xfrm>
              <a:custGeom>
                <a:avLst/>
                <a:gdLst>
                  <a:gd name="T0" fmla="*/ 77 w 242"/>
                  <a:gd name="T1" fmla="*/ 122 h 164"/>
                  <a:gd name="T2" fmla="*/ 104 w 242"/>
                  <a:gd name="T3" fmla="*/ 82 h 164"/>
                  <a:gd name="T4" fmla="*/ 112 w 242"/>
                  <a:gd name="T5" fmla="*/ 88 h 164"/>
                  <a:gd name="T6" fmla="*/ 92 w 242"/>
                  <a:gd name="T7" fmla="*/ 119 h 164"/>
                  <a:gd name="T8" fmla="*/ 242 w 242"/>
                  <a:gd name="T9" fmla="*/ 124 h 164"/>
                  <a:gd name="T10" fmla="*/ 161 w 242"/>
                  <a:gd name="T11" fmla="*/ 161 h 164"/>
                  <a:gd name="T12" fmla="*/ 99 w 242"/>
                  <a:gd name="T13" fmla="*/ 153 h 164"/>
                  <a:gd name="T14" fmla="*/ 38 w 242"/>
                  <a:gd name="T15" fmla="*/ 164 h 164"/>
                  <a:gd name="T16" fmla="*/ 29 w 242"/>
                  <a:gd name="T17" fmla="*/ 126 h 164"/>
                  <a:gd name="T18" fmla="*/ 32 w 242"/>
                  <a:gd name="T19" fmla="*/ 0 h 164"/>
                  <a:gd name="T20" fmla="*/ 77 w 242"/>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164">
                    <a:moveTo>
                      <a:pt x="77" y="122"/>
                    </a:moveTo>
                    <a:cubicBezTo>
                      <a:pt x="86" y="109"/>
                      <a:pt x="95" y="96"/>
                      <a:pt x="104" y="82"/>
                    </a:cubicBezTo>
                    <a:cubicBezTo>
                      <a:pt x="107" y="84"/>
                      <a:pt x="109" y="86"/>
                      <a:pt x="112" y="88"/>
                    </a:cubicBezTo>
                    <a:cubicBezTo>
                      <a:pt x="107" y="95"/>
                      <a:pt x="102" y="103"/>
                      <a:pt x="92" y="119"/>
                    </a:cubicBezTo>
                    <a:cubicBezTo>
                      <a:pt x="148" y="90"/>
                      <a:pt x="193" y="98"/>
                      <a:pt x="242" y="124"/>
                    </a:cubicBezTo>
                    <a:cubicBezTo>
                      <a:pt x="218" y="148"/>
                      <a:pt x="192" y="161"/>
                      <a:pt x="161" y="161"/>
                    </a:cubicBezTo>
                    <a:cubicBezTo>
                      <a:pt x="140" y="161"/>
                      <a:pt x="118" y="160"/>
                      <a:pt x="99" y="153"/>
                    </a:cubicBezTo>
                    <a:cubicBezTo>
                      <a:pt x="73" y="143"/>
                      <a:pt x="53" y="143"/>
                      <a:pt x="38" y="164"/>
                    </a:cubicBezTo>
                    <a:cubicBezTo>
                      <a:pt x="35" y="151"/>
                      <a:pt x="36" y="137"/>
                      <a:pt x="29" y="126"/>
                    </a:cubicBezTo>
                    <a:cubicBezTo>
                      <a:pt x="0" y="75"/>
                      <a:pt x="0" y="46"/>
                      <a:pt x="32" y="0"/>
                    </a:cubicBezTo>
                    <a:cubicBezTo>
                      <a:pt x="72" y="14"/>
                      <a:pt x="85" y="53"/>
                      <a:pt x="77"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9" name="Freeform 84"/>
              <p:cNvSpPr/>
              <p:nvPr/>
            </p:nvSpPr>
            <p:spPr bwMode="auto">
              <a:xfrm>
                <a:off x="3417" y="2308"/>
                <a:ext cx="339" cy="217"/>
              </a:xfrm>
              <a:custGeom>
                <a:avLst/>
                <a:gdLst>
                  <a:gd name="T0" fmla="*/ 251 w 251"/>
                  <a:gd name="T1" fmla="*/ 92 h 161"/>
                  <a:gd name="T2" fmla="*/ 65 w 251"/>
                  <a:gd name="T3" fmla="*/ 138 h 161"/>
                  <a:gd name="T4" fmla="*/ 29 w 251"/>
                  <a:gd name="T5" fmla="*/ 0 h 161"/>
                  <a:gd name="T6" fmla="*/ 87 w 251"/>
                  <a:gd name="T7" fmla="*/ 118 h 161"/>
                  <a:gd name="T8" fmla="*/ 251 w 251"/>
                  <a:gd name="T9" fmla="*/ 92 h 161"/>
                </a:gdLst>
                <a:ahLst/>
                <a:cxnLst>
                  <a:cxn ang="0">
                    <a:pos x="T0" y="T1"/>
                  </a:cxn>
                  <a:cxn ang="0">
                    <a:pos x="T2" y="T3"/>
                  </a:cxn>
                  <a:cxn ang="0">
                    <a:pos x="T4" y="T5"/>
                  </a:cxn>
                  <a:cxn ang="0">
                    <a:pos x="T6" y="T7"/>
                  </a:cxn>
                  <a:cxn ang="0">
                    <a:pos x="T8" y="T9"/>
                  </a:cxn>
                </a:cxnLst>
                <a:rect l="0" t="0" r="r" b="b"/>
                <a:pathLst>
                  <a:path w="251" h="161">
                    <a:moveTo>
                      <a:pt x="251" y="92"/>
                    </a:moveTo>
                    <a:cubicBezTo>
                      <a:pt x="205" y="161"/>
                      <a:pt x="133" y="134"/>
                      <a:pt x="65" y="138"/>
                    </a:cubicBezTo>
                    <a:cubicBezTo>
                      <a:pt x="8" y="81"/>
                      <a:pt x="0" y="53"/>
                      <a:pt x="29" y="0"/>
                    </a:cubicBezTo>
                    <a:cubicBezTo>
                      <a:pt x="75" y="19"/>
                      <a:pt x="90" y="48"/>
                      <a:pt x="87" y="118"/>
                    </a:cubicBezTo>
                    <a:cubicBezTo>
                      <a:pt x="139" y="83"/>
                      <a:pt x="191" y="61"/>
                      <a:pt x="251"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0" name="Freeform 85"/>
              <p:cNvSpPr/>
              <p:nvPr/>
            </p:nvSpPr>
            <p:spPr bwMode="auto">
              <a:xfrm>
                <a:off x="3561" y="2259"/>
                <a:ext cx="114" cy="141"/>
              </a:xfrm>
              <a:custGeom>
                <a:avLst/>
                <a:gdLst>
                  <a:gd name="T0" fmla="*/ 17 w 84"/>
                  <a:gd name="T1" fmla="*/ 104 h 104"/>
                  <a:gd name="T2" fmla="*/ 66 w 84"/>
                  <a:gd name="T3" fmla="*/ 0 h 104"/>
                  <a:gd name="T4" fmla="*/ 17 w 84"/>
                  <a:gd name="T5" fmla="*/ 104 h 104"/>
                </a:gdLst>
                <a:ahLst/>
                <a:cxnLst>
                  <a:cxn ang="0">
                    <a:pos x="T0" y="T1"/>
                  </a:cxn>
                  <a:cxn ang="0">
                    <a:pos x="T2" y="T3"/>
                  </a:cxn>
                  <a:cxn ang="0">
                    <a:pos x="T4" y="T5"/>
                  </a:cxn>
                </a:cxnLst>
                <a:rect l="0" t="0" r="r" b="b"/>
                <a:pathLst>
                  <a:path w="84" h="104">
                    <a:moveTo>
                      <a:pt x="17" y="104"/>
                    </a:moveTo>
                    <a:cubicBezTo>
                      <a:pt x="0" y="56"/>
                      <a:pt x="17" y="22"/>
                      <a:pt x="66" y="0"/>
                    </a:cubicBezTo>
                    <a:cubicBezTo>
                      <a:pt x="84" y="48"/>
                      <a:pt x="73" y="74"/>
                      <a:pt x="1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1" name="Freeform 86"/>
              <p:cNvSpPr/>
              <p:nvPr/>
            </p:nvSpPr>
            <p:spPr bwMode="auto">
              <a:xfrm>
                <a:off x="2161" y="2439"/>
                <a:ext cx="329" cy="222"/>
              </a:xfrm>
              <a:custGeom>
                <a:avLst/>
                <a:gdLst>
                  <a:gd name="T0" fmla="*/ 166 w 243"/>
                  <a:gd name="T1" fmla="*/ 122 h 164"/>
                  <a:gd name="T2" fmla="*/ 138 w 243"/>
                  <a:gd name="T3" fmla="*/ 82 h 164"/>
                  <a:gd name="T4" fmla="*/ 131 w 243"/>
                  <a:gd name="T5" fmla="*/ 88 h 164"/>
                  <a:gd name="T6" fmla="*/ 151 w 243"/>
                  <a:gd name="T7" fmla="*/ 119 h 164"/>
                  <a:gd name="T8" fmla="*/ 0 w 243"/>
                  <a:gd name="T9" fmla="*/ 124 h 164"/>
                  <a:gd name="T10" fmla="*/ 82 w 243"/>
                  <a:gd name="T11" fmla="*/ 161 h 164"/>
                  <a:gd name="T12" fmla="*/ 144 w 243"/>
                  <a:gd name="T13" fmla="*/ 153 h 164"/>
                  <a:gd name="T14" fmla="*/ 205 w 243"/>
                  <a:gd name="T15" fmla="*/ 164 h 164"/>
                  <a:gd name="T16" fmla="*/ 213 w 243"/>
                  <a:gd name="T17" fmla="*/ 126 h 164"/>
                  <a:gd name="T18" fmla="*/ 210 w 243"/>
                  <a:gd name="T19" fmla="*/ 0 h 164"/>
                  <a:gd name="T20" fmla="*/ 166 w 243"/>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3" h="164">
                    <a:moveTo>
                      <a:pt x="166" y="122"/>
                    </a:moveTo>
                    <a:cubicBezTo>
                      <a:pt x="156" y="109"/>
                      <a:pt x="147" y="96"/>
                      <a:pt x="138" y="82"/>
                    </a:cubicBezTo>
                    <a:cubicBezTo>
                      <a:pt x="136" y="84"/>
                      <a:pt x="134" y="86"/>
                      <a:pt x="131" y="88"/>
                    </a:cubicBezTo>
                    <a:cubicBezTo>
                      <a:pt x="136" y="95"/>
                      <a:pt x="140" y="103"/>
                      <a:pt x="151" y="119"/>
                    </a:cubicBezTo>
                    <a:cubicBezTo>
                      <a:pt x="95" y="90"/>
                      <a:pt x="50" y="98"/>
                      <a:pt x="0" y="124"/>
                    </a:cubicBezTo>
                    <a:cubicBezTo>
                      <a:pt x="24" y="148"/>
                      <a:pt x="51" y="161"/>
                      <a:pt x="82" y="161"/>
                    </a:cubicBezTo>
                    <a:cubicBezTo>
                      <a:pt x="102" y="161"/>
                      <a:pt x="124" y="160"/>
                      <a:pt x="144" y="153"/>
                    </a:cubicBezTo>
                    <a:cubicBezTo>
                      <a:pt x="169" y="143"/>
                      <a:pt x="190" y="143"/>
                      <a:pt x="205" y="164"/>
                    </a:cubicBezTo>
                    <a:cubicBezTo>
                      <a:pt x="207" y="151"/>
                      <a:pt x="207" y="137"/>
                      <a:pt x="213" y="126"/>
                    </a:cubicBezTo>
                    <a:cubicBezTo>
                      <a:pt x="243" y="75"/>
                      <a:pt x="243" y="46"/>
                      <a:pt x="210" y="0"/>
                    </a:cubicBezTo>
                    <a:cubicBezTo>
                      <a:pt x="170" y="14"/>
                      <a:pt x="157" y="53"/>
                      <a:pt x="16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2" name="Freeform 87"/>
              <p:cNvSpPr/>
              <p:nvPr/>
            </p:nvSpPr>
            <p:spPr bwMode="auto">
              <a:xfrm>
                <a:off x="2051" y="2308"/>
                <a:ext cx="340" cy="217"/>
              </a:xfrm>
              <a:custGeom>
                <a:avLst/>
                <a:gdLst>
                  <a:gd name="T0" fmla="*/ 0 w 251"/>
                  <a:gd name="T1" fmla="*/ 92 h 161"/>
                  <a:gd name="T2" fmla="*/ 186 w 251"/>
                  <a:gd name="T3" fmla="*/ 138 h 161"/>
                  <a:gd name="T4" fmla="*/ 222 w 251"/>
                  <a:gd name="T5" fmla="*/ 0 h 161"/>
                  <a:gd name="T6" fmla="*/ 164 w 251"/>
                  <a:gd name="T7" fmla="*/ 118 h 161"/>
                  <a:gd name="T8" fmla="*/ 0 w 251"/>
                  <a:gd name="T9" fmla="*/ 92 h 161"/>
                </a:gdLst>
                <a:ahLst/>
                <a:cxnLst>
                  <a:cxn ang="0">
                    <a:pos x="T0" y="T1"/>
                  </a:cxn>
                  <a:cxn ang="0">
                    <a:pos x="T2" y="T3"/>
                  </a:cxn>
                  <a:cxn ang="0">
                    <a:pos x="T4" y="T5"/>
                  </a:cxn>
                  <a:cxn ang="0">
                    <a:pos x="T6" y="T7"/>
                  </a:cxn>
                  <a:cxn ang="0">
                    <a:pos x="T8" y="T9"/>
                  </a:cxn>
                </a:cxnLst>
                <a:rect l="0" t="0" r="r" b="b"/>
                <a:pathLst>
                  <a:path w="251" h="161">
                    <a:moveTo>
                      <a:pt x="0" y="92"/>
                    </a:moveTo>
                    <a:cubicBezTo>
                      <a:pt x="45" y="161"/>
                      <a:pt x="118" y="134"/>
                      <a:pt x="186" y="138"/>
                    </a:cubicBezTo>
                    <a:cubicBezTo>
                      <a:pt x="243" y="81"/>
                      <a:pt x="251" y="53"/>
                      <a:pt x="222" y="0"/>
                    </a:cubicBezTo>
                    <a:cubicBezTo>
                      <a:pt x="175" y="19"/>
                      <a:pt x="160" y="48"/>
                      <a:pt x="164" y="118"/>
                    </a:cubicBezTo>
                    <a:cubicBezTo>
                      <a:pt x="112" y="83"/>
                      <a:pt x="60" y="61"/>
                      <a:pt x="0"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3" name="Freeform 88"/>
              <p:cNvSpPr/>
              <p:nvPr/>
            </p:nvSpPr>
            <p:spPr bwMode="auto">
              <a:xfrm>
                <a:off x="2132" y="2259"/>
                <a:ext cx="113" cy="141"/>
              </a:xfrm>
              <a:custGeom>
                <a:avLst/>
                <a:gdLst>
                  <a:gd name="T0" fmla="*/ 66 w 83"/>
                  <a:gd name="T1" fmla="*/ 104 h 104"/>
                  <a:gd name="T2" fmla="*/ 18 w 83"/>
                  <a:gd name="T3" fmla="*/ 0 h 104"/>
                  <a:gd name="T4" fmla="*/ 66 w 83"/>
                  <a:gd name="T5" fmla="*/ 104 h 104"/>
                </a:gdLst>
                <a:ahLst/>
                <a:cxnLst>
                  <a:cxn ang="0">
                    <a:pos x="T0" y="T1"/>
                  </a:cxn>
                  <a:cxn ang="0">
                    <a:pos x="T2" y="T3"/>
                  </a:cxn>
                  <a:cxn ang="0">
                    <a:pos x="T4" y="T5"/>
                  </a:cxn>
                </a:cxnLst>
                <a:rect l="0" t="0" r="r" b="b"/>
                <a:pathLst>
                  <a:path w="83" h="104">
                    <a:moveTo>
                      <a:pt x="66" y="104"/>
                    </a:moveTo>
                    <a:cubicBezTo>
                      <a:pt x="83" y="56"/>
                      <a:pt x="67" y="22"/>
                      <a:pt x="18" y="0"/>
                    </a:cubicBezTo>
                    <a:cubicBezTo>
                      <a:pt x="0" y="48"/>
                      <a:pt x="11" y="74"/>
                      <a:pt x="66"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4" name="Freeform 89"/>
              <p:cNvSpPr>
                <a:spLocks noEditPoints="1"/>
              </p:cNvSpPr>
              <p:nvPr/>
            </p:nvSpPr>
            <p:spPr bwMode="auto">
              <a:xfrm>
                <a:off x="1383" y="115"/>
                <a:ext cx="3004" cy="3013"/>
              </a:xfrm>
              <a:custGeom>
                <a:avLst/>
                <a:gdLst>
                  <a:gd name="T0" fmla="*/ 96 w 2220"/>
                  <a:gd name="T1" fmla="*/ 1479 h 2226"/>
                  <a:gd name="T2" fmla="*/ 31 w 2220"/>
                  <a:gd name="T3" fmla="*/ 1240 h 2226"/>
                  <a:gd name="T4" fmla="*/ 22 w 2220"/>
                  <a:gd name="T5" fmla="*/ 1129 h 2226"/>
                  <a:gd name="T6" fmla="*/ 52 w 2220"/>
                  <a:gd name="T7" fmla="*/ 860 h 2226"/>
                  <a:gd name="T8" fmla="*/ 83 w 2220"/>
                  <a:gd name="T9" fmla="*/ 753 h 2226"/>
                  <a:gd name="T10" fmla="*/ 206 w 2220"/>
                  <a:gd name="T11" fmla="*/ 505 h 2226"/>
                  <a:gd name="T12" fmla="*/ 260 w 2220"/>
                  <a:gd name="T13" fmla="*/ 428 h 2226"/>
                  <a:gd name="T14" fmla="*/ 469 w 2220"/>
                  <a:gd name="T15" fmla="*/ 229 h 2226"/>
                  <a:gd name="T16" fmla="*/ 547 w 2220"/>
                  <a:gd name="T17" fmla="*/ 176 h 2226"/>
                  <a:gd name="T18" fmla="*/ 810 w 2220"/>
                  <a:gd name="T19" fmla="*/ 59 h 2226"/>
                  <a:gd name="T20" fmla="*/ 902 w 2220"/>
                  <a:gd name="T21" fmla="*/ 39 h 2226"/>
                  <a:gd name="T22" fmla="*/ 1183 w 2220"/>
                  <a:gd name="T23" fmla="*/ 18 h 2226"/>
                  <a:gd name="T24" fmla="*/ 1283 w 2220"/>
                  <a:gd name="T25" fmla="*/ 31 h 2226"/>
                  <a:gd name="T26" fmla="*/ 1548 w 2220"/>
                  <a:gd name="T27" fmla="*/ 110 h 2226"/>
                  <a:gd name="T28" fmla="*/ 1639 w 2220"/>
                  <a:gd name="T29" fmla="*/ 153 h 2226"/>
                  <a:gd name="T30" fmla="*/ 1865 w 2220"/>
                  <a:gd name="T31" fmla="*/ 321 h 2226"/>
                  <a:gd name="T32" fmla="*/ 1934 w 2220"/>
                  <a:gd name="T33" fmla="*/ 396 h 2226"/>
                  <a:gd name="T34" fmla="*/ 2086 w 2220"/>
                  <a:gd name="T35" fmla="*/ 626 h 2226"/>
                  <a:gd name="T36" fmla="*/ 2128 w 2220"/>
                  <a:gd name="T37" fmla="*/ 724 h 2226"/>
                  <a:gd name="T38" fmla="*/ 2194 w 2220"/>
                  <a:gd name="T39" fmla="*/ 998 h 2226"/>
                  <a:gd name="T40" fmla="*/ 2200 w 2220"/>
                  <a:gd name="T41" fmla="*/ 1093 h 2226"/>
                  <a:gd name="T42" fmla="*/ 2168 w 2220"/>
                  <a:gd name="T43" fmla="*/ 1379 h 2226"/>
                  <a:gd name="T44" fmla="*/ 2140 w 2220"/>
                  <a:gd name="T45" fmla="*/ 1470 h 2226"/>
                  <a:gd name="T46" fmla="*/ 2018 w 2220"/>
                  <a:gd name="T47" fmla="*/ 1723 h 2226"/>
                  <a:gd name="T48" fmla="*/ 1958 w 2220"/>
                  <a:gd name="T49" fmla="*/ 1805 h 2226"/>
                  <a:gd name="T50" fmla="*/ 1757 w 2220"/>
                  <a:gd name="T51" fmla="*/ 1996 h 2226"/>
                  <a:gd name="T52" fmla="*/ 1669 w 2220"/>
                  <a:gd name="T53" fmla="*/ 2055 h 2226"/>
                  <a:gd name="T54" fmla="*/ 1421 w 2220"/>
                  <a:gd name="T55" fmla="*/ 2163 h 2226"/>
                  <a:gd name="T56" fmla="*/ 1314 w 2220"/>
                  <a:gd name="T57" fmla="*/ 2190 h 2226"/>
                  <a:gd name="T58" fmla="*/ 1049 w 2220"/>
                  <a:gd name="T59" fmla="*/ 2206 h 2226"/>
                  <a:gd name="T60" fmla="*/ 933 w 2220"/>
                  <a:gd name="T61" fmla="*/ 2194 h 2226"/>
                  <a:gd name="T62" fmla="*/ 679 w 2220"/>
                  <a:gd name="T63" fmla="*/ 2118 h 2226"/>
                  <a:gd name="T64" fmla="*/ 575 w 2220"/>
                  <a:gd name="T65" fmla="*/ 2065 h 2226"/>
                  <a:gd name="T66" fmla="*/ 366 w 2220"/>
                  <a:gd name="T67" fmla="*/ 1910 h 2226"/>
                  <a:gd name="T68" fmla="*/ 285 w 2220"/>
                  <a:gd name="T69" fmla="*/ 1827 h 2226"/>
                  <a:gd name="T70" fmla="*/ 160 w 2220"/>
                  <a:gd name="T71" fmla="*/ 1622 h 2226"/>
                  <a:gd name="T72" fmla="*/ 96 w 2220"/>
                  <a:gd name="T73" fmla="*/ 1479 h 2226"/>
                  <a:gd name="T74" fmla="*/ 1109 w 2220"/>
                  <a:gd name="T75" fmla="*/ 2139 h 2226"/>
                  <a:gd name="T76" fmla="*/ 1271 w 2220"/>
                  <a:gd name="T77" fmla="*/ 2122 h 2226"/>
                  <a:gd name="T78" fmla="*/ 2069 w 2220"/>
                  <a:gd name="T79" fmla="*/ 851 h 2226"/>
                  <a:gd name="T80" fmla="*/ 964 w 2220"/>
                  <a:gd name="T81" fmla="*/ 103 h 2226"/>
                  <a:gd name="T82" fmla="*/ 123 w 2220"/>
                  <a:gd name="T83" fmla="*/ 1029 h 2226"/>
                  <a:gd name="T84" fmla="*/ 1109 w 2220"/>
                  <a:gd name="T85" fmla="*/ 2139 h 2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220" h="2226">
                    <a:moveTo>
                      <a:pt x="96" y="1479"/>
                    </a:moveTo>
                    <a:cubicBezTo>
                      <a:pt x="98" y="1387"/>
                      <a:pt x="79" y="1309"/>
                      <a:pt x="31" y="1240"/>
                    </a:cubicBezTo>
                    <a:cubicBezTo>
                      <a:pt x="4" y="1203"/>
                      <a:pt x="0" y="1170"/>
                      <a:pt x="22" y="1129"/>
                    </a:cubicBezTo>
                    <a:cubicBezTo>
                      <a:pt x="67" y="1044"/>
                      <a:pt x="76" y="953"/>
                      <a:pt x="52" y="860"/>
                    </a:cubicBezTo>
                    <a:cubicBezTo>
                      <a:pt x="42" y="817"/>
                      <a:pt x="50" y="784"/>
                      <a:pt x="83" y="753"/>
                    </a:cubicBezTo>
                    <a:cubicBezTo>
                      <a:pt x="155" y="686"/>
                      <a:pt x="192" y="602"/>
                      <a:pt x="206" y="505"/>
                    </a:cubicBezTo>
                    <a:cubicBezTo>
                      <a:pt x="210" y="476"/>
                      <a:pt x="235" y="440"/>
                      <a:pt x="260" y="428"/>
                    </a:cubicBezTo>
                    <a:cubicBezTo>
                      <a:pt x="353" y="383"/>
                      <a:pt x="420" y="318"/>
                      <a:pt x="469" y="229"/>
                    </a:cubicBezTo>
                    <a:cubicBezTo>
                      <a:pt x="482" y="203"/>
                      <a:pt x="519" y="178"/>
                      <a:pt x="547" y="176"/>
                    </a:cubicBezTo>
                    <a:cubicBezTo>
                      <a:pt x="649" y="166"/>
                      <a:pt x="734" y="128"/>
                      <a:pt x="810" y="59"/>
                    </a:cubicBezTo>
                    <a:cubicBezTo>
                      <a:pt x="831" y="41"/>
                      <a:pt x="875" y="32"/>
                      <a:pt x="902" y="39"/>
                    </a:cubicBezTo>
                    <a:cubicBezTo>
                      <a:pt x="999" y="64"/>
                      <a:pt x="1092" y="61"/>
                      <a:pt x="1183" y="18"/>
                    </a:cubicBezTo>
                    <a:cubicBezTo>
                      <a:pt x="1221" y="0"/>
                      <a:pt x="1251" y="6"/>
                      <a:pt x="1283" y="31"/>
                    </a:cubicBezTo>
                    <a:cubicBezTo>
                      <a:pt x="1361" y="92"/>
                      <a:pt x="1450" y="118"/>
                      <a:pt x="1548" y="110"/>
                    </a:cubicBezTo>
                    <a:cubicBezTo>
                      <a:pt x="1589" y="107"/>
                      <a:pt x="1617" y="119"/>
                      <a:pt x="1639" y="153"/>
                    </a:cubicBezTo>
                    <a:cubicBezTo>
                      <a:pt x="1693" y="239"/>
                      <a:pt x="1768" y="295"/>
                      <a:pt x="1865" y="321"/>
                    </a:cubicBezTo>
                    <a:cubicBezTo>
                      <a:pt x="1905" y="332"/>
                      <a:pt x="1925" y="356"/>
                      <a:pt x="1934" y="396"/>
                    </a:cubicBezTo>
                    <a:cubicBezTo>
                      <a:pt x="1955" y="492"/>
                      <a:pt x="2005" y="570"/>
                      <a:pt x="2086" y="626"/>
                    </a:cubicBezTo>
                    <a:cubicBezTo>
                      <a:pt x="2121" y="651"/>
                      <a:pt x="2133" y="681"/>
                      <a:pt x="2128" y="724"/>
                    </a:cubicBezTo>
                    <a:cubicBezTo>
                      <a:pt x="2116" y="824"/>
                      <a:pt x="2141" y="913"/>
                      <a:pt x="2194" y="998"/>
                    </a:cubicBezTo>
                    <a:cubicBezTo>
                      <a:pt x="2209" y="1022"/>
                      <a:pt x="2212" y="1067"/>
                      <a:pt x="2200" y="1093"/>
                    </a:cubicBezTo>
                    <a:cubicBezTo>
                      <a:pt x="2156" y="1186"/>
                      <a:pt x="2149" y="1279"/>
                      <a:pt x="2168" y="1379"/>
                    </a:cubicBezTo>
                    <a:cubicBezTo>
                      <a:pt x="2173" y="1407"/>
                      <a:pt x="2160" y="1449"/>
                      <a:pt x="2140" y="1470"/>
                    </a:cubicBezTo>
                    <a:cubicBezTo>
                      <a:pt x="2071" y="1542"/>
                      <a:pt x="2026" y="1623"/>
                      <a:pt x="2018" y="1723"/>
                    </a:cubicBezTo>
                    <a:cubicBezTo>
                      <a:pt x="2014" y="1763"/>
                      <a:pt x="1996" y="1790"/>
                      <a:pt x="1958" y="1805"/>
                    </a:cubicBezTo>
                    <a:cubicBezTo>
                      <a:pt x="1866" y="1843"/>
                      <a:pt x="1799" y="1907"/>
                      <a:pt x="1757" y="1996"/>
                    </a:cubicBezTo>
                    <a:cubicBezTo>
                      <a:pt x="1739" y="2035"/>
                      <a:pt x="1713" y="2053"/>
                      <a:pt x="1669" y="2055"/>
                    </a:cubicBezTo>
                    <a:cubicBezTo>
                      <a:pt x="1573" y="2059"/>
                      <a:pt x="1489" y="2095"/>
                      <a:pt x="1421" y="2163"/>
                    </a:cubicBezTo>
                    <a:cubicBezTo>
                      <a:pt x="1389" y="2195"/>
                      <a:pt x="1357" y="2205"/>
                      <a:pt x="1314" y="2190"/>
                    </a:cubicBezTo>
                    <a:cubicBezTo>
                      <a:pt x="1224" y="2160"/>
                      <a:pt x="1134" y="2166"/>
                      <a:pt x="1049" y="2206"/>
                    </a:cubicBezTo>
                    <a:cubicBezTo>
                      <a:pt x="1005" y="2226"/>
                      <a:pt x="971" y="2223"/>
                      <a:pt x="933" y="2194"/>
                    </a:cubicBezTo>
                    <a:cubicBezTo>
                      <a:pt x="859" y="2136"/>
                      <a:pt x="773" y="2110"/>
                      <a:pt x="679" y="2118"/>
                    </a:cubicBezTo>
                    <a:cubicBezTo>
                      <a:pt x="631" y="2122"/>
                      <a:pt x="600" y="2106"/>
                      <a:pt x="575" y="2065"/>
                    </a:cubicBezTo>
                    <a:cubicBezTo>
                      <a:pt x="526" y="1987"/>
                      <a:pt x="455" y="1934"/>
                      <a:pt x="366" y="1910"/>
                    </a:cubicBezTo>
                    <a:cubicBezTo>
                      <a:pt x="321" y="1897"/>
                      <a:pt x="296" y="1875"/>
                      <a:pt x="285" y="1827"/>
                    </a:cubicBezTo>
                    <a:cubicBezTo>
                      <a:pt x="269" y="1745"/>
                      <a:pt x="228" y="1671"/>
                      <a:pt x="160" y="1622"/>
                    </a:cubicBezTo>
                    <a:cubicBezTo>
                      <a:pt x="105" y="1582"/>
                      <a:pt x="76" y="1539"/>
                      <a:pt x="96" y="1479"/>
                    </a:cubicBezTo>
                    <a:close/>
                    <a:moveTo>
                      <a:pt x="1109" y="2139"/>
                    </a:moveTo>
                    <a:cubicBezTo>
                      <a:pt x="1163" y="2134"/>
                      <a:pt x="1218" y="2131"/>
                      <a:pt x="1271" y="2122"/>
                    </a:cubicBezTo>
                    <a:cubicBezTo>
                      <a:pt x="1851" y="2023"/>
                      <a:pt x="2220" y="1434"/>
                      <a:pt x="2069" y="851"/>
                    </a:cubicBezTo>
                    <a:cubicBezTo>
                      <a:pt x="1938" y="347"/>
                      <a:pt x="1469" y="30"/>
                      <a:pt x="964" y="103"/>
                    </a:cubicBezTo>
                    <a:cubicBezTo>
                      <a:pt x="514" y="168"/>
                      <a:pt x="168" y="550"/>
                      <a:pt x="123" y="1029"/>
                    </a:cubicBezTo>
                    <a:cubicBezTo>
                      <a:pt x="67" y="1615"/>
                      <a:pt x="530" y="2135"/>
                      <a:pt x="1109" y="21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5" name="Freeform 90"/>
              <p:cNvSpPr>
                <a:spLocks noEditPoints="1"/>
              </p:cNvSpPr>
              <p:nvPr/>
            </p:nvSpPr>
            <p:spPr bwMode="auto">
              <a:xfrm>
                <a:off x="1577" y="318"/>
                <a:ext cx="2608" cy="2607"/>
              </a:xfrm>
              <a:custGeom>
                <a:avLst/>
                <a:gdLst>
                  <a:gd name="T0" fmla="*/ 964 w 1927"/>
                  <a:gd name="T1" fmla="*/ 1926 h 1926"/>
                  <a:gd name="T2" fmla="*/ 1 w 1927"/>
                  <a:gd name="T3" fmla="*/ 962 h 1926"/>
                  <a:gd name="T4" fmla="*/ 967 w 1927"/>
                  <a:gd name="T5" fmla="*/ 1 h 1926"/>
                  <a:gd name="T6" fmla="*/ 1926 w 1927"/>
                  <a:gd name="T7" fmla="*/ 963 h 1926"/>
                  <a:gd name="T8" fmla="*/ 964 w 1927"/>
                  <a:gd name="T9" fmla="*/ 1926 h 1926"/>
                  <a:gd name="T10" fmla="*/ 962 w 1927"/>
                  <a:gd name="T11" fmla="*/ 1903 h 1926"/>
                  <a:gd name="T12" fmla="*/ 1902 w 1927"/>
                  <a:gd name="T13" fmla="*/ 969 h 1926"/>
                  <a:gd name="T14" fmla="*/ 968 w 1927"/>
                  <a:gd name="T15" fmla="*/ 26 h 1926"/>
                  <a:gd name="T16" fmla="*/ 25 w 1927"/>
                  <a:gd name="T17" fmla="*/ 961 h 1926"/>
                  <a:gd name="T18" fmla="*/ 962 w 1927"/>
                  <a:gd name="T19" fmla="*/ 1903 h 1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7" h="1926">
                    <a:moveTo>
                      <a:pt x="964" y="1926"/>
                    </a:moveTo>
                    <a:cubicBezTo>
                      <a:pt x="433" y="1926"/>
                      <a:pt x="0" y="1493"/>
                      <a:pt x="1" y="962"/>
                    </a:cubicBezTo>
                    <a:cubicBezTo>
                      <a:pt x="2" y="432"/>
                      <a:pt x="436" y="0"/>
                      <a:pt x="967" y="1"/>
                    </a:cubicBezTo>
                    <a:cubicBezTo>
                      <a:pt x="1495" y="2"/>
                      <a:pt x="1926" y="433"/>
                      <a:pt x="1926" y="963"/>
                    </a:cubicBezTo>
                    <a:cubicBezTo>
                      <a:pt x="1927" y="1495"/>
                      <a:pt x="1496" y="1926"/>
                      <a:pt x="964" y="1926"/>
                    </a:cubicBezTo>
                    <a:close/>
                    <a:moveTo>
                      <a:pt x="962" y="1903"/>
                    </a:moveTo>
                    <a:cubicBezTo>
                      <a:pt x="1477" y="1904"/>
                      <a:pt x="1899" y="1485"/>
                      <a:pt x="1902" y="969"/>
                    </a:cubicBezTo>
                    <a:cubicBezTo>
                      <a:pt x="1904" y="450"/>
                      <a:pt x="1485" y="27"/>
                      <a:pt x="968" y="26"/>
                    </a:cubicBezTo>
                    <a:cubicBezTo>
                      <a:pt x="449" y="25"/>
                      <a:pt x="28" y="443"/>
                      <a:pt x="25" y="961"/>
                    </a:cubicBezTo>
                    <a:cubicBezTo>
                      <a:pt x="23" y="1477"/>
                      <a:pt x="445" y="1902"/>
                      <a:pt x="962" y="19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6" name="Freeform 91"/>
              <p:cNvSpPr>
                <a:spLocks noEditPoints="1"/>
              </p:cNvSpPr>
              <p:nvPr/>
            </p:nvSpPr>
            <p:spPr bwMode="auto">
              <a:xfrm>
                <a:off x="2237" y="1173"/>
                <a:ext cx="1289" cy="953"/>
              </a:xfrm>
              <a:custGeom>
                <a:avLst/>
                <a:gdLst>
                  <a:gd name="T0" fmla="*/ 938 w 953"/>
                  <a:gd name="T1" fmla="*/ 198 h 704"/>
                  <a:gd name="T2" fmla="*/ 485 w 953"/>
                  <a:gd name="T3" fmla="*/ 3 h 704"/>
                  <a:gd name="T4" fmla="*/ 477 w 953"/>
                  <a:gd name="T5" fmla="*/ 0 h 704"/>
                  <a:gd name="T6" fmla="*/ 468 w 953"/>
                  <a:gd name="T7" fmla="*/ 3 h 704"/>
                  <a:gd name="T8" fmla="*/ 15 w 953"/>
                  <a:gd name="T9" fmla="*/ 198 h 704"/>
                  <a:gd name="T10" fmla="*/ 0 w 953"/>
                  <a:gd name="T11" fmla="*/ 223 h 704"/>
                  <a:gd name="T12" fmla="*/ 15 w 953"/>
                  <a:gd name="T13" fmla="*/ 249 h 704"/>
                  <a:gd name="T14" fmla="*/ 468 w 953"/>
                  <a:gd name="T15" fmla="*/ 444 h 704"/>
                  <a:gd name="T16" fmla="*/ 485 w 953"/>
                  <a:gd name="T17" fmla="*/ 444 h 704"/>
                  <a:gd name="T18" fmla="*/ 838 w 953"/>
                  <a:gd name="T19" fmla="*/ 293 h 704"/>
                  <a:gd name="T20" fmla="*/ 838 w 953"/>
                  <a:gd name="T21" fmla="*/ 448 h 704"/>
                  <a:gd name="T22" fmla="*/ 805 w 953"/>
                  <a:gd name="T23" fmla="*/ 505 h 704"/>
                  <a:gd name="T24" fmla="*/ 838 w 953"/>
                  <a:gd name="T25" fmla="*/ 562 h 704"/>
                  <a:gd name="T26" fmla="*/ 838 w 953"/>
                  <a:gd name="T27" fmla="*/ 615 h 704"/>
                  <a:gd name="T28" fmla="*/ 884 w 953"/>
                  <a:gd name="T29" fmla="*/ 615 h 704"/>
                  <a:gd name="T30" fmla="*/ 884 w 953"/>
                  <a:gd name="T31" fmla="*/ 562 h 704"/>
                  <a:gd name="T32" fmla="*/ 915 w 953"/>
                  <a:gd name="T33" fmla="*/ 505 h 704"/>
                  <a:gd name="T34" fmla="*/ 884 w 953"/>
                  <a:gd name="T35" fmla="*/ 448 h 704"/>
                  <a:gd name="T36" fmla="*/ 884 w 953"/>
                  <a:gd name="T37" fmla="*/ 272 h 704"/>
                  <a:gd name="T38" fmla="*/ 938 w 953"/>
                  <a:gd name="T39" fmla="*/ 249 h 704"/>
                  <a:gd name="T40" fmla="*/ 953 w 953"/>
                  <a:gd name="T41" fmla="*/ 223 h 704"/>
                  <a:gd name="T42" fmla="*/ 938 w 953"/>
                  <a:gd name="T43" fmla="*/ 198 h 704"/>
                  <a:gd name="T44" fmla="*/ 477 w 953"/>
                  <a:gd name="T45" fmla="*/ 483 h 704"/>
                  <a:gd name="T46" fmla="*/ 457 w 953"/>
                  <a:gd name="T47" fmla="*/ 479 h 704"/>
                  <a:gd name="T48" fmla="*/ 174 w 953"/>
                  <a:gd name="T49" fmla="*/ 358 h 704"/>
                  <a:gd name="T50" fmla="*/ 174 w 953"/>
                  <a:gd name="T51" fmla="*/ 526 h 704"/>
                  <a:gd name="T52" fmla="*/ 445 w 953"/>
                  <a:gd name="T53" fmla="*/ 704 h 704"/>
                  <a:gd name="T54" fmla="*/ 509 w 953"/>
                  <a:gd name="T55" fmla="*/ 704 h 704"/>
                  <a:gd name="T56" fmla="*/ 779 w 953"/>
                  <a:gd name="T57" fmla="*/ 526 h 704"/>
                  <a:gd name="T58" fmla="*/ 779 w 953"/>
                  <a:gd name="T59" fmla="*/ 358 h 704"/>
                  <a:gd name="T60" fmla="*/ 496 w 953"/>
                  <a:gd name="T61" fmla="*/ 479 h 704"/>
                  <a:gd name="T62" fmla="*/ 477 w 953"/>
                  <a:gd name="T63" fmla="*/ 483 h 7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53" h="704">
                    <a:moveTo>
                      <a:pt x="938" y="198"/>
                    </a:moveTo>
                    <a:cubicBezTo>
                      <a:pt x="485" y="3"/>
                      <a:pt x="485" y="3"/>
                      <a:pt x="485" y="3"/>
                    </a:cubicBezTo>
                    <a:cubicBezTo>
                      <a:pt x="483" y="2"/>
                      <a:pt x="480" y="0"/>
                      <a:pt x="477" y="0"/>
                    </a:cubicBezTo>
                    <a:cubicBezTo>
                      <a:pt x="473" y="0"/>
                      <a:pt x="470" y="2"/>
                      <a:pt x="468" y="3"/>
                    </a:cubicBezTo>
                    <a:cubicBezTo>
                      <a:pt x="15" y="198"/>
                      <a:pt x="15" y="198"/>
                      <a:pt x="15" y="198"/>
                    </a:cubicBezTo>
                    <a:cubicBezTo>
                      <a:pt x="5" y="202"/>
                      <a:pt x="0" y="211"/>
                      <a:pt x="0" y="223"/>
                    </a:cubicBezTo>
                    <a:cubicBezTo>
                      <a:pt x="0" y="234"/>
                      <a:pt x="5" y="245"/>
                      <a:pt x="15" y="249"/>
                    </a:cubicBezTo>
                    <a:cubicBezTo>
                      <a:pt x="468" y="444"/>
                      <a:pt x="468" y="444"/>
                      <a:pt x="468" y="444"/>
                    </a:cubicBezTo>
                    <a:cubicBezTo>
                      <a:pt x="473" y="447"/>
                      <a:pt x="480" y="447"/>
                      <a:pt x="485" y="444"/>
                    </a:cubicBezTo>
                    <a:cubicBezTo>
                      <a:pt x="838" y="293"/>
                      <a:pt x="838" y="293"/>
                      <a:pt x="838" y="293"/>
                    </a:cubicBezTo>
                    <a:cubicBezTo>
                      <a:pt x="838" y="448"/>
                      <a:pt x="838" y="448"/>
                      <a:pt x="838" y="448"/>
                    </a:cubicBezTo>
                    <a:cubicBezTo>
                      <a:pt x="819" y="457"/>
                      <a:pt x="805" y="479"/>
                      <a:pt x="805" y="505"/>
                    </a:cubicBezTo>
                    <a:cubicBezTo>
                      <a:pt x="805" y="530"/>
                      <a:pt x="819" y="551"/>
                      <a:pt x="838" y="562"/>
                    </a:cubicBezTo>
                    <a:cubicBezTo>
                      <a:pt x="838" y="615"/>
                      <a:pt x="838" y="615"/>
                      <a:pt x="838" y="615"/>
                    </a:cubicBezTo>
                    <a:cubicBezTo>
                      <a:pt x="884" y="615"/>
                      <a:pt x="884" y="615"/>
                      <a:pt x="884" y="615"/>
                    </a:cubicBezTo>
                    <a:cubicBezTo>
                      <a:pt x="884" y="562"/>
                      <a:pt x="884" y="562"/>
                      <a:pt x="884" y="562"/>
                    </a:cubicBezTo>
                    <a:cubicBezTo>
                      <a:pt x="903" y="551"/>
                      <a:pt x="915" y="530"/>
                      <a:pt x="915" y="505"/>
                    </a:cubicBezTo>
                    <a:cubicBezTo>
                      <a:pt x="915" y="479"/>
                      <a:pt x="903" y="457"/>
                      <a:pt x="884" y="448"/>
                    </a:cubicBezTo>
                    <a:cubicBezTo>
                      <a:pt x="884" y="272"/>
                      <a:pt x="884" y="272"/>
                      <a:pt x="884" y="272"/>
                    </a:cubicBezTo>
                    <a:cubicBezTo>
                      <a:pt x="938" y="249"/>
                      <a:pt x="938" y="249"/>
                      <a:pt x="938" y="249"/>
                    </a:cubicBezTo>
                    <a:cubicBezTo>
                      <a:pt x="948" y="245"/>
                      <a:pt x="953" y="234"/>
                      <a:pt x="953" y="223"/>
                    </a:cubicBezTo>
                    <a:cubicBezTo>
                      <a:pt x="953" y="211"/>
                      <a:pt x="948" y="202"/>
                      <a:pt x="938" y="198"/>
                    </a:cubicBezTo>
                    <a:close/>
                    <a:moveTo>
                      <a:pt x="477" y="483"/>
                    </a:moveTo>
                    <a:cubicBezTo>
                      <a:pt x="470" y="483"/>
                      <a:pt x="462" y="482"/>
                      <a:pt x="457" y="479"/>
                    </a:cubicBezTo>
                    <a:cubicBezTo>
                      <a:pt x="174" y="358"/>
                      <a:pt x="174" y="358"/>
                      <a:pt x="174" y="358"/>
                    </a:cubicBezTo>
                    <a:cubicBezTo>
                      <a:pt x="174" y="526"/>
                      <a:pt x="174" y="526"/>
                      <a:pt x="174" y="526"/>
                    </a:cubicBezTo>
                    <a:cubicBezTo>
                      <a:pt x="174" y="663"/>
                      <a:pt x="381" y="704"/>
                      <a:pt x="445" y="704"/>
                    </a:cubicBezTo>
                    <a:cubicBezTo>
                      <a:pt x="509" y="704"/>
                      <a:pt x="509" y="704"/>
                      <a:pt x="509" y="704"/>
                    </a:cubicBezTo>
                    <a:cubicBezTo>
                      <a:pt x="558" y="704"/>
                      <a:pt x="779" y="663"/>
                      <a:pt x="779" y="526"/>
                    </a:cubicBezTo>
                    <a:cubicBezTo>
                      <a:pt x="779" y="358"/>
                      <a:pt x="779" y="358"/>
                      <a:pt x="779" y="358"/>
                    </a:cubicBezTo>
                    <a:cubicBezTo>
                      <a:pt x="496" y="479"/>
                      <a:pt x="496" y="479"/>
                      <a:pt x="496" y="479"/>
                    </a:cubicBezTo>
                    <a:cubicBezTo>
                      <a:pt x="491" y="482"/>
                      <a:pt x="484" y="483"/>
                      <a:pt x="477" y="4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7" name="Freeform 92"/>
              <p:cNvSpPr/>
              <p:nvPr/>
            </p:nvSpPr>
            <p:spPr bwMode="auto">
              <a:xfrm>
                <a:off x="1702" y="1676"/>
                <a:ext cx="256" cy="138"/>
              </a:xfrm>
              <a:custGeom>
                <a:avLst/>
                <a:gdLst>
                  <a:gd name="T0" fmla="*/ 187 w 189"/>
                  <a:gd name="T1" fmla="*/ 49 h 102"/>
                  <a:gd name="T2" fmla="*/ 182 w 189"/>
                  <a:gd name="T3" fmla="*/ 84 h 102"/>
                  <a:gd name="T4" fmla="*/ 160 w 189"/>
                  <a:gd name="T5" fmla="*/ 102 h 102"/>
                  <a:gd name="T6" fmla="*/ 145 w 189"/>
                  <a:gd name="T7" fmla="*/ 78 h 102"/>
                  <a:gd name="T8" fmla="*/ 161 w 189"/>
                  <a:gd name="T9" fmla="*/ 54 h 102"/>
                  <a:gd name="T10" fmla="*/ 154 w 189"/>
                  <a:gd name="T11" fmla="*/ 39 h 102"/>
                  <a:gd name="T12" fmla="*/ 136 w 189"/>
                  <a:gd name="T13" fmla="*/ 36 h 102"/>
                  <a:gd name="T14" fmla="*/ 4 w 189"/>
                  <a:gd name="T15" fmla="*/ 49 h 102"/>
                  <a:gd name="T16" fmla="*/ 0 w 189"/>
                  <a:gd name="T17" fmla="*/ 16 h 102"/>
                  <a:gd name="T18" fmla="*/ 130 w 189"/>
                  <a:gd name="T19" fmla="*/ 2 h 102"/>
                  <a:gd name="T20" fmla="*/ 170 w 189"/>
                  <a:gd name="T21" fmla="*/ 12 h 102"/>
                  <a:gd name="T22" fmla="*/ 187 w 189"/>
                  <a:gd name="T23" fmla="*/ 4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2">
                    <a:moveTo>
                      <a:pt x="187" y="49"/>
                    </a:moveTo>
                    <a:cubicBezTo>
                      <a:pt x="189" y="63"/>
                      <a:pt x="187" y="75"/>
                      <a:pt x="182" y="84"/>
                    </a:cubicBezTo>
                    <a:cubicBezTo>
                      <a:pt x="177" y="92"/>
                      <a:pt x="169" y="99"/>
                      <a:pt x="160" y="102"/>
                    </a:cubicBezTo>
                    <a:cubicBezTo>
                      <a:pt x="145" y="78"/>
                      <a:pt x="145" y="78"/>
                      <a:pt x="145" y="78"/>
                    </a:cubicBezTo>
                    <a:cubicBezTo>
                      <a:pt x="157" y="74"/>
                      <a:pt x="162" y="66"/>
                      <a:pt x="161" y="54"/>
                    </a:cubicBezTo>
                    <a:cubicBezTo>
                      <a:pt x="160" y="47"/>
                      <a:pt x="158" y="42"/>
                      <a:pt x="154" y="39"/>
                    </a:cubicBezTo>
                    <a:cubicBezTo>
                      <a:pt x="149" y="36"/>
                      <a:pt x="144" y="35"/>
                      <a:pt x="136" y="36"/>
                    </a:cubicBezTo>
                    <a:cubicBezTo>
                      <a:pt x="4" y="49"/>
                      <a:pt x="4" y="49"/>
                      <a:pt x="4" y="49"/>
                    </a:cubicBezTo>
                    <a:cubicBezTo>
                      <a:pt x="0" y="16"/>
                      <a:pt x="0" y="16"/>
                      <a:pt x="0" y="16"/>
                    </a:cubicBezTo>
                    <a:cubicBezTo>
                      <a:pt x="130" y="2"/>
                      <a:pt x="130" y="2"/>
                      <a:pt x="130" y="2"/>
                    </a:cubicBezTo>
                    <a:cubicBezTo>
                      <a:pt x="147" y="0"/>
                      <a:pt x="160" y="4"/>
                      <a:pt x="170" y="12"/>
                    </a:cubicBezTo>
                    <a:cubicBezTo>
                      <a:pt x="180" y="20"/>
                      <a:pt x="185" y="32"/>
                      <a:pt x="187"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8" name="Freeform 93"/>
              <p:cNvSpPr/>
              <p:nvPr/>
            </p:nvSpPr>
            <p:spPr bwMode="auto">
              <a:xfrm>
                <a:off x="1702" y="1581"/>
                <a:ext cx="245" cy="54"/>
              </a:xfrm>
              <a:custGeom>
                <a:avLst/>
                <a:gdLst>
                  <a:gd name="T0" fmla="*/ 1 w 245"/>
                  <a:gd name="T1" fmla="*/ 0 h 54"/>
                  <a:gd name="T2" fmla="*/ 245 w 245"/>
                  <a:gd name="T3" fmla="*/ 8 h 54"/>
                  <a:gd name="T4" fmla="*/ 244 w 245"/>
                  <a:gd name="T5" fmla="*/ 54 h 54"/>
                  <a:gd name="T6" fmla="*/ 0 w 245"/>
                  <a:gd name="T7" fmla="*/ 46 h 54"/>
                  <a:gd name="T8" fmla="*/ 1 w 245"/>
                  <a:gd name="T9" fmla="*/ 0 h 54"/>
                </a:gdLst>
                <a:ahLst/>
                <a:cxnLst>
                  <a:cxn ang="0">
                    <a:pos x="T0" y="T1"/>
                  </a:cxn>
                  <a:cxn ang="0">
                    <a:pos x="T2" y="T3"/>
                  </a:cxn>
                  <a:cxn ang="0">
                    <a:pos x="T4" y="T5"/>
                  </a:cxn>
                  <a:cxn ang="0">
                    <a:pos x="T6" y="T7"/>
                  </a:cxn>
                  <a:cxn ang="0">
                    <a:pos x="T8" y="T9"/>
                  </a:cxn>
                </a:cxnLst>
                <a:rect l="0" t="0" r="r" b="b"/>
                <a:pathLst>
                  <a:path w="245" h="54">
                    <a:moveTo>
                      <a:pt x="1" y="0"/>
                    </a:moveTo>
                    <a:lnTo>
                      <a:pt x="245" y="8"/>
                    </a:lnTo>
                    <a:lnTo>
                      <a:pt x="244" y="54"/>
                    </a:lnTo>
                    <a:lnTo>
                      <a:pt x="0" y="46"/>
                    </a:ln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9" name="Freeform 94"/>
              <p:cNvSpPr/>
              <p:nvPr/>
            </p:nvSpPr>
            <p:spPr bwMode="auto">
              <a:xfrm>
                <a:off x="1706" y="1311"/>
                <a:ext cx="277" cy="241"/>
              </a:xfrm>
              <a:custGeom>
                <a:avLst/>
                <a:gdLst>
                  <a:gd name="T0" fmla="*/ 39 w 277"/>
                  <a:gd name="T1" fmla="*/ 0 h 241"/>
                  <a:gd name="T2" fmla="*/ 277 w 277"/>
                  <a:gd name="T3" fmla="*/ 48 h 241"/>
                  <a:gd name="T4" fmla="*/ 269 w 277"/>
                  <a:gd name="T5" fmla="*/ 88 h 241"/>
                  <a:gd name="T6" fmla="*/ 80 w 277"/>
                  <a:gd name="T7" fmla="*/ 168 h 241"/>
                  <a:gd name="T8" fmla="*/ 246 w 277"/>
                  <a:gd name="T9" fmla="*/ 201 h 241"/>
                  <a:gd name="T10" fmla="*/ 238 w 277"/>
                  <a:gd name="T11" fmla="*/ 241 h 241"/>
                  <a:gd name="T12" fmla="*/ 0 w 277"/>
                  <a:gd name="T13" fmla="*/ 194 h 241"/>
                  <a:gd name="T14" fmla="*/ 9 w 277"/>
                  <a:gd name="T15" fmla="*/ 147 h 241"/>
                  <a:gd name="T16" fmla="*/ 188 w 277"/>
                  <a:gd name="T17" fmla="*/ 72 h 241"/>
                  <a:gd name="T18" fmla="*/ 31 w 277"/>
                  <a:gd name="T19" fmla="*/ 41 h 241"/>
                  <a:gd name="T20" fmla="*/ 39 w 277"/>
                  <a:gd name="T21" fmla="*/ 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7" h="241">
                    <a:moveTo>
                      <a:pt x="39" y="0"/>
                    </a:moveTo>
                    <a:lnTo>
                      <a:pt x="277" y="48"/>
                    </a:lnTo>
                    <a:lnTo>
                      <a:pt x="269" y="88"/>
                    </a:lnTo>
                    <a:lnTo>
                      <a:pt x="80" y="168"/>
                    </a:lnTo>
                    <a:lnTo>
                      <a:pt x="246" y="201"/>
                    </a:lnTo>
                    <a:lnTo>
                      <a:pt x="238" y="241"/>
                    </a:lnTo>
                    <a:lnTo>
                      <a:pt x="0" y="194"/>
                    </a:lnTo>
                    <a:lnTo>
                      <a:pt x="9" y="147"/>
                    </a:lnTo>
                    <a:lnTo>
                      <a:pt x="188" y="72"/>
                    </a:lnTo>
                    <a:lnTo>
                      <a:pt x="31" y="41"/>
                    </a:lnTo>
                    <a:lnTo>
                      <a:pt x="3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0" name="Freeform 95"/>
              <p:cNvSpPr/>
              <p:nvPr/>
            </p:nvSpPr>
            <p:spPr bwMode="auto">
              <a:xfrm>
                <a:off x="1832" y="1015"/>
                <a:ext cx="249" cy="232"/>
              </a:xfrm>
              <a:custGeom>
                <a:avLst/>
                <a:gdLst>
                  <a:gd name="T0" fmla="*/ 27 w 184"/>
                  <a:gd name="T1" fmla="*/ 117 h 171"/>
                  <a:gd name="T2" fmla="*/ 7 w 184"/>
                  <a:gd name="T3" fmla="*/ 98 h 171"/>
                  <a:gd name="T4" fmla="*/ 1 w 184"/>
                  <a:gd name="T5" fmla="*/ 70 h 171"/>
                  <a:gd name="T6" fmla="*/ 11 w 184"/>
                  <a:gd name="T7" fmla="*/ 38 h 171"/>
                  <a:gd name="T8" fmla="*/ 39 w 184"/>
                  <a:gd name="T9" fmla="*/ 7 h 171"/>
                  <a:gd name="T10" fmla="*/ 74 w 184"/>
                  <a:gd name="T11" fmla="*/ 2 h 171"/>
                  <a:gd name="T12" fmla="*/ 72 w 184"/>
                  <a:gd name="T13" fmla="*/ 32 h 171"/>
                  <a:gd name="T14" fmla="*/ 52 w 184"/>
                  <a:gd name="T15" fmla="*/ 35 h 171"/>
                  <a:gd name="T16" fmla="*/ 37 w 184"/>
                  <a:gd name="T17" fmla="*/ 51 h 171"/>
                  <a:gd name="T18" fmla="*/ 31 w 184"/>
                  <a:gd name="T19" fmla="*/ 73 h 171"/>
                  <a:gd name="T20" fmla="*/ 42 w 184"/>
                  <a:gd name="T21" fmla="*/ 87 h 171"/>
                  <a:gd name="T22" fmla="*/ 59 w 184"/>
                  <a:gd name="T23" fmla="*/ 88 h 171"/>
                  <a:gd name="T24" fmla="*/ 80 w 184"/>
                  <a:gd name="T25" fmla="*/ 69 h 171"/>
                  <a:gd name="T26" fmla="*/ 118 w 184"/>
                  <a:gd name="T27" fmla="*/ 39 h 171"/>
                  <a:gd name="T28" fmla="*/ 157 w 184"/>
                  <a:gd name="T29" fmla="*/ 45 h 171"/>
                  <a:gd name="T30" fmla="*/ 178 w 184"/>
                  <a:gd name="T31" fmla="*/ 66 h 171"/>
                  <a:gd name="T32" fmla="*/ 183 w 184"/>
                  <a:gd name="T33" fmla="*/ 95 h 171"/>
                  <a:gd name="T34" fmla="*/ 173 w 184"/>
                  <a:gd name="T35" fmla="*/ 129 h 171"/>
                  <a:gd name="T36" fmla="*/ 142 w 184"/>
                  <a:gd name="T37" fmla="*/ 162 h 171"/>
                  <a:gd name="T38" fmla="*/ 104 w 184"/>
                  <a:gd name="T39" fmla="*/ 168 h 171"/>
                  <a:gd name="T40" fmla="*/ 106 w 184"/>
                  <a:gd name="T41" fmla="*/ 137 h 171"/>
                  <a:gd name="T42" fmla="*/ 130 w 184"/>
                  <a:gd name="T43" fmla="*/ 134 h 171"/>
                  <a:gd name="T44" fmla="*/ 148 w 184"/>
                  <a:gd name="T45" fmla="*/ 115 h 171"/>
                  <a:gd name="T46" fmla="*/ 154 w 184"/>
                  <a:gd name="T47" fmla="*/ 91 h 171"/>
                  <a:gd name="T48" fmla="*/ 141 w 184"/>
                  <a:gd name="T49" fmla="*/ 75 h 171"/>
                  <a:gd name="T50" fmla="*/ 122 w 184"/>
                  <a:gd name="T51" fmla="*/ 74 h 171"/>
                  <a:gd name="T52" fmla="*/ 98 w 184"/>
                  <a:gd name="T53" fmla="*/ 95 h 171"/>
                  <a:gd name="T54" fmla="*/ 63 w 184"/>
                  <a:gd name="T55" fmla="*/ 122 h 171"/>
                  <a:gd name="T56" fmla="*/ 27 w 184"/>
                  <a:gd name="T57" fmla="*/ 11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4" h="171">
                    <a:moveTo>
                      <a:pt x="27" y="117"/>
                    </a:moveTo>
                    <a:cubicBezTo>
                      <a:pt x="18" y="112"/>
                      <a:pt x="11" y="106"/>
                      <a:pt x="7" y="98"/>
                    </a:cubicBezTo>
                    <a:cubicBezTo>
                      <a:pt x="2" y="90"/>
                      <a:pt x="0" y="80"/>
                      <a:pt x="1" y="70"/>
                    </a:cubicBezTo>
                    <a:cubicBezTo>
                      <a:pt x="2" y="60"/>
                      <a:pt x="5" y="49"/>
                      <a:pt x="11" y="38"/>
                    </a:cubicBezTo>
                    <a:cubicBezTo>
                      <a:pt x="19" y="24"/>
                      <a:pt x="28" y="13"/>
                      <a:pt x="39" y="7"/>
                    </a:cubicBezTo>
                    <a:cubicBezTo>
                      <a:pt x="50" y="1"/>
                      <a:pt x="61" y="0"/>
                      <a:pt x="74" y="2"/>
                    </a:cubicBezTo>
                    <a:cubicBezTo>
                      <a:pt x="72" y="32"/>
                      <a:pt x="72" y="32"/>
                      <a:pt x="72" y="32"/>
                    </a:cubicBezTo>
                    <a:cubicBezTo>
                      <a:pt x="64" y="31"/>
                      <a:pt x="58" y="32"/>
                      <a:pt x="52" y="35"/>
                    </a:cubicBezTo>
                    <a:cubicBezTo>
                      <a:pt x="46" y="38"/>
                      <a:pt x="41" y="43"/>
                      <a:pt x="37" y="51"/>
                    </a:cubicBezTo>
                    <a:cubicBezTo>
                      <a:pt x="32" y="59"/>
                      <a:pt x="30" y="67"/>
                      <a:pt x="31" y="73"/>
                    </a:cubicBezTo>
                    <a:cubicBezTo>
                      <a:pt x="32" y="79"/>
                      <a:pt x="36" y="83"/>
                      <a:pt x="42" y="87"/>
                    </a:cubicBezTo>
                    <a:cubicBezTo>
                      <a:pt x="48" y="90"/>
                      <a:pt x="54" y="90"/>
                      <a:pt x="59" y="88"/>
                    </a:cubicBezTo>
                    <a:cubicBezTo>
                      <a:pt x="65" y="85"/>
                      <a:pt x="72" y="79"/>
                      <a:pt x="80" y="69"/>
                    </a:cubicBezTo>
                    <a:cubicBezTo>
                      <a:pt x="93" y="53"/>
                      <a:pt x="106" y="43"/>
                      <a:pt x="118" y="39"/>
                    </a:cubicBezTo>
                    <a:cubicBezTo>
                      <a:pt x="130" y="35"/>
                      <a:pt x="143" y="37"/>
                      <a:pt x="157" y="45"/>
                    </a:cubicBezTo>
                    <a:cubicBezTo>
                      <a:pt x="166" y="50"/>
                      <a:pt x="173" y="57"/>
                      <a:pt x="178" y="66"/>
                    </a:cubicBezTo>
                    <a:cubicBezTo>
                      <a:pt x="182" y="74"/>
                      <a:pt x="184" y="84"/>
                      <a:pt x="183" y="95"/>
                    </a:cubicBezTo>
                    <a:cubicBezTo>
                      <a:pt x="183" y="106"/>
                      <a:pt x="179" y="118"/>
                      <a:pt x="173" y="129"/>
                    </a:cubicBezTo>
                    <a:cubicBezTo>
                      <a:pt x="164" y="144"/>
                      <a:pt x="154" y="155"/>
                      <a:pt x="142" y="162"/>
                    </a:cubicBezTo>
                    <a:cubicBezTo>
                      <a:pt x="130" y="169"/>
                      <a:pt x="118" y="171"/>
                      <a:pt x="104" y="168"/>
                    </a:cubicBezTo>
                    <a:cubicBezTo>
                      <a:pt x="106" y="137"/>
                      <a:pt x="106" y="137"/>
                      <a:pt x="106" y="137"/>
                    </a:cubicBezTo>
                    <a:cubicBezTo>
                      <a:pt x="115" y="139"/>
                      <a:pt x="122" y="138"/>
                      <a:pt x="130" y="134"/>
                    </a:cubicBezTo>
                    <a:cubicBezTo>
                      <a:pt x="137" y="131"/>
                      <a:pt x="143" y="124"/>
                      <a:pt x="148" y="115"/>
                    </a:cubicBezTo>
                    <a:cubicBezTo>
                      <a:pt x="153" y="106"/>
                      <a:pt x="155" y="98"/>
                      <a:pt x="154" y="91"/>
                    </a:cubicBezTo>
                    <a:cubicBezTo>
                      <a:pt x="152" y="84"/>
                      <a:pt x="148" y="79"/>
                      <a:pt x="141" y="75"/>
                    </a:cubicBezTo>
                    <a:cubicBezTo>
                      <a:pt x="135" y="71"/>
                      <a:pt x="128" y="71"/>
                      <a:pt x="122" y="74"/>
                    </a:cubicBezTo>
                    <a:cubicBezTo>
                      <a:pt x="115" y="77"/>
                      <a:pt x="107" y="84"/>
                      <a:pt x="98" y="95"/>
                    </a:cubicBezTo>
                    <a:cubicBezTo>
                      <a:pt x="87" y="109"/>
                      <a:pt x="75" y="119"/>
                      <a:pt x="63" y="122"/>
                    </a:cubicBezTo>
                    <a:cubicBezTo>
                      <a:pt x="51" y="126"/>
                      <a:pt x="39" y="124"/>
                      <a:pt x="27" y="1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1" name="Freeform 96"/>
              <p:cNvSpPr/>
              <p:nvPr/>
            </p:nvSpPr>
            <p:spPr bwMode="auto">
              <a:xfrm>
                <a:off x="1933" y="784"/>
                <a:ext cx="314" cy="310"/>
              </a:xfrm>
              <a:custGeom>
                <a:avLst/>
                <a:gdLst>
                  <a:gd name="T0" fmla="*/ 133 w 314"/>
                  <a:gd name="T1" fmla="*/ 0 h 310"/>
                  <a:gd name="T2" fmla="*/ 314 w 314"/>
                  <a:gd name="T3" fmla="*/ 161 h 310"/>
                  <a:gd name="T4" fmla="*/ 283 w 314"/>
                  <a:gd name="T5" fmla="*/ 196 h 310"/>
                  <a:gd name="T6" fmla="*/ 203 w 314"/>
                  <a:gd name="T7" fmla="*/ 124 h 310"/>
                  <a:gd name="T8" fmla="*/ 132 w 314"/>
                  <a:gd name="T9" fmla="*/ 203 h 310"/>
                  <a:gd name="T10" fmla="*/ 213 w 314"/>
                  <a:gd name="T11" fmla="*/ 274 h 310"/>
                  <a:gd name="T12" fmla="*/ 182 w 314"/>
                  <a:gd name="T13" fmla="*/ 310 h 310"/>
                  <a:gd name="T14" fmla="*/ 0 w 314"/>
                  <a:gd name="T15" fmla="*/ 147 h 310"/>
                  <a:gd name="T16" fmla="*/ 31 w 314"/>
                  <a:gd name="T17" fmla="*/ 113 h 310"/>
                  <a:gd name="T18" fmla="*/ 103 w 314"/>
                  <a:gd name="T19" fmla="*/ 177 h 310"/>
                  <a:gd name="T20" fmla="*/ 175 w 314"/>
                  <a:gd name="T21" fmla="*/ 98 h 310"/>
                  <a:gd name="T22" fmla="*/ 102 w 314"/>
                  <a:gd name="T23" fmla="*/ 34 h 310"/>
                  <a:gd name="T24" fmla="*/ 133 w 314"/>
                  <a:gd name="T25"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4" h="310">
                    <a:moveTo>
                      <a:pt x="133" y="0"/>
                    </a:moveTo>
                    <a:lnTo>
                      <a:pt x="314" y="161"/>
                    </a:lnTo>
                    <a:lnTo>
                      <a:pt x="283" y="196"/>
                    </a:lnTo>
                    <a:lnTo>
                      <a:pt x="203" y="124"/>
                    </a:lnTo>
                    <a:lnTo>
                      <a:pt x="132" y="203"/>
                    </a:lnTo>
                    <a:lnTo>
                      <a:pt x="213" y="274"/>
                    </a:lnTo>
                    <a:lnTo>
                      <a:pt x="182" y="310"/>
                    </a:lnTo>
                    <a:lnTo>
                      <a:pt x="0" y="147"/>
                    </a:lnTo>
                    <a:lnTo>
                      <a:pt x="31" y="113"/>
                    </a:lnTo>
                    <a:lnTo>
                      <a:pt x="103" y="177"/>
                    </a:lnTo>
                    <a:lnTo>
                      <a:pt x="175" y="98"/>
                    </a:lnTo>
                    <a:lnTo>
                      <a:pt x="102" y="34"/>
                    </a:lnTo>
                    <a:lnTo>
                      <a:pt x="1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2" name="Freeform 97"/>
              <p:cNvSpPr>
                <a:spLocks noEditPoints="1"/>
              </p:cNvSpPr>
              <p:nvPr/>
            </p:nvSpPr>
            <p:spPr bwMode="auto">
              <a:xfrm>
                <a:off x="2184" y="658"/>
                <a:ext cx="251" cy="279"/>
              </a:xfrm>
              <a:custGeom>
                <a:avLst/>
                <a:gdLst>
                  <a:gd name="T0" fmla="*/ 161 w 251"/>
                  <a:gd name="T1" fmla="*/ 141 h 279"/>
                  <a:gd name="T2" fmla="*/ 90 w 251"/>
                  <a:gd name="T3" fmla="*/ 191 h 279"/>
                  <a:gd name="T4" fmla="*/ 111 w 251"/>
                  <a:gd name="T5" fmla="*/ 252 h 279"/>
                  <a:gd name="T6" fmla="*/ 71 w 251"/>
                  <a:gd name="T7" fmla="*/ 279 h 279"/>
                  <a:gd name="T8" fmla="*/ 0 w 251"/>
                  <a:gd name="T9" fmla="*/ 32 h 279"/>
                  <a:gd name="T10" fmla="*/ 47 w 251"/>
                  <a:gd name="T11" fmla="*/ 0 h 279"/>
                  <a:gd name="T12" fmla="*/ 251 w 251"/>
                  <a:gd name="T13" fmla="*/ 153 h 279"/>
                  <a:gd name="T14" fmla="*/ 211 w 251"/>
                  <a:gd name="T15" fmla="*/ 181 h 279"/>
                  <a:gd name="T16" fmla="*/ 161 w 251"/>
                  <a:gd name="T17" fmla="*/ 141 h 279"/>
                  <a:gd name="T18" fmla="*/ 130 w 251"/>
                  <a:gd name="T19" fmla="*/ 116 h 279"/>
                  <a:gd name="T20" fmla="*/ 43 w 251"/>
                  <a:gd name="T21" fmla="*/ 47 h 279"/>
                  <a:gd name="T22" fmla="*/ 78 w 251"/>
                  <a:gd name="T23" fmla="*/ 151 h 279"/>
                  <a:gd name="T24" fmla="*/ 130 w 251"/>
                  <a:gd name="T25" fmla="*/ 116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1" h="279">
                    <a:moveTo>
                      <a:pt x="161" y="141"/>
                    </a:moveTo>
                    <a:lnTo>
                      <a:pt x="90" y="191"/>
                    </a:lnTo>
                    <a:lnTo>
                      <a:pt x="111" y="252"/>
                    </a:lnTo>
                    <a:lnTo>
                      <a:pt x="71" y="279"/>
                    </a:lnTo>
                    <a:lnTo>
                      <a:pt x="0" y="32"/>
                    </a:lnTo>
                    <a:lnTo>
                      <a:pt x="47" y="0"/>
                    </a:lnTo>
                    <a:lnTo>
                      <a:pt x="251" y="153"/>
                    </a:lnTo>
                    <a:lnTo>
                      <a:pt x="211" y="181"/>
                    </a:lnTo>
                    <a:lnTo>
                      <a:pt x="161" y="141"/>
                    </a:lnTo>
                    <a:close/>
                    <a:moveTo>
                      <a:pt x="130" y="116"/>
                    </a:moveTo>
                    <a:lnTo>
                      <a:pt x="43" y="47"/>
                    </a:lnTo>
                    <a:lnTo>
                      <a:pt x="78" y="151"/>
                    </a:lnTo>
                    <a:lnTo>
                      <a:pt x="130" y="1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3" name="Freeform 98"/>
              <p:cNvSpPr/>
              <p:nvPr/>
            </p:nvSpPr>
            <p:spPr bwMode="auto">
              <a:xfrm>
                <a:off x="2360" y="509"/>
                <a:ext cx="272" cy="298"/>
              </a:xfrm>
              <a:custGeom>
                <a:avLst/>
                <a:gdLst>
                  <a:gd name="T0" fmla="*/ 184 w 272"/>
                  <a:gd name="T1" fmla="*/ 0 h 298"/>
                  <a:gd name="T2" fmla="*/ 272 w 272"/>
                  <a:gd name="T3" fmla="*/ 226 h 298"/>
                  <a:gd name="T4" fmla="*/ 232 w 272"/>
                  <a:gd name="T5" fmla="*/ 241 h 298"/>
                  <a:gd name="T6" fmla="*/ 65 w 272"/>
                  <a:gd name="T7" fmla="*/ 124 h 298"/>
                  <a:gd name="T8" fmla="*/ 127 w 272"/>
                  <a:gd name="T9" fmla="*/ 283 h 298"/>
                  <a:gd name="T10" fmla="*/ 88 w 272"/>
                  <a:gd name="T11" fmla="*/ 298 h 298"/>
                  <a:gd name="T12" fmla="*/ 0 w 272"/>
                  <a:gd name="T13" fmla="*/ 72 h 298"/>
                  <a:gd name="T14" fmla="*/ 44 w 272"/>
                  <a:gd name="T15" fmla="*/ 54 h 298"/>
                  <a:gd name="T16" fmla="*/ 204 w 272"/>
                  <a:gd name="T17" fmla="*/ 165 h 298"/>
                  <a:gd name="T18" fmla="*/ 144 w 272"/>
                  <a:gd name="T19" fmla="*/ 15 h 298"/>
                  <a:gd name="T20" fmla="*/ 184 w 272"/>
                  <a:gd name="T2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298">
                    <a:moveTo>
                      <a:pt x="184" y="0"/>
                    </a:moveTo>
                    <a:lnTo>
                      <a:pt x="272" y="226"/>
                    </a:lnTo>
                    <a:lnTo>
                      <a:pt x="232" y="241"/>
                    </a:lnTo>
                    <a:lnTo>
                      <a:pt x="65" y="124"/>
                    </a:lnTo>
                    <a:lnTo>
                      <a:pt x="127" y="283"/>
                    </a:lnTo>
                    <a:lnTo>
                      <a:pt x="88" y="298"/>
                    </a:lnTo>
                    <a:lnTo>
                      <a:pt x="0" y="72"/>
                    </a:lnTo>
                    <a:lnTo>
                      <a:pt x="44" y="54"/>
                    </a:lnTo>
                    <a:lnTo>
                      <a:pt x="204" y="165"/>
                    </a:lnTo>
                    <a:lnTo>
                      <a:pt x="144" y="15"/>
                    </a:lnTo>
                    <a:lnTo>
                      <a:pt x="18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4" name="Freeform 99"/>
              <p:cNvSpPr/>
              <p:nvPr/>
            </p:nvSpPr>
            <p:spPr bwMode="auto">
              <a:xfrm>
                <a:off x="2726" y="462"/>
                <a:ext cx="205" cy="251"/>
              </a:xfrm>
              <a:custGeom>
                <a:avLst/>
                <a:gdLst>
                  <a:gd name="T0" fmla="*/ 81 w 151"/>
                  <a:gd name="T1" fmla="*/ 185 h 186"/>
                  <a:gd name="T2" fmla="*/ 42 w 151"/>
                  <a:gd name="T3" fmla="*/ 179 h 186"/>
                  <a:gd name="T4" fmla="*/ 16 w 151"/>
                  <a:gd name="T5" fmla="*/ 156 h 186"/>
                  <a:gd name="T6" fmla="*/ 5 w 151"/>
                  <a:gd name="T7" fmla="*/ 121 h 186"/>
                  <a:gd name="T8" fmla="*/ 0 w 151"/>
                  <a:gd name="T9" fmla="*/ 6 h 186"/>
                  <a:gd name="T10" fmla="*/ 32 w 151"/>
                  <a:gd name="T11" fmla="*/ 5 h 186"/>
                  <a:gd name="T12" fmla="*/ 37 w 151"/>
                  <a:gd name="T13" fmla="*/ 117 h 186"/>
                  <a:gd name="T14" fmla="*/ 48 w 151"/>
                  <a:gd name="T15" fmla="*/ 148 h 186"/>
                  <a:gd name="T16" fmla="*/ 79 w 151"/>
                  <a:gd name="T17" fmla="*/ 158 h 186"/>
                  <a:gd name="T18" fmla="*/ 107 w 151"/>
                  <a:gd name="T19" fmla="*/ 145 h 186"/>
                  <a:gd name="T20" fmla="*/ 116 w 151"/>
                  <a:gd name="T21" fmla="*/ 113 h 186"/>
                  <a:gd name="T22" fmla="*/ 111 w 151"/>
                  <a:gd name="T23" fmla="*/ 1 h 186"/>
                  <a:gd name="T24" fmla="*/ 145 w 151"/>
                  <a:gd name="T25" fmla="*/ 0 h 186"/>
                  <a:gd name="T26" fmla="*/ 150 w 151"/>
                  <a:gd name="T27" fmla="*/ 114 h 186"/>
                  <a:gd name="T28" fmla="*/ 143 w 151"/>
                  <a:gd name="T29" fmla="*/ 151 h 186"/>
                  <a:gd name="T30" fmla="*/ 119 w 151"/>
                  <a:gd name="T31" fmla="*/ 175 h 186"/>
                  <a:gd name="T32" fmla="*/ 81 w 151"/>
                  <a:gd name="T33" fmla="*/ 18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1" h="186">
                    <a:moveTo>
                      <a:pt x="81" y="185"/>
                    </a:moveTo>
                    <a:cubicBezTo>
                      <a:pt x="66" y="186"/>
                      <a:pt x="53" y="184"/>
                      <a:pt x="42" y="179"/>
                    </a:cubicBezTo>
                    <a:cubicBezTo>
                      <a:pt x="31" y="174"/>
                      <a:pt x="22" y="166"/>
                      <a:pt x="16" y="156"/>
                    </a:cubicBezTo>
                    <a:cubicBezTo>
                      <a:pt x="9" y="146"/>
                      <a:pt x="6" y="134"/>
                      <a:pt x="5" y="121"/>
                    </a:cubicBezTo>
                    <a:cubicBezTo>
                      <a:pt x="0" y="6"/>
                      <a:pt x="0" y="6"/>
                      <a:pt x="0" y="6"/>
                    </a:cubicBezTo>
                    <a:cubicBezTo>
                      <a:pt x="32" y="5"/>
                      <a:pt x="32" y="5"/>
                      <a:pt x="32" y="5"/>
                    </a:cubicBezTo>
                    <a:cubicBezTo>
                      <a:pt x="37" y="117"/>
                      <a:pt x="37" y="117"/>
                      <a:pt x="37" y="117"/>
                    </a:cubicBezTo>
                    <a:cubicBezTo>
                      <a:pt x="37" y="131"/>
                      <a:pt x="41" y="141"/>
                      <a:pt x="48" y="148"/>
                    </a:cubicBezTo>
                    <a:cubicBezTo>
                      <a:pt x="56" y="155"/>
                      <a:pt x="66" y="158"/>
                      <a:pt x="79" y="158"/>
                    </a:cubicBezTo>
                    <a:cubicBezTo>
                      <a:pt x="91" y="157"/>
                      <a:pt x="101" y="153"/>
                      <a:pt x="107" y="145"/>
                    </a:cubicBezTo>
                    <a:cubicBezTo>
                      <a:pt x="114" y="138"/>
                      <a:pt x="117" y="127"/>
                      <a:pt x="116" y="113"/>
                    </a:cubicBezTo>
                    <a:cubicBezTo>
                      <a:pt x="111" y="1"/>
                      <a:pt x="111" y="1"/>
                      <a:pt x="111" y="1"/>
                    </a:cubicBezTo>
                    <a:cubicBezTo>
                      <a:pt x="145" y="0"/>
                      <a:pt x="145" y="0"/>
                      <a:pt x="145" y="0"/>
                    </a:cubicBezTo>
                    <a:cubicBezTo>
                      <a:pt x="150" y="114"/>
                      <a:pt x="150" y="114"/>
                      <a:pt x="150" y="114"/>
                    </a:cubicBezTo>
                    <a:cubicBezTo>
                      <a:pt x="151" y="128"/>
                      <a:pt x="149" y="140"/>
                      <a:pt x="143" y="151"/>
                    </a:cubicBezTo>
                    <a:cubicBezTo>
                      <a:pt x="138" y="161"/>
                      <a:pt x="130" y="169"/>
                      <a:pt x="119" y="175"/>
                    </a:cubicBezTo>
                    <a:cubicBezTo>
                      <a:pt x="108" y="181"/>
                      <a:pt x="96" y="184"/>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5" name="Freeform 100"/>
              <p:cNvSpPr/>
              <p:nvPr/>
            </p:nvSpPr>
            <p:spPr bwMode="auto">
              <a:xfrm>
                <a:off x="2961" y="467"/>
                <a:ext cx="242" cy="277"/>
              </a:xfrm>
              <a:custGeom>
                <a:avLst/>
                <a:gdLst>
                  <a:gd name="T0" fmla="*/ 242 w 242"/>
                  <a:gd name="T1" fmla="*/ 39 h 277"/>
                  <a:gd name="T2" fmla="*/ 194 w 242"/>
                  <a:gd name="T3" fmla="*/ 277 h 277"/>
                  <a:gd name="T4" fmla="*/ 152 w 242"/>
                  <a:gd name="T5" fmla="*/ 269 h 277"/>
                  <a:gd name="T6" fmla="*/ 74 w 242"/>
                  <a:gd name="T7" fmla="*/ 80 h 277"/>
                  <a:gd name="T8" fmla="*/ 42 w 242"/>
                  <a:gd name="T9" fmla="*/ 248 h 277"/>
                  <a:gd name="T10" fmla="*/ 0 w 242"/>
                  <a:gd name="T11" fmla="*/ 240 h 277"/>
                  <a:gd name="T12" fmla="*/ 47 w 242"/>
                  <a:gd name="T13" fmla="*/ 0 h 277"/>
                  <a:gd name="T14" fmla="*/ 96 w 242"/>
                  <a:gd name="T15" fmla="*/ 9 h 277"/>
                  <a:gd name="T16" fmla="*/ 169 w 242"/>
                  <a:gd name="T17" fmla="*/ 189 h 277"/>
                  <a:gd name="T18" fmla="*/ 201 w 242"/>
                  <a:gd name="T19" fmla="*/ 31 h 277"/>
                  <a:gd name="T20" fmla="*/ 242 w 242"/>
                  <a:gd name="T21" fmla="*/ 39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277">
                    <a:moveTo>
                      <a:pt x="242" y="39"/>
                    </a:moveTo>
                    <a:lnTo>
                      <a:pt x="194" y="277"/>
                    </a:lnTo>
                    <a:lnTo>
                      <a:pt x="152" y="269"/>
                    </a:lnTo>
                    <a:lnTo>
                      <a:pt x="74" y="80"/>
                    </a:lnTo>
                    <a:lnTo>
                      <a:pt x="42" y="248"/>
                    </a:lnTo>
                    <a:lnTo>
                      <a:pt x="0" y="240"/>
                    </a:lnTo>
                    <a:lnTo>
                      <a:pt x="47" y="0"/>
                    </a:lnTo>
                    <a:lnTo>
                      <a:pt x="96" y="9"/>
                    </a:lnTo>
                    <a:lnTo>
                      <a:pt x="169" y="189"/>
                    </a:lnTo>
                    <a:lnTo>
                      <a:pt x="201" y="31"/>
                    </a:lnTo>
                    <a:lnTo>
                      <a:pt x="242" y="3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6" name="Freeform 101"/>
              <p:cNvSpPr/>
              <p:nvPr/>
            </p:nvSpPr>
            <p:spPr bwMode="auto">
              <a:xfrm>
                <a:off x="3187" y="533"/>
                <a:ext cx="130" cy="244"/>
              </a:xfrm>
              <a:custGeom>
                <a:avLst/>
                <a:gdLst>
                  <a:gd name="T0" fmla="*/ 130 w 130"/>
                  <a:gd name="T1" fmla="*/ 17 h 244"/>
                  <a:gd name="T2" fmla="*/ 43 w 130"/>
                  <a:gd name="T3" fmla="*/ 244 h 244"/>
                  <a:gd name="T4" fmla="*/ 0 w 130"/>
                  <a:gd name="T5" fmla="*/ 228 h 244"/>
                  <a:gd name="T6" fmla="*/ 86 w 130"/>
                  <a:gd name="T7" fmla="*/ 0 h 244"/>
                  <a:gd name="T8" fmla="*/ 130 w 130"/>
                  <a:gd name="T9" fmla="*/ 17 h 244"/>
                </a:gdLst>
                <a:ahLst/>
                <a:cxnLst>
                  <a:cxn ang="0">
                    <a:pos x="T0" y="T1"/>
                  </a:cxn>
                  <a:cxn ang="0">
                    <a:pos x="T2" y="T3"/>
                  </a:cxn>
                  <a:cxn ang="0">
                    <a:pos x="T4" y="T5"/>
                  </a:cxn>
                  <a:cxn ang="0">
                    <a:pos x="T6" y="T7"/>
                  </a:cxn>
                  <a:cxn ang="0">
                    <a:pos x="T8" y="T9"/>
                  </a:cxn>
                </a:cxnLst>
                <a:rect l="0" t="0" r="r" b="b"/>
                <a:pathLst>
                  <a:path w="130" h="244">
                    <a:moveTo>
                      <a:pt x="130" y="17"/>
                    </a:moveTo>
                    <a:lnTo>
                      <a:pt x="43" y="244"/>
                    </a:lnTo>
                    <a:lnTo>
                      <a:pt x="0" y="228"/>
                    </a:lnTo>
                    <a:lnTo>
                      <a:pt x="86" y="0"/>
                    </a:lnTo>
                    <a:lnTo>
                      <a:pt x="130"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7" name="Freeform 102"/>
              <p:cNvSpPr/>
              <p:nvPr/>
            </p:nvSpPr>
            <p:spPr bwMode="auto">
              <a:xfrm>
                <a:off x="3321" y="568"/>
                <a:ext cx="240" cy="279"/>
              </a:xfrm>
              <a:custGeom>
                <a:avLst/>
                <a:gdLst>
                  <a:gd name="T0" fmla="*/ 240 w 240"/>
                  <a:gd name="T1" fmla="*/ 110 h 279"/>
                  <a:gd name="T2" fmla="*/ 48 w 240"/>
                  <a:gd name="T3" fmla="*/ 279 h 279"/>
                  <a:gd name="T4" fmla="*/ 0 w 240"/>
                  <a:gd name="T5" fmla="*/ 251 h 279"/>
                  <a:gd name="T6" fmla="*/ 51 w 240"/>
                  <a:gd name="T7" fmla="*/ 0 h 279"/>
                  <a:gd name="T8" fmla="*/ 94 w 240"/>
                  <a:gd name="T9" fmla="*/ 25 h 279"/>
                  <a:gd name="T10" fmla="*/ 44 w 240"/>
                  <a:gd name="T11" fmla="*/ 235 h 279"/>
                  <a:gd name="T12" fmla="*/ 200 w 240"/>
                  <a:gd name="T13" fmla="*/ 87 h 279"/>
                  <a:gd name="T14" fmla="*/ 240 w 240"/>
                  <a:gd name="T15" fmla="*/ 110 h 2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0" h="279">
                    <a:moveTo>
                      <a:pt x="240" y="110"/>
                    </a:moveTo>
                    <a:lnTo>
                      <a:pt x="48" y="279"/>
                    </a:lnTo>
                    <a:lnTo>
                      <a:pt x="0" y="251"/>
                    </a:lnTo>
                    <a:lnTo>
                      <a:pt x="51" y="0"/>
                    </a:lnTo>
                    <a:lnTo>
                      <a:pt x="94" y="25"/>
                    </a:lnTo>
                    <a:lnTo>
                      <a:pt x="44" y="235"/>
                    </a:lnTo>
                    <a:lnTo>
                      <a:pt x="200" y="87"/>
                    </a:lnTo>
                    <a:lnTo>
                      <a:pt x="240" y="1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8" name="Freeform 103"/>
              <p:cNvSpPr/>
              <p:nvPr/>
            </p:nvSpPr>
            <p:spPr bwMode="auto">
              <a:xfrm>
                <a:off x="3449" y="720"/>
                <a:ext cx="275" cy="280"/>
              </a:xfrm>
              <a:custGeom>
                <a:avLst/>
                <a:gdLst>
                  <a:gd name="T0" fmla="*/ 172 w 275"/>
                  <a:gd name="T1" fmla="*/ 60 h 280"/>
                  <a:gd name="T2" fmla="*/ 133 w 275"/>
                  <a:gd name="T3" fmla="*/ 102 h 280"/>
                  <a:gd name="T4" fmla="*/ 204 w 275"/>
                  <a:gd name="T5" fmla="*/ 168 h 280"/>
                  <a:gd name="T6" fmla="*/ 179 w 275"/>
                  <a:gd name="T7" fmla="*/ 196 h 280"/>
                  <a:gd name="T8" fmla="*/ 107 w 275"/>
                  <a:gd name="T9" fmla="*/ 131 h 280"/>
                  <a:gd name="T10" fmla="*/ 60 w 275"/>
                  <a:gd name="T11" fmla="*/ 183 h 280"/>
                  <a:gd name="T12" fmla="*/ 137 w 275"/>
                  <a:gd name="T13" fmla="*/ 252 h 280"/>
                  <a:gd name="T14" fmla="*/ 111 w 275"/>
                  <a:gd name="T15" fmla="*/ 280 h 280"/>
                  <a:gd name="T16" fmla="*/ 0 w 275"/>
                  <a:gd name="T17" fmla="*/ 180 h 280"/>
                  <a:gd name="T18" fmla="*/ 164 w 275"/>
                  <a:gd name="T19" fmla="*/ 0 h 280"/>
                  <a:gd name="T20" fmla="*/ 275 w 275"/>
                  <a:gd name="T21" fmla="*/ 100 h 280"/>
                  <a:gd name="T22" fmla="*/ 248 w 275"/>
                  <a:gd name="T23" fmla="*/ 129 h 280"/>
                  <a:gd name="T24" fmla="*/ 172 w 275"/>
                  <a:gd name="T25" fmla="*/ 6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5" h="280">
                    <a:moveTo>
                      <a:pt x="172" y="60"/>
                    </a:moveTo>
                    <a:lnTo>
                      <a:pt x="133" y="102"/>
                    </a:lnTo>
                    <a:lnTo>
                      <a:pt x="204" y="168"/>
                    </a:lnTo>
                    <a:lnTo>
                      <a:pt x="179" y="196"/>
                    </a:lnTo>
                    <a:lnTo>
                      <a:pt x="107" y="131"/>
                    </a:lnTo>
                    <a:lnTo>
                      <a:pt x="60" y="183"/>
                    </a:lnTo>
                    <a:lnTo>
                      <a:pt x="137" y="252"/>
                    </a:lnTo>
                    <a:lnTo>
                      <a:pt x="111" y="280"/>
                    </a:lnTo>
                    <a:lnTo>
                      <a:pt x="0" y="180"/>
                    </a:lnTo>
                    <a:lnTo>
                      <a:pt x="164" y="0"/>
                    </a:lnTo>
                    <a:lnTo>
                      <a:pt x="275" y="100"/>
                    </a:lnTo>
                    <a:lnTo>
                      <a:pt x="248" y="129"/>
                    </a:lnTo>
                    <a:lnTo>
                      <a:pt x="172" y="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9" name="Freeform 104"/>
              <p:cNvSpPr>
                <a:spLocks noEditPoints="1"/>
              </p:cNvSpPr>
              <p:nvPr/>
            </p:nvSpPr>
            <p:spPr bwMode="auto">
              <a:xfrm>
                <a:off x="3579" y="877"/>
                <a:ext cx="271" cy="294"/>
              </a:xfrm>
              <a:custGeom>
                <a:avLst/>
                <a:gdLst>
                  <a:gd name="T0" fmla="*/ 87 w 200"/>
                  <a:gd name="T1" fmla="*/ 108 h 217"/>
                  <a:gd name="T2" fmla="*/ 76 w 200"/>
                  <a:gd name="T3" fmla="*/ 93 h 217"/>
                  <a:gd name="T4" fmla="*/ 20 w 200"/>
                  <a:gd name="T5" fmla="*/ 133 h 217"/>
                  <a:gd name="T6" fmla="*/ 0 w 200"/>
                  <a:gd name="T7" fmla="*/ 106 h 217"/>
                  <a:gd name="T8" fmla="*/ 145 w 200"/>
                  <a:gd name="T9" fmla="*/ 0 h 217"/>
                  <a:gd name="T10" fmla="*/ 187 w 200"/>
                  <a:gd name="T11" fmla="*/ 58 h 217"/>
                  <a:gd name="T12" fmla="*/ 199 w 200"/>
                  <a:gd name="T13" fmla="*/ 85 h 217"/>
                  <a:gd name="T14" fmla="*/ 195 w 200"/>
                  <a:gd name="T15" fmla="*/ 112 h 217"/>
                  <a:gd name="T16" fmla="*/ 175 w 200"/>
                  <a:gd name="T17" fmla="*/ 135 h 217"/>
                  <a:gd name="T18" fmla="*/ 141 w 200"/>
                  <a:gd name="T19" fmla="*/ 147 h 217"/>
                  <a:gd name="T20" fmla="*/ 109 w 200"/>
                  <a:gd name="T21" fmla="*/ 135 h 217"/>
                  <a:gd name="T22" fmla="*/ 81 w 200"/>
                  <a:gd name="T23" fmla="*/ 217 h 217"/>
                  <a:gd name="T24" fmla="*/ 57 w 200"/>
                  <a:gd name="T25" fmla="*/ 184 h 217"/>
                  <a:gd name="T26" fmla="*/ 87 w 200"/>
                  <a:gd name="T27" fmla="*/ 108 h 217"/>
                  <a:gd name="T28" fmla="*/ 97 w 200"/>
                  <a:gd name="T29" fmla="*/ 77 h 217"/>
                  <a:gd name="T30" fmla="*/ 115 w 200"/>
                  <a:gd name="T31" fmla="*/ 101 h 217"/>
                  <a:gd name="T32" fmla="*/ 134 w 200"/>
                  <a:gd name="T33" fmla="*/ 114 h 217"/>
                  <a:gd name="T34" fmla="*/ 155 w 200"/>
                  <a:gd name="T35" fmla="*/ 108 h 217"/>
                  <a:gd name="T36" fmla="*/ 168 w 200"/>
                  <a:gd name="T37" fmla="*/ 89 h 217"/>
                  <a:gd name="T38" fmla="*/ 161 w 200"/>
                  <a:gd name="T39" fmla="*/ 68 h 217"/>
                  <a:gd name="T40" fmla="*/ 143 w 200"/>
                  <a:gd name="T41" fmla="*/ 43 h 217"/>
                  <a:gd name="T42" fmla="*/ 97 w 200"/>
                  <a:gd name="T43" fmla="*/ 7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0" h="217">
                    <a:moveTo>
                      <a:pt x="87" y="108"/>
                    </a:moveTo>
                    <a:cubicBezTo>
                      <a:pt x="76" y="93"/>
                      <a:pt x="76" y="93"/>
                      <a:pt x="76" y="93"/>
                    </a:cubicBezTo>
                    <a:cubicBezTo>
                      <a:pt x="20" y="133"/>
                      <a:pt x="20" y="133"/>
                      <a:pt x="20" y="133"/>
                    </a:cubicBezTo>
                    <a:cubicBezTo>
                      <a:pt x="0" y="106"/>
                      <a:pt x="0" y="106"/>
                      <a:pt x="0" y="106"/>
                    </a:cubicBezTo>
                    <a:cubicBezTo>
                      <a:pt x="145" y="0"/>
                      <a:pt x="145" y="0"/>
                      <a:pt x="145" y="0"/>
                    </a:cubicBezTo>
                    <a:cubicBezTo>
                      <a:pt x="187" y="58"/>
                      <a:pt x="187" y="58"/>
                      <a:pt x="187" y="58"/>
                    </a:cubicBezTo>
                    <a:cubicBezTo>
                      <a:pt x="194" y="67"/>
                      <a:pt x="198" y="76"/>
                      <a:pt x="199" y="85"/>
                    </a:cubicBezTo>
                    <a:cubicBezTo>
                      <a:pt x="200" y="95"/>
                      <a:pt x="199" y="104"/>
                      <a:pt x="195" y="112"/>
                    </a:cubicBezTo>
                    <a:cubicBezTo>
                      <a:pt x="190" y="121"/>
                      <a:pt x="184" y="129"/>
                      <a:pt x="175" y="135"/>
                    </a:cubicBezTo>
                    <a:cubicBezTo>
                      <a:pt x="164" y="143"/>
                      <a:pt x="152" y="147"/>
                      <a:pt x="141" y="147"/>
                    </a:cubicBezTo>
                    <a:cubicBezTo>
                      <a:pt x="129" y="147"/>
                      <a:pt x="118" y="143"/>
                      <a:pt x="109" y="135"/>
                    </a:cubicBezTo>
                    <a:cubicBezTo>
                      <a:pt x="81" y="217"/>
                      <a:pt x="81" y="217"/>
                      <a:pt x="81" y="217"/>
                    </a:cubicBezTo>
                    <a:cubicBezTo>
                      <a:pt x="57" y="184"/>
                      <a:pt x="57" y="184"/>
                      <a:pt x="57" y="184"/>
                    </a:cubicBezTo>
                    <a:lnTo>
                      <a:pt x="87" y="108"/>
                    </a:lnTo>
                    <a:close/>
                    <a:moveTo>
                      <a:pt x="97" y="77"/>
                    </a:moveTo>
                    <a:cubicBezTo>
                      <a:pt x="115" y="101"/>
                      <a:pt x="115" y="101"/>
                      <a:pt x="115" y="101"/>
                    </a:cubicBezTo>
                    <a:cubicBezTo>
                      <a:pt x="120" y="109"/>
                      <a:pt x="127" y="113"/>
                      <a:pt x="134" y="114"/>
                    </a:cubicBezTo>
                    <a:cubicBezTo>
                      <a:pt x="140" y="115"/>
                      <a:pt x="148" y="113"/>
                      <a:pt x="155" y="108"/>
                    </a:cubicBezTo>
                    <a:cubicBezTo>
                      <a:pt x="163" y="102"/>
                      <a:pt x="167" y="96"/>
                      <a:pt x="168" y="89"/>
                    </a:cubicBezTo>
                    <a:cubicBezTo>
                      <a:pt x="169" y="82"/>
                      <a:pt x="167" y="75"/>
                      <a:pt x="161" y="68"/>
                    </a:cubicBezTo>
                    <a:cubicBezTo>
                      <a:pt x="143" y="43"/>
                      <a:pt x="143" y="43"/>
                      <a:pt x="143" y="43"/>
                    </a:cubicBezTo>
                    <a:lnTo>
                      <a:pt x="97" y="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0" name="Freeform 105"/>
              <p:cNvSpPr/>
              <p:nvPr/>
            </p:nvSpPr>
            <p:spPr bwMode="auto">
              <a:xfrm>
                <a:off x="3708" y="1099"/>
                <a:ext cx="255" cy="215"/>
              </a:xfrm>
              <a:custGeom>
                <a:avLst/>
                <a:gdLst>
                  <a:gd name="T0" fmla="*/ 107 w 189"/>
                  <a:gd name="T1" fmla="*/ 6 h 159"/>
                  <a:gd name="T2" fmla="*/ 135 w 189"/>
                  <a:gd name="T3" fmla="*/ 1 h 159"/>
                  <a:gd name="T4" fmla="*/ 160 w 189"/>
                  <a:gd name="T5" fmla="*/ 13 h 159"/>
                  <a:gd name="T6" fmla="*/ 180 w 189"/>
                  <a:gd name="T7" fmla="*/ 41 h 159"/>
                  <a:gd name="T8" fmla="*/ 188 w 189"/>
                  <a:gd name="T9" fmla="*/ 81 h 159"/>
                  <a:gd name="T10" fmla="*/ 171 w 189"/>
                  <a:gd name="T11" fmla="*/ 112 h 159"/>
                  <a:gd name="T12" fmla="*/ 148 w 189"/>
                  <a:gd name="T13" fmla="*/ 93 h 159"/>
                  <a:gd name="T14" fmla="*/ 158 w 189"/>
                  <a:gd name="T15" fmla="*/ 75 h 159"/>
                  <a:gd name="T16" fmla="*/ 154 w 189"/>
                  <a:gd name="T17" fmla="*/ 54 h 159"/>
                  <a:gd name="T18" fmla="*/ 140 w 189"/>
                  <a:gd name="T19" fmla="*/ 36 h 159"/>
                  <a:gd name="T20" fmla="*/ 122 w 189"/>
                  <a:gd name="T21" fmla="*/ 36 h 159"/>
                  <a:gd name="T22" fmla="*/ 111 w 189"/>
                  <a:gd name="T23" fmla="*/ 49 h 159"/>
                  <a:gd name="T24" fmla="*/ 114 w 189"/>
                  <a:gd name="T25" fmla="*/ 77 h 159"/>
                  <a:gd name="T26" fmla="*/ 115 w 189"/>
                  <a:gd name="T27" fmla="*/ 126 h 159"/>
                  <a:gd name="T28" fmla="*/ 87 w 189"/>
                  <a:gd name="T29" fmla="*/ 154 h 159"/>
                  <a:gd name="T30" fmla="*/ 58 w 189"/>
                  <a:gd name="T31" fmla="*/ 158 h 159"/>
                  <a:gd name="T32" fmla="*/ 31 w 189"/>
                  <a:gd name="T33" fmla="*/ 144 h 159"/>
                  <a:gd name="T34" fmla="*/ 10 w 189"/>
                  <a:gd name="T35" fmla="*/ 116 h 159"/>
                  <a:gd name="T36" fmla="*/ 2 w 189"/>
                  <a:gd name="T37" fmla="*/ 72 h 159"/>
                  <a:gd name="T38" fmla="*/ 20 w 189"/>
                  <a:gd name="T39" fmla="*/ 38 h 159"/>
                  <a:gd name="T40" fmla="*/ 43 w 189"/>
                  <a:gd name="T41" fmla="*/ 57 h 159"/>
                  <a:gd name="T42" fmla="*/ 32 w 189"/>
                  <a:gd name="T43" fmla="*/ 78 h 159"/>
                  <a:gd name="T44" fmla="*/ 37 w 189"/>
                  <a:gd name="T45" fmla="*/ 104 h 159"/>
                  <a:gd name="T46" fmla="*/ 52 w 189"/>
                  <a:gd name="T47" fmla="*/ 123 h 159"/>
                  <a:gd name="T48" fmla="*/ 72 w 189"/>
                  <a:gd name="T49" fmla="*/ 123 h 159"/>
                  <a:gd name="T50" fmla="*/ 85 w 189"/>
                  <a:gd name="T51" fmla="*/ 108 h 159"/>
                  <a:gd name="T52" fmla="*/ 82 w 189"/>
                  <a:gd name="T53" fmla="*/ 76 h 159"/>
                  <a:gd name="T54" fmla="*/ 81 w 189"/>
                  <a:gd name="T55" fmla="*/ 32 h 159"/>
                  <a:gd name="T56" fmla="*/ 107 w 189"/>
                  <a:gd name="T57" fmla="*/ 6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9" h="159">
                    <a:moveTo>
                      <a:pt x="107" y="6"/>
                    </a:moveTo>
                    <a:cubicBezTo>
                      <a:pt x="116" y="2"/>
                      <a:pt x="125" y="0"/>
                      <a:pt x="135" y="1"/>
                    </a:cubicBezTo>
                    <a:cubicBezTo>
                      <a:pt x="144" y="3"/>
                      <a:pt x="152" y="7"/>
                      <a:pt x="160" y="13"/>
                    </a:cubicBezTo>
                    <a:cubicBezTo>
                      <a:pt x="168" y="20"/>
                      <a:pt x="175" y="29"/>
                      <a:pt x="180" y="41"/>
                    </a:cubicBezTo>
                    <a:cubicBezTo>
                      <a:pt x="187" y="56"/>
                      <a:pt x="189" y="69"/>
                      <a:pt x="188" y="81"/>
                    </a:cubicBezTo>
                    <a:cubicBezTo>
                      <a:pt x="186" y="93"/>
                      <a:pt x="181" y="104"/>
                      <a:pt x="171" y="112"/>
                    </a:cubicBezTo>
                    <a:cubicBezTo>
                      <a:pt x="148" y="93"/>
                      <a:pt x="148" y="93"/>
                      <a:pt x="148" y="93"/>
                    </a:cubicBezTo>
                    <a:cubicBezTo>
                      <a:pt x="154" y="87"/>
                      <a:pt x="157" y="82"/>
                      <a:pt x="158" y="75"/>
                    </a:cubicBezTo>
                    <a:cubicBezTo>
                      <a:pt x="159" y="69"/>
                      <a:pt x="158" y="62"/>
                      <a:pt x="154" y="54"/>
                    </a:cubicBezTo>
                    <a:cubicBezTo>
                      <a:pt x="150" y="45"/>
                      <a:pt x="145" y="39"/>
                      <a:pt x="140" y="36"/>
                    </a:cubicBezTo>
                    <a:cubicBezTo>
                      <a:pt x="135" y="33"/>
                      <a:pt x="129" y="33"/>
                      <a:pt x="122" y="36"/>
                    </a:cubicBezTo>
                    <a:cubicBezTo>
                      <a:pt x="116" y="39"/>
                      <a:pt x="112" y="43"/>
                      <a:pt x="111" y="49"/>
                    </a:cubicBezTo>
                    <a:cubicBezTo>
                      <a:pt x="110" y="56"/>
                      <a:pt x="111" y="65"/>
                      <a:pt x="114" y="77"/>
                    </a:cubicBezTo>
                    <a:cubicBezTo>
                      <a:pt x="119" y="97"/>
                      <a:pt x="120" y="114"/>
                      <a:pt x="115" y="126"/>
                    </a:cubicBezTo>
                    <a:cubicBezTo>
                      <a:pt x="111" y="138"/>
                      <a:pt x="102" y="147"/>
                      <a:pt x="87" y="154"/>
                    </a:cubicBezTo>
                    <a:cubicBezTo>
                      <a:pt x="78" y="158"/>
                      <a:pt x="68" y="159"/>
                      <a:pt x="58" y="158"/>
                    </a:cubicBezTo>
                    <a:cubicBezTo>
                      <a:pt x="48" y="156"/>
                      <a:pt x="39" y="152"/>
                      <a:pt x="31" y="144"/>
                    </a:cubicBezTo>
                    <a:cubicBezTo>
                      <a:pt x="23" y="137"/>
                      <a:pt x="16" y="128"/>
                      <a:pt x="10" y="116"/>
                    </a:cubicBezTo>
                    <a:cubicBezTo>
                      <a:pt x="3" y="100"/>
                      <a:pt x="0" y="85"/>
                      <a:pt x="2" y="72"/>
                    </a:cubicBezTo>
                    <a:cubicBezTo>
                      <a:pt x="4" y="58"/>
                      <a:pt x="10" y="47"/>
                      <a:pt x="20" y="38"/>
                    </a:cubicBezTo>
                    <a:cubicBezTo>
                      <a:pt x="43" y="57"/>
                      <a:pt x="43" y="57"/>
                      <a:pt x="43" y="57"/>
                    </a:cubicBezTo>
                    <a:cubicBezTo>
                      <a:pt x="37" y="63"/>
                      <a:pt x="33" y="70"/>
                      <a:pt x="32" y="78"/>
                    </a:cubicBezTo>
                    <a:cubicBezTo>
                      <a:pt x="31" y="86"/>
                      <a:pt x="32" y="95"/>
                      <a:pt x="37" y="104"/>
                    </a:cubicBezTo>
                    <a:cubicBezTo>
                      <a:pt x="41" y="114"/>
                      <a:pt x="46" y="120"/>
                      <a:pt x="52" y="123"/>
                    </a:cubicBezTo>
                    <a:cubicBezTo>
                      <a:pt x="58" y="126"/>
                      <a:pt x="65" y="126"/>
                      <a:pt x="72" y="123"/>
                    </a:cubicBezTo>
                    <a:cubicBezTo>
                      <a:pt x="79" y="120"/>
                      <a:pt x="83" y="115"/>
                      <a:pt x="85" y="108"/>
                    </a:cubicBezTo>
                    <a:cubicBezTo>
                      <a:pt x="86" y="101"/>
                      <a:pt x="86" y="90"/>
                      <a:pt x="82" y="76"/>
                    </a:cubicBezTo>
                    <a:cubicBezTo>
                      <a:pt x="77" y="58"/>
                      <a:pt x="77" y="43"/>
                      <a:pt x="81" y="32"/>
                    </a:cubicBezTo>
                    <a:cubicBezTo>
                      <a:pt x="85" y="20"/>
                      <a:pt x="94" y="12"/>
                      <a:pt x="10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1" name="Freeform 106"/>
              <p:cNvSpPr/>
              <p:nvPr/>
            </p:nvSpPr>
            <p:spPr bwMode="auto">
              <a:xfrm>
                <a:off x="3767" y="1295"/>
                <a:ext cx="246" cy="111"/>
              </a:xfrm>
              <a:custGeom>
                <a:avLst/>
                <a:gdLst>
                  <a:gd name="T0" fmla="*/ 246 w 246"/>
                  <a:gd name="T1" fmla="*/ 44 h 111"/>
                  <a:gd name="T2" fmla="*/ 12 w 246"/>
                  <a:gd name="T3" fmla="*/ 111 h 111"/>
                  <a:gd name="T4" fmla="*/ 0 w 246"/>
                  <a:gd name="T5" fmla="*/ 67 h 111"/>
                  <a:gd name="T6" fmla="*/ 233 w 246"/>
                  <a:gd name="T7" fmla="*/ 0 h 111"/>
                  <a:gd name="T8" fmla="*/ 246 w 246"/>
                  <a:gd name="T9" fmla="*/ 44 h 111"/>
                </a:gdLst>
                <a:ahLst/>
                <a:cxnLst>
                  <a:cxn ang="0">
                    <a:pos x="T0" y="T1"/>
                  </a:cxn>
                  <a:cxn ang="0">
                    <a:pos x="T2" y="T3"/>
                  </a:cxn>
                  <a:cxn ang="0">
                    <a:pos x="T4" y="T5"/>
                  </a:cxn>
                  <a:cxn ang="0">
                    <a:pos x="T6" y="T7"/>
                  </a:cxn>
                  <a:cxn ang="0">
                    <a:pos x="T8" y="T9"/>
                  </a:cxn>
                </a:cxnLst>
                <a:rect l="0" t="0" r="r" b="b"/>
                <a:pathLst>
                  <a:path w="246" h="111">
                    <a:moveTo>
                      <a:pt x="246" y="44"/>
                    </a:moveTo>
                    <a:lnTo>
                      <a:pt x="12" y="111"/>
                    </a:lnTo>
                    <a:lnTo>
                      <a:pt x="0" y="67"/>
                    </a:lnTo>
                    <a:lnTo>
                      <a:pt x="233" y="0"/>
                    </a:lnTo>
                    <a:lnTo>
                      <a:pt x="246" y="4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2" name="Freeform 107"/>
              <p:cNvSpPr/>
              <p:nvPr/>
            </p:nvSpPr>
            <p:spPr bwMode="auto">
              <a:xfrm>
                <a:off x="3798" y="1398"/>
                <a:ext cx="255" cy="179"/>
              </a:xfrm>
              <a:custGeom>
                <a:avLst/>
                <a:gdLst>
                  <a:gd name="T0" fmla="*/ 217 w 255"/>
                  <a:gd name="T1" fmla="*/ 179 h 179"/>
                  <a:gd name="T2" fmla="*/ 209 w 255"/>
                  <a:gd name="T3" fmla="*/ 115 h 179"/>
                  <a:gd name="T4" fmla="*/ 6 w 255"/>
                  <a:gd name="T5" fmla="*/ 142 h 179"/>
                  <a:gd name="T6" fmla="*/ 0 w 255"/>
                  <a:gd name="T7" fmla="*/ 96 h 179"/>
                  <a:gd name="T8" fmla="*/ 202 w 255"/>
                  <a:gd name="T9" fmla="*/ 69 h 179"/>
                  <a:gd name="T10" fmla="*/ 194 w 255"/>
                  <a:gd name="T11" fmla="*/ 6 h 179"/>
                  <a:gd name="T12" fmla="*/ 232 w 255"/>
                  <a:gd name="T13" fmla="*/ 0 h 179"/>
                  <a:gd name="T14" fmla="*/ 255 w 255"/>
                  <a:gd name="T15" fmla="*/ 173 h 179"/>
                  <a:gd name="T16" fmla="*/ 217 w 255"/>
                  <a:gd name="T17" fmla="*/ 17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 h="179">
                    <a:moveTo>
                      <a:pt x="217" y="179"/>
                    </a:moveTo>
                    <a:lnTo>
                      <a:pt x="209" y="115"/>
                    </a:lnTo>
                    <a:lnTo>
                      <a:pt x="6" y="142"/>
                    </a:lnTo>
                    <a:lnTo>
                      <a:pt x="0" y="96"/>
                    </a:lnTo>
                    <a:lnTo>
                      <a:pt x="202" y="69"/>
                    </a:lnTo>
                    <a:lnTo>
                      <a:pt x="194" y="6"/>
                    </a:lnTo>
                    <a:lnTo>
                      <a:pt x="232" y="0"/>
                    </a:lnTo>
                    <a:lnTo>
                      <a:pt x="255" y="173"/>
                    </a:lnTo>
                    <a:lnTo>
                      <a:pt x="21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3" name="Freeform 108"/>
              <p:cNvSpPr/>
              <p:nvPr/>
            </p:nvSpPr>
            <p:spPr bwMode="auto">
              <a:xfrm>
                <a:off x="3804" y="1623"/>
                <a:ext cx="253" cy="211"/>
              </a:xfrm>
              <a:custGeom>
                <a:avLst/>
                <a:gdLst>
                  <a:gd name="T0" fmla="*/ 96 w 253"/>
                  <a:gd name="T1" fmla="*/ 117 h 211"/>
                  <a:gd name="T2" fmla="*/ 0 w 253"/>
                  <a:gd name="T3" fmla="*/ 109 h 211"/>
                  <a:gd name="T4" fmla="*/ 4 w 253"/>
                  <a:gd name="T5" fmla="*/ 63 h 211"/>
                  <a:gd name="T6" fmla="*/ 100 w 253"/>
                  <a:gd name="T7" fmla="*/ 71 h 211"/>
                  <a:gd name="T8" fmla="*/ 253 w 253"/>
                  <a:gd name="T9" fmla="*/ 0 h 211"/>
                  <a:gd name="T10" fmla="*/ 249 w 253"/>
                  <a:gd name="T11" fmla="*/ 51 h 211"/>
                  <a:gd name="T12" fmla="*/ 134 w 253"/>
                  <a:gd name="T13" fmla="*/ 97 h 211"/>
                  <a:gd name="T14" fmla="*/ 241 w 253"/>
                  <a:gd name="T15" fmla="*/ 161 h 211"/>
                  <a:gd name="T16" fmla="*/ 237 w 253"/>
                  <a:gd name="T17" fmla="*/ 211 h 211"/>
                  <a:gd name="T18" fmla="*/ 96 w 253"/>
                  <a:gd name="T19" fmla="*/ 1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3" h="211">
                    <a:moveTo>
                      <a:pt x="96" y="117"/>
                    </a:moveTo>
                    <a:lnTo>
                      <a:pt x="0" y="109"/>
                    </a:lnTo>
                    <a:lnTo>
                      <a:pt x="4" y="63"/>
                    </a:lnTo>
                    <a:lnTo>
                      <a:pt x="100" y="71"/>
                    </a:lnTo>
                    <a:lnTo>
                      <a:pt x="253" y="0"/>
                    </a:lnTo>
                    <a:lnTo>
                      <a:pt x="249" y="51"/>
                    </a:lnTo>
                    <a:lnTo>
                      <a:pt x="134" y="97"/>
                    </a:lnTo>
                    <a:lnTo>
                      <a:pt x="241" y="161"/>
                    </a:lnTo>
                    <a:lnTo>
                      <a:pt x="237" y="211"/>
                    </a:lnTo>
                    <a:lnTo>
                      <a:pt x="96" y="1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4" name="Freeform 109"/>
              <p:cNvSpPr/>
              <p:nvPr/>
            </p:nvSpPr>
            <p:spPr bwMode="auto">
              <a:xfrm>
                <a:off x="2609" y="2605"/>
                <a:ext cx="73" cy="191"/>
              </a:xfrm>
              <a:custGeom>
                <a:avLst/>
                <a:gdLst>
                  <a:gd name="T0" fmla="*/ 73 w 73"/>
                  <a:gd name="T1" fmla="*/ 191 h 191"/>
                  <a:gd name="T2" fmla="*/ 39 w 73"/>
                  <a:gd name="T3" fmla="*/ 191 h 191"/>
                  <a:gd name="T4" fmla="*/ 39 w 73"/>
                  <a:gd name="T5" fmla="*/ 40 h 191"/>
                  <a:gd name="T6" fmla="*/ 0 w 73"/>
                  <a:gd name="T7" fmla="*/ 63 h 191"/>
                  <a:gd name="T8" fmla="*/ 0 w 73"/>
                  <a:gd name="T9" fmla="*/ 27 h 191"/>
                  <a:gd name="T10" fmla="*/ 48 w 73"/>
                  <a:gd name="T11" fmla="*/ 0 h 191"/>
                  <a:gd name="T12" fmla="*/ 73 w 73"/>
                  <a:gd name="T13" fmla="*/ 0 h 191"/>
                  <a:gd name="T14" fmla="*/ 73 w 73"/>
                  <a:gd name="T15" fmla="*/ 191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191">
                    <a:moveTo>
                      <a:pt x="73" y="191"/>
                    </a:moveTo>
                    <a:lnTo>
                      <a:pt x="39" y="191"/>
                    </a:lnTo>
                    <a:lnTo>
                      <a:pt x="39" y="40"/>
                    </a:lnTo>
                    <a:lnTo>
                      <a:pt x="0" y="63"/>
                    </a:lnTo>
                    <a:lnTo>
                      <a:pt x="0" y="27"/>
                    </a:lnTo>
                    <a:lnTo>
                      <a:pt x="48" y="0"/>
                    </a:lnTo>
                    <a:lnTo>
                      <a:pt x="73" y="0"/>
                    </a:lnTo>
                    <a:lnTo>
                      <a:pt x="73" y="1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5" name="Freeform 110"/>
              <p:cNvSpPr>
                <a:spLocks noEditPoints="1"/>
              </p:cNvSpPr>
              <p:nvPr/>
            </p:nvSpPr>
            <p:spPr bwMode="auto">
              <a:xfrm>
                <a:off x="2724" y="2601"/>
                <a:ext cx="130" cy="195"/>
              </a:xfrm>
              <a:custGeom>
                <a:avLst/>
                <a:gdLst>
                  <a:gd name="T0" fmla="*/ 96 w 96"/>
                  <a:gd name="T1" fmla="*/ 48 h 144"/>
                  <a:gd name="T2" fmla="*/ 91 w 96"/>
                  <a:gd name="T3" fmla="*/ 77 h 144"/>
                  <a:gd name="T4" fmla="*/ 75 w 96"/>
                  <a:gd name="T5" fmla="*/ 107 h 144"/>
                  <a:gd name="T6" fmla="*/ 50 w 96"/>
                  <a:gd name="T7" fmla="*/ 144 h 144"/>
                  <a:gd name="T8" fmla="*/ 22 w 96"/>
                  <a:gd name="T9" fmla="*/ 144 h 144"/>
                  <a:gd name="T10" fmla="*/ 52 w 96"/>
                  <a:gd name="T11" fmla="*/ 102 h 144"/>
                  <a:gd name="T12" fmla="*/ 62 w 96"/>
                  <a:gd name="T13" fmla="*/ 86 h 144"/>
                  <a:gd name="T14" fmla="*/ 43 w 96"/>
                  <a:gd name="T15" fmla="*/ 91 h 144"/>
                  <a:gd name="T16" fmla="*/ 21 w 96"/>
                  <a:gd name="T17" fmla="*/ 85 h 144"/>
                  <a:gd name="T18" fmla="*/ 6 w 96"/>
                  <a:gd name="T19" fmla="*/ 69 h 144"/>
                  <a:gd name="T20" fmla="*/ 0 w 96"/>
                  <a:gd name="T21" fmla="*/ 46 h 144"/>
                  <a:gd name="T22" fmla="*/ 6 w 96"/>
                  <a:gd name="T23" fmla="*/ 22 h 144"/>
                  <a:gd name="T24" fmla="*/ 23 w 96"/>
                  <a:gd name="T25" fmla="*/ 6 h 144"/>
                  <a:gd name="T26" fmla="*/ 48 w 96"/>
                  <a:gd name="T27" fmla="*/ 0 h 144"/>
                  <a:gd name="T28" fmla="*/ 73 w 96"/>
                  <a:gd name="T29" fmla="*/ 6 h 144"/>
                  <a:gd name="T30" fmla="*/ 90 w 96"/>
                  <a:gd name="T31" fmla="*/ 23 h 144"/>
                  <a:gd name="T32" fmla="*/ 96 w 96"/>
                  <a:gd name="T33" fmla="*/ 48 h 144"/>
                  <a:gd name="T34" fmla="*/ 48 w 96"/>
                  <a:gd name="T35" fmla="*/ 70 h 144"/>
                  <a:gd name="T36" fmla="*/ 65 w 96"/>
                  <a:gd name="T37" fmla="*/ 64 h 144"/>
                  <a:gd name="T38" fmla="*/ 72 w 96"/>
                  <a:gd name="T39" fmla="*/ 48 h 144"/>
                  <a:gd name="T40" fmla="*/ 72 w 96"/>
                  <a:gd name="T41" fmla="*/ 46 h 144"/>
                  <a:gd name="T42" fmla="*/ 65 w 96"/>
                  <a:gd name="T43" fmla="*/ 28 h 144"/>
                  <a:gd name="T44" fmla="*/ 48 w 96"/>
                  <a:gd name="T45" fmla="*/ 21 h 144"/>
                  <a:gd name="T46" fmla="*/ 31 w 96"/>
                  <a:gd name="T47" fmla="*/ 28 h 144"/>
                  <a:gd name="T48" fmla="*/ 25 w 96"/>
                  <a:gd name="T49" fmla="*/ 46 h 144"/>
                  <a:gd name="T50" fmla="*/ 31 w 96"/>
                  <a:gd name="T51" fmla="*/ 63 h 144"/>
                  <a:gd name="T52" fmla="*/ 48 w 96"/>
                  <a:gd name="T53" fmla="*/ 7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6" h="144">
                    <a:moveTo>
                      <a:pt x="96" y="48"/>
                    </a:moveTo>
                    <a:cubicBezTo>
                      <a:pt x="96" y="58"/>
                      <a:pt x="95" y="67"/>
                      <a:pt x="91" y="77"/>
                    </a:cubicBezTo>
                    <a:cubicBezTo>
                      <a:pt x="88" y="86"/>
                      <a:pt x="82" y="96"/>
                      <a:pt x="75" y="107"/>
                    </a:cubicBezTo>
                    <a:cubicBezTo>
                      <a:pt x="50" y="144"/>
                      <a:pt x="50" y="144"/>
                      <a:pt x="50" y="144"/>
                    </a:cubicBezTo>
                    <a:cubicBezTo>
                      <a:pt x="22" y="144"/>
                      <a:pt x="22" y="144"/>
                      <a:pt x="22" y="144"/>
                    </a:cubicBezTo>
                    <a:cubicBezTo>
                      <a:pt x="52" y="102"/>
                      <a:pt x="52" y="102"/>
                      <a:pt x="52" y="102"/>
                    </a:cubicBezTo>
                    <a:cubicBezTo>
                      <a:pt x="57" y="96"/>
                      <a:pt x="60" y="90"/>
                      <a:pt x="62" y="86"/>
                    </a:cubicBezTo>
                    <a:cubicBezTo>
                      <a:pt x="57" y="89"/>
                      <a:pt x="50" y="91"/>
                      <a:pt x="43" y="91"/>
                    </a:cubicBezTo>
                    <a:cubicBezTo>
                      <a:pt x="35" y="91"/>
                      <a:pt x="27" y="89"/>
                      <a:pt x="21" y="85"/>
                    </a:cubicBezTo>
                    <a:cubicBezTo>
                      <a:pt x="14" y="81"/>
                      <a:pt x="9" y="76"/>
                      <a:pt x="6" y="69"/>
                    </a:cubicBezTo>
                    <a:cubicBezTo>
                      <a:pt x="2" y="62"/>
                      <a:pt x="0" y="54"/>
                      <a:pt x="0" y="46"/>
                    </a:cubicBezTo>
                    <a:cubicBezTo>
                      <a:pt x="0" y="37"/>
                      <a:pt x="2" y="29"/>
                      <a:pt x="6" y="22"/>
                    </a:cubicBezTo>
                    <a:cubicBezTo>
                      <a:pt x="10" y="15"/>
                      <a:pt x="16" y="10"/>
                      <a:pt x="23" y="6"/>
                    </a:cubicBezTo>
                    <a:cubicBezTo>
                      <a:pt x="31" y="2"/>
                      <a:pt x="39" y="0"/>
                      <a:pt x="48" y="0"/>
                    </a:cubicBezTo>
                    <a:cubicBezTo>
                      <a:pt x="58" y="0"/>
                      <a:pt x="66" y="2"/>
                      <a:pt x="73" y="6"/>
                    </a:cubicBezTo>
                    <a:cubicBezTo>
                      <a:pt x="81" y="10"/>
                      <a:pt x="86" y="16"/>
                      <a:pt x="90" y="23"/>
                    </a:cubicBezTo>
                    <a:cubicBezTo>
                      <a:pt x="94" y="30"/>
                      <a:pt x="96" y="39"/>
                      <a:pt x="96" y="48"/>
                    </a:cubicBezTo>
                    <a:close/>
                    <a:moveTo>
                      <a:pt x="48" y="70"/>
                    </a:moveTo>
                    <a:cubicBezTo>
                      <a:pt x="55" y="70"/>
                      <a:pt x="61" y="68"/>
                      <a:pt x="65" y="64"/>
                    </a:cubicBezTo>
                    <a:cubicBezTo>
                      <a:pt x="69" y="60"/>
                      <a:pt x="71" y="55"/>
                      <a:pt x="72" y="48"/>
                    </a:cubicBezTo>
                    <a:cubicBezTo>
                      <a:pt x="72" y="46"/>
                      <a:pt x="72" y="46"/>
                      <a:pt x="72" y="46"/>
                    </a:cubicBezTo>
                    <a:cubicBezTo>
                      <a:pt x="72" y="38"/>
                      <a:pt x="70" y="32"/>
                      <a:pt x="65" y="28"/>
                    </a:cubicBezTo>
                    <a:cubicBezTo>
                      <a:pt x="61" y="23"/>
                      <a:pt x="55" y="21"/>
                      <a:pt x="48" y="21"/>
                    </a:cubicBezTo>
                    <a:cubicBezTo>
                      <a:pt x="41" y="21"/>
                      <a:pt x="36" y="23"/>
                      <a:pt x="31" y="28"/>
                    </a:cubicBezTo>
                    <a:cubicBezTo>
                      <a:pt x="27" y="32"/>
                      <a:pt x="25" y="38"/>
                      <a:pt x="25" y="46"/>
                    </a:cubicBezTo>
                    <a:cubicBezTo>
                      <a:pt x="25" y="53"/>
                      <a:pt x="27" y="59"/>
                      <a:pt x="31" y="63"/>
                    </a:cubicBezTo>
                    <a:cubicBezTo>
                      <a:pt x="35" y="68"/>
                      <a:pt x="41" y="70"/>
                      <a:pt x="48"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6" name="Freeform 111"/>
              <p:cNvSpPr>
                <a:spLocks noEditPoints="1"/>
              </p:cNvSpPr>
              <p:nvPr/>
            </p:nvSpPr>
            <p:spPr bwMode="auto">
              <a:xfrm>
                <a:off x="2878"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1 w 99"/>
                  <a:gd name="T23" fmla="*/ 19 h 146"/>
                  <a:gd name="T24" fmla="*/ 26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7 w 99"/>
                  <a:gd name="T37" fmla="*/ 67 h 146"/>
                  <a:gd name="T38" fmla="*/ 93 w 99"/>
                  <a:gd name="T39" fmla="*/ 81 h 146"/>
                  <a:gd name="T40" fmla="*/ 99 w 99"/>
                  <a:gd name="T41" fmla="*/ 102 h 146"/>
                  <a:gd name="T42" fmla="*/ 75 w 99"/>
                  <a:gd name="T43" fmla="*/ 101 h 146"/>
                  <a:gd name="T44" fmla="*/ 68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8 w 99"/>
                  <a:gd name="T57" fmla="*/ 119 h 146"/>
                  <a:gd name="T58" fmla="*/ 75 w 99"/>
                  <a:gd name="T59" fmla="*/ 101 h 146"/>
                  <a:gd name="T60" fmla="*/ 29 w 99"/>
                  <a:gd name="T61" fmla="*/ 39 h 146"/>
                  <a:gd name="T62" fmla="*/ 35 w 99"/>
                  <a:gd name="T63" fmla="*/ 53 h 146"/>
                  <a:gd name="T64" fmla="*/ 50 w 99"/>
                  <a:gd name="T65" fmla="*/ 58 h 146"/>
                  <a:gd name="T66" fmla="*/ 65 w 99"/>
                  <a:gd name="T67" fmla="*/ 53 h 146"/>
                  <a:gd name="T68" fmla="*/ 70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59" y="146"/>
                      <a:pt x="50" y="146"/>
                    </a:cubicBezTo>
                    <a:cubicBezTo>
                      <a:pt x="40" y="146"/>
                      <a:pt x="31" y="144"/>
                      <a:pt x="24" y="140"/>
                    </a:cubicBezTo>
                    <a:cubicBezTo>
                      <a:pt x="16" y="137"/>
                      <a:pt x="10"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7" y="50"/>
                      <a:pt x="6" y="45"/>
                      <a:pt x="6" y="39"/>
                    </a:cubicBezTo>
                    <a:cubicBezTo>
                      <a:pt x="6" y="32"/>
                      <a:pt x="8" y="25"/>
                      <a:pt x="11" y="19"/>
                    </a:cubicBezTo>
                    <a:cubicBezTo>
                      <a:pt x="15" y="13"/>
                      <a:pt x="20" y="9"/>
                      <a:pt x="26" y="5"/>
                    </a:cubicBezTo>
                    <a:cubicBezTo>
                      <a:pt x="33" y="2"/>
                      <a:pt x="41" y="0"/>
                      <a:pt x="50" y="0"/>
                    </a:cubicBezTo>
                    <a:cubicBezTo>
                      <a:pt x="58" y="0"/>
                      <a:pt x="66" y="2"/>
                      <a:pt x="73" y="5"/>
                    </a:cubicBezTo>
                    <a:cubicBezTo>
                      <a:pt x="79" y="9"/>
                      <a:pt x="84" y="13"/>
                      <a:pt x="88" y="19"/>
                    </a:cubicBezTo>
                    <a:cubicBezTo>
                      <a:pt x="91" y="25"/>
                      <a:pt x="93" y="32"/>
                      <a:pt x="93" y="39"/>
                    </a:cubicBezTo>
                    <a:cubicBezTo>
                      <a:pt x="93" y="45"/>
                      <a:pt x="92" y="50"/>
                      <a:pt x="89" y="55"/>
                    </a:cubicBezTo>
                    <a:cubicBezTo>
                      <a:pt x="86" y="60"/>
                      <a:pt x="82" y="64"/>
                      <a:pt x="77" y="67"/>
                    </a:cubicBezTo>
                    <a:cubicBezTo>
                      <a:pt x="84" y="70"/>
                      <a:pt x="89" y="75"/>
                      <a:pt x="93" y="81"/>
                    </a:cubicBezTo>
                    <a:cubicBezTo>
                      <a:pt x="97" y="87"/>
                      <a:pt x="99" y="94"/>
                      <a:pt x="99" y="102"/>
                    </a:cubicBezTo>
                    <a:close/>
                    <a:moveTo>
                      <a:pt x="75" y="101"/>
                    </a:moveTo>
                    <a:cubicBezTo>
                      <a:pt x="75" y="94"/>
                      <a:pt x="73" y="88"/>
                      <a:pt x="68" y="83"/>
                    </a:cubicBezTo>
                    <a:cubicBezTo>
                      <a:pt x="64" y="79"/>
                      <a:pt x="58" y="76"/>
                      <a:pt x="50" y="76"/>
                    </a:cubicBezTo>
                    <a:cubicBezTo>
                      <a:pt x="42" y="76"/>
                      <a:pt x="35" y="79"/>
                      <a:pt x="31" y="83"/>
                    </a:cubicBezTo>
                    <a:cubicBezTo>
                      <a:pt x="26" y="88"/>
                      <a:pt x="24" y="94"/>
                      <a:pt x="24" y="101"/>
                    </a:cubicBezTo>
                    <a:cubicBezTo>
                      <a:pt x="24" y="109"/>
                      <a:pt x="26" y="115"/>
                      <a:pt x="31" y="119"/>
                    </a:cubicBezTo>
                    <a:cubicBezTo>
                      <a:pt x="35" y="124"/>
                      <a:pt x="42" y="126"/>
                      <a:pt x="50" y="126"/>
                    </a:cubicBezTo>
                    <a:cubicBezTo>
                      <a:pt x="58" y="126"/>
                      <a:pt x="64" y="124"/>
                      <a:pt x="68" y="119"/>
                    </a:cubicBezTo>
                    <a:cubicBezTo>
                      <a:pt x="73" y="115"/>
                      <a:pt x="75" y="109"/>
                      <a:pt x="75" y="101"/>
                    </a:cubicBezTo>
                    <a:close/>
                    <a:moveTo>
                      <a:pt x="29" y="39"/>
                    </a:moveTo>
                    <a:cubicBezTo>
                      <a:pt x="29" y="44"/>
                      <a:pt x="31" y="49"/>
                      <a:pt x="35" y="53"/>
                    </a:cubicBezTo>
                    <a:cubicBezTo>
                      <a:pt x="38" y="56"/>
                      <a:pt x="43" y="58"/>
                      <a:pt x="50" y="58"/>
                    </a:cubicBezTo>
                    <a:cubicBezTo>
                      <a:pt x="56" y="58"/>
                      <a:pt x="61" y="56"/>
                      <a:pt x="65" y="53"/>
                    </a:cubicBezTo>
                    <a:cubicBezTo>
                      <a:pt x="68" y="49"/>
                      <a:pt x="70" y="44"/>
                      <a:pt x="70" y="39"/>
                    </a:cubicBezTo>
                    <a:cubicBezTo>
                      <a:pt x="70" y="33"/>
                      <a:pt x="68" y="28"/>
                      <a:pt x="65" y="24"/>
                    </a:cubicBezTo>
                    <a:cubicBezTo>
                      <a:pt x="61" y="21"/>
                      <a:pt x="56" y="19"/>
                      <a:pt x="50" y="19"/>
                    </a:cubicBezTo>
                    <a:cubicBezTo>
                      <a:pt x="43" y="19"/>
                      <a:pt x="38"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7" name="Freeform 112"/>
              <p:cNvSpPr>
                <a:spLocks noEditPoints="1"/>
              </p:cNvSpPr>
              <p:nvPr/>
            </p:nvSpPr>
            <p:spPr bwMode="auto">
              <a:xfrm>
                <a:off x="3034"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2 w 99"/>
                  <a:gd name="T23" fmla="*/ 19 h 146"/>
                  <a:gd name="T24" fmla="*/ 27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8 w 99"/>
                  <a:gd name="T37" fmla="*/ 67 h 146"/>
                  <a:gd name="T38" fmla="*/ 94 w 99"/>
                  <a:gd name="T39" fmla="*/ 81 h 146"/>
                  <a:gd name="T40" fmla="*/ 99 w 99"/>
                  <a:gd name="T41" fmla="*/ 102 h 146"/>
                  <a:gd name="T42" fmla="*/ 76 w 99"/>
                  <a:gd name="T43" fmla="*/ 101 h 146"/>
                  <a:gd name="T44" fmla="*/ 69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9 w 99"/>
                  <a:gd name="T57" fmla="*/ 119 h 146"/>
                  <a:gd name="T58" fmla="*/ 76 w 99"/>
                  <a:gd name="T59" fmla="*/ 101 h 146"/>
                  <a:gd name="T60" fmla="*/ 29 w 99"/>
                  <a:gd name="T61" fmla="*/ 39 h 146"/>
                  <a:gd name="T62" fmla="*/ 35 w 99"/>
                  <a:gd name="T63" fmla="*/ 53 h 146"/>
                  <a:gd name="T64" fmla="*/ 50 w 99"/>
                  <a:gd name="T65" fmla="*/ 58 h 146"/>
                  <a:gd name="T66" fmla="*/ 65 w 99"/>
                  <a:gd name="T67" fmla="*/ 53 h 146"/>
                  <a:gd name="T68" fmla="*/ 71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60" y="146"/>
                      <a:pt x="50" y="146"/>
                    </a:cubicBezTo>
                    <a:cubicBezTo>
                      <a:pt x="40" y="146"/>
                      <a:pt x="31" y="144"/>
                      <a:pt x="24" y="140"/>
                    </a:cubicBezTo>
                    <a:cubicBezTo>
                      <a:pt x="16" y="137"/>
                      <a:pt x="11"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8" y="50"/>
                      <a:pt x="6" y="45"/>
                      <a:pt x="6" y="39"/>
                    </a:cubicBezTo>
                    <a:cubicBezTo>
                      <a:pt x="6" y="32"/>
                      <a:pt x="8" y="25"/>
                      <a:pt x="12" y="19"/>
                    </a:cubicBezTo>
                    <a:cubicBezTo>
                      <a:pt x="15" y="13"/>
                      <a:pt x="20" y="9"/>
                      <a:pt x="27" y="5"/>
                    </a:cubicBezTo>
                    <a:cubicBezTo>
                      <a:pt x="33" y="2"/>
                      <a:pt x="41" y="0"/>
                      <a:pt x="50" y="0"/>
                    </a:cubicBezTo>
                    <a:cubicBezTo>
                      <a:pt x="59" y="0"/>
                      <a:pt x="66" y="2"/>
                      <a:pt x="73" y="5"/>
                    </a:cubicBezTo>
                    <a:cubicBezTo>
                      <a:pt x="80" y="9"/>
                      <a:pt x="85" y="13"/>
                      <a:pt x="88" y="19"/>
                    </a:cubicBezTo>
                    <a:cubicBezTo>
                      <a:pt x="92" y="25"/>
                      <a:pt x="93" y="32"/>
                      <a:pt x="93" y="39"/>
                    </a:cubicBezTo>
                    <a:cubicBezTo>
                      <a:pt x="93" y="45"/>
                      <a:pt x="92" y="50"/>
                      <a:pt x="89" y="55"/>
                    </a:cubicBezTo>
                    <a:cubicBezTo>
                      <a:pt x="87" y="60"/>
                      <a:pt x="83" y="64"/>
                      <a:pt x="78" y="67"/>
                    </a:cubicBezTo>
                    <a:cubicBezTo>
                      <a:pt x="84" y="70"/>
                      <a:pt x="90" y="75"/>
                      <a:pt x="94" y="81"/>
                    </a:cubicBezTo>
                    <a:cubicBezTo>
                      <a:pt x="98" y="87"/>
                      <a:pt x="99" y="94"/>
                      <a:pt x="99" y="102"/>
                    </a:cubicBezTo>
                    <a:close/>
                    <a:moveTo>
                      <a:pt x="76" y="101"/>
                    </a:moveTo>
                    <a:cubicBezTo>
                      <a:pt x="76" y="94"/>
                      <a:pt x="73" y="88"/>
                      <a:pt x="69" y="83"/>
                    </a:cubicBezTo>
                    <a:cubicBezTo>
                      <a:pt x="64" y="79"/>
                      <a:pt x="58" y="76"/>
                      <a:pt x="50" y="76"/>
                    </a:cubicBezTo>
                    <a:cubicBezTo>
                      <a:pt x="42" y="76"/>
                      <a:pt x="36" y="79"/>
                      <a:pt x="31" y="83"/>
                    </a:cubicBezTo>
                    <a:cubicBezTo>
                      <a:pt x="26" y="88"/>
                      <a:pt x="24" y="94"/>
                      <a:pt x="24" y="101"/>
                    </a:cubicBezTo>
                    <a:cubicBezTo>
                      <a:pt x="24" y="109"/>
                      <a:pt x="26" y="115"/>
                      <a:pt x="31" y="119"/>
                    </a:cubicBezTo>
                    <a:cubicBezTo>
                      <a:pt x="36" y="124"/>
                      <a:pt x="42" y="126"/>
                      <a:pt x="50" y="126"/>
                    </a:cubicBezTo>
                    <a:cubicBezTo>
                      <a:pt x="58" y="126"/>
                      <a:pt x="64" y="124"/>
                      <a:pt x="69" y="119"/>
                    </a:cubicBezTo>
                    <a:cubicBezTo>
                      <a:pt x="73" y="115"/>
                      <a:pt x="76" y="109"/>
                      <a:pt x="76" y="101"/>
                    </a:cubicBezTo>
                    <a:close/>
                    <a:moveTo>
                      <a:pt x="29" y="39"/>
                    </a:moveTo>
                    <a:cubicBezTo>
                      <a:pt x="29" y="44"/>
                      <a:pt x="31" y="49"/>
                      <a:pt x="35" y="53"/>
                    </a:cubicBezTo>
                    <a:cubicBezTo>
                      <a:pt x="39" y="56"/>
                      <a:pt x="44" y="58"/>
                      <a:pt x="50" y="58"/>
                    </a:cubicBezTo>
                    <a:cubicBezTo>
                      <a:pt x="56" y="58"/>
                      <a:pt x="61" y="56"/>
                      <a:pt x="65" y="53"/>
                    </a:cubicBezTo>
                    <a:cubicBezTo>
                      <a:pt x="69" y="49"/>
                      <a:pt x="71" y="44"/>
                      <a:pt x="71" y="39"/>
                    </a:cubicBezTo>
                    <a:cubicBezTo>
                      <a:pt x="71" y="33"/>
                      <a:pt x="69" y="28"/>
                      <a:pt x="65" y="24"/>
                    </a:cubicBezTo>
                    <a:cubicBezTo>
                      <a:pt x="61" y="21"/>
                      <a:pt x="56" y="19"/>
                      <a:pt x="50" y="19"/>
                    </a:cubicBezTo>
                    <a:cubicBezTo>
                      <a:pt x="44" y="19"/>
                      <a:pt x="39"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grpSp>
        <p:sp>
          <p:nvSpPr>
            <p:cNvPr id="14" name="矩形 13"/>
            <p:cNvSpPr/>
            <p:nvPr/>
          </p:nvSpPr>
          <p:spPr bwMode="auto">
            <a:xfrm>
              <a:off x="257511" y="2808121"/>
              <a:ext cx="3608258" cy="1276281"/>
            </a:xfrm>
            <a:prstGeom prst="rect">
              <a:avLst/>
            </a:prstGeom>
          </p:spPr>
          <p:txBody>
            <a:bodyPr wrap="none">
              <a:spAutoFit/>
            </a:bodyPr>
            <a:lstStyle/>
            <a:p>
              <a:pPr algn="ctr"/>
              <a:r>
                <a:rPr lang="zh-CN" altLang="en-US" sz="800" kern="100">
                  <a:solidFill>
                    <a:schemeClr val="bg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金山大学</a:t>
              </a:r>
              <a:endParaRPr lang="zh-CN" altLang="en-US" sz="800" kern="100">
                <a:solidFill>
                  <a:schemeClr val="bg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endParaRPr>
            </a:p>
          </p:txBody>
        </p:sp>
      </p:grpSp>
      <p:pic>
        <p:nvPicPr>
          <p:cNvPr id="52" name="图片占位符 51"/>
          <p:cNvPicPr>
            <a:picLocks noGrp="1" noChangeAspect="1"/>
          </p:cNvPicPr>
          <p:nvPr>
            <p:ph type="pic" sz="quarter" idx="20"/>
          </p:nvPr>
        </p:nvPicPr>
        <p:blipFill>
          <a:blip r:embed="rId1" cstate="print">
            <a:extLst>
              <a:ext uri="{28A0092B-C50C-407E-A947-70E740481C1C}">
                <a14:useLocalDpi xmlns:a14="http://schemas.microsoft.com/office/drawing/2010/main" val="0"/>
              </a:ext>
            </a:extLst>
          </a:blip>
          <a:srcRect t="10404" b="10404"/>
          <a:stretch>
            <a:fillRect/>
          </a:stretch>
        </p:blipFill>
        <p:spPr/>
      </p:pic>
      <p:pic>
        <p:nvPicPr>
          <p:cNvPr id="56" name="图片占位符 55"/>
          <p:cNvPicPr>
            <a:picLocks noGrp="1" noChangeAspect="1"/>
          </p:cNvPicPr>
          <p:nvPr>
            <p:ph type="pic" sz="quarter" idx="21"/>
          </p:nvPr>
        </p:nvPicPr>
        <p:blipFill>
          <a:blip r:embed="rId2" cstate="print">
            <a:extLst>
              <a:ext uri="{28A0092B-C50C-407E-A947-70E740481C1C}">
                <a14:useLocalDpi xmlns:a14="http://schemas.microsoft.com/office/drawing/2010/main" val="0"/>
              </a:ext>
            </a:extLst>
          </a:blip>
          <a:srcRect l="16630" r="16630"/>
          <a:stretch>
            <a:fillRect/>
          </a:stretch>
        </p:blipFill>
        <p:spPr/>
      </p:pic>
      <p:pic>
        <p:nvPicPr>
          <p:cNvPr id="54" name="图片占位符 53"/>
          <p:cNvPicPr>
            <a:picLocks noGrp="1" noChangeAspect="1"/>
          </p:cNvPicPr>
          <p:nvPr>
            <p:ph type="pic" sz="quarter" idx="22"/>
          </p:nvPr>
        </p:nvPicPr>
        <p:blipFill>
          <a:blip r:embed="rId3" cstate="print">
            <a:extLst>
              <a:ext uri="{28A0092B-C50C-407E-A947-70E740481C1C}">
                <a14:useLocalDpi xmlns:a14="http://schemas.microsoft.com/office/drawing/2010/main" val="0"/>
              </a:ext>
            </a:extLst>
          </a:blip>
          <a:srcRect l="16638" r="16638"/>
          <a:stretch>
            <a:fillRect/>
          </a:stretch>
        </p:blipFill>
        <p:spPr/>
      </p:pic>
      <p:sp>
        <p:nvSpPr>
          <p:cNvPr id="60" name="矩形 59"/>
          <p:cNvSpPr/>
          <p:nvPr/>
        </p:nvSpPr>
        <p:spPr>
          <a:xfrm>
            <a:off x="4808128" y="1116480"/>
            <a:ext cx="2031325" cy="461665"/>
          </a:xfrm>
          <a:prstGeom prst="rect">
            <a:avLst/>
          </a:prstGeom>
          <a:noFill/>
        </p:spPr>
        <p:txBody>
          <a:bodyPr wrap="none">
            <a:spAutoFit/>
          </a:bodyPr>
          <a:lstStyle/>
          <a:p>
            <a:r>
              <a:rPr lang="zh-CN" altLang="en-US" sz="2400" kern="100">
                <a:solidFill>
                  <a:schemeClr val="bg1"/>
                </a:solidFill>
                <a:latin typeface="+mj-ea"/>
                <a:ea typeface="+mj-ea"/>
                <a:cs typeface="汉仪旗黑-50S" panose="00020600040101010101" charset="-122"/>
              </a:rPr>
              <a:t>研究成果展示</a:t>
            </a:r>
            <a:endParaRPr lang="zh-CN" altLang="en-US" sz="2400" kern="100">
              <a:solidFill>
                <a:schemeClr val="bg1"/>
              </a:solidFill>
              <a:latin typeface="+mj-ea"/>
              <a:ea typeface="+mj-ea"/>
              <a:cs typeface="汉仪旗黑-50S" panose="00020600040101010101" charset="-122"/>
            </a:endParaRPr>
          </a:p>
        </p:txBody>
      </p:sp>
      <p:sp>
        <p:nvSpPr>
          <p:cNvPr id="61" name="矩形 60"/>
          <p:cNvSpPr/>
          <p:nvPr/>
        </p:nvSpPr>
        <p:spPr>
          <a:xfrm>
            <a:off x="4818176" y="1531624"/>
            <a:ext cx="3751072" cy="1283557"/>
          </a:xfrm>
          <a:prstGeom prst="rect">
            <a:avLst/>
          </a:prstGeom>
        </p:spPr>
        <p:txBody>
          <a:bodyPr wrap="square">
            <a:spAutoFit/>
          </a:bodyPr>
          <a:lstStyle/>
          <a:p>
            <a:pPr>
              <a:lnSpc>
                <a:spcPct val="150000"/>
              </a:lnSpc>
              <a:spcBef>
                <a:spcPts val="600"/>
              </a:spcBef>
            </a:pPr>
            <a:r>
              <a:rPr lang="en-US" altLang="zh-CN" sz="1050">
                <a:solidFill>
                  <a:schemeClr val="bg1"/>
                </a:solidFill>
                <a:latin typeface="汉仪旗黑-50S" panose="00020600040101010101" charset="-122"/>
                <a:ea typeface="汉仪旗黑-50S" panose="00020600040101010101" charset="-122"/>
                <a:sym typeface="汉仪旗黑-50S" panose="00020600040101010101" charset="-122"/>
              </a:rPr>
              <a:t>Lorem ipsum dolor sit amet, consectetuer adipiscing elit. Aenean commodo ligula eget dolor. Lorem ipsum dolor sit amet, consectetuer adipiscing elit. Aenean commodo ligula eget dolor. Lorem ipsum dolor sit amet, consectetuer adipiscing elit. </a:t>
            </a:r>
            <a:endParaRPr lang="en-US" altLang="zh-CN" sz="1050">
              <a:solidFill>
                <a:schemeClr val="bg1"/>
              </a:solidFill>
              <a:latin typeface="汉仪旗黑-50S" panose="00020600040101010101" charset="-122"/>
              <a:ea typeface="汉仪旗黑-50S" panose="00020600040101010101" charset="-122"/>
              <a:sym typeface="汉仪旗黑-50S" panose="00020600040101010101" charset="-122"/>
            </a:endParaRPr>
          </a:p>
        </p:txBody>
      </p:sp>
      <p:sp>
        <p:nvSpPr>
          <p:cNvPr id="59" name="矩形 58"/>
          <p:cNvSpPr/>
          <p:nvPr/>
        </p:nvSpPr>
        <p:spPr>
          <a:xfrm>
            <a:off x="589260" y="3444751"/>
            <a:ext cx="1741958" cy="1283557"/>
          </a:xfrm>
          <a:prstGeom prst="rect">
            <a:avLst/>
          </a:prstGeom>
        </p:spPr>
        <p:txBody>
          <a:bodyPr wrap="square">
            <a:spAutoFit/>
          </a:bodyPr>
          <a:lstStyle/>
          <a:p>
            <a:pPr algn="ctr">
              <a:lnSpc>
                <a:spcPct val="150000"/>
              </a:lnSpc>
            </a:pPr>
            <a:r>
              <a:rPr lang="en-US" altLang="zh-CN" sz="1050" kern="0">
                <a:solidFill>
                  <a:schemeClr val="bg1"/>
                </a:solidFill>
                <a:latin typeface="汉仪旗黑-50S" panose="00020600040101010101" charset="-122"/>
              </a:rPr>
              <a:t>Lorem ipsum dolor sit amet, consectetuer adipiscing elit. Aenean commodo ligula eget dolor. </a:t>
            </a:r>
            <a:endParaRPr lang="en-US" altLang="zh-CN" sz="1050" kern="0">
              <a:solidFill>
                <a:schemeClr val="bg1"/>
              </a:solidFill>
              <a:latin typeface="汉仪旗黑-50S" panose="00020600040101010101" charset="-122"/>
            </a:endParaRPr>
          </a:p>
        </p:txBody>
      </p:sp>
      <p:sp>
        <p:nvSpPr>
          <p:cNvPr id="62" name="矩形 61"/>
          <p:cNvSpPr/>
          <p:nvPr/>
        </p:nvSpPr>
        <p:spPr>
          <a:xfrm>
            <a:off x="787814" y="3162026"/>
            <a:ext cx="1344850" cy="338554"/>
          </a:xfrm>
          <a:prstGeom prst="rect">
            <a:avLst/>
          </a:prstGeom>
        </p:spPr>
        <p:txBody>
          <a:bodyPr wrap="square">
            <a:spAutoFit/>
          </a:bodyPr>
          <a:lstStyle/>
          <a:p>
            <a:pPr algn="ctr"/>
            <a:r>
              <a:rPr lang="zh-CN" altLang="en-US" sz="1600">
                <a:solidFill>
                  <a:schemeClr val="bg1"/>
                </a:solidFill>
                <a:latin typeface="+mj-ea"/>
                <a:ea typeface="+mj-ea"/>
              </a:rPr>
              <a:t>添加标题</a:t>
            </a:r>
            <a:endParaRPr lang="zh-CN" altLang="en-US" sz="1600">
              <a:solidFill>
                <a:schemeClr val="bg1"/>
              </a:solidFill>
              <a:latin typeface="+mj-ea"/>
              <a:ea typeface="+mj-ea"/>
            </a:endParaRPr>
          </a:p>
        </p:txBody>
      </p:sp>
      <p:sp>
        <p:nvSpPr>
          <p:cNvPr id="63" name="矩形 62"/>
          <p:cNvSpPr/>
          <p:nvPr/>
        </p:nvSpPr>
        <p:spPr>
          <a:xfrm>
            <a:off x="4729181" y="3434703"/>
            <a:ext cx="1741958" cy="1283557"/>
          </a:xfrm>
          <a:prstGeom prst="rect">
            <a:avLst/>
          </a:prstGeom>
        </p:spPr>
        <p:txBody>
          <a:bodyPr wrap="square">
            <a:spAutoFit/>
          </a:bodyPr>
          <a:lstStyle/>
          <a:p>
            <a:pPr algn="ctr">
              <a:lnSpc>
                <a:spcPct val="150000"/>
              </a:lnSpc>
            </a:pPr>
            <a:r>
              <a:rPr lang="en-US" altLang="zh-CN" sz="1050" kern="0">
                <a:solidFill>
                  <a:schemeClr val="bg1"/>
                </a:solidFill>
                <a:latin typeface="汉仪旗黑-50S" panose="00020600040101010101" charset="-122"/>
              </a:rPr>
              <a:t>Lorem ipsum dolor sit amet, consectetuer adipiscing elit. Aenean commodo ligula eget dolor. </a:t>
            </a:r>
            <a:endParaRPr lang="en-US" altLang="zh-CN" sz="1050" kern="0">
              <a:solidFill>
                <a:schemeClr val="bg1"/>
              </a:solidFill>
              <a:latin typeface="汉仪旗黑-50S" panose="00020600040101010101" charset="-122"/>
            </a:endParaRPr>
          </a:p>
        </p:txBody>
      </p:sp>
      <p:sp>
        <p:nvSpPr>
          <p:cNvPr id="64" name="矩形 63"/>
          <p:cNvSpPr/>
          <p:nvPr/>
        </p:nvSpPr>
        <p:spPr>
          <a:xfrm>
            <a:off x="4927735" y="3151978"/>
            <a:ext cx="1344850" cy="338554"/>
          </a:xfrm>
          <a:prstGeom prst="rect">
            <a:avLst/>
          </a:prstGeom>
        </p:spPr>
        <p:txBody>
          <a:bodyPr wrap="square">
            <a:spAutoFit/>
          </a:bodyPr>
          <a:lstStyle/>
          <a:p>
            <a:pPr algn="ctr"/>
            <a:r>
              <a:rPr lang="zh-CN" altLang="en-US" sz="1600">
                <a:solidFill>
                  <a:schemeClr val="bg1"/>
                </a:solidFill>
                <a:latin typeface="+mj-ea"/>
                <a:ea typeface="+mj-ea"/>
              </a:rPr>
              <a:t>添加标题</a:t>
            </a:r>
            <a:endParaRPr lang="zh-CN" altLang="en-US" sz="1600">
              <a:solidFill>
                <a:schemeClr val="bg1"/>
              </a:solidFill>
              <a:latin typeface="+mj-ea"/>
              <a:ea typeface="+mj-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37982"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3" name="矩形 2"/>
          <p:cNvSpPr/>
          <p:nvPr/>
        </p:nvSpPr>
        <p:spPr>
          <a:xfrm>
            <a:off x="3289486"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4" name="矩形 3"/>
          <p:cNvSpPr/>
          <p:nvPr/>
        </p:nvSpPr>
        <p:spPr>
          <a:xfrm>
            <a:off x="5240991" y="0"/>
            <a:ext cx="1951504" cy="55444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5" name="矩形 4"/>
          <p:cNvSpPr/>
          <p:nvPr/>
        </p:nvSpPr>
        <p:spPr>
          <a:xfrm>
            <a:off x="7192495"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grpSp>
        <p:nvGrpSpPr>
          <p:cNvPr id="6" name="组合 5"/>
          <p:cNvGrpSpPr/>
          <p:nvPr/>
        </p:nvGrpSpPr>
        <p:grpSpPr>
          <a:xfrm>
            <a:off x="1428163" y="138724"/>
            <a:ext cx="7549958" cy="276999"/>
            <a:chOff x="105638" y="107946"/>
            <a:chExt cx="8844051" cy="276999"/>
          </a:xfrm>
        </p:grpSpPr>
        <p:sp>
          <p:nvSpPr>
            <p:cNvPr id="7" name="矩形 6"/>
            <p:cNvSpPr/>
            <p:nvPr/>
          </p:nvSpPr>
          <p:spPr bwMode="auto">
            <a:xfrm>
              <a:off x="105638" y="107946"/>
              <a:ext cx="210201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选题的背景与意义</a:t>
              </a:r>
              <a:endParaRPr lang="zh-CN" altLang="en-US" sz="1200" kern="100">
                <a:solidFill>
                  <a:schemeClr val="bg1"/>
                </a:solidFill>
                <a:latin typeface="+mj-ea"/>
                <a:ea typeface="+mj-ea"/>
                <a:cs typeface="汉仪旗黑-50S" panose="00020600040101010101" charset="-122"/>
              </a:endParaRPr>
            </a:p>
          </p:txBody>
        </p:sp>
        <p:sp>
          <p:nvSpPr>
            <p:cNvPr id="8" name="矩形 7"/>
            <p:cNvSpPr/>
            <p:nvPr/>
          </p:nvSpPr>
          <p:spPr bwMode="auto">
            <a:xfrm>
              <a:off x="2492229" y="107946"/>
              <a:ext cx="187353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研究方法及过程</a:t>
              </a:r>
              <a:endParaRPr lang="zh-CN" altLang="en-US" sz="1200" kern="100">
                <a:solidFill>
                  <a:schemeClr val="bg1"/>
                </a:solidFill>
                <a:latin typeface="+mj-ea"/>
                <a:ea typeface="+mj-ea"/>
                <a:cs typeface="汉仪旗黑-50S" panose="00020600040101010101" charset="-122"/>
              </a:endParaRPr>
            </a:p>
          </p:txBody>
        </p:sp>
        <p:sp>
          <p:nvSpPr>
            <p:cNvPr id="9" name="矩形 8"/>
            <p:cNvSpPr/>
            <p:nvPr/>
          </p:nvSpPr>
          <p:spPr bwMode="auto">
            <a:xfrm>
              <a:off x="4549750" y="107946"/>
              <a:ext cx="233049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研究成果展示及应用</a:t>
              </a:r>
              <a:endParaRPr lang="zh-CN" altLang="en-US" sz="1200" kern="100">
                <a:solidFill>
                  <a:schemeClr val="bg1"/>
                </a:solidFill>
                <a:latin typeface="+mj-ea"/>
                <a:ea typeface="+mj-ea"/>
                <a:cs typeface="汉仪旗黑-50S" panose="00020600040101010101" charset="-122"/>
              </a:endParaRPr>
            </a:p>
          </p:txBody>
        </p:sp>
        <p:sp>
          <p:nvSpPr>
            <p:cNvPr id="10" name="矩形 9"/>
            <p:cNvSpPr/>
            <p:nvPr/>
          </p:nvSpPr>
          <p:spPr bwMode="auto">
            <a:xfrm>
              <a:off x="7076150" y="107946"/>
              <a:ext cx="187353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论文总结与致谢</a:t>
              </a:r>
              <a:endParaRPr lang="zh-CN" altLang="en-US" sz="1200" kern="100">
                <a:solidFill>
                  <a:schemeClr val="bg1"/>
                </a:solidFill>
                <a:latin typeface="+mj-ea"/>
                <a:ea typeface="+mj-ea"/>
                <a:cs typeface="汉仪旗黑-50S" panose="00020600040101010101" charset="-122"/>
              </a:endParaRPr>
            </a:p>
          </p:txBody>
        </p:sp>
      </p:grpSp>
      <p:sp>
        <p:nvSpPr>
          <p:cNvPr id="11" name="矩形 10"/>
          <p:cNvSpPr/>
          <p:nvPr/>
        </p:nvSpPr>
        <p:spPr>
          <a:xfrm>
            <a:off x="0" y="23"/>
            <a:ext cx="1337982" cy="5544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371474" y="40845"/>
            <a:ext cx="595035" cy="472756"/>
            <a:chOff x="257511" y="1283815"/>
            <a:chExt cx="3608258" cy="2800587"/>
          </a:xfrm>
        </p:grpSpPr>
        <p:grpSp>
          <p:nvGrpSpPr>
            <p:cNvPr id="13" name="Group 79"/>
            <p:cNvGrpSpPr>
              <a:grpSpLocks noChangeAspect="1"/>
            </p:cNvGrpSpPr>
            <p:nvPr/>
          </p:nvGrpSpPr>
          <p:grpSpPr bwMode="auto">
            <a:xfrm>
              <a:off x="1235639" y="1283815"/>
              <a:ext cx="1621531" cy="1625508"/>
              <a:chOff x="1247" y="-15"/>
              <a:chExt cx="3263" cy="3271"/>
            </a:xfrm>
            <a:solidFill>
              <a:sysClr val="window" lastClr="FFFFFF"/>
            </a:solidFill>
          </p:grpSpPr>
          <p:sp>
            <p:nvSpPr>
              <p:cNvPr id="15" name="Freeform 80"/>
              <p:cNvSpPr/>
              <p:nvPr/>
            </p:nvSpPr>
            <p:spPr bwMode="auto">
              <a:xfrm>
                <a:off x="1722" y="1892"/>
                <a:ext cx="207" cy="199"/>
              </a:xfrm>
              <a:custGeom>
                <a:avLst/>
                <a:gdLst>
                  <a:gd name="T0" fmla="*/ 104 w 207"/>
                  <a:gd name="T1" fmla="*/ 0 h 199"/>
                  <a:gd name="T2" fmla="*/ 136 w 207"/>
                  <a:gd name="T3" fmla="*/ 66 h 199"/>
                  <a:gd name="T4" fmla="*/ 207 w 207"/>
                  <a:gd name="T5" fmla="*/ 77 h 199"/>
                  <a:gd name="T6" fmla="*/ 157 w 207"/>
                  <a:gd name="T7" fmla="*/ 126 h 199"/>
                  <a:gd name="T8" fmla="*/ 169 w 207"/>
                  <a:gd name="T9" fmla="*/ 199 h 199"/>
                  <a:gd name="T10" fmla="*/ 104 w 207"/>
                  <a:gd name="T11" fmla="*/ 165 h 199"/>
                  <a:gd name="T12" fmla="*/ 41 w 207"/>
                  <a:gd name="T13" fmla="*/ 199 h 199"/>
                  <a:gd name="T14" fmla="*/ 52 w 207"/>
                  <a:gd name="T15" fmla="*/ 126 h 199"/>
                  <a:gd name="T16" fmla="*/ 0 w 207"/>
                  <a:gd name="T17" fmla="*/ 77 h 199"/>
                  <a:gd name="T18" fmla="*/ 72 w 207"/>
                  <a:gd name="T19" fmla="*/ 66 h 199"/>
                  <a:gd name="T20" fmla="*/ 104 w 207"/>
                  <a:gd name="T21" fmla="*/ 0 h 199"/>
                  <a:gd name="T22" fmla="*/ 104 w 207"/>
                  <a:gd name="T23" fmla="*/ 0 h 199"/>
                  <a:gd name="T24" fmla="*/ 104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4" y="0"/>
                    </a:moveTo>
                    <a:lnTo>
                      <a:pt x="136" y="66"/>
                    </a:lnTo>
                    <a:lnTo>
                      <a:pt x="207" y="77"/>
                    </a:lnTo>
                    <a:lnTo>
                      <a:pt x="157" y="126"/>
                    </a:lnTo>
                    <a:lnTo>
                      <a:pt x="169" y="199"/>
                    </a:lnTo>
                    <a:lnTo>
                      <a:pt x="104" y="165"/>
                    </a:lnTo>
                    <a:lnTo>
                      <a:pt x="41" y="199"/>
                    </a:lnTo>
                    <a:lnTo>
                      <a:pt x="52" y="126"/>
                    </a:lnTo>
                    <a:lnTo>
                      <a:pt x="0" y="77"/>
                    </a:lnTo>
                    <a:lnTo>
                      <a:pt x="72" y="66"/>
                    </a:lnTo>
                    <a:lnTo>
                      <a:pt x="104" y="0"/>
                    </a:lnTo>
                    <a:lnTo>
                      <a:pt x="104" y="0"/>
                    </a:lnTo>
                    <a:lnTo>
                      <a:pt x="10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6" name="Freeform 81"/>
              <p:cNvSpPr/>
              <p:nvPr/>
            </p:nvSpPr>
            <p:spPr bwMode="auto">
              <a:xfrm>
                <a:off x="3779" y="1892"/>
                <a:ext cx="207" cy="199"/>
              </a:xfrm>
              <a:custGeom>
                <a:avLst/>
                <a:gdLst>
                  <a:gd name="T0" fmla="*/ 105 w 207"/>
                  <a:gd name="T1" fmla="*/ 0 h 199"/>
                  <a:gd name="T2" fmla="*/ 136 w 207"/>
                  <a:gd name="T3" fmla="*/ 66 h 199"/>
                  <a:gd name="T4" fmla="*/ 207 w 207"/>
                  <a:gd name="T5" fmla="*/ 77 h 199"/>
                  <a:gd name="T6" fmla="*/ 157 w 207"/>
                  <a:gd name="T7" fmla="*/ 126 h 199"/>
                  <a:gd name="T8" fmla="*/ 170 w 207"/>
                  <a:gd name="T9" fmla="*/ 199 h 199"/>
                  <a:gd name="T10" fmla="*/ 105 w 207"/>
                  <a:gd name="T11" fmla="*/ 165 h 199"/>
                  <a:gd name="T12" fmla="*/ 41 w 207"/>
                  <a:gd name="T13" fmla="*/ 199 h 199"/>
                  <a:gd name="T14" fmla="*/ 52 w 207"/>
                  <a:gd name="T15" fmla="*/ 126 h 199"/>
                  <a:gd name="T16" fmla="*/ 0 w 207"/>
                  <a:gd name="T17" fmla="*/ 77 h 199"/>
                  <a:gd name="T18" fmla="*/ 72 w 207"/>
                  <a:gd name="T19" fmla="*/ 66 h 199"/>
                  <a:gd name="T20" fmla="*/ 105 w 207"/>
                  <a:gd name="T21" fmla="*/ 0 h 199"/>
                  <a:gd name="T22" fmla="*/ 105 w 207"/>
                  <a:gd name="T23" fmla="*/ 0 h 199"/>
                  <a:gd name="T24" fmla="*/ 105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5" y="0"/>
                    </a:moveTo>
                    <a:lnTo>
                      <a:pt x="136" y="66"/>
                    </a:lnTo>
                    <a:lnTo>
                      <a:pt x="207" y="77"/>
                    </a:lnTo>
                    <a:lnTo>
                      <a:pt x="157" y="126"/>
                    </a:lnTo>
                    <a:lnTo>
                      <a:pt x="170" y="199"/>
                    </a:lnTo>
                    <a:lnTo>
                      <a:pt x="105" y="165"/>
                    </a:lnTo>
                    <a:lnTo>
                      <a:pt x="41" y="199"/>
                    </a:lnTo>
                    <a:lnTo>
                      <a:pt x="52" y="126"/>
                    </a:lnTo>
                    <a:lnTo>
                      <a:pt x="0" y="77"/>
                    </a:lnTo>
                    <a:lnTo>
                      <a:pt x="72" y="66"/>
                    </a:lnTo>
                    <a:lnTo>
                      <a:pt x="105" y="0"/>
                    </a:lnTo>
                    <a:lnTo>
                      <a:pt x="105" y="0"/>
                    </a:lnTo>
                    <a:lnTo>
                      <a:pt x="10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7" name="Freeform 82"/>
              <p:cNvSpPr>
                <a:spLocks noEditPoints="1"/>
              </p:cNvSpPr>
              <p:nvPr/>
            </p:nvSpPr>
            <p:spPr bwMode="auto">
              <a:xfrm>
                <a:off x="1247" y="-15"/>
                <a:ext cx="3263" cy="3271"/>
              </a:xfrm>
              <a:custGeom>
                <a:avLst/>
                <a:gdLst>
                  <a:gd name="T0" fmla="*/ 2378 w 2411"/>
                  <a:gd name="T1" fmla="*/ 1061 h 2417"/>
                  <a:gd name="T2" fmla="*/ 2354 w 2411"/>
                  <a:gd name="T3" fmla="*/ 1453 h 2417"/>
                  <a:gd name="T4" fmla="*/ 2203 w 2411"/>
                  <a:gd name="T5" fmla="*/ 1825 h 2417"/>
                  <a:gd name="T6" fmla="*/ 1932 w 2411"/>
                  <a:gd name="T7" fmla="*/ 2133 h 2417"/>
                  <a:gd name="T8" fmla="*/ 1575 w 2411"/>
                  <a:gd name="T9" fmla="*/ 2325 h 2417"/>
                  <a:gd name="T10" fmla="*/ 1169 w 2411"/>
                  <a:gd name="T11" fmla="*/ 2387 h 2417"/>
                  <a:gd name="T12" fmla="*/ 771 w 2411"/>
                  <a:gd name="T13" fmla="*/ 2302 h 2417"/>
                  <a:gd name="T14" fmla="*/ 432 w 2411"/>
                  <a:gd name="T15" fmla="*/ 2089 h 2417"/>
                  <a:gd name="T16" fmla="*/ 176 w 2411"/>
                  <a:gd name="T17" fmla="*/ 1768 h 2417"/>
                  <a:gd name="T18" fmla="*/ 49 w 2411"/>
                  <a:gd name="T19" fmla="*/ 1383 h 2417"/>
                  <a:gd name="T20" fmla="*/ 59 w 2411"/>
                  <a:gd name="T21" fmla="*/ 973 h 2417"/>
                  <a:gd name="T22" fmla="*/ 210 w 2411"/>
                  <a:gd name="T23" fmla="*/ 585 h 2417"/>
                  <a:gd name="T24" fmla="*/ 484 w 2411"/>
                  <a:gd name="T25" fmla="*/ 278 h 2417"/>
                  <a:gd name="T26" fmla="*/ 844 w 2411"/>
                  <a:gd name="T27" fmla="*/ 87 h 2417"/>
                  <a:gd name="T28" fmla="*/ 1247 w 2411"/>
                  <a:gd name="T29" fmla="*/ 31 h 2417"/>
                  <a:gd name="T30" fmla="*/ 1644 w 2411"/>
                  <a:gd name="T31" fmla="*/ 115 h 2417"/>
                  <a:gd name="T32" fmla="*/ 1988 w 2411"/>
                  <a:gd name="T33" fmla="*/ 331 h 2417"/>
                  <a:gd name="T34" fmla="*/ 2242 w 2411"/>
                  <a:gd name="T35" fmla="*/ 655 h 2417"/>
                  <a:gd name="T36" fmla="*/ 2250 w 2411"/>
                  <a:gd name="T37" fmla="*/ 785 h 2417"/>
                  <a:gd name="T38" fmla="*/ 2050 w 2411"/>
                  <a:gd name="T39" fmla="*/ 488 h 2417"/>
                  <a:gd name="T40" fmla="*/ 1752 w 2411"/>
                  <a:gd name="T41" fmla="*/ 240 h 2417"/>
                  <a:gd name="T42" fmla="*/ 1393 w 2411"/>
                  <a:gd name="T43" fmla="*/ 113 h 2417"/>
                  <a:gd name="T44" fmla="*/ 1007 w 2411"/>
                  <a:gd name="T45" fmla="*/ 115 h 2417"/>
                  <a:gd name="T46" fmla="*/ 650 w 2411"/>
                  <a:gd name="T47" fmla="*/ 249 h 2417"/>
                  <a:gd name="T48" fmla="*/ 356 w 2411"/>
                  <a:gd name="T49" fmla="*/ 499 h 2417"/>
                  <a:gd name="T50" fmla="*/ 169 w 2411"/>
                  <a:gd name="T51" fmla="*/ 831 h 2417"/>
                  <a:gd name="T52" fmla="*/ 102 w 2411"/>
                  <a:gd name="T53" fmla="*/ 1210 h 2417"/>
                  <a:gd name="T54" fmla="*/ 168 w 2411"/>
                  <a:gd name="T55" fmla="*/ 1589 h 2417"/>
                  <a:gd name="T56" fmla="*/ 362 w 2411"/>
                  <a:gd name="T57" fmla="*/ 1928 h 2417"/>
                  <a:gd name="T58" fmla="*/ 658 w 2411"/>
                  <a:gd name="T59" fmla="*/ 2176 h 2417"/>
                  <a:gd name="T60" fmla="*/ 1017 w 2411"/>
                  <a:gd name="T61" fmla="*/ 2303 h 2417"/>
                  <a:gd name="T62" fmla="*/ 1404 w 2411"/>
                  <a:gd name="T63" fmla="*/ 2303 h 2417"/>
                  <a:gd name="T64" fmla="*/ 1766 w 2411"/>
                  <a:gd name="T65" fmla="*/ 2170 h 2417"/>
                  <a:gd name="T66" fmla="*/ 2065 w 2411"/>
                  <a:gd name="T67" fmla="*/ 1916 h 2417"/>
                  <a:gd name="T68" fmla="*/ 2253 w 2411"/>
                  <a:gd name="T69" fmla="*/ 1577 h 2417"/>
                  <a:gd name="T70" fmla="*/ 2314 w 2411"/>
                  <a:gd name="T71" fmla="*/ 1196 h 2417"/>
                  <a:gd name="T72" fmla="*/ 2250 w 2411"/>
                  <a:gd name="T73" fmla="*/ 785 h 2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11" h="2417">
                    <a:moveTo>
                      <a:pt x="2317" y="808"/>
                    </a:moveTo>
                    <a:cubicBezTo>
                      <a:pt x="2298" y="899"/>
                      <a:pt x="2323" y="981"/>
                      <a:pt x="2378" y="1061"/>
                    </a:cubicBezTo>
                    <a:cubicBezTo>
                      <a:pt x="2411" y="1110"/>
                      <a:pt x="2411" y="1169"/>
                      <a:pt x="2382" y="1222"/>
                    </a:cubicBezTo>
                    <a:cubicBezTo>
                      <a:pt x="2342" y="1296"/>
                      <a:pt x="2334" y="1371"/>
                      <a:pt x="2354" y="1453"/>
                    </a:cubicBezTo>
                    <a:cubicBezTo>
                      <a:pt x="2371" y="1523"/>
                      <a:pt x="2353" y="1585"/>
                      <a:pt x="2297" y="1635"/>
                    </a:cubicBezTo>
                    <a:cubicBezTo>
                      <a:pt x="2241" y="1685"/>
                      <a:pt x="2209" y="1749"/>
                      <a:pt x="2203" y="1825"/>
                    </a:cubicBezTo>
                    <a:cubicBezTo>
                      <a:pt x="2198" y="1900"/>
                      <a:pt x="2159" y="1954"/>
                      <a:pt x="2089" y="1983"/>
                    </a:cubicBezTo>
                    <a:cubicBezTo>
                      <a:pt x="2016" y="2012"/>
                      <a:pt x="1964" y="2062"/>
                      <a:pt x="1932" y="2133"/>
                    </a:cubicBezTo>
                    <a:cubicBezTo>
                      <a:pt x="1901" y="2200"/>
                      <a:pt x="1848" y="2236"/>
                      <a:pt x="1774" y="2239"/>
                    </a:cubicBezTo>
                    <a:cubicBezTo>
                      <a:pt x="1695" y="2242"/>
                      <a:pt x="1630" y="2270"/>
                      <a:pt x="1575" y="2325"/>
                    </a:cubicBezTo>
                    <a:cubicBezTo>
                      <a:pt x="1523" y="2379"/>
                      <a:pt x="1461" y="2395"/>
                      <a:pt x="1391" y="2372"/>
                    </a:cubicBezTo>
                    <a:cubicBezTo>
                      <a:pt x="1314" y="2347"/>
                      <a:pt x="1241" y="2352"/>
                      <a:pt x="1169" y="2387"/>
                    </a:cubicBezTo>
                    <a:cubicBezTo>
                      <a:pt x="1104" y="2417"/>
                      <a:pt x="1041" y="2410"/>
                      <a:pt x="984" y="2366"/>
                    </a:cubicBezTo>
                    <a:cubicBezTo>
                      <a:pt x="921" y="2316"/>
                      <a:pt x="851" y="2295"/>
                      <a:pt x="771" y="2302"/>
                    </a:cubicBezTo>
                    <a:cubicBezTo>
                      <a:pt x="695" y="2308"/>
                      <a:pt x="638" y="2277"/>
                      <a:pt x="598" y="2212"/>
                    </a:cubicBezTo>
                    <a:cubicBezTo>
                      <a:pt x="559" y="2150"/>
                      <a:pt x="504" y="2108"/>
                      <a:pt x="432" y="2089"/>
                    </a:cubicBezTo>
                    <a:cubicBezTo>
                      <a:pt x="356" y="2069"/>
                      <a:pt x="310" y="2022"/>
                      <a:pt x="294" y="1944"/>
                    </a:cubicBezTo>
                    <a:cubicBezTo>
                      <a:pt x="278" y="1870"/>
                      <a:pt x="239" y="1811"/>
                      <a:pt x="176" y="1768"/>
                    </a:cubicBezTo>
                    <a:cubicBezTo>
                      <a:pt x="114" y="1725"/>
                      <a:pt x="88" y="1665"/>
                      <a:pt x="98" y="1590"/>
                    </a:cubicBezTo>
                    <a:cubicBezTo>
                      <a:pt x="109" y="1514"/>
                      <a:pt x="93" y="1445"/>
                      <a:pt x="49" y="1383"/>
                    </a:cubicBezTo>
                    <a:cubicBezTo>
                      <a:pt x="4" y="1319"/>
                      <a:pt x="0" y="1253"/>
                      <a:pt x="37" y="1184"/>
                    </a:cubicBezTo>
                    <a:cubicBezTo>
                      <a:pt x="72" y="1116"/>
                      <a:pt x="80" y="1046"/>
                      <a:pt x="59" y="973"/>
                    </a:cubicBezTo>
                    <a:cubicBezTo>
                      <a:pt x="38" y="899"/>
                      <a:pt x="58" y="837"/>
                      <a:pt x="114" y="786"/>
                    </a:cubicBezTo>
                    <a:cubicBezTo>
                      <a:pt x="173" y="732"/>
                      <a:pt x="204" y="665"/>
                      <a:pt x="210" y="585"/>
                    </a:cubicBezTo>
                    <a:cubicBezTo>
                      <a:pt x="216" y="516"/>
                      <a:pt x="253" y="465"/>
                      <a:pt x="316" y="439"/>
                    </a:cubicBezTo>
                    <a:cubicBezTo>
                      <a:pt x="394" y="407"/>
                      <a:pt x="449" y="355"/>
                      <a:pt x="484" y="278"/>
                    </a:cubicBezTo>
                    <a:cubicBezTo>
                      <a:pt x="513" y="216"/>
                      <a:pt x="566" y="182"/>
                      <a:pt x="636" y="179"/>
                    </a:cubicBezTo>
                    <a:cubicBezTo>
                      <a:pt x="718" y="177"/>
                      <a:pt x="786" y="146"/>
                      <a:pt x="844" y="87"/>
                    </a:cubicBezTo>
                    <a:cubicBezTo>
                      <a:pt x="892" y="38"/>
                      <a:pt x="953" y="24"/>
                      <a:pt x="1019" y="45"/>
                    </a:cubicBezTo>
                    <a:cubicBezTo>
                      <a:pt x="1097" y="70"/>
                      <a:pt x="1172" y="66"/>
                      <a:pt x="1247" y="31"/>
                    </a:cubicBezTo>
                    <a:cubicBezTo>
                      <a:pt x="1309" y="0"/>
                      <a:pt x="1371" y="8"/>
                      <a:pt x="1425" y="50"/>
                    </a:cubicBezTo>
                    <a:cubicBezTo>
                      <a:pt x="1491" y="101"/>
                      <a:pt x="1562" y="123"/>
                      <a:pt x="1644" y="115"/>
                    </a:cubicBezTo>
                    <a:cubicBezTo>
                      <a:pt x="1715" y="108"/>
                      <a:pt x="1771" y="138"/>
                      <a:pt x="1810" y="199"/>
                    </a:cubicBezTo>
                    <a:cubicBezTo>
                      <a:pt x="1852" y="267"/>
                      <a:pt x="1910" y="311"/>
                      <a:pt x="1988" y="331"/>
                    </a:cubicBezTo>
                    <a:cubicBezTo>
                      <a:pt x="2057" y="349"/>
                      <a:pt x="2102" y="395"/>
                      <a:pt x="2116" y="465"/>
                    </a:cubicBezTo>
                    <a:cubicBezTo>
                      <a:pt x="2133" y="545"/>
                      <a:pt x="2174" y="608"/>
                      <a:pt x="2242" y="655"/>
                    </a:cubicBezTo>
                    <a:cubicBezTo>
                      <a:pt x="2294" y="690"/>
                      <a:pt x="2316" y="742"/>
                      <a:pt x="2317" y="808"/>
                    </a:cubicBezTo>
                    <a:close/>
                    <a:moveTo>
                      <a:pt x="2250" y="785"/>
                    </a:moveTo>
                    <a:cubicBezTo>
                      <a:pt x="2237" y="767"/>
                      <a:pt x="2219" y="729"/>
                      <a:pt x="2191" y="707"/>
                    </a:cubicBezTo>
                    <a:cubicBezTo>
                      <a:pt x="2119" y="648"/>
                      <a:pt x="2068" y="579"/>
                      <a:pt x="2050" y="488"/>
                    </a:cubicBezTo>
                    <a:cubicBezTo>
                      <a:pt x="2040" y="440"/>
                      <a:pt x="2013" y="409"/>
                      <a:pt x="1966" y="397"/>
                    </a:cubicBezTo>
                    <a:cubicBezTo>
                      <a:pt x="1874" y="374"/>
                      <a:pt x="1803" y="321"/>
                      <a:pt x="1752" y="240"/>
                    </a:cubicBezTo>
                    <a:cubicBezTo>
                      <a:pt x="1727" y="199"/>
                      <a:pt x="1691" y="181"/>
                      <a:pt x="1643" y="186"/>
                    </a:cubicBezTo>
                    <a:cubicBezTo>
                      <a:pt x="1550" y="195"/>
                      <a:pt x="1466" y="170"/>
                      <a:pt x="1393" y="113"/>
                    </a:cubicBezTo>
                    <a:cubicBezTo>
                      <a:pt x="1353" y="82"/>
                      <a:pt x="1312" y="77"/>
                      <a:pt x="1266" y="99"/>
                    </a:cubicBezTo>
                    <a:cubicBezTo>
                      <a:pt x="1182" y="138"/>
                      <a:pt x="1095" y="144"/>
                      <a:pt x="1007" y="115"/>
                    </a:cubicBezTo>
                    <a:cubicBezTo>
                      <a:pt x="959" y="99"/>
                      <a:pt x="919" y="110"/>
                      <a:pt x="883" y="146"/>
                    </a:cubicBezTo>
                    <a:cubicBezTo>
                      <a:pt x="820" y="212"/>
                      <a:pt x="740" y="246"/>
                      <a:pt x="650" y="249"/>
                    </a:cubicBezTo>
                    <a:cubicBezTo>
                      <a:pt x="596" y="251"/>
                      <a:pt x="562" y="275"/>
                      <a:pt x="540" y="323"/>
                    </a:cubicBezTo>
                    <a:cubicBezTo>
                      <a:pt x="502" y="405"/>
                      <a:pt x="440" y="465"/>
                      <a:pt x="356" y="499"/>
                    </a:cubicBezTo>
                    <a:cubicBezTo>
                      <a:pt x="305" y="519"/>
                      <a:pt x="281" y="554"/>
                      <a:pt x="277" y="606"/>
                    </a:cubicBezTo>
                    <a:cubicBezTo>
                      <a:pt x="271" y="695"/>
                      <a:pt x="234" y="771"/>
                      <a:pt x="169" y="831"/>
                    </a:cubicBezTo>
                    <a:cubicBezTo>
                      <a:pt x="126" y="869"/>
                      <a:pt x="115" y="911"/>
                      <a:pt x="130" y="966"/>
                    </a:cubicBezTo>
                    <a:cubicBezTo>
                      <a:pt x="152" y="1050"/>
                      <a:pt x="144" y="1133"/>
                      <a:pt x="102" y="1210"/>
                    </a:cubicBezTo>
                    <a:cubicBezTo>
                      <a:pt x="76" y="1258"/>
                      <a:pt x="77" y="1301"/>
                      <a:pt x="109" y="1346"/>
                    </a:cubicBezTo>
                    <a:cubicBezTo>
                      <a:pt x="161" y="1419"/>
                      <a:pt x="181" y="1501"/>
                      <a:pt x="168" y="1589"/>
                    </a:cubicBezTo>
                    <a:cubicBezTo>
                      <a:pt x="161" y="1643"/>
                      <a:pt x="177" y="1683"/>
                      <a:pt x="222" y="1715"/>
                    </a:cubicBezTo>
                    <a:cubicBezTo>
                      <a:pt x="297" y="1767"/>
                      <a:pt x="344" y="1839"/>
                      <a:pt x="362" y="1928"/>
                    </a:cubicBezTo>
                    <a:cubicBezTo>
                      <a:pt x="372" y="1978"/>
                      <a:pt x="400" y="2008"/>
                      <a:pt x="449" y="2021"/>
                    </a:cubicBezTo>
                    <a:cubicBezTo>
                      <a:pt x="539" y="2044"/>
                      <a:pt x="609" y="2096"/>
                      <a:pt x="658" y="2176"/>
                    </a:cubicBezTo>
                    <a:cubicBezTo>
                      <a:pt x="685" y="2219"/>
                      <a:pt x="722" y="2238"/>
                      <a:pt x="773" y="2232"/>
                    </a:cubicBezTo>
                    <a:cubicBezTo>
                      <a:pt x="864" y="2223"/>
                      <a:pt x="946" y="2247"/>
                      <a:pt x="1017" y="2303"/>
                    </a:cubicBezTo>
                    <a:cubicBezTo>
                      <a:pt x="1059" y="2336"/>
                      <a:pt x="1101" y="2341"/>
                      <a:pt x="1149" y="2319"/>
                    </a:cubicBezTo>
                    <a:cubicBezTo>
                      <a:pt x="1232" y="2280"/>
                      <a:pt x="1317" y="2275"/>
                      <a:pt x="1404" y="2303"/>
                    </a:cubicBezTo>
                    <a:cubicBezTo>
                      <a:pt x="1452" y="2318"/>
                      <a:pt x="1492" y="2310"/>
                      <a:pt x="1528" y="2273"/>
                    </a:cubicBezTo>
                    <a:cubicBezTo>
                      <a:pt x="1593" y="2207"/>
                      <a:pt x="1672" y="2172"/>
                      <a:pt x="1766" y="2170"/>
                    </a:cubicBezTo>
                    <a:cubicBezTo>
                      <a:pt x="1814" y="2168"/>
                      <a:pt x="1848" y="2147"/>
                      <a:pt x="1868" y="2103"/>
                    </a:cubicBezTo>
                    <a:cubicBezTo>
                      <a:pt x="1909" y="2014"/>
                      <a:pt x="1974" y="1952"/>
                      <a:pt x="2065" y="1916"/>
                    </a:cubicBezTo>
                    <a:cubicBezTo>
                      <a:pt x="2106" y="1900"/>
                      <a:pt x="2128" y="1869"/>
                      <a:pt x="2132" y="1825"/>
                    </a:cubicBezTo>
                    <a:cubicBezTo>
                      <a:pt x="2140" y="1727"/>
                      <a:pt x="2183" y="1647"/>
                      <a:pt x="2253" y="1577"/>
                    </a:cubicBezTo>
                    <a:cubicBezTo>
                      <a:pt x="2276" y="1553"/>
                      <a:pt x="2291" y="1502"/>
                      <a:pt x="2284" y="1470"/>
                    </a:cubicBezTo>
                    <a:cubicBezTo>
                      <a:pt x="2262" y="1373"/>
                      <a:pt x="2274" y="1285"/>
                      <a:pt x="2314" y="1196"/>
                    </a:cubicBezTo>
                    <a:cubicBezTo>
                      <a:pt x="2327" y="1165"/>
                      <a:pt x="2328" y="1116"/>
                      <a:pt x="2311" y="1089"/>
                    </a:cubicBezTo>
                    <a:cubicBezTo>
                      <a:pt x="2255" y="1001"/>
                      <a:pt x="2228" y="909"/>
                      <a:pt x="2250" y="7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8" name="Freeform 83"/>
              <p:cNvSpPr/>
              <p:nvPr/>
            </p:nvSpPr>
            <p:spPr bwMode="auto">
              <a:xfrm>
                <a:off x="3318" y="2439"/>
                <a:ext cx="327" cy="222"/>
              </a:xfrm>
              <a:custGeom>
                <a:avLst/>
                <a:gdLst>
                  <a:gd name="T0" fmla="*/ 77 w 242"/>
                  <a:gd name="T1" fmla="*/ 122 h 164"/>
                  <a:gd name="T2" fmla="*/ 104 w 242"/>
                  <a:gd name="T3" fmla="*/ 82 h 164"/>
                  <a:gd name="T4" fmla="*/ 112 w 242"/>
                  <a:gd name="T5" fmla="*/ 88 h 164"/>
                  <a:gd name="T6" fmla="*/ 92 w 242"/>
                  <a:gd name="T7" fmla="*/ 119 h 164"/>
                  <a:gd name="T8" fmla="*/ 242 w 242"/>
                  <a:gd name="T9" fmla="*/ 124 h 164"/>
                  <a:gd name="T10" fmla="*/ 161 w 242"/>
                  <a:gd name="T11" fmla="*/ 161 h 164"/>
                  <a:gd name="T12" fmla="*/ 99 w 242"/>
                  <a:gd name="T13" fmla="*/ 153 h 164"/>
                  <a:gd name="T14" fmla="*/ 38 w 242"/>
                  <a:gd name="T15" fmla="*/ 164 h 164"/>
                  <a:gd name="T16" fmla="*/ 29 w 242"/>
                  <a:gd name="T17" fmla="*/ 126 h 164"/>
                  <a:gd name="T18" fmla="*/ 32 w 242"/>
                  <a:gd name="T19" fmla="*/ 0 h 164"/>
                  <a:gd name="T20" fmla="*/ 77 w 242"/>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164">
                    <a:moveTo>
                      <a:pt x="77" y="122"/>
                    </a:moveTo>
                    <a:cubicBezTo>
                      <a:pt x="86" y="109"/>
                      <a:pt x="95" y="96"/>
                      <a:pt x="104" y="82"/>
                    </a:cubicBezTo>
                    <a:cubicBezTo>
                      <a:pt x="107" y="84"/>
                      <a:pt x="109" y="86"/>
                      <a:pt x="112" y="88"/>
                    </a:cubicBezTo>
                    <a:cubicBezTo>
                      <a:pt x="107" y="95"/>
                      <a:pt x="102" y="103"/>
                      <a:pt x="92" y="119"/>
                    </a:cubicBezTo>
                    <a:cubicBezTo>
                      <a:pt x="148" y="90"/>
                      <a:pt x="193" y="98"/>
                      <a:pt x="242" y="124"/>
                    </a:cubicBezTo>
                    <a:cubicBezTo>
                      <a:pt x="218" y="148"/>
                      <a:pt x="192" y="161"/>
                      <a:pt x="161" y="161"/>
                    </a:cubicBezTo>
                    <a:cubicBezTo>
                      <a:pt x="140" y="161"/>
                      <a:pt x="118" y="160"/>
                      <a:pt x="99" y="153"/>
                    </a:cubicBezTo>
                    <a:cubicBezTo>
                      <a:pt x="73" y="143"/>
                      <a:pt x="53" y="143"/>
                      <a:pt x="38" y="164"/>
                    </a:cubicBezTo>
                    <a:cubicBezTo>
                      <a:pt x="35" y="151"/>
                      <a:pt x="36" y="137"/>
                      <a:pt x="29" y="126"/>
                    </a:cubicBezTo>
                    <a:cubicBezTo>
                      <a:pt x="0" y="75"/>
                      <a:pt x="0" y="46"/>
                      <a:pt x="32" y="0"/>
                    </a:cubicBezTo>
                    <a:cubicBezTo>
                      <a:pt x="72" y="14"/>
                      <a:pt x="85" y="53"/>
                      <a:pt x="77"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9" name="Freeform 84"/>
              <p:cNvSpPr/>
              <p:nvPr/>
            </p:nvSpPr>
            <p:spPr bwMode="auto">
              <a:xfrm>
                <a:off x="3417" y="2308"/>
                <a:ext cx="339" cy="217"/>
              </a:xfrm>
              <a:custGeom>
                <a:avLst/>
                <a:gdLst>
                  <a:gd name="T0" fmla="*/ 251 w 251"/>
                  <a:gd name="T1" fmla="*/ 92 h 161"/>
                  <a:gd name="T2" fmla="*/ 65 w 251"/>
                  <a:gd name="T3" fmla="*/ 138 h 161"/>
                  <a:gd name="T4" fmla="*/ 29 w 251"/>
                  <a:gd name="T5" fmla="*/ 0 h 161"/>
                  <a:gd name="T6" fmla="*/ 87 w 251"/>
                  <a:gd name="T7" fmla="*/ 118 h 161"/>
                  <a:gd name="T8" fmla="*/ 251 w 251"/>
                  <a:gd name="T9" fmla="*/ 92 h 161"/>
                </a:gdLst>
                <a:ahLst/>
                <a:cxnLst>
                  <a:cxn ang="0">
                    <a:pos x="T0" y="T1"/>
                  </a:cxn>
                  <a:cxn ang="0">
                    <a:pos x="T2" y="T3"/>
                  </a:cxn>
                  <a:cxn ang="0">
                    <a:pos x="T4" y="T5"/>
                  </a:cxn>
                  <a:cxn ang="0">
                    <a:pos x="T6" y="T7"/>
                  </a:cxn>
                  <a:cxn ang="0">
                    <a:pos x="T8" y="T9"/>
                  </a:cxn>
                </a:cxnLst>
                <a:rect l="0" t="0" r="r" b="b"/>
                <a:pathLst>
                  <a:path w="251" h="161">
                    <a:moveTo>
                      <a:pt x="251" y="92"/>
                    </a:moveTo>
                    <a:cubicBezTo>
                      <a:pt x="205" y="161"/>
                      <a:pt x="133" y="134"/>
                      <a:pt x="65" y="138"/>
                    </a:cubicBezTo>
                    <a:cubicBezTo>
                      <a:pt x="8" y="81"/>
                      <a:pt x="0" y="53"/>
                      <a:pt x="29" y="0"/>
                    </a:cubicBezTo>
                    <a:cubicBezTo>
                      <a:pt x="75" y="19"/>
                      <a:pt x="90" y="48"/>
                      <a:pt x="87" y="118"/>
                    </a:cubicBezTo>
                    <a:cubicBezTo>
                      <a:pt x="139" y="83"/>
                      <a:pt x="191" y="61"/>
                      <a:pt x="251"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0" name="Freeform 85"/>
              <p:cNvSpPr/>
              <p:nvPr/>
            </p:nvSpPr>
            <p:spPr bwMode="auto">
              <a:xfrm>
                <a:off x="3561" y="2259"/>
                <a:ext cx="114" cy="141"/>
              </a:xfrm>
              <a:custGeom>
                <a:avLst/>
                <a:gdLst>
                  <a:gd name="T0" fmla="*/ 17 w 84"/>
                  <a:gd name="T1" fmla="*/ 104 h 104"/>
                  <a:gd name="T2" fmla="*/ 66 w 84"/>
                  <a:gd name="T3" fmla="*/ 0 h 104"/>
                  <a:gd name="T4" fmla="*/ 17 w 84"/>
                  <a:gd name="T5" fmla="*/ 104 h 104"/>
                </a:gdLst>
                <a:ahLst/>
                <a:cxnLst>
                  <a:cxn ang="0">
                    <a:pos x="T0" y="T1"/>
                  </a:cxn>
                  <a:cxn ang="0">
                    <a:pos x="T2" y="T3"/>
                  </a:cxn>
                  <a:cxn ang="0">
                    <a:pos x="T4" y="T5"/>
                  </a:cxn>
                </a:cxnLst>
                <a:rect l="0" t="0" r="r" b="b"/>
                <a:pathLst>
                  <a:path w="84" h="104">
                    <a:moveTo>
                      <a:pt x="17" y="104"/>
                    </a:moveTo>
                    <a:cubicBezTo>
                      <a:pt x="0" y="56"/>
                      <a:pt x="17" y="22"/>
                      <a:pt x="66" y="0"/>
                    </a:cubicBezTo>
                    <a:cubicBezTo>
                      <a:pt x="84" y="48"/>
                      <a:pt x="73" y="74"/>
                      <a:pt x="1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1" name="Freeform 86"/>
              <p:cNvSpPr/>
              <p:nvPr/>
            </p:nvSpPr>
            <p:spPr bwMode="auto">
              <a:xfrm>
                <a:off x="2161" y="2439"/>
                <a:ext cx="329" cy="222"/>
              </a:xfrm>
              <a:custGeom>
                <a:avLst/>
                <a:gdLst>
                  <a:gd name="T0" fmla="*/ 166 w 243"/>
                  <a:gd name="T1" fmla="*/ 122 h 164"/>
                  <a:gd name="T2" fmla="*/ 138 w 243"/>
                  <a:gd name="T3" fmla="*/ 82 h 164"/>
                  <a:gd name="T4" fmla="*/ 131 w 243"/>
                  <a:gd name="T5" fmla="*/ 88 h 164"/>
                  <a:gd name="T6" fmla="*/ 151 w 243"/>
                  <a:gd name="T7" fmla="*/ 119 h 164"/>
                  <a:gd name="T8" fmla="*/ 0 w 243"/>
                  <a:gd name="T9" fmla="*/ 124 h 164"/>
                  <a:gd name="T10" fmla="*/ 82 w 243"/>
                  <a:gd name="T11" fmla="*/ 161 h 164"/>
                  <a:gd name="T12" fmla="*/ 144 w 243"/>
                  <a:gd name="T13" fmla="*/ 153 h 164"/>
                  <a:gd name="T14" fmla="*/ 205 w 243"/>
                  <a:gd name="T15" fmla="*/ 164 h 164"/>
                  <a:gd name="T16" fmla="*/ 213 w 243"/>
                  <a:gd name="T17" fmla="*/ 126 h 164"/>
                  <a:gd name="T18" fmla="*/ 210 w 243"/>
                  <a:gd name="T19" fmla="*/ 0 h 164"/>
                  <a:gd name="T20" fmla="*/ 166 w 243"/>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3" h="164">
                    <a:moveTo>
                      <a:pt x="166" y="122"/>
                    </a:moveTo>
                    <a:cubicBezTo>
                      <a:pt x="156" y="109"/>
                      <a:pt x="147" y="96"/>
                      <a:pt x="138" y="82"/>
                    </a:cubicBezTo>
                    <a:cubicBezTo>
                      <a:pt x="136" y="84"/>
                      <a:pt x="134" y="86"/>
                      <a:pt x="131" y="88"/>
                    </a:cubicBezTo>
                    <a:cubicBezTo>
                      <a:pt x="136" y="95"/>
                      <a:pt x="140" y="103"/>
                      <a:pt x="151" y="119"/>
                    </a:cubicBezTo>
                    <a:cubicBezTo>
                      <a:pt x="95" y="90"/>
                      <a:pt x="50" y="98"/>
                      <a:pt x="0" y="124"/>
                    </a:cubicBezTo>
                    <a:cubicBezTo>
                      <a:pt x="24" y="148"/>
                      <a:pt x="51" y="161"/>
                      <a:pt x="82" y="161"/>
                    </a:cubicBezTo>
                    <a:cubicBezTo>
                      <a:pt x="102" y="161"/>
                      <a:pt x="124" y="160"/>
                      <a:pt x="144" y="153"/>
                    </a:cubicBezTo>
                    <a:cubicBezTo>
                      <a:pt x="169" y="143"/>
                      <a:pt x="190" y="143"/>
                      <a:pt x="205" y="164"/>
                    </a:cubicBezTo>
                    <a:cubicBezTo>
                      <a:pt x="207" y="151"/>
                      <a:pt x="207" y="137"/>
                      <a:pt x="213" y="126"/>
                    </a:cubicBezTo>
                    <a:cubicBezTo>
                      <a:pt x="243" y="75"/>
                      <a:pt x="243" y="46"/>
                      <a:pt x="210" y="0"/>
                    </a:cubicBezTo>
                    <a:cubicBezTo>
                      <a:pt x="170" y="14"/>
                      <a:pt x="157" y="53"/>
                      <a:pt x="16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2" name="Freeform 87"/>
              <p:cNvSpPr/>
              <p:nvPr/>
            </p:nvSpPr>
            <p:spPr bwMode="auto">
              <a:xfrm>
                <a:off x="2051" y="2308"/>
                <a:ext cx="340" cy="217"/>
              </a:xfrm>
              <a:custGeom>
                <a:avLst/>
                <a:gdLst>
                  <a:gd name="T0" fmla="*/ 0 w 251"/>
                  <a:gd name="T1" fmla="*/ 92 h 161"/>
                  <a:gd name="T2" fmla="*/ 186 w 251"/>
                  <a:gd name="T3" fmla="*/ 138 h 161"/>
                  <a:gd name="T4" fmla="*/ 222 w 251"/>
                  <a:gd name="T5" fmla="*/ 0 h 161"/>
                  <a:gd name="T6" fmla="*/ 164 w 251"/>
                  <a:gd name="T7" fmla="*/ 118 h 161"/>
                  <a:gd name="T8" fmla="*/ 0 w 251"/>
                  <a:gd name="T9" fmla="*/ 92 h 161"/>
                </a:gdLst>
                <a:ahLst/>
                <a:cxnLst>
                  <a:cxn ang="0">
                    <a:pos x="T0" y="T1"/>
                  </a:cxn>
                  <a:cxn ang="0">
                    <a:pos x="T2" y="T3"/>
                  </a:cxn>
                  <a:cxn ang="0">
                    <a:pos x="T4" y="T5"/>
                  </a:cxn>
                  <a:cxn ang="0">
                    <a:pos x="T6" y="T7"/>
                  </a:cxn>
                  <a:cxn ang="0">
                    <a:pos x="T8" y="T9"/>
                  </a:cxn>
                </a:cxnLst>
                <a:rect l="0" t="0" r="r" b="b"/>
                <a:pathLst>
                  <a:path w="251" h="161">
                    <a:moveTo>
                      <a:pt x="0" y="92"/>
                    </a:moveTo>
                    <a:cubicBezTo>
                      <a:pt x="45" y="161"/>
                      <a:pt x="118" y="134"/>
                      <a:pt x="186" y="138"/>
                    </a:cubicBezTo>
                    <a:cubicBezTo>
                      <a:pt x="243" y="81"/>
                      <a:pt x="251" y="53"/>
                      <a:pt x="222" y="0"/>
                    </a:cubicBezTo>
                    <a:cubicBezTo>
                      <a:pt x="175" y="19"/>
                      <a:pt x="160" y="48"/>
                      <a:pt x="164" y="118"/>
                    </a:cubicBezTo>
                    <a:cubicBezTo>
                      <a:pt x="112" y="83"/>
                      <a:pt x="60" y="61"/>
                      <a:pt x="0"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3" name="Freeform 88"/>
              <p:cNvSpPr/>
              <p:nvPr/>
            </p:nvSpPr>
            <p:spPr bwMode="auto">
              <a:xfrm>
                <a:off x="2132" y="2259"/>
                <a:ext cx="113" cy="141"/>
              </a:xfrm>
              <a:custGeom>
                <a:avLst/>
                <a:gdLst>
                  <a:gd name="T0" fmla="*/ 66 w 83"/>
                  <a:gd name="T1" fmla="*/ 104 h 104"/>
                  <a:gd name="T2" fmla="*/ 18 w 83"/>
                  <a:gd name="T3" fmla="*/ 0 h 104"/>
                  <a:gd name="T4" fmla="*/ 66 w 83"/>
                  <a:gd name="T5" fmla="*/ 104 h 104"/>
                </a:gdLst>
                <a:ahLst/>
                <a:cxnLst>
                  <a:cxn ang="0">
                    <a:pos x="T0" y="T1"/>
                  </a:cxn>
                  <a:cxn ang="0">
                    <a:pos x="T2" y="T3"/>
                  </a:cxn>
                  <a:cxn ang="0">
                    <a:pos x="T4" y="T5"/>
                  </a:cxn>
                </a:cxnLst>
                <a:rect l="0" t="0" r="r" b="b"/>
                <a:pathLst>
                  <a:path w="83" h="104">
                    <a:moveTo>
                      <a:pt x="66" y="104"/>
                    </a:moveTo>
                    <a:cubicBezTo>
                      <a:pt x="83" y="56"/>
                      <a:pt x="67" y="22"/>
                      <a:pt x="18" y="0"/>
                    </a:cubicBezTo>
                    <a:cubicBezTo>
                      <a:pt x="0" y="48"/>
                      <a:pt x="11" y="74"/>
                      <a:pt x="66"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4" name="Freeform 89"/>
              <p:cNvSpPr>
                <a:spLocks noEditPoints="1"/>
              </p:cNvSpPr>
              <p:nvPr/>
            </p:nvSpPr>
            <p:spPr bwMode="auto">
              <a:xfrm>
                <a:off x="1383" y="115"/>
                <a:ext cx="3004" cy="3013"/>
              </a:xfrm>
              <a:custGeom>
                <a:avLst/>
                <a:gdLst>
                  <a:gd name="T0" fmla="*/ 96 w 2220"/>
                  <a:gd name="T1" fmla="*/ 1479 h 2226"/>
                  <a:gd name="T2" fmla="*/ 31 w 2220"/>
                  <a:gd name="T3" fmla="*/ 1240 h 2226"/>
                  <a:gd name="T4" fmla="*/ 22 w 2220"/>
                  <a:gd name="T5" fmla="*/ 1129 h 2226"/>
                  <a:gd name="T6" fmla="*/ 52 w 2220"/>
                  <a:gd name="T7" fmla="*/ 860 h 2226"/>
                  <a:gd name="T8" fmla="*/ 83 w 2220"/>
                  <a:gd name="T9" fmla="*/ 753 h 2226"/>
                  <a:gd name="T10" fmla="*/ 206 w 2220"/>
                  <a:gd name="T11" fmla="*/ 505 h 2226"/>
                  <a:gd name="T12" fmla="*/ 260 w 2220"/>
                  <a:gd name="T13" fmla="*/ 428 h 2226"/>
                  <a:gd name="T14" fmla="*/ 469 w 2220"/>
                  <a:gd name="T15" fmla="*/ 229 h 2226"/>
                  <a:gd name="T16" fmla="*/ 547 w 2220"/>
                  <a:gd name="T17" fmla="*/ 176 h 2226"/>
                  <a:gd name="T18" fmla="*/ 810 w 2220"/>
                  <a:gd name="T19" fmla="*/ 59 h 2226"/>
                  <a:gd name="T20" fmla="*/ 902 w 2220"/>
                  <a:gd name="T21" fmla="*/ 39 h 2226"/>
                  <a:gd name="T22" fmla="*/ 1183 w 2220"/>
                  <a:gd name="T23" fmla="*/ 18 h 2226"/>
                  <a:gd name="T24" fmla="*/ 1283 w 2220"/>
                  <a:gd name="T25" fmla="*/ 31 h 2226"/>
                  <a:gd name="T26" fmla="*/ 1548 w 2220"/>
                  <a:gd name="T27" fmla="*/ 110 h 2226"/>
                  <a:gd name="T28" fmla="*/ 1639 w 2220"/>
                  <a:gd name="T29" fmla="*/ 153 h 2226"/>
                  <a:gd name="T30" fmla="*/ 1865 w 2220"/>
                  <a:gd name="T31" fmla="*/ 321 h 2226"/>
                  <a:gd name="T32" fmla="*/ 1934 w 2220"/>
                  <a:gd name="T33" fmla="*/ 396 h 2226"/>
                  <a:gd name="T34" fmla="*/ 2086 w 2220"/>
                  <a:gd name="T35" fmla="*/ 626 h 2226"/>
                  <a:gd name="T36" fmla="*/ 2128 w 2220"/>
                  <a:gd name="T37" fmla="*/ 724 h 2226"/>
                  <a:gd name="T38" fmla="*/ 2194 w 2220"/>
                  <a:gd name="T39" fmla="*/ 998 h 2226"/>
                  <a:gd name="T40" fmla="*/ 2200 w 2220"/>
                  <a:gd name="T41" fmla="*/ 1093 h 2226"/>
                  <a:gd name="T42" fmla="*/ 2168 w 2220"/>
                  <a:gd name="T43" fmla="*/ 1379 h 2226"/>
                  <a:gd name="T44" fmla="*/ 2140 w 2220"/>
                  <a:gd name="T45" fmla="*/ 1470 h 2226"/>
                  <a:gd name="T46" fmla="*/ 2018 w 2220"/>
                  <a:gd name="T47" fmla="*/ 1723 h 2226"/>
                  <a:gd name="T48" fmla="*/ 1958 w 2220"/>
                  <a:gd name="T49" fmla="*/ 1805 h 2226"/>
                  <a:gd name="T50" fmla="*/ 1757 w 2220"/>
                  <a:gd name="T51" fmla="*/ 1996 h 2226"/>
                  <a:gd name="T52" fmla="*/ 1669 w 2220"/>
                  <a:gd name="T53" fmla="*/ 2055 h 2226"/>
                  <a:gd name="T54" fmla="*/ 1421 w 2220"/>
                  <a:gd name="T55" fmla="*/ 2163 h 2226"/>
                  <a:gd name="T56" fmla="*/ 1314 w 2220"/>
                  <a:gd name="T57" fmla="*/ 2190 h 2226"/>
                  <a:gd name="T58" fmla="*/ 1049 w 2220"/>
                  <a:gd name="T59" fmla="*/ 2206 h 2226"/>
                  <a:gd name="T60" fmla="*/ 933 w 2220"/>
                  <a:gd name="T61" fmla="*/ 2194 h 2226"/>
                  <a:gd name="T62" fmla="*/ 679 w 2220"/>
                  <a:gd name="T63" fmla="*/ 2118 h 2226"/>
                  <a:gd name="T64" fmla="*/ 575 w 2220"/>
                  <a:gd name="T65" fmla="*/ 2065 h 2226"/>
                  <a:gd name="T66" fmla="*/ 366 w 2220"/>
                  <a:gd name="T67" fmla="*/ 1910 h 2226"/>
                  <a:gd name="T68" fmla="*/ 285 w 2220"/>
                  <a:gd name="T69" fmla="*/ 1827 h 2226"/>
                  <a:gd name="T70" fmla="*/ 160 w 2220"/>
                  <a:gd name="T71" fmla="*/ 1622 h 2226"/>
                  <a:gd name="T72" fmla="*/ 96 w 2220"/>
                  <a:gd name="T73" fmla="*/ 1479 h 2226"/>
                  <a:gd name="T74" fmla="*/ 1109 w 2220"/>
                  <a:gd name="T75" fmla="*/ 2139 h 2226"/>
                  <a:gd name="T76" fmla="*/ 1271 w 2220"/>
                  <a:gd name="T77" fmla="*/ 2122 h 2226"/>
                  <a:gd name="T78" fmla="*/ 2069 w 2220"/>
                  <a:gd name="T79" fmla="*/ 851 h 2226"/>
                  <a:gd name="T80" fmla="*/ 964 w 2220"/>
                  <a:gd name="T81" fmla="*/ 103 h 2226"/>
                  <a:gd name="T82" fmla="*/ 123 w 2220"/>
                  <a:gd name="T83" fmla="*/ 1029 h 2226"/>
                  <a:gd name="T84" fmla="*/ 1109 w 2220"/>
                  <a:gd name="T85" fmla="*/ 2139 h 2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220" h="2226">
                    <a:moveTo>
                      <a:pt x="96" y="1479"/>
                    </a:moveTo>
                    <a:cubicBezTo>
                      <a:pt x="98" y="1387"/>
                      <a:pt x="79" y="1309"/>
                      <a:pt x="31" y="1240"/>
                    </a:cubicBezTo>
                    <a:cubicBezTo>
                      <a:pt x="4" y="1203"/>
                      <a:pt x="0" y="1170"/>
                      <a:pt x="22" y="1129"/>
                    </a:cubicBezTo>
                    <a:cubicBezTo>
                      <a:pt x="67" y="1044"/>
                      <a:pt x="76" y="953"/>
                      <a:pt x="52" y="860"/>
                    </a:cubicBezTo>
                    <a:cubicBezTo>
                      <a:pt x="42" y="817"/>
                      <a:pt x="50" y="784"/>
                      <a:pt x="83" y="753"/>
                    </a:cubicBezTo>
                    <a:cubicBezTo>
                      <a:pt x="155" y="686"/>
                      <a:pt x="192" y="602"/>
                      <a:pt x="206" y="505"/>
                    </a:cubicBezTo>
                    <a:cubicBezTo>
                      <a:pt x="210" y="476"/>
                      <a:pt x="235" y="440"/>
                      <a:pt x="260" y="428"/>
                    </a:cubicBezTo>
                    <a:cubicBezTo>
                      <a:pt x="353" y="383"/>
                      <a:pt x="420" y="318"/>
                      <a:pt x="469" y="229"/>
                    </a:cubicBezTo>
                    <a:cubicBezTo>
                      <a:pt x="482" y="203"/>
                      <a:pt x="519" y="178"/>
                      <a:pt x="547" y="176"/>
                    </a:cubicBezTo>
                    <a:cubicBezTo>
                      <a:pt x="649" y="166"/>
                      <a:pt x="734" y="128"/>
                      <a:pt x="810" y="59"/>
                    </a:cubicBezTo>
                    <a:cubicBezTo>
                      <a:pt x="831" y="41"/>
                      <a:pt x="875" y="32"/>
                      <a:pt x="902" y="39"/>
                    </a:cubicBezTo>
                    <a:cubicBezTo>
                      <a:pt x="999" y="64"/>
                      <a:pt x="1092" y="61"/>
                      <a:pt x="1183" y="18"/>
                    </a:cubicBezTo>
                    <a:cubicBezTo>
                      <a:pt x="1221" y="0"/>
                      <a:pt x="1251" y="6"/>
                      <a:pt x="1283" y="31"/>
                    </a:cubicBezTo>
                    <a:cubicBezTo>
                      <a:pt x="1361" y="92"/>
                      <a:pt x="1450" y="118"/>
                      <a:pt x="1548" y="110"/>
                    </a:cubicBezTo>
                    <a:cubicBezTo>
                      <a:pt x="1589" y="107"/>
                      <a:pt x="1617" y="119"/>
                      <a:pt x="1639" y="153"/>
                    </a:cubicBezTo>
                    <a:cubicBezTo>
                      <a:pt x="1693" y="239"/>
                      <a:pt x="1768" y="295"/>
                      <a:pt x="1865" y="321"/>
                    </a:cubicBezTo>
                    <a:cubicBezTo>
                      <a:pt x="1905" y="332"/>
                      <a:pt x="1925" y="356"/>
                      <a:pt x="1934" y="396"/>
                    </a:cubicBezTo>
                    <a:cubicBezTo>
                      <a:pt x="1955" y="492"/>
                      <a:pt x="2005" y="570"/>
                      <a:pt x="2086" y="626"/>
                    </a:cubicBezTo>
                    <a:cubicBezTo>
                      <a:pt x="2121" y="651"/>
                      <a:pt x="2133" y="681"/>
                      <a:pt x="2128" y="724"/>
                    </a:cubicBezTo>
                    <a:cubicBezTo>
                      <a:pt x="2116" y="824"/>
                      <a:pt x="2141" y="913"/>
                      <a:pt x="2194" y="998"/>
                    </a:cubicBezTo>
                    <a:cubicBezTo>
                      <a:pt x="2209" y="1022"/>
                      <a:pt x="2212" y="1067"/>
                      <a:pt x="2200" y="1093"/>
                    </a:cubicBezTo>
                    <a:cubicBezTo>
                      <a:pt x="2156" y="1186"/>
                      <a:pt x="2149" y="1279"/>
                      <a:pt x="2168" y="1379"/>
                    </a:cubicBezTo>
                    <a:cubicBezTo>
                      <a:pt x="2173" y="1407"/>
                      <a:pt x="2160" y="1449"/>
                      <a:pt x="2140" y="1470"/>
                    </a:cubicBezTo>
                    <a:cubicBezTo>
                      <a:pt x="2071" y="1542"/>
                      <a:pt x="2026" y="1623"/>
                      <a:pt x="2018" y="1723"/>
                    </a:cubicBezTo>
                    <a:cubicBezTo>
                      <a:pt x="2014" y="1763"/>
                      <a:pt x="1996" y="1790"/>
                      <a:pt x="1958" y="1805"/>
                    </a:cubicBezTo>
                    <a:cubicBezTo>
                      <a:pt x="1866" y="1843"/>
                      <a:pt x="1799" y="1907"/>
                      <a:pt x="1757" y="1996"/>
                    </a:cubicBezTo>
                    <a:cubicBezTo>
                      <a:pt x="1739" y="2035"/>
                      <a:pt x="1713" y="2053"/>
                      <a:pt x="1669" y="2055"/>
                    </a:cubicBezTo>
                    <a:cubicBezTo>
                      <a:pt x="1573" y="2059"/>
                      <a:pt x="1489" y="2095"/>
                      <a:pt x="1421" y="2163"/>
                    </a:cubicBezTo>
                    <a:cubicBezTo>
                      <a:pt x="1389" y="2195"/>
                      <a:pt x="1357" y="2205"/>
                      <a:pt x="1314" y="2190"/>
                    </a:cubicBezTo>
                    <a:cubicBezTo>
                      <a:pt x="1224" y="2160"/>
                      <a:pt x="1134" y="2166"/>
                      <a:pt x="1049" y="2206"/>
                    </a:cubicBezTo>
                    <a:cubicBezTo>
                      <a:pt x="1005" y="2226"/>
                      <a:pt x="971" y="2223"/>
                      <a:pt x="933" y="2194"/>
                    </a:cubicBezTo>
                    <a:cubicBezTo>
                      <a:pt x="859" y="2136"/>
                      <a:pt x="773" y="2110"/>
                      <a:pt x="679" y="2118"/>
                    </a:cubicBezTo>
                    <a:cubicBezTo>
                      <a:pt x="631" y="2122"/>
                      <a:pt x="600" y="2106"/>
                      <a:pt x="575" y="2065"/>
                    </a:cubicBezTo>
                    <a:cubicBezTo>
                      <a:pt x="526" y="1987"/>
                      <a:pt x="455" y="1934"/>
                      <a:pt x="366" y="1910"/>
                    </a:cubicBezTo>
                    <a:cubicBezTo>
                      <a:pt x="321" y="1897"/>
                      <a:pt x="296" y="1875"/>
                      <a:pt x="285" y="1827"/>
                    </a:cubicBezTo>
                    <a:cubicBezTo>
                      <a:pt x="269" y="1745"/>
                      <a:pt x="228" y="1671"/>
                      <a:pt x="160" y="1622"/>
                    </a:cubicBezTo>
                    <a:cubicBezTo>
                      <a:pt x="105" y="1582"/>
                      <a:pt x="76" y="1539"/>
                      <a:pt x="96" y="1479"/>
                    </a:cubicBezTo>
                    <a:close/>
                    <a:moveTo>
                      <a:pt x="1109" y="2139"/>
                    </a:moveTo>
                    <a:cubicBezTo>
                      <a:pt x="1163" y="2134"/>
                      <a:pt x="1218" y="2131"/>
                      <a:pt x="1271" y="2122"/>
                    </a:cubicBezTo>
                    <a:cubicBezTo>
                      <a:pt x="1851" y="2023"/>
                      <a:pt x="2220" y="1434"/>
                      <a:pt x="2069" y="851"/>
                    </a:cubicBezTo>
                    <a:cubicBezTo>
                      <a:pt x="1938" y="347"/>
                      <a:pt x="1469" y="30"/>
                      <a:pt x="964" y="103"/>
                    </a:cubicBezTo>
                    <a:cubicBezTo>
                      <a:pt x="514" y="168"/>
                      <a:pt x="168" y="550"/>
                      <a:pt x="123" y="1029"/>
                    </a:cubicBezTo>
                    <a:cubicBezTo>
                      <a:pt x="67" y="1615"/>
                      <a:pt x="530" y="2135"/>
                      <a:pt x="1109" y="21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5" name="Freeform 90"/>
              <p:cNvSpPr>
                <a:spLocks noEditPoints="1"/>
              </p:cNvSpPr>
              <p:nvPr/>
            </p:nvSpPr>
            <p:spPr bwMode="auto">
              <a:xfrm>
                <a:off x="1577" y="318"/>
                <a:ext cx="2608" cy="2607"/>
              </a:xfrm>
              <a:custGeom>
                <a:avLst/>
                <a:gdLst>
                  <a:gd name="T0" fmla="*/ 964 w 1927"/>
                  <a:gd name="T1" fmla="*/ 1926 h 1926"/>
                  <a:gd name="T2" fmla="*/ 1 w 1927"/>
                  <a:gd name="T3" fmla="*/ 962 h 1926"/>
                  <a:gd name="T4" fmla="*/ 967 w 1927"/>
                  <a:gd name="T5" fmla="*/ 1 h 1926"/>
                  <a:gd name="T6" fmla="*/ 1926 w 1927"/>
                  <a:gd name="T7" fmla="*/ 963 h 1926"/>
                  <a:gd name="T8" fmla="*/ 964 w 1927"/>
                  <a:gd name="T9" fmla="*/ 1926 h 1926"/>
                  <a:gd name="T10" fmla="*/ 962 w 1927"/>
                  <a:gd name="T11" fmla="*/ 1903 h 1926"/>
                  <a:gd name="T12" fmla="*/ 1902 w 1927"/>
                  <a:gd name="T13" fmla="*/ 969 h 1926"/>
                  <a:gd name="T14" fmla="*/ 968 w 1927"/>
                  <a:gd name="T15" fmla="*/ 26 h 1926"/>
                  <a:gd name="T16" fmla="*/ 25 w 1927"/>
                  <a:gd name="T17" fmla="*/ 961 h 1926"/>
                  <a:gd name="T18" fmla="*/ 962 w 1927"/>
                  <a:gd name="T19" fmla="*/ 1903 h 1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7" h="1926">
                    <a:moveTo>
                      <a:pt x="964" y="1926"/>
                    </a:moveTo>
                    <a:cubicBezTo>
                      <a:pt x="433" y="1926"/>
                      <a:pt x="0" y="1493"/>
                      <a:pt x="1" y="962"/>
                    </a:cubicBezTo>
                    <a:cubicBezTo>
                      <a:pt x="2" y="432"/>
                      <a:pt x="436" y="0"/>
                      <a:pt x="967" y="1"/>
                    </a:cubicBezTo>
                    <a:cubicBezTo>
                      <a:pt x="1495" y="2"/>
                      <a:pt x="1926" y="433"/>
                      <a:pt x="1926" y="963"/>
                    </a:cubicBezTo>
                    <a:cubicBezTo>
                      <a:pt x="1927" y="1495"/>
                      <a:pt x="1496" y="1926"/>
                      <a:pt x="964" y="1926"/>
                    </a:cubicBezTo>
                    <a:close/>
                    <a:moveTo>
                      <a:pt x="962" y="1903"/>
                    </a:moveTo>
                    <a:cubicBezTo>
                      <a:pt x="1477" y="1904"/>
                      <a:pt x="1899" y="1485"/>
                      <a:pt x="1902" y="969"/>
                    </a:cubicBezTo>
                    <a:cubicBezTo>
                      <a:pt x="1904" y="450"/>
                      <a:pt x="1485" y="27"/>
                      <a:pt x="968" y="26"/>
                    </a:cubicBezTo>
                    <a:cubicBezTo>
                      <a:pt x="449" y="25"/>
                      <a:pt x="28" y="443"/>
                      <a:pt x="25" y="961"/>
                    </a:cubicBezTo>
                    <a:cubicBezTo>
                      <a:pt x="23" y="1477"/>
                      <a:pt x="445" y="1902"/>
                      <a:pt x="962" y="19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6" name="Freeform 91"/>
              <p:cNvSpPr>
                <a:spLocks noEditPoints="1"/>
              </p:cNvSpPr>
              <p:nvPr/>
            </p:nvSpPr>
            <p:spPr bwMode="auto">
              <a:xfrm>
                <a:off x="2237" y="1173"/>
                <a:ext cx="1289" cy="953"/>
              </a:xfrm>
              <a:custGeom>
                <a:avLst/>
                <a:gdLst>
                  <a:gd name="T0" fmla="*/ 938 w 953"/>
                  <a:gd name="T1" fmla="*/ 198 h 704"/>
                  <a:gd name="T2" fmla="*/ 485 w 953"/>
                  <a:gd name="T3" fmla="*/ 3 h 704"/>
                  <a:gd name="T4" fmla="*/ 477 w 953"/>
                  <a:gd name="T5" fmla="*/ 0 h 704"/>
                  <a:gd name="T6" fmla="*/ 468 w 953"/>
                  <a:gd name="T7" fmla="*/ 3 h 704"/>
                  <a:gd name="T8" fmla="*/ 15 w 953"/>
                  <a:gd name="T9" fmla="*/ 198 h 704"/>
                  <a:gd name="T10" fmla="*/ 0 w 953"/>
                  <a:gd name="T11" fmla="*/ 223 h 704"/>
                  <a:gd name="T12" fmla="*/ 15 w 953"/>
                  <a:gd name="T13" fmla="*/ 249 h 704"/>
                  <a:gd name="T14" fmla="*/ 468 w 953"/>
                  <a:gd name="T15" fmla="*/ 444 h 704"/>
                  <a:gd name="T16" fmla="*/ 485 w 953"/>
                  <a:gd name="T17" fmla="*/ 444 h 704"/>
                  <a:gd name="T18" fmla="*/ 838 w 953"/>
                  <a:gd name="T19" fmla="*/ 293 h 704"/>
                  <a:gd name="T20" fmla="*/ 838 w 953"/>
                  <a:gd name="T21" fmla="*/ 448 h 704"/>
                  <a:gd name="T22" fmla="*/ 805 w 953"/>
                  <a:gd name="T23" fmla="*/ 505 h 704"/>
                  <a:gd name="T24" fmla="*/ 838 w 953"/>
                  <a:gd name="T25" fmla="*/ 562 h 704"/>
                  <a:gd name="T26" fmla="*/ 838 w 953"/>
                  <a:gd name="T27" fmla="*/ 615 h 704"/>
                  <a:gd name="T28" fmla="*/ 884 w 953"/>
                  <a:gd name="T29" fmla="*/ 615 h 704"/>
                  <a:gd name="T30" fmla="*/ 884 w 953"/>
                  <a:gd name="T31" fmla="*/ 562 h 704"/>
                  <a:gd name="T32" fmla="*/ 915 w 953"/>
                  <a:gd name="T33" fmla="*/ 505 h 704"/>
                  <a:gd name="T34" fmla="*/ 884 w 953"/>
                  <a:gd name="T35" fmla="*/ 448 h 704"/>
                  <a:gd name="T36" fmla="*/ 884 w 953"/>
                  <a:gd name="T37" fmla="*/ 272 h 704"/>
                  <a:gd name="T38" fmla="*/ 938 w 953"/>
                  <a:gd name="T39" fmla="*/ 249 h 704"/>
                  <a:gd name="T40" fmla="*/ 953 w 953"/>
                  <a:gd name="T41" fmla="*/ 223 h 704"/>
                  <a:gd name="T42" fmla="*/ 938 w 953"/>
                  <a:gd name="T43" fmla="*/ 198 h 704"/>
                  <a:gd name="T44" fmla="*/ 477 w 953"/>
                  <a:gd name="T45" fmla="*/ 483 h 704"/>
                  <a:gd name="T46" fmla="*/ 457 w 953"/>
                  <a:gd name="T47" fmla="*/ 479 h 704"/>
                  <a:gd name="T48" fmla="*/ 174 w 953"/>
                  <a:gd name="T49" fmla="*/ 358 h 704"/>
                  <a:gd name="T50" fmla="*/ 174 w 953"/>
                  <a:gd name="T51" fmla="*/ 526 h 704"/>
                  <a:gd name="T52" fmla="*/ 445 w 953"/>
                  <a:gd name="T53" fmla="*/ 704 h 704"/>
                  <a:gd name="T54" fmla="*/ 509 w 953"/>
                  <a:gd name="T55" fmla="*/ 704 h 704"/>
                  <a:gd name="T56" fmla="*/ 779 w 953"/>
                  <a:gd name="T57" fmla="*/ 526 h 704"/>
                  <a:gd name="T58" fmla="*/ 779 w 953"/>
                  <a:gd name="T59" fmla="*/ 358 h 704"/>
                  <a:gd name="T60" fmla="*/ 496 w 953"/>
                  <a:gd name="T61" fmla="*/ 479 h 704"/>
                  <a:gd name="T62" fmla="*/ 477 w 953"/>
                  <a:gd name="T63" fmla="*/ 483 h 7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53" h="704">
                    <a:moveTo>
                      <a:pt x="938" y="198"/>
                    </a:moveTo>
                    <a:cubicBezTo>
                      <a:pt x="485" y="3"/>
                      <a:pt x="485" y="3"/>
                      <a:pt x="485" y="3"/>
                    </a:cubicBezTo>
                    <a:cubicBezTo>
                      <a:pt x="483" y="2"/>
                      <a:pt x="480" y="0"/>
                      <a:pt x="477" y="0"/>
                    </a:cubicBezTo>
                    <a:cubicBezTo>
                      <a:pt x="473" y="0"/>
                      <a:pt x="470" y="2"/>
                      <a:pt x="468" y="3"/>
                    </a:cubicBezTo>
                    <a:cubicBezTo>
                      <a:pt x="15" y="198"/>
                      <a:pt x="15" y="198"/>
                      <a:pt x="15" y="198"/>
                    </a:cubicBezTo>
                    <a:cubicBezTo>
                      <a:pt x="5" y="202"/>
                      <a:pt x="0" y="211"/>
                      <a:pt x="0" y="223"/>
                    </a:cubicBezTo>
                    <a:cubicBezTo>
                      <a:pt x="0" y="234"/>
                      <a:pt x="5" y="245"/>
                      <a:pt x="15" y="249"/>
                    </a:cubicBezTo>
                    <a:cubicBezTo>
                      <a:pt x="468" y="444"/>
                      <a:pt x="468" y="444"/>
                      <a:pt x="468" y="444"/>
                    </a:cubicBezTo>
                    <a:cubicBezTo>
                      <a:pt x="473" y="447"/>
                      <a:pt x="480" y="447"/>
                      <a:pt x="485" y="444"/>
                    </a:cubicBezTo>
                    <a:cubicBezTo>
                      <a:pt x="838" y="293"/>
                      <a:pt x="838" y="293"/>
                      <a:pt x="838" y="293"/>
                    </a:cubicBezTo>
                    <a:cubicBezTo>
                      <a:pt x="838" y="448"/>
                      <a:pt x="838" y="448"/>
                      <a:pt x="838" y="448"/>
                    </a:cubicBezTo>
                    <a:cubicBezTo>
                      <a:pt x="819" y="457"/>
                      <a:pt x="805" y="479"/>
                      <a:pt x="805" y="505"/>
                    </a:cubicBezTo>
                    <a:cubicBezTo>
                      <a:pt x="805" y="530"/>
                      <a:pt x="819" y="551"/>
                      <a:pt x="838" y="562"/>
                    </a:cubicBezTo>
                    <a:cubicBezTo>
                      <a:pt x="838" y="615"/>
                      <a:pt x="838" y="615"/>
                      <a:pt x="838" y="615"/>
                    </a:cubicBezTo>
                    <a:cubicBezTo>
                      <a:pt x="884" y="615"/>
                      <a:pt x="884" y="615"/>
                      <a:pt x="884" y="615"/>
                    </a:cubicBezTo>
                    <a:cubicBezTo>
                      <a:pt x="884" y="562"/>
                      <a:pt x="884" y="562"/>
                      <a:pt x="884" y="562"/>
                    </a:cubicBezTo>
                    <a:cubicBezTo>
                      <a:pt x="903" y="551"/>
                      <a:pt x="915" y="530"/>
                      <a:pt x="915" y="505"/>
                    </a:cubicBezTo>
                    <a:cubicBezTo>
                      <a:pt x="915" y="479"/>
                      <a:pt x="903" y="457"/>
                      <a:pt x="884" y="448"/>
                    </a:cubicBezTo>
                    <a:cubicBezTo>
                      <a:pt x="884" y="272"/>
                      <a:pt x="884" y="272"/>
                      <a:pt x="884" y="272"/>
                    </a:cubicBezTo>
                    <a:cubicBezTo>
                      <a:pt x="938" y="249"/>
                      <a:pt x="938" y="249"/>
                      <a:pt x="938" y="249"/>
                    </a:cubicBezTo>
                    <a:cubicBezTo>
                      <a:pt x="948" y="245"/>
                      <a:pt x="953" y="234"/>
                      <a:pt x="953" y="223"/>
                    </a:cubicBezTo>
                    <a:cubicBezTo>
                      <a:pt x="953" y="211"/>
                      <a:pt x="948" y="202"/>
                      <a:pt x="938" y="198"/>
                    </a:cubicBezTo>
                    <a:close/>
                    <a:moveTo>
                      <a:pt x="477" y="483"/>
                    </a:moveTo>
                    <a:cubicBezTo>
                      <a:pt x="470" y="483"/>
                      <a:pt x="462" y="482"/>
                      <a:pt x="457" y="479"/>
                    </a:cubicBezTo>
                    <a:cubicBezTo>
                      <a:pt x="174" y="358"/>
                      <a:pt x="174" y="358"/>
                      <a:pt x="174" y="358"/>
                    </a:cubicBezTo>
                    <a:cubicBezTo>
                      <a:pt x="174" y="526"/>
                      <a:pt x="174" y="526"/>
                      <a:pt x="174" y="526"/>
                    </a:cubicBezTo>
                    <a:cubicBezTo>
                      <a:pt x="174" y="663"/>
                      <a:pt x="381" y="704"/>
                      <a:pt x="445" y="704"/>
                    </a:cubicBezTo>
                    <a:cubicBezTo>
                      <a:pt x="509" y="704"/>
                      <a:pt x="509" y="704"/>
                      <a:pt x="509" y="704"/>
                    </a:cubicBezTo>
                    <a:cubicBezTo>
                      <a:pt x="558" y="704"/>
                      <a:pt x="779" y="663"/>
                      <a:pt x="779" y="526"/>
                    </a:cubicBezTo>
                    <a:cubicBezTo>
                      <a:pt x="779" y="358"/>
                      <a:pt x="779" y="358"/>
                      <a:pt x="779" y="358"/>
                    </a:cubicBezTo>
                    <a:cubicBezTo>
                      <a:pt x="496" y="479"/>
                      <a:pt x="496" y="479"/>
                      <a:pt x="496" y="479"/>
                    </a:cubicBezTo>
                    <a:cubicBezTo>
                      <a:pt x="491" y="482"/>
                      <a:pt x="484" y="483"/>
                      <a:pt x="477" y="4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7" name="Freeform 92"/>
              <p:cNvSpPr/>
              <p:nvPr/>
            </p:nvSpPr>
            <p:spPr bwMode="auto">
              <a:xfrm>
                <a:off x="1702" y="1676"/>
                <a:ext cx="256" cy="138"/>
              </a:xfrm>
              <a:custGeom>
                <a:avLst/>
                <a:gdLst>
                  <a:gd name="T0" fmla="*/ 187 w 189"/>
                  <a:gd name="T1" fmla="*/ 49 h 102"/>
                  <a:gd name="T2" fmla="*/ 182 w 189"/>
                  <a:gd name="T3" fmla="*/ 84 h 102"/>
                  <a:gd name="T4" fmla="*/ 160 w 189"/>
                  <a:gd name="T5" fmla="*/ 102 h 102"/>
                  <a:gd name="T6" fmla="*/ 145 w 189"/>
                  <a:gd name="T7" fmla="*/ 78 h 102"/>
                  <a:gd name="T8" fmla="*/ 161 w 189"/>
                  <a:gd name="T9" fmla="*/ 54 h 102"/>
                  <a:gd name="T10" fmla="*/ 154 w 189"/>
                  <a:gd name="T11" fmla="*/ 39 h 102"/>
                  <a:gd name="T12" fmla="*/ 136 w 189"/>
                  <a:gd name="T13" fmla="*/ 36 h 102"/>
                  <a:gd name="T14" fmla="*/ 4 w 189"/>
                  <a:gd name="T15" fmla="*/ 49 h 102"/>
                  <a:gd name="T16" fmla="*/ 0 w 189"/>
                  <a:gd name="T17" fmla="*/ 16 h 102"/>
                  <a:gd name="T18" fmla="*/ 130 w 189"/>
                  <a:gd name="T19" fmla="*/ 2 h 102"/>
                  <a:gd name="T20" fmla="*/ 170 w 189"/>
                  <a:gd name="T21" fmla="*/ 12 h 102"/>
                  <a:gd name="T22" fmla="*/ 187 w 189"/>
                  <a:gd name="T23" fmla="*/ 4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2">
                    <a:moveTo>
                      <a:pt x="187" y="49"/>
                    </a:moveTo>
                    <a:cubicBezTo>
                      <a:pt x="189" y="63"/>
                      <a:pt x="187" y="75"/>
                      <a:pt x="182" y="84"/>
                    </a:cubicBezTo>
                    <a:cubicBezTo>
                      <a:pt x="177" y="92"/>
                      <a:pt x="169" y="99"/>
                      <a:pt x="160" y="102"/>
                    </a:cubicBezTo>
                    <a:cubicBezTo>
                      <a:pt x="145" y="78"/>
                      <a:pt x="145" y="78"/>
                      <a:pt x="145" y="78"/>
                    </a:cubicBezTo>
                    <a:cubicBezTo>
                      <a:pt x="157" y="74"/>
                      <a:pt x="162" y="66"/>
                      <a:pt x="161" y="54"/>
                    </a:cubicBezTo>
                    <a:cubicBezTo>
                      <a:pt x="160" y="47"/>
                      <a:pt x="158" y="42"/>
                      <a:pt x="154" y="39"/>
                    </a:cubicBezTo>
                    <a:cubicBezTo>
                      <a:pt x="149" y="36"/>
                      <a:pt x="144" y="35"/>
                      <a:pt x="136" y="36"/>
                    </a:cubicBezTo>
                    <a:cubicBezTo>
                      <a:pt x="4" y="49"/>
                      <a:pt x="4" y="49"/>
                      <a:pt x="4" y="49"/>
                    </a:cubicBezTo>
                    <a:cubicBezTo>
                      <a:pt x="0" y="16"/>
                      <a:pt x="0" y="16"/>
                      <a:pt x="0" y="16"/>
                    </a:cubicBezTo>
                    <a:cubicBezTo>
                      <a:pt x="130" y="2"/>
                      <a:pt x="130" y="2"/>
                      <a:pt x="130" y="2"/>
                    </a:cubicBezTo>
                    <a:cubicBezTo>
                      <a:pt x="147" y="0"/>
                      <a:pt x="160" y="4"/>
                      <a:pt x="170" y="12"/>
                    </a:cubicBezTo>
                    <a:cubicBezTo>
                      <a:pt x="180" y="20"/>
                      <a:pt x="185" y="32"/>
                      <a:pt x="187"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8" name="Freeform 93"/>
              <p:cNvSpPr/>
              <p:nvPr/>
            </p:nvSpPr>
            <p:spPr bwMode="auto">
              <a:xfrm>
                <a:off x="1702" y="1581"/>
                <a:ext cx="245" cy="54"/>
              </a:xfrm>
              <a:custGeom>
                <a:avLst/>
                <a:gdLst>
                  <a:gd name="T0" fmla="*/ 1 w 245"/>
                  <a:gd name="T1" fmla="*/ 0 h 54"/>
                  <a:gd name="T2" fmla="*/ 245 w 245"/>
                  <a:gd name="T3" fmla="*/ 8 h 54"/>
                  <a:gd name="T4" fmla="*/ 244 w 245"/>
                  <a:gd name="T5" fmla="*/ 54 h 54"/>
                  <a:gd name="T6" fmla="*/ 0 w 245"/>
                  <a:gd name="T7" fmla="*/ 46 h 54"/>
                  <a:gd name="T8" fmla="*/ 1 w 245"/>
                  <a:gd name="T9" fmla="*/ 0 h 54"/>
                </a:gdLst>
                <a:ahLst/>
                <a:cxnLst>
                  <a:cxn ang="0">
                    <a:pos x="T0" y="T1"/>
                  </a:cxn>
                  <a:cxn ang="0">
                    <a:pos x="T2" y="T3"/>
                  </a:cxn>
                  <a:cxn ang="0">
                    <a:pos x="T4" y="T5"/>
                  </a:cxn>
                  <a:cxn ang="0">
                    <a:pos x="T6" y="T7"/>
                  </a:cxn>
                  <a:cxn ang="0">
                    <a:pos x="T8" y="T9"/>
                  </a:cxn>
                </a:cxnLst>
                <a:rect l="0" t="0" r="r" b="b"/>
                <a:pathLst>
                  <a:path w="245" h="54">
                    <a:moveTo>
                      <a:pt x="1" y="0"/>
                    </a:moveTo>
                    <a:lnTo>
                      <a:pt x="245" y="8"/>
                    </a:lnTo>
                    <a:lnTo>
                      <a:pt x="244" y="54"/>
                    </a:lnTo>
                    <a:lnTo>
                      <a:pt x="0" y="46"/>
                    </a:ln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29" name="Freeform 94"/>
              <p:cNvSpPr/>
              <p:nvPr/>
            </p:nvSpPr>
            <p:spPr bwMode="auto">
              <a:xfrm>
                <a:off x="1706" y="1311"/>
                <a:ext cx="277" cy="241"/>
              </a:xfrm>
              <a:custGeom>
                <a:avLst/>
                <a:gdLst>
                  <a:gd name="T0" fmla="*/ 39 w 277"/>
                  <a:gd name="T1" fmla="*/ 0 h 241"/>
                  <a:gd name="T2" fmla="*/ 277 w 277"/>
                  <a:gd name="T3" fmla="*/ 48 h 241"/>
                  <a:gd name="T4" fmla="*/ 269 w 277"/>
                  <a:gd name="T5" fmla="*/ 88 h 241"/>
                  <a:gd name="T6" fmla="*/ 80 w 277"/>
                  <a:gd name="T7" fmla="*/ 168 h 241"/>
                  <a:gd name="T8" fmla="*/ 246 w 277"/>
                  <a:gd name="T9" fmla="*/ 201 h 241"/>
                  <a:gd name="T10" fmla="*/ 238 w 277"/>
                  <a:gd name="T11" fmla="*/ 241 h 241"/>
                  <a:gd name="T12" fmla="*/ 0 w 277"/>
                  <a:gd name="T13" fmla="*/ 194 h 241"/>
                  <a:gd name="T14" fmla="*/ 9 w 277"/>
                  <a:gd name="T15" fmla="*/ 147 h 241"/>
                  <a:gd name="T16" fmla="*/ 188 w 277"/>
                  <a:gd name="T17" fmla="*/ 72 h 241"/>
                  <a:gd name="T18" fmla="*/ 31 w 277"/>
                  <a:gd name="T19" fmla="*/ 41 h 241"/>
                  <a:gd name="T20" fmla="*/ 39 w 277"/>
                  <a:gd name="T21" fmla="*/ 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7" h="241">
                    <a:moveTo>
                      <a:pt x="39" y="0"/>
                    </a:moveTo>
                    <a:lnTo>
                      <a:pt x="277" y="48"/>
                    </a:lnTo>
                    <a:lnTo>
                      <a:pt x="269" y="88"/>
                    </a:lnTo>
                    <a:lnTo>
                      <a:pt x="80" y="168"/>
                    </a:lnTo>
                    <a:lnTo>
                      <a:pt x="246" y="201"/>
                    </a:lnTo>
                    <a:lnTo>
                      <a:pt x="238" y="241"/>
                    </a:lnTo>
                    <a:lnTo>
                      <a:pt x="0" y="194"/>
                    </a:lnTo>
                    <a:lnTo>
                      <a:pt x="9" y="147"/>
                    </a:lnTo>
                    <a:lnTo>
                      <a:pt x="188" y="72"/>
                    </a:lnTo>
                    <a:lnTo>
                      <a:pt x="31" y="41"/>
                    </a:lnTo>
                    <a:lnTo>
                      <a:pt x="3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0" name="Freeform 95"/>
              <p:cNvSpPr/>
              <p:nvPr/>
            </p:nvSpPr>
            <p:spPr bwMode="auto">
              <a:xfrm>
                <a:off x="1832" y="1015"/>
                <a:ext cx="249" cy="232"/>
              </a:xfrm>
              <a:custGeom>
                <a:avLst/>
                <a:gdLst>
                  <a:gd name="T0" fmla="*/ 27 w 184"/>
                  <a:gd name="T1" fmla="*/ 117 h 171"/>
                  <a:gd name="T2" fmla="*/ 7 w 184"/>
                  <a:gd name="T3" fmla="*/ 98 h 171"/>
                  <a:gd name="T4" fmla="*/ 1 w 184"/>
                  <a:gd name="T5" fmla="*/ 70 h 171"/>
                  <a:gd name="T6" fmla="*/ 11 w 184"/>
                  <a:gd name="T7" fmla="*/ 38 h 171"/>
                  <a:gd name="T8" fmla="*/ 39 w 184"/>
                  <a:gd name="T9" fmla="*/ 7 h 171"/>
                  <a:gd name="T10" fmla="*/ 74 w 184"/>
                  <a:gd name="T11" fmla="*/ 2 h 171"/>
                  <a:gd name="T12" fmla="*/ 72 w 184"/>
                  <a:gd name="T13" fmla="*/ 32 h 171"/>
                  <a:gd name="T14" fmla="*/ 52 w 184"/>
                  <a:gd name="T15" fmla="*/ 35 h 171"/>
                  <a:gd name="T16" fmla="*/ 37 w 184"/>
                  <a:gd name="T17" fmla="*/ 51 h 171"/>
                  <a:gd name="T18" fmla="*/ 31 w 184"/>
                  <a:gd name="T19" fmla="*/ 73 h 171"/>
                  <a:gd name="T20" fmla="*/ 42 w 184"/>
                  <a:gd name="T21" fmla="*/ 87 h 171"/>
                  <a:gd name="T22" fmla="*/ 59 w 184"/>
                  <a:gd name="T23" fmla="*/ 88 h 171"/>
                  <a:gd name="T24" fmla="*/ 80 w 184"/>
                  <a:gd name="T25" fmla="*/ 69 h 171"/>
                  <a:gd name="T26" fmla="*/ 118 w 184"/>
                  <a:gd name="T27" fmla="*/ 39 h 171"/>
                  <a:gd name="T28" fmla="*/ 157 w 184"/>
                  <a:gd name="T29" fmla="*/ 45 h 171"/>
                  <a:gd name="T30" fmla="*/ 178 w 184"/>
                  <a:gd name="T31" fmla="*/ 66 h 171"/>
                  <a:gd name="T32" fmla="*/ 183 w 184"/>
                  <a:gd name="T33" fmla="*/ 95 h 171"/>
                  <a:gd name="T34" fmla="*/ 173 w 184"/>
                  <a:gd name="T35" fmla="*/ 129 h 171"/>
                  <a:gd name="T36" fmla="*/ 142 w 184"/>
                  <a:gd name="T37" fmla="*/ 162 h 171"/>
                  <a:gd name="T38" fmla="*/ 104 w 184"/>
                  <a:gd name="T39" fmla="*/ 168 h 171"/>
                  <a:gd name="T40" fmla="*/ 106 w 184"/>
                  <a:gd name="T41" fmla="*/ 137 h 171"/>
                  <a:gd name="T42" fmla="*/ 130 w 184"/>
                  <a:gd name="T43" fmla="*/ 134 h 171"/>
                  <a:gd name="T44" fmla="*/ 148 w 184"/>
                  <a:gd name="T45" fmla="*/ 115 h 171"/>
                  <a:gd name="T46" fmla="*/ 154 w 184"/>
                  <a:gd name="T47" fmla="*/ 91 h 171"/>
                  <a:gd name="T48" fmla="*/ 141 w 184"/>
                  <a:gd name="T49" fmla="*/ 75 h 171"/>
                  <a:gd name="T50" fmla="*/ 122 w 184"/>
                  <a:gd name="T51" fmla="*/ 74 h 171"/>
                  <a:gd name="T52" fmla="*/ 98 w 184"/>
                  <a:gd name="T53" fmla="*/ 95 h 171"/>
                  <a:gd name="T54" fmla="*/ 63 w 184"/>
                  <a:gd name="T55" fmla="*/ 122 h 171"/>
                  <a:gd name="T56" fmla="*/ 27 w 184"/>
                  <a:gd name="T57" fmla="*/ 11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4" h="171">
                    <a:moveTo>
                      <a:pt x="27" y="117"/>
                    </a:moveTo>
                    <a:cubicBezTo>
                      <a:pt x="18" y="112"/>
                      <a:pt x="11" y="106"/>
                      <a:pt x="7" y="98"/>
                    </a:cubicBezTo>
                    <a:cubicBezTo>
                      <a:pt x="2" y="90"/>
                      <a:pt x="0" y="80"/>
                      <a:pt x="1" y="70"/>
                    </a:cubicBezTo>
                    <a:cubicBezTo>
                      <a:pt x="2" y="60"/>
                      <a:pt x="5" y="49"/>
                      <a:pt x="11" y="38"/>
                    </a:cubicBezTo>
                    <a:cubicBezTo>
                      <a:pt x="19" y="24"/>
                      <a:pt x="28" y="13"/>
                      <a:pt x="39" y="7"/>
                    </a:cubicBezTo>
                    <a:cubicBezTo>
                      <a:pt x="50" y="1"/>
                      <a:pt x="61" y="0"/>
                      <a:pt x="74" y="2"/>
                    </a:cubicBezTo>
                    <a:cubicBezTo>
                      <a:pt x="72" y="32"/>
                      <a:pt x="72" y="32"/>
                      <a:pt x="72" y="32"/>
                    </a:cubicBezTo>
                    <a:cubicBezTo>
                      <a:pt x="64" y="31"/>
                      <a:pt x="58" y="32"/>
                      <a:pt x="52" y="35"/>
                    </a:cubicBezTo>
                    <a:cubicBezTo>
                      <a:pt x="46" y="38"/>
                      <a:pt x="41" y="43"/>
                      <a:pt x="37" y="51"/>
                    </a:cubicBezTo>
                    <a:cubicBezTo>
                      <a:pt x="32" y="59"/>
                      <a:pt x="30" y="67"/>
                      <a:pt x="31" y="73"/>
                    </a:cubicBezTo>
                    <a:cubicBezTo>
                      <a:pt x="32" y="79"/>
                      <a:pt x="36" y="83"/>
                      <a:pt x="42" y="87"/>
                    </a:cubicBezTo>
                    <a:cubicBezTo>
                      <a:pt x="48" y="90"/>
                      <a:pt x="54" y="90"/>
                      <a:pt x="59" y="88"/>
                    </a:cubicBezTo>
                    <a:cubicBezTo>
                      <a:pt x="65" y="85"/>
                      <a:pt x="72" y="79"/>
                      <a:pt x="80" y="69"/>
                    </a:cubicBezTo>
                    <a:cubicBezTo>
                      <a:pt x="93" y="53"/>
                      <a:pt x="106" y="43"/>
                      <a:pt x="118" y="39"/>
                    </a:cubicBezTo>
                    <a:cubicBezTo>
                      <a:pt x="130" y="35"/>
                      <a:pt x="143" y="37"/>
                      <a:pt x="157" y="45"/>
                    </a:cubicBezTo>
                    <a:cubicBezTo>
                      <a:pt x="166" y="50"/>
                      <a:pt x="173" y="57"/>
                      <a:pt x="178" y="66"/>
                    </a:cubicBezTo>
                    <a:cubicBezTo>
                      <a:pt x="182" y="74"/>
                      <a:pt x="184" y="84"/>
                      <a:pt x="183" y="95"/>
                    </a:cubicBezTo>
                    <a:cubicBezTo>
                      <a:pt x="183" y="106"/>
                      <a:pt x="179" y="118"/>
                      <a:pt x="173" y="129"/>
                    </a:cubicBezTo>
                    <a:cubicBezTo>
                      <a:pt x="164" y="144"/>
                      <a:pt x="154" y="155"/>
                      <a:pt x="142" y="162"/>
                    </a:cubicBezTo>
                    <a:cubicBezTo>
                      <a:pt x="130" y="169"/>
                      <a:pt x="118" y="171"/>
                      <a:pt x="104" y="168"/>
                    </a:cubicBezTo>
                    <a:cubicBezTo>
                      <a:pt x="106" y="137"/>
                      <a:pt x="106" y="137"/>
                      <a:pt x="106" y="137"/>
                    </a:cubicBezTo>
                    <a:cubicBezTo>
                      <a:pt x="115" y="139"/>
                      <a:pt x="122" y="138"/>
                      <a:pt x="130" y="134"/>
                    </a:cubicBezTo>
                    <a:cubicBezTo>
                      <a:pt x="137" y="131"/>
                      <a:pt x="143" y="124"/>
                      <a:pt x="148" y="115"/>
                    </a:cubicBezTo>
                    <a:cubicBezTo>
                      <a:pt x="153" y="106"/>
                      <a:pt x="155" y="98"/>
                      <a:pt x="154" y="91"/>
                    </a:cubicBezTo>
                    <a:cubicBezTo>
                      <a:pt x="152" y="84"/>
                      <a:pt x="148" y="79"/>
                      <a:pt x="141" y="75"/>
                    </a:cubicBezTo>
                    <a:cubicBezTo>
                      <a:pt x="135" y="71"/>
                      <a:pt x="128" y="71"/>
                      <a:pt x="122" y="74"/>
                    </a:cubicBezTo>
                    <a:cubicBezTo>
                      <a:pt x="115" y="77"/>
                      <a:pt x="107" y="84"/>
                      <a:pt x="98" y="95"/>
                    </a:cubicBezTo>
                    <a:cubicBezTo>
                      <a:pt x="87" y="109"/>
                      <a:pt x="75" y="119"/>
                      <a:pt x="63" y="122"/>
                    </a:cubicBezTo>
                    <a:cubicBezTo>
                      <a:pt x="51" y="126"/>
                      <a:pt x="39" y="124"/>
                      <a:pt x="27" y="1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1" name="Freeform 96"/>
              <p:cNvSpPr/>
              <p:nvPr/>
            </p:nvSpPr>
            <p:spPr bwMode="auto">
              <a:xfrm>
                <a:off x="1933" y="784"/>
                <a:ext cx="314" cy="310"/>
              </a:xfrm>
              <a:custGeom>
                <a:avLst/>
                <a:gdLst>
                  <a:gd name="T0" fmla="*/ 133 w 314"/>
                  <a:gd name="T1" fmla="*/ 0 h 310"/>
                  <a:gd name="T2" fmla="*/ 314 w 314"/>
                  <a:gd name="T3" fmla="*/ 161 h 310"/>
                  <a:gd name="T4" fmla="*/ 283 w 314"/>
                  <a:gd name="T5" fmla="*/ 196 h 310"/>
                  <a:gd name="T6" fmla="*/ 203 w 314"/>
                  <a:gd name="T7" fmla="*/ 124 h 310"/>
                  <a:gd name="T8" fmla="*/ 132 w 314"/>
                  <a:gd name="T9" fmla="*/ 203 h 310"/>
                  <a:gd name="T10" fmla="*/ 213 w 314"/>
                  <a:gd name="T11" fmla="*/ 274 h 310"/>
                  <a:gd name="T12" fmla="*/ 182 w 314"/>
                  <a:gd name="T13" fmla="*/ 310 h 310"/>
                  <a:gd name="T14" fmla="*/ 0 w 314"/>
                  <a:gd name="T15" fmla="*/ 147 h 310"/>
                  <a:gd name="T16" fmla="*/ 31 w 314"/>
                  <a:gd name="T17" fmla="*/ 113 h 310"/>
                  <a:gd name="T18" fmla="*/ 103 w 314"/>
                  <a:gd name="T19" fmla="*/ 177 h 310"/>
                  <a:gd name="T20" fmla="*/ 175 w 314"/>
                  <a:gd name="T21" fmla="*/ 98 h 310"/>
                  <a:gd name="T22" fmla="*/ 102 w 314"/>
                  <a:gd name="T23" fmla="*/ 34 h 310"/>
                  <a:gd name="T24" fmla="*/ 133 w 314"/>
                  <a:gd name="T25"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4" h="310">
                    <a:moveTo>
                      <a:pt x="133" y="0"/>
                    </a:moveTo>
                    <a:lnTo>
                      <a:pt x="314" y="161"/>
                    </a:lnTo>
                    <a:lnTo>
                      <a:pt x="283" y="196"/>
                    </a:lnTo>
                    <a:lnTo>
                      <a:pt x="203" y="124"/>
                    </a:lnTo>
                    <a:lnTo>
                      <a:pt x="132" y="203"/>
                    </a:lnTo>
                    <a:lnTo>
                      <a:pt x="213" y="274"/>
                    </a:lnTo>
                    <a:lnTo>
                      <a:pt x="182" y="310"/>
                    </a:lnTo>
                    <a:lnTo>
                      <a:pt x="0" y="147"/>
                    </a:lnTo>
                    <a:lnTo>
                      <a:pt x="31" y="113"/>
                    </a:lnTo>
                    <a:lnTo>
                      <a:pt x="103" y="177"/>
                    </a:lnTo>
                    <a:lnTo>
                      <a:pt x="175" y="98"/>
                    </a:lnTo>
                    <a:lnTo>
                      <a:pt x="102" y="34"/>
                    </a:lnTo>
                    <a:lnTo>
                      <a:pt x="1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2" name="Freeform 97"/>
              <p:cNvSpPr>
                <a:spLocks noEditPoints="1"/>
              </p:cNvSpPr>
              <p:nvPr/>
            </p:nvSpPr>
            <p:spPr bwMode="auto">
              <a:xfrm>
                <a:off x="2184" y="658"/>
                <a:ext cx="251" cy="279"/>
              </a:xfrm>
              <a:custGeom>
                <a:avLst/>
                <a:gdLst>
                  <a:gd name="T0" fmla="*/ 161 w 251"/>
                  <a:gd name="T1" fmla="*/ 141 h 279"/>
                  <a:gd name="T2" fmla="*/ 90 w 251"/>
                  <a:gd name="T3" fmla="*/ 191 h 279"/>
                  <a:gd name="T4" fmla="*/ 111 w 251"/>
                  <a:gd name="T5" fmla="*/ 252 h 279"/>
                  <a:gd name="T6" fmla="*/ 71 w 251"/>
                  <a:gd name="T7" fmla="*/ 279 h 279"/>
                  <a:gd name="T8" fmla="*/ 0 w 251"/>
                  <a:gd name="T9" fmla="*/ 32 h 279"/>
                  <a:gd name="T10" fmla="*/ 47 w 251"/>
                  <a:gd name="T11" fmla="*/ 0 h 279"/>
                  <a:gd name="T12" fmla="*/ 251 w 251"/>
                  <a:gd name="T13" fmla="*/ 153 h 279"/>
                  <a:gd name="T14" fmla="*/ 211 w 251"/>
                  <a:gd name="T15" fmla="*/ 181 h 279"/>
                  <a:gd name="T16" fmla="*/ 161 w 251"/>
                  <a:gd name="T17" fmla="*/ 141 h 279"/>
                  <a:gd name="T18" fmla="*/ 130 w 251"/>
                  <a:gd name="T19" fmla="*/ 116 h 279"/>
                  <a:gd name="T20" fmla="*/ 43 w 251"/>
                  <a:gd name="T21" fmla="*/ 47 h 279"/>
                  <a:gd name="T22" fmla="*/ 78 w 251"/>
                  <a:gd name="T23" fmla="*/ 151 h 279"/>
                  <a:gd name="T24" fmla="*/ 130 w 251"/>
                  <a:gd name="T25" fmla="*/ 116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1" h="279">
                    <a:moveTo>
                      <a:pt x="161" y="141"/>
                    </a:moveTo>
                    <a:lnTo>
                      <a:pt x="90" y="191"/>
                    </a:lnTo>
                    <a:lnTo>
                      <a:pt x="111" y="252"/>
                    </a:lnTo>
                    <a:lnTo>
                      <a:pt x="71" y="279"/>
                    </a:lnTo>
                    <a:lnTo>
                      <a:pt x="0" y="32"/>
                    </a:lnTo>
                    <a:lnTo>
                      <a:pt x="47" y="0"/>
                    </a:lnTo>
                    <a:lnTo>
                      <a:pt x="251" y="153"/>
                    </a:lnTo>
                    <a:lnTo>
                      <a:pt x="211" y="181"/>
                    </a:lnTo>
                    <a:lnTo>
                      <a:pt x="161" y="141"/>
                    </a:lnTo>
                    <a:close/>
                    <a:moveTo>
                      <a:pt x="130" y="116"/>
                    </a:moveTo>
                    <a:lnTo>
                      <a:pt x="43" y="47"/>
                    </a:lnTo>
                    <a:lnTo>
                      <a:pt x="78" y="151"/>
                    </a:lnTo>
                    <a:lnTo>
                      <a:pt x="130" y="1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3" name="Freeform 98"/>
              <p:cNvSpPr/>
              <p:nvPr/>
            </p:nvSpPr>
            <p:spPr bwMode="auto">
              <a:xfrm>
                <a:off x="2360" y="509"/>
                <a:ext cx="272" cy="298"/>
              </a:xfrm>
              <a:custGeom>
                <a:avLst/>
                <a:gdLst>
                  <a:gd name="T0" fmla="*/ 184 w 272"/>
                  <a:gd name="T1" fmla="*/ 0 h 298"/>
                  <a:gd name="T2" fmla="*/ 272 w 272"/>
                  <a:gd name="T3" fmla="*/ 226 h 298"/>
                  <a:gd name="T4" fmla="*/ 232 w 272"/>
                  <a:gd name="T5" fmla="*/ 241 h 298"/>
                  <a:gd name="T6" fmla="*/ 65 w 272"/>
                  <a:gd name="T7" fmla="*/ 124 h 298"/>
                  <a:gd name="T8" fmla="*/ 127 w 272"/>
                  <a:gd name="T9" fmla="*/ 283 h 298"/>
                  <a:gd name="T10" fmla="*/ 88 w 272"/>
                  <a:gd name="T11" fmla="*/ 298 h 298"/>
                  <a:gd name="T12" fmla="*/ 0 w 272"/>
                  <a:gd name="T13" fmla="*/ 72 h 298"/>
                  <a:gd name="T14" fmla="*/ 44 w 272"/>
                  <a:gd name="T15" fmla="*/ 54 h 298"/>
                  <a:gd name="T16" fmla="*/ 204 w 272"/>
                  <a:gd name="T17" fmla="*/ 165 h 298"/>
                  <a:gd name="T18" fmla="*/ 144 w 272"/>
                  <a:gd name="T19" fmla="*/ 15 h 298"/>
                  <a:gd name="T20" fmla="*/ 184 w 272"/>
                  <a:gd name="T2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298">
                    <a:moveTo>
                      <a:pt x="184" y="0"/>
                    </a:moveTo>
                    <a:lnTo>
                      <a:pt x="272" y="226"/>
                    </a:lnTo>
                    <a:lnTo>
                      <a:pt x="232" y="241"/>
                    </a:lnTo>
                    <a:lnTo>
                      <a:pt x="65" y="124"/>
                    </a:lnTo>
                    <a:lnTo>
                      <a:pt x="127" y="283"/>
                    </a:lnTo>
                    <a:lnTo>
                      <a:pt x="88" y="298"/>
                    </a:lnTo>
                    <a:lnTo>
                      <a:pt x="0" y="72"/>
                    </a:lnTo>
                    <a:lnTo>
                      <a:pt x="44" y="54"/>
                    </a:lnTo>
                    <a:lnTo>
                      <a:pt x="204" y="165"/>
                    </a:lnTo>
                    <a:lnTo>
                      <a:pt x="144" y="15"/>
                    </a:lnTo>
                    <a:lnTo>
                      <a:pt x="18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4" name="Freeform 99"/>
              <p:cNvSpPr/>
              <p:nvPr/>
            </p:nvSpPr>
            <p:spPr bwMode="auto">
              <a:xfrm>
                <a:off x="2726" y="462"/>
                <a:ext cx="205" cy="251"/>
              </a:xfrm>
              <a:custGeom>
                <a:avLst/>
                <a:gdLst>
                  <a:gd name="T0" fmla="*/ 81 w 151"/>
                  <a:gd name="T1" fmla="*/ 185 h 186"/>
                  <a:gd name="T2" fmla="*/ 42 w 151"/>
                  <a:gd name="T3" fmla="*/ 179 h 186"/>
                  <a:gd name="T4" fmla="*/ 16 w 151"/>
                  <a:gd name="T5" fmla="*/ 156 h 186"/>
                  <a:gd name="T6" fmla="*/ 5 w 151"/>
                  <a:gd name="T7" fmla="*/ 121 h 186"/>
                  <a:gd name="T8" fmla="*/ 0 w 151"/>
                  <a:gd name="T9" fmla="*/ 6 h 186"/>
                  <a:gd name="T10" fmla="*/ 32 w 151"/>
                  <a:gd name="T11" fmla="*/ 5 h 186"/>
                  <a:gd name="T12" fmla="*/ 37 w 151"/>
                  <a:gd name="T13" fmla="*/ 117 h 186"/>
                  <a:gd name="T14" fmla="*/ 48 w 151"/>
                  <a:gd name="T15" fmla="*/ 148 h 186"/>
                  <a:gd name="T16" fmla="*/ 79 w 151"/>
                  <a:gd name="T17" fmla="*/ 158 h 186"/>
                  <a:gd name="T18" fmla="*/ 107 w 151"/>
                  <a:gd name="T19" fmla="*/ 145 h 186"/>
                  <a:gd name="T20" fmla="*/ 116 w 151"/>
                  <a:gd name="T21" fmla="*/ 113 h 186"/>
                  <a:gd name="T22" fmla="*/ 111 w 151"/>
                  <a:gd name="T23" fmla="*/ 1 h 186"/>
                  <a:gd name="T24" fmla="*/ 145 w 151"/>
                  <a:gd name="T25" fmla="*/ 0 h 186"/>
                  <a:gd name="T26" fmla="*/ 150 w 151"/>
                  <a:gd name="T27" fmla="*/ 114 h 186"/>
                  <a:gd name="T28" fmla="*/ 143 w 151"/>
                  <a:gd name="T29" fmla="*/ 151 h 186"/>
                  <a:gd name="T30" fmla="*/ 119 w 151"/>
                  <a:gd name="T31" fmla="*/ 175 h 186"/>
                  <a:gd name="T32" fmla="*/ 81 w 151"/>
                  <a:gd name="T33" fmla="*/ 18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1" h="186">
                    <a:moveTo>
                      <a:pt x="81" y="185"/>
                    </a:moveTo>
                    <a:cubicBezTo>
                      <a:pt x="66" y="186"/>
                      <a:pt x="53" y="184"/>
                      <a:pt x="42" y="179"/>
                    </a:cubicBezTo>
                    <a:cubicBezTo>
                      <a:pt x="31" y="174"/>
                      <a:pt x="22" y="166"/>
                      <a:pt x="16" y="156"/>
                    </a:cubicBezTo>
                    <a:cubicBezTo>
                      <a:pt x="9" y="146"/>
                      <a:pt x="6" y="134"/>
                      <a:pt x="5" y="121"/>
                    </a:cubicBezTo>
                    <a:cubicBezTo>
                      <a:pt x="0" y="6"/>
                      <a:pt x="0" y="6"/>
                      <a:pt x="0" y="6"/>
                    </a:cubicBezTo>
                    <a:cubicBezTo>
                      <a:pt x="32" y="5"/>
                      <a:pt x="32" y="5"/>
                      <a:pt x="32" y="5"/>
                    </a:cubicBezTo>
                    <a:cubicBezTo>
                      <a:pt x="37" y="117"/>
                      <a:pt x="37" y="117"/>
                      <a:pt x="37" y="117"/>
                    </a:cubicBezTo>
                    <a:cubicBezTo>
                      <a:pt x="37" y="131"/>
                      <a:pt x="41" y="141"/>
                      <a:pt x="48" y="148"/>
                    </a:cubicBezTo>
                    <a:cubicBezTo>
                      <a:pt x="56" y="155"/>
                      <a:pt x="66" y="158"/>
                      <a:pt x="79" y="158"/>
                    </a:cubicBezTo>
                    <a:cubicBezTo>
                      <a:pt x="91" y="157"/>
                      <a:pt x="101" y="153"/>
                      <a:pt x="107" y="145"/>
                    </a:cubicBezTo>
                    <a:cubicBezTo>
                      <a:pt x="114" y="138"/>
                      <a:pt x="117" y="127"/>
                      <a:pt x="116" y="113"/>
                    </a:cubicBezTo>
                    <a:cubicBezTo>
                      <a:pt x="111" y="1"/>
                      <a:pt x="111" y="1"/>
                      <a:pt x="111" y="1"/>
                    </a:cubicBezTo>
                    <a:cubicBezTo>
                      <a:pt x="145" y="0"/>
                      <a:pt x="145" y="0"/>
                      <a:pt x="145" y="0"/>
                    </a:cubicBezTo>
                    <a:cubicBezTo>
                      <a:pt x="150" y="114"/>
                      <a:pt x="150" y="114"/>
                      <a:pt x="150" y="114"/>
                    </a:cubicBezTo>
                    <a:cubicBezTo>
                      <a:pt x="151" y="128"/>
                      <a:pt x="149" y="140"/>
                      <a:pt x="143" y="151"/>
                    </a:cubicBezTo>
                    <a:cubicBezTo>
                      <a:pt x="138" y="161"/>
                      <a:pt x="130" y="169"/>
                      <a:pt x="119" y="175"/>
                    </a:cubicBezTo>
                    <a:cubicBezTo>
                      <a:pt x="108" y="181"/>
                      <a:pt x="96" y="184"/>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5" name="Freeform 100"/>
              <p:cNvSpPr/>
              <p:nvPr/>
            </p:nvSpPr>
            <p:spPr bwMode="auto">
              <a:xfrm>
                <a:off x="2961" y="467"/>
                <a:ext cx="242" cy="277"/>
              </a:xfrm>
              <a:custGeom>
                <a:avLst/>
                <a:gdLst>
                  <a:gd name="T0" fmla="*/ 242 w 242"/>
                  <a:gd name="T1" fmla="*/ 39 h 277"/>
                  <a:gd name="T2" fmla="*/ 194 w 242"/>
                  <a:gd name="T3" fmla="*/ 277 h 277"/>
                  <a:gd name="T4" fmla="*/ 152 w 242"/>
                  <a:gd name="T5" fmla="*/ 269 h 277"/>
                  <a:gd name="T6" fmla="*/ 74 w 242"/>
                  <a:gd name="T7" fmla="*/ 80 h 277"/>
                  <a:gd name="T8" fmla="*/ 42 w 242"/>
                  <a:gd name="T9" fmla="*/ 248 h 277"/>
                  <a:gd name="T10" fmla="*/ 0 w 242"/>
                  <a:gd name="T11" fmla="*/ 240 h 277"/>
                  <a:gd name="T12" fmla="*/ 47 w 242"/>
                  <a:gd name="T13" fmla="*/ 0 h 277"/>
                  <a:gd name="T14" fmla="*/ 96 w 242"/>
                  <a:gd name="T15" fmla="*/ 9 h 277"/>
                  <a:gd name="T16" fmla="*/ 169 w 242"/>
                  <a:gd name="T17" fmla="*/ 189 h 277"/>
                  <a:gd name="T18" fmla="*/ 201 w 242"/>
                  <a:gd name="T19" fmla="*/ 31 h 277"/>
                  <a:gd name="T20" fmla="*/ 242 w 242"/>
                  <a:gd name="T21" fmla="*/ 39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277">
                    <a:moveTo>
                      <a:pt x="242" y="39"/>
                    </a:moveTo>
                    <a:lnTo>
                      <a:pt x="194" y="277"/>
                    </a:lnTo>
                    <a:lnTo>
                      <a:pt x="152" y="269"/>
                    </a:lnTo>
                    <a:lnTo>
                      <a:pt x="74" y="80"/>
                    </a:lnTo>
                    <a:lnTo>
                      <a:pt x="42" y="248"/>
                    </a:lnTo>
                    <a:lnTo>
                      <a:pt x="0" y="240"/>
                    </a:lnTo>
                    <a:lnTo>
                      <a:pt x="47" y="0"/>
                    </a:lnTo>
                    <a:lnTo>
                      <a:pt x="96" y="9"/>
                    </a:lnTo>
                    <a:lnTo>
                      <a:pt x="169" y="189"/>
                    </a:lnTo>
                    <a:lnTo>
                      <a:pt x="201" y="31"/>
                    </a:lnTo>
                    <a:lnTo>
                      <a:pt x="242" y="3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6" name="Freeform 101"/>
              <p:cNvSpPr/>
              <p:nvPr/>
            </p:nvSpPr>
            <p:spPr bwMode="auto">
              <a:xfrm>
                <a:off x="3187" y="533"/>
                <a:ext cx="130" cy="244"/>
              </a:xfrm>
              <a:custGeom>
                <a:avLst/>
                <a:gdLst>
                  <a:gd name="T0" fmla="*/ 130 w 130"/>
                  <a:gd name="T1" fmla="*/ 17 h 244"/>
                  <a:gd name="T2" fmla="*/ 43 w 130"/>
                  <a:gd name="T3" fmla="*/ 244 h 244"/>
                  <a:gd name="T4" fmla="*/ 0 w 130"/>
                  <a:gd name="T5" fmla="*/ 228 h 244"/>
                  <a:gd name="T6" fmla="*/ 86 w 130"/>
                  <a:gd name="T7" fmla="*/ 0 h 244"/>
                  <a:gd name="T8" fmla="*/ 130 w 130"/>
                  <a:gd name="T9" fmla="*/ 17 h 244"/>
                </a:gdLst>
                <a:ahLst/>
                <a:cxnLst>
                  <a:cxn ang="0">
                    <a:pos x="T0" y="T1"/>
                  </a:cxn>
                  <a:cxn ang="0">
                    <a:pos x="T2" y="T3"/>
                  </a:cxn>
                  <a:cxn ang="0">
                    <a:pos x="T4" y="T5"/>
                  </a:cxn>
                  <a:cxn ang="0">
                    <a:pos x="T6" y="T7"/>
                  </a:cxn>
                  <a:cxn ang="0">
                    <a:pos x="T8" y="T9"/>
                  </a:cxn>
                </a:cxnLst>
                <a:rect l="0" t="0" r="r" b="b"/>
                <a:pathLst>
                  <a:path w="130" h="244">
                    <a:moveTo>
                      <a:pt x="130" y="17"/>
                    </a:moveTo>
                    <a:lnTo>
                      <a:pt x="43" y="244"/>
                    </a:lnTo>
                    <a:lnTo>
                      <a:pt x="0" y="228"/>
                    </a:lnTo>
                    <a:lnTo>
                      <a:pt x="86" y="0"/>
                    </a:lnTo>
                    <a:lnTo>
                      <a:pt x="130"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7" name="Freeform 102"/>
              <p:cNvSpPr/>
              <p:nvPr/>
            </p:nvSpPr>
            <p:spPr bwMode="auto">
              <a:xfrm>
                <a:off x="3321" y="568"/>
                <a:ext cx="240" cy="279"/>
              </a:xfrm>
              <a:custGeom>
                <a:avLst/>
                <a:gdLst>
                  <a:gd name="T0" fmla="*/ 240 w 240"/>
                  <a:gd name="T1" fmla="*/ 110 h 279"/>
                  <a:gd name="T2" fmla="*/ 48 w 240"/>
                  <a:gd name="T3" fmla="*/ 279 h 279"/>
                  <a:gd name="T4" fmla="*/ 0 w 240"/>
                  <a:gd name="T5" fmla="*/ 251 h 279"/>
                  <a:gd name="T6" fmla="*/ 51 w 240"/>
                  <a:gd name="T7" fmla="*/ 0 h 279"/>
                  <a:gd name="T8" fmla="*/ 94 w 240"/>
                  <a:gd name="T9" fmla="*/ 25 h 279"/>
                  <a:gd name="T10" fmla="*/ 44 w 240"/>
                  <a:gd name="T11" fmla="*/ 235 h 279"/>
                  <a:gd name="T12" fmla="*/ 200 w 240"/>
                  <a:gd name="T13" fmla="*/ 87 h 279"/>
                  <a:gd name="T14" fmla="*/ 240 w 240"/>
                  <a:gd name="T15" fmla="*/ 110 h 2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0" h="279">
                    <a:moveTo>
                      <a:pt x="240" y="110"/>
                    </a:moveTo>
                    <a:lnTo>
                      <a:pt x="48" y="279"/>
                    </a:lnTo>
                    <a:lnTo>
                      <a:pt x="0" y="251"/>
                    </a:lnTo>
                    <a:lnTo>
                      <a:pt x="51" y="0"/>
                    </a:lnTo>
                    <a:lnTo>
                      <a:pt x="94" y="25"/>
                    </a:lnTo>
                    <a:lnTo>
                      <a:pt x="44" y="235"/>
                    </a:lnTo>
                    <a:lnTo>
                      <a:pt x="200" y="87"/>
                    </a:lnTo>
                    <a:lnTo>
                      <a:pt x="240" y="1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8" name="Freeform 103"/>
              <p:cNvSpPr/>
              <p:nvPr/>
            </p:nvSpPr>
            <p:spPr bwMode="auto">
              <a:xfrm>
                <a:off x="3449" y="720"/>
                <a:ext cx="275" cy="280"/>
              </a:xfrm>
              <a:custGeom>
                <a:avLst/>
                <a:gdLst>
                  <a:gd name="T0" fmla="*/ 172 w 275"/>
                  <a:gd name="T1" fmla="*/ 60 h 280"/>
                  <a:gd name="T2" fmla="*/ 133 w 275"/>
                  <a:gd name="T3" fmla="*/ 102 h 280"/>
                  <a:gd name="T4" fmla="*/ 204 w 275"/>
                  <a:gd name="T5" fmla="*/ 168 h 280"/>
                  <a:gd name="T6" fmla="*/ 179 w 275"/>
                  <a:gd name="T7" fmla="*/ 196 h 280"/>
                  <a:gd name="T8" fmla="*/ 107 w 275"/>
                  <a:gd name="T9" fmla="*/ 131 h 280"/>
                  <a:gd name="T10" fmla="*/ 60 w 275"/>
                  <a:gd name="T11" fmla="*/ 183 h 280"/>
                  <a:gd name="T12" fmla="*/ 137 w 275"/>
                  <a:gd name="T13" fmla="*/ 252 h 280"/>
                  <a:gd name="T14" fmla="*/ 111 w 275"/>
                  <a:gd name="T15" fmla="*/ 280 h 280"/>
                  <a:gd name="T16" fmla="*/ 0 w 275"/>
                  <a:gd name="T17" fmla="*/ 180 h 280"/>
                  <a:gd name="T18" fmla="*/ 164 w 275"/>
                  <a:gd name="T19" fmla="*/ 0 h 280"/>
                  <a:gd name="T20" fmla="*/ 275 w 275"/>
                  <a:gd name="T21" fmla="*/ 100 h 280"/>
                  <a:gd name="T22" fmla="*/ 248 w 275"/>
                  <a:gd name="T23" fmla="*/ 129 h 280"/>
                  <a:gd name="T24" fmla="*/ 172 w 275"/>
                  <a:gd name="T25" fmla="*/ 6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5" h="280">
                    <a:moveTo>
                      <a:pt x="172" y="60"/>
                    </a:moveTo>
                    <a:lnTo>
                      <a:pt x="133" y="102"/>
                    </a:lnTo>
                    <a:lnTo>
                      <a:pt x="204" y="168"/>
                    </a:lnTo>
                    <a:lnTo>
                      <a:pt x="179" y="196"/>
                    </a:lnTo>
                    <a:lnTo>
                      <a:pt x="107" y="131"/>
                    </a:lnTo>
                    <a:lnTo>
                      <a:pt x="60" y="183"/>
                    </a:lnTo>
                    <a:lnTo>
                      <a:pt x="137" y="252"/>
                    </a:lnTo>
                    <a:lnTo>
                      <a:pt x="111" y="280"/>
                    </a:lnTo>
                    <a:lnTo>
                      <a:pt x="0" y="180"/>
                    </a:lnTo>
                    <a:lnTo>
                      <a:pt x="164" y="0"/>
                    </a:lnTo>
                    <a:lnTo>
                      <a:pt x="275" y="100"/>
                    </a:lnTo>
                    <a:lnTo>
                      <a:pt x="248" y="129"/>
                    </a:lnTo>
                    <a:lnTo>
                      <a:pt x="172" y="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39" name="Freeform 104"/>
              <p:cNvSpPr>
                <a:spLocks noEditPoints="1"/>
              </p:cNvSpPr>
              <p:nvPr/>
            </p:nvSpPr>
            <p:spPr bwMode="auto">
              <a:xfrm>
                <a:off x="3579" y="877"/>
                <a:ext cx="271" cy="294"/>
              </a:xfrm>
              <a:custGeom>
                <a:avLst/>
                <a:gdLst>
                  <a:gd name="T0" fmla="*/ 87 w 200"/>
                  <a:gd name="T1" fmla="*/ 108 h 217"/>
                  <a:gd name="T2" fmla="*/ 76 w 200"/>
                  <a:gd name="T3" fmla="*/ 93 h 217"/>
                  <a:gd name="T4" fmla="*/ 20 w 200"/>
                  <a:gd name="T5" fmla="*/ 133 h 217"/>
                  <a:gd name="T6" fmla="*/ 0 w 200"/>
                  <a:gd name="T7" fmla="*/ 106 h 217"/>
                  <a:gd name="T8" fmla="*/ 145 w 200"/>
                  <a:gd name="T9" fmla="*/ 0 h 217"/>
                  <a:gd name="T10" fmla="*/ 187 w 200"/>
                  <a:gd name="T11" fmla="*/ 58 h 217"/>
                  <a:gd name="T12" fmla="*/ 199 w 200"/>
                  <a:gd name="T13" fmla="*/ 85 h 217"/>
                  <a:gd name="T14" fmla="*/ 195 w 200"/>
                  <a:gd name="T15" fmla="*/ 112 h 217"/>
                  <a:gd name="T16" fmla="*/ 175 w 200"/>
                  <a:gd name="T17" fmla="*/ 135 h 217"/>
                  <a:gd name="T18" fmla="*/ 141 w 200"/>
                  <a:gd name="T19" fmla="*/ 147 h 217"/>
                  <a:gd name="T20" fmla="*/ 109 w 200"/>
                  <a:gd name="T21" fmla="*/ 135 h 217"/>
                  <a:gd name="T22" fmla="*/ 81 w 200"/>
                  <a:gd name="T23" fmla="*/ 217 h 217"/>
                  <a:gd name="T24" fmla="*/ 57 w 200"/>
                  <a:gd name="T25" fmla="*/ 184 h 217"/>
                  <a:gd name="T26" fmla="*/ 87 w 200"/>
                  <a:gd name="T27" fmla="*/ 108 h 217"/>
                  <a:gd name="T28" fmla="*/ 97 w 200"/>
                  <a:gd name="T29" fmla="*/ 77 h 217"/>
                  <a:gd name="T30" fmla="*/ 115 w 200"/>
                  <a:gd name="T31" fmla="*/ 101 h 217"/>
                  <a:gd name="T32" fmla="*/ 134 w 200"/>
                  <a:gd name="T33" fmla="*/ 114 h 217"/>
                  <a:gd name="T34" fmla="*/ 155 w 200"/>
                  <a:gd name="T35" fmla="*/ 108 h 217"/>
                  <a:gd name="T36" fmla="*/ 168 w 200"/>
                  <a:gd name="T37" fmla="*/ 89 h 217"/>
                  <a:gd name="T38" fmla="*/ 161 w 200"/>
                  <a:gd name="T39" fmla="*/ 68 h 217"/>
                  <a:gd name="T40" fmla="*/ 143 w 200"/>
                  <a:gd name="T41" fmla="*/ 43 h 217"/>
                  <a:gd name="T42" fmla="*/ 97 w 200"/>
                  <a:gd name="T43" fmla="*/ 7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0" h="217">
                    <a:moveTo>
                      <a:pt x="87" y="108"/>
                    </a:moveTo>
                    <a:cubicBezTo>
                      <a:pt x="76" y="93"/>
                      <a:pt x="76" y="93"/>
                      <a:pt x="76" y="93"/>
                    </a:cubicBezTo>
                    <a:cubicBezTo>
                      <a:pt x="20" y="133"/>
                      <a:pt x="20" y="133"/>
                      <a:pt x="20" y="133"/>
                    </a:cubicBezTo>
                    <a:cubicBezTo>
                      <a:pt x="0" y="106"/>
                      <a:pt x="0" y="106"/>
                      <a:pt x="0" y="106"/>
                    </a:cubicBezTo>
                    <a:cubicBezTo>
                      <a:pt x="145" y="0"/>
                      <a:pt x="145" y="0"/>
                      <a:pt x="145" y="0"/>
                    </a:cubicBezTo>
                    <a:cubicBezTo>
                      <a:pt x="187" y="58"/>
                      <a:pt x="187" y="58"/>
                      <a:pt x="187" y="58"/>
                    </a:cubicBezTo>
                    <a:cubicBezTo>
                      <a:pt x="194" y="67"/>
                      <a:pt x="198" y="76"/>
                      <a:pt x="199" y="85"/>
                    </a:cubicBezTo>
                    <a:cubicBezTo>
                      <a:pt x="200" y="95"/>
                      <a:pt x="199" y="104"/>
                      <a:pt x="195" y="112"/>
                    </a:cubicBezTo>
                    <a:cubicBezTo>
                      <a:pt x="190" y="121"/>
                      <a:pt x="184" y="129"/>
                      <a:pt x="175" y="135"/>
                    </a:cubicBezTo>
                    <a:cubicBezTo>
                      <a:pt x="164" y="143"/>
                      <a:pt x="152" y="147"/>
                      <a:pt x="141" y="147"/>
                    </a:cubicBezTo>
                    <a:cubicBezTo>
                      <a:pt x="129" y="147"/>
                      <a:pt x="118" y="143"/>
                      <a:pt x="109" y="135"/>
                    </a:cubicBezTo>
                    <a:cubicBezTo>
                      <a:pt x="81" y="217"/>
                      <a:pt x="81" y="217"/>
                      <a:pt x="81" y="217"/>
                    </a:cubicBezTo>
                    <a:cubicBezTo>
                      <a:pt x="57" y="184"/>
                      <a:pt x="57" y="184"/>
                      <a:pt x="57" y="184"/>
                    </a:cubicBezTo>
                    <a:lnTo>
                      <a:pt x="87" y="108"/>
                    </a:lnTo>
                    <a:close/>
                    <a:moveTo>
                      <a:pt x="97" y="77"/>
                    </a:moveTo>
                    <a:cubicBezTo>
                      <a:pt x="115" y="101"/>
                      <a:pt x="115" y="101"/>
                      <a:pt x="115" y="101"/>
                    </a:cubicBezTo>
                    <a:cubicBezTo>
                      <a:pt x="120" y="109"/>
                      <a:pt x="127" y="113"/>
                      <a:pt x="134" y="114"/>
                    </a:cubicBezTo>
                    <a:cubicBezTo>
                      <a:pt x="140" y="115"/>
                      <a:pt x="148" y="113"/>
                      <a:pt x="155" y="108"/>
                    </a:cubicBezTo>
                    <a:cubicBezTo>
                      <a:pt x="163" y="102"/>
                      <a:pt x="167" y="96"/>
                      <a:pt x="168" y="89"/>
                    </a:cubicBezTo>
                    <a:cubicBezTo>
                      <a:pt x="169" y="82"/>
                      <a:pt x="167" y="75"/>
                      <a:pt x="161" y="68"/>
                    </a:cubicBezTo>
                    <a:cubicBezTo>
                      <a:pt x="143" y="43"/>
                      <a:pt x="143" y="43"/>
                      <a:pt x="143" y="43"/>
                    </a:cubicBezTo>
                    <a:lnTo>
                      <a:pt x="97" y="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0" name="Freeform 105"/>
              <p:cNvSpPr/>
              <p:nvPr/>
            </p:nvSpPr>
            <p:spPr bwMode="auto">
              <a:xfrm>
                <a:off x="3708" y="1099"/>
                <a:ext cx="255" cy="215"/>
              </a:xfrm>
              <a:custGeom>
                <a:avLst/>
                <a:gdLst>
                  <a:gd name="T0" fmla="*/ 107 w 189"/>
                  <a:gd name="T1" fmla="*/ 6 h 159"/>
                  <a:gd name="T2" fmla="*/ 135 w 189"/>
                  <a:gd name="T3" fmla="*/ 1 h 159"/>
                  <a:gd name="T4" fmla="*/ 160 w 189"/>
                  <a:gd name="T5" fmla="*/ 13 h 159"/>
                  <a:gd name="T6" fmla="*/ 180 w 189"/>
                  <a:gd name="T7" fmla="*/ 41 h 159"/>
                  <a:gd name="T8" fmla="*/ 188 w 189"/>
                  <a:gd name="T9" fmla="*/ 81 h 159"/>
                  <a:gd name="T10" fmla="*/ 171 w 189"/>
                  <a:gd name="T11" fmla="*/ 112 h 159"/>
                  <a:gd name="T12" fmla="*/ 148 w 189"/>
                  <a:gd name="T13" fmla="*/ 93 h 159"/>
                  <a:gd name="T14" fmla="*/ 158 w 189"/>
                  <a:gd name="T15" fmla="*/ 75 h 159"/>
                  <a:gd name="T16" fmla="*/ 154 w 189"/>
                  <a:gd name="T17" fmla="*/ 54 h 159"/>
                  <a:gd name="T18" fmla="*/ 140 w 189"/>
                  <a:gd name="T19" fmla="*/ 36 h 159"/>
                  <a:gd name="T20" fmla="*/ 122 w 189"/>
                  <a:gd name="T21" fmla="*/ 36 h 159"/>
                  <a:gd name="T22" fmla="*/ 111 w 189"/>
                  <a:gd name="T23" fmla="*/ 49 h 159"/>
                  <a:gd name="T24" fmla="*/ 114 w 189"/>
                  <a:gd name="T25" fmla="*/ 77 h 159"/>
                  <a:gd name="T26" fmla="*/ 115 w 189"/>
                  <a:gd name="T27" fmla="*/ 126 h 159"/>
                  <a:gd name="T28" fmla="*/ 87 w 189"/>
                  <a:gd name="T29" fmla="*/ 154 h 159"/>
                  <a:gd name="T30" fmla="*/ 58 w 189"/>
                  <a:gd name="T31" fmla="*/ 158 h 159"/>
                  <a:gd name="T32" fmla="*/ 31 w 189"/>
                  <a:gd name="T33" fmla="*/ 144 h 159"/>
                  <a:gd name="T34" fmla="*/ 10 w 189"/>
                  <a:gd name="T35" fmla="*/ 116 h 159"/>
                  <a:gd name="T36" fmla="*/ 2 w 189"/>
                  <a:gd name="T37" fmla="*/ 72 h 159"/>
                  <a:gd name="T38" fmla="*/ 20 w 189"/>
                  <a:gd name="T39" fmla="*/ 38 h 159"/>
                  <a:gd name="T40" fmla="*/ 43 w 189"/>
                  <a:gd name="T41" fmla="*/ 57 h 159"/>
                  <a:gd name="T42" fmla="*/ 32 w 189"/>
                  <a:gd name="T43" fmla="*/ 78 h 159"/>
                  <a:gd name="T44" fmla="*/ 37 w 189"/>
                  <a:gd name="T45" fmla="*/ 104 h 159"/>
                  <a:gd name="T46" fmla="*/ 52 w 189"/>
                  <a:gd name="T47" fmla="*/ 123 h 159"/>
                  <a:gd name="T48" fmla="*/ 72 w 189"/>
                  <a:gd name="T49" fmla="*/ 123 h 159"/>
                  <a:gd name="T50" fmla="*/ 85 w 189"/>
                  <a:gd name="T51" fmla="*/ 108 h 159"/>
                  <a:gd name="T52" fmla="*/ 82 w 189"/>
                  <a:gd name="T53" fmla="*/ 76 h 159"/>
                  <a:gd name="T54" fmla="*/ 81 w 189"/>
                  <a:gd name="T55" fmla="*/ 32 h 159"/>
                  <a:gd name="T56" fmla="*/ 107 w 189"/>
                  <a:gd name="T57" fmla="*/ 6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9" h="159">
                    <a:moveTo>
                      <a:pt x="107" y="6"/>
                    </a:moveTo>
                    <a:cubicBezTo>
                      <a:pt x="116" y="2"/>
                      <a:pt x="125" y="0"/>
                      <a:pt x="135" y="1"/>
                    </a:cubicBezTo>
                    <a:cubicBezTo>
                      <a:pt x="144" y="3"/>
                      <a:pt x="152" y="7"/>
                      <a:pt x="160" y="13"/>
                    </a:cubicBezTo>
                    <a:cubicBezTo>
                      <a:pt x="168" y="20"/>
                      <a:pt x="175" y="29"/>
                      <a:pt x="180" y="41"/>
                    </a:cubicBezTo>
                    <a:cubicBezTo>
                      <a:pt x="187" y="56"/>
                      <a:pt x="189" y="69"/>
                      <a:pt x="188" y="81"/>
                    </a:cubicBezTo>
                    <a:cubicBezTo>
                      <a:pt x="186" y="93"/>
                      <a:pt x="181" y="104"/>
                      <a:pt x="171" y="112"/>
                    </a:cubicBezTo>
                    <a:cubicBezTo>
                      <a:pt x="148" y="93"/>
                      <a:pt x="148" y="93"/>
                      <a:pt x="148" y="93"/>
                    </a:cubicBezTo>
                    <a:cubicBezTo>
                      <a:pt x="154" y="87"/>
                      <a:pt x="157" y="82"/>
                      <a:pt x="158" y="75"/>
                    </a:cubicBezTo>
                    <a:cubicBezTo>
                      <a:pt x="159" y="69"/>
                      <a:pt x="158" y="62"/>
                      <a:pt x="154" y="54"/>
                    </a:cubicBezTo>
                    <a:cubicBezTo>
                      <a:pt x="150" y="45"/>
                      <a:pt x="145" y="39"/>
                      <a:pt x="140" y="36"/>
                    </a:cubicBezTo>
                    <a:cubicBezTo>
                      <a:pt x="135" y="33"/>
                      <a:pt x="129" y="33"/>
                      <a:pt x="122" y="36"/>
                    </a:cubicBezTo>
                    <a:cubicBezTo>
                      <a:pt x="116" y="39"/>
                      <a:pt x="112" y="43"/>
                      <a:pt x="111" y="49"/>
                    </a:cubicBezTo>
                    <a:cubicBezTo>
                      <a:pt x="110" y="56"/>
                      <a:pt x="111" y="65"/>
                      <a:pt x="114" y="77"/>
                    </a:cubicBezTo>
                    <a:cubicBezTo>
                      <a:pt x="119" y="97"/>
                      <a:pt x="120" y="114"/>
                      <a:pt x="115" y="126"/>
                    </a:cubicBezTo>
                    <a:cubicBezTo>
                      <a:pt x="111" y="138"/>
                      <a:pt x="102" y="147"/>
                      <a:pt x="87" y="154"/>
                    </a:cubicBezTo>
                    <a:cubicBezTo>
                      <a:pt x="78" y="158"/>
                      <a:pt x="68" y="159"/>
                      <a:pt x="58" y="158"/>
                    </a:cubicBezTo>
                    <a:cubicBezTo>
                      <a:pt x="48" y="156"/>
                      <a:pt x="39" y="152"/>
                      <a:pt x="31" y="144"/>
                    </a:cubicBezTo>
                    <a:cubicBezTo>
                      <a:pt x="23" y="137"/>
                      <a:pt x="16" y="128"/>
                      <a:pt x="10" y="116"/>
                    </a:cubicBezTo>
                    <a:cubicBezTo>
                      <a:pt x="3" y="100"/>
                      <a:pt x="0" y="85"/>
                      <a:pt x="2" y="72"/>
                    </a:cubicBezTo>
                    <a:cubicBezTo>
                      <a:pt x="4" y="58"/>
                      <a:pt x="10" y="47"/>
                      <a:pt x="20" y="38"/>
                    </a:cubicBezTo>
                    <a:cubicBezTo>
                      <a:pt x="43" y="57"/>
                      <a:pt x="43" y="57"/>
                      <a:pt x="43" y="57"/>
                    </a:cubicBezTo>
                    <a:cubicBezTo>
                      <a:pt x="37" y="63"/>
                      <a:pt x="33" y="70"/>
                      <a:pt x="32" y="78"/>
                    </a:cubicBezTo>
                    <a:cubicBezTo>
                      <a:pt x="31" y="86"/>
                      <a:pt x="32" y="95"/>
                      <a:pt x="37" y="104"/>
                    </a:cubicBezTo>
                    <a:cubicBezTo>
                      <a:pt x="41" y="114"/>
                      <a:pt x="46" y="120"/>
                      <a:pt x="52" y="123"/>
                    </a:cubicBezTo>
                    <a:cubicBezTo>
                      <a:pt x="58" y="126"/>
                      <a:pt x="65" y="126"/>
                      <a:pt x="72" y="123"/>
                    </a:cubicBezTo>
                    <a:cubicBezTo>
                      <a:pt x="79" y="120"/>
                      <a:pt x="83" y="115"/>
                      <a:pt x="85" y="108"/>
                    </a:cubicBezTo>
                    <a:cubicBezTo>
                      <a:pt x="86" y="101"/>
                      <a:pt x="86" y="90"/>
                      <a:pt x="82" y="76"/>
                    </a:cubicBezTo>
                    <a:cubicBezTo>
                      <a:pt x="77" y="58"/>
                      <a:pt x="77" y="43"/>
                      <a:pt x="81" y="32"/>
                    </a:cubicBezTo>
                    <a:cubicBezTo>
                      <a:pt x="85" y="20"/>
                      <a:pt x="94" y="12"/>
                      <a:pt x="10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1" name="Freeform 106"/>
              <p:cNvSpPr/>
              <p:nvPr/>
            </p:nvSpPr>
            <p:spPr bwMode="auto">
              <a:xfrm>
                <a:off x="3767" y="1295"/>
                <a:ext cx="246" cy="111"/>
              </a:xfrm>
              <a:custGeom>
                <a:avLst/>
                <a:gdLst>
                  <a:gd name="T0" fmla="*/ 246 w 246"/>
                  <a:gd name="T1" fmla="*/ 44 h 111"/>
                  <a:gd name="T2" fmla="*/ 12 w 246"/>
                  <a:gd name="T3" fmla="*/ 111 h 111"/>
                  <a:gd name="T4" fmla="*/ 0 w 246"/>
                  <a:gd name="T5" fmla="*/ 67 h 111"/>
                  <a:gd name="T6" fmla="*/ 233 w 246"/>
                  <a:gd name="T7" fmla="*/ 0 h 111"/>
                  <a:gd name="T8" fmla="*/ 246 w 246"/>
                  <a:gd name="T9" fmla="*/ 44 h 111"/>
                </a:gdLst>
                <a:ahLst/>
                <a:cxnLst>
                  <a:cxn ang="0">
                    <a:pos x="T0" y="T1"/>
                  </a:cxn>
                  <a:cxn ang="0">
                    <a:pos x="T2" y="T3"/>
                  </a:cxn>
                  <a:cxn ang="0">
                    <a:pos x="T4" y="T5"/>
                  </a:cxn>
                  <a:cxn ang="0">
                    <a:pos x="T6" y="T7"/>
                  </a:cxn>
                  <a:cxn ang="0">
                    <a:pos x="T8" y="T9"/>
                  </a:cxn>
                </a:cxnLst>
                <a:rect l="0" t="0" r="r" b="b"/>
                <a:pathLst>
                  <a:path w="246" h="111">
                    <a:moveTo>
                      <a:pt x="246" y="44"/>
                    </a:moveTo>
                    <a:lnTo>
                      <a:pt x="12" y="111"/>
                    </a:lnTo>
                    <a:lnTo>
                      <a:pt x="0" y="67"/>
                    </a:lnTo>
                    <a:lnTo>
                      <a:pt x="233" y="0"/>
                    </a:lnTo>
                    <a:lnTo>
                      <a:pt x="246" y="4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2" name="Freeform 107"/>
              <p:cNvSpPr/>
              <p:nvPr/>
            </p:nvSpPr>
            <p:spPr bwMode="auto">
              <a:xfrm>
                <a:off x="3798" y="1398"/>
                <a:ext cx="255" cy="179"/>
              </a:xfrm>
              <a:custGeom>
                <a:avLst/>
                <a:gdLst>
                  <a:gd name="T0" fmla="*/ 217 w 255"/>
                  <a:gd name="T1" fmla="*/ 179 h 179"/>
                  <a:gd name="T2" fmla="*/ 209 w 255"/>
                  <a:gd name="T3" fmla="*/ 115 h 179"/>
                  <a:gd name="T4" fmla="*/ 6 w 255"/>
                  <a:gd name="T5" fmla="*/ 142 h 179"/>
                  <a:gd name="T6" fmla="*/ 0 w 255"/>
                  <a:gd name="T7" fmla="*/ 96 h 179"/>
                  <a:gd name="T8" fmla="*/ 202 w 255"/>
                  <a:gd name="T9" fmla="*/ 69 h 179"/>
                  <a:gd name="T10" fmla="*/ 194 w 255"/>
                  <a:gd name="T11" fmla="*/ 6 h 179"/>
                  <a:gd name="T12" fmla="*/ 232 w 255"/>
                  <a:gd name="T13" fmla="*/ 0 h 179"/>
                  <a:gd name="T14" fmla="*/ 255 w 255"/>
                  <a:gd name="T15" fmla="*/ 173 h 179"/>
                  <a:gd name="T16" fmla="*/ 217 w 255"/>
                  <a:gd name="T17" fmla="*/ 17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 h="179">
                    <a:moveTo>
                      <a:pt x="217" y="179"/>
                    </a:moveTo>
                    <a:lnTo>
                      <a:pt x="209" y="115"/>
                    </a:lnTo>
                    <a:lnTo>
                      <a:pt x="6" y="142"/>
                    </a:lnTo>
                    <a:lnTo>
                      <a:pt x="0" y="96"/>
                    </a:lnTo>
                    <a:lnTo>
                      <a:pt x="202" y="69"/>
                    </a:lnTo>
                    <a:lnTo>
                      <a:pt x="194" y="6"/>
                    </a:lnTo>
                    <a:lnTo>
                      <a:pt x="232" y="0"/>
                    </a:lnTo>
                    <a:lnTo>
                      <a:pt x="255" y="173"/>
                    </a:lnTo>
                    <a:lnTo>
                      <a:pt x="21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3" name="Freeform 108"/>
              <p:cNvSpPr/>
              <p:nvPr/>
            </p:nvSpPr>
            <p:spPr bwMode="auto">
              <a:xfrm>
                <a:off x="3804" y="1623"/>
                <a:ext cx="253" cy="211"/>
              </a:xfrm>
              <a:custGeom>
                <a:avLst/>
                <a:gdLst>
                  <a:gd name="T0" fmla="*/ 96 w 253"/>
                  <a:gd name="T1" fmla="*/ 117 h 211"/>
                  <a:gd name="T2" fmla="*/ 0 w 253"/>
                  <a:gd name="T3" fmla="*/ 109 h 211"/>
                  <a:gd name="T4" fmla="*/ 4 w 253"/>
                  <a:gd name="T5" fmla="*/ 63 h 211"/>
                  <a:gd name="T6" fmla="*/ 100 w 253"/>
                  <a:gd name="T7" fmla="*/ 71 h 211"/>
                  <a:gd name="T8" fmla="*/ 253 w 253"/>
                  <a:gd name="T9" fmla="*/ 0 h 211"/>
                  <a:gd name="T10" fmla="*/ 249 w 253"/>
                  <a:gd name="T11" fmla="*/ 51 h 211"/>
                  <a:gd name="T12" fmla="*/ 134 w 253"/>
                  <a:gd name="T13" fmla="*/ 97 h 211"/>
                  <a:gd name="T14" fmla="*/ 241 w 253"/>
                  <a:gd name="T15" fmla="*/ 161 h 211"/>
                  <a:gd name="T16" fmla="*/ 237 w 253"/>
                  <a:gd name="T17" fmla="*/ 211 h 211"/>
                  <a:gd name="T18" fmla="*/ 96 w 253"/>
                  <a:gd name="T19" fmla="*/ 1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3" h="211">
                    <a:moveTo>
                      <a:pt x="96" y="117"/>
                    </a:moveTo>
                    <a:lnTo>
                      <a:pt x="0" y="109"/>
                    </a:lnTo>
                    <a:lnTo>
                      <a:pt x="4" y="63"/>
                    </a:lnTo>
                    <a:lnTo>
                      <a:pt x="100" y="71"/>
                    </a:lnTo>
                    <a:lnTo>
                      <a:pt x="253" y="0"/>
                    </a:lnTo>
                    <a:lnTo>
                      <a:pt x="249" y="51"/>
                    </a:lnTo>
                    <a:lnTo>
                      <a:pt x="134" y="97"/>
                    </a:lnTo>
                    <a:lnTo>
                      <a:pt x="241" y="161"/>
                    </a:lnTo>
                    <a:lnTo>
                      <a:pt x="237" y="211"/>
                    </a:lnTo>
                    <a:lnTo>
                      <a:pt x="96" y="1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4" name="Freeform 109"/>
              <p:cNvSpPr/>
              <p:nvPr/>
            </p:nvSpPr>
            <p:spPr bwMode="auto">
              <a:xfrm>
                <a:off x="2609" y="2605"/>
                <a:ext cx="73" cy="191"/>
              </a:xfrm>
              <a:custGeom>
                <a:avLst/>
                <a:gdLst>
                  <a:gd name="T0" fmla="*/ 73 w 73"/>
                  <a:gd name="T1" fmla="*/ 191 h 191"/>
                  <a:gd name="T2" fmla="*/ 39 w 73"/>
                  <a:gd name="T3" fmla="*/ 191 h 191"/>
                  <a:gd name="T4" fmla="*/ 39 w 73"/>
                  <a:gd name="T5" fmla="*/ 40 h 191"/>
                  <a:gd name="T6" fmla="*/ 0 w 73"/>
                  <a:gd name="T7" fmla="*/ 63 h 191"/>
                  <a:gd name="T8" fmla="*/ 0 w 73"/>
                  <a:gd name="T9" fmla="*/ 27 h 191"/>
                  <a:gd name="T10" fmla="*/ 48 w 73"/>
                  <a:gd name="T11" fmla="*/ 0 h 191"/>
                  <a:gd name="T12" fmla="*/ 73 w 73"/>
                  <a:gd name="T13" fmla="*/ 0 h 191"/>
                  <a:gd name="T14" fmla="*/ 73 w 73"/>
                  <a:gd name="T15" fmla="*/ 191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191">
                    <a:moveTo>
                      <a:pt x="73" y="191"/>
                    </a:moveTo>
                    <a:lnTo>
                      <a:pt x="39" y="191"/>
                    </a:lnTo>
                    <a:lnTo>
                      <a:pt x="39" y="40"/>
                    </a:lnTo>
                    <a:lnTo>
                      <a:pt x="0" y="63"/>
                    </a:lnTo>
                    <a:lnTo>
                      <a:pt x="0" y="27"/>
                    </a:lnTo>
                    <a:lnTo>
                      <a:pt x="48" y="0"/>
                    </a:lnTo>
                    <a:lnTo>
                      <a:pt x="73" y="0"/>
                    </a:lnTo>
                    <a:lnTo>
                      <a:pt x="73" y="1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5" name="Freeform 110"/>
              <p:cNvSpPr>
                <a:spLocks noEditPoints="1"/>
              </p:cNvSpPr>
              <p:nvPr/>
            </p:nvSpPr>
            <p:spPr bwMode="auto">
              <a:xfrm>
                <a:off x="2724" y="2601"/>
                <a:ext cx="130" cy="195"/>
              </a:xfrm>
              <a:custGeom>
                <a:avLst/>
                <a:gdLst>
                  <a:gd name="T0" fmla="*/ 96 w 96"/>
                  <a:gd name="T1" fmla="*/ 48 h 144"/>
                  <a:gd name="T2" fmla="*/ 91 w 96"/>
                  <a:gd name="T3" fmla="*/ 77 h 144"/>
                  <a:gd name="T4" fmla="*/ 75 w 96"/>
                  <a:gd name="T5" fmla="*/ 107 h 144"/>
                  <a:gd name="T6" fmla="*/ 50 w 96"/>
                  <a:gd name="T7" fmla="*/ 144 h 144"/>
                  <a:gd name="T8" fmla="*/ 22 w 96"/>
                  <a:gd name="T9" fmla="*/ 144 h 144"/>
                  <a:gd name="T10" fmla="*/ 52 w 96"/>
                  <a:gd name="T11" fmla="*/ 102 h 144"/>
                  <a:gd name="T12" fmla="*/ 62 w 96"/>
                  <a:gd name="T13" fmla="*/ 86 h 144"/>
                  <a:gd name="T14" fmla="*/ 43 w 96"/>
                  <a:gd name="T15" fmla="*/ 91 h 144"/>
                  <a:gd name="T16" fmla="*/ 21 w 96"/>
                  <a:gd name="T17" fmla="*/ 85 h 144"/>
                  <a:gd name="T18" fmla="*/ 6 w 96"/>
                  <a:gd name="T19" fmla="*/ 69 h 144"/>
                  <a:gd name="T20" fmla="*/ 0 w 96"/>
                  <a:gd name="T21" fmla="*/ 46 h 144"/>
                  <a:gd name="T22" fmla="*/ 6 w 96"/>
                  <a:gd name="T23" fmla="*/ 22 h 144"/>
                  <a:gd name="T24" fmla="*/ 23 w 96"/>
                  <a:gd name="T25" fmla="*/ 6 h 144"/>
                  <a:gd name="T26" fmla="*/ 48 w 96"/>
                  <a:gd name="T27" fmla="*/ 0 h 144"/>
                  <a:gd name="T28" fmla="*/ 73 w 96"/>
                  <a:gd name="T29" fmla="*/ 6 h 144"/>
                  <a:gd name="T30" fmla="*/ 90 w 96"/>
                  <a:gd name="T31" fmla="*/ 23 h 144"/>
                  <a:gd name="T32" fmla="*/ 96 w 96"/>
                  <a:gd name="T33" fmla="*/ 48 h 144"/>
                  <a:gd name="T34" fmla="*/ 48 w 96"/>
                  <a:gd name="T35" fmla="*/ 70 h 144"/>
                  <a:gd name="T36" fmla="*/ 65 w 96"/>
                  <a:gd name="T37" fmla="*/ 64 h 144"/>
                  <a:gd name="T38" fmla="*/ 72 w 96"/>
                  <a:gd name="T39" fmla="*/ 48 h 144"/>
                  <a:gd name="T40" fmla="*/ 72 w 96"/>
                  <a:gd name="T41" fmla="*/ 46 h 144"/>
                  <a:gd name="T42" fmla="*/ 65 w 96"/>
                  <a:gd name="T43" fmla="*/ 28 h 144"/>
                  <a:gd name="T44" fmla="*/ 48 w 96"/>
                  <a:gd name="T45" fmla="*/ 21 h 144"/>
                  <a:gd name="T46" fmla="*/ 31 w 96"/>
                  <a:gd name="T47" fmla="*/ 28 h 144"/>
                  <a:gd name="T48" fmla="*/ 25 w 96"/>
                  <a:gd name="T49" fmla="*/ 46 h 144"/>
                  <a:gd name="T50" fmla="*/ 31 w 96"/>
                  <a:gd name="T51" fmla="*/ 63 h 144"/>
                  <a:gd name="T52" fmla="*/ 48 w 96"/>
                  <a:gd name="T53" fmla="*/ 7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6" h="144">
                    <a:moveTo>
                      <a:pt x="96" y="48"/>
                    </a:moveTo>
                    <a:cubicBezTo>
                      <a:pt x="96" y="58"/>
                      <a:pt x="95" y="67"/>
                      <a:pt x="91" y="77"/>
                    </a:cubicBezTo>
                    <a:cubicBezTo>
                      <a:pt x="88" y="86"/>
                      <a:pt x="82" y="96"/>
                      <a:pt x="75" y="107"/>
                    </a:cubicBezTo>
                    <a:cubicBezTo>
                      <a:pt x="50" y="144"/>
                      <a:pt x="50" y="144"/>
                      <a:pt x="50" y="144"/>
                    </a:cubicBezTo>
                    <a:cubicBezTo>
                      <a:pt x="22" y="144"/>
                      <a:pt x="22" y="144"/>
                      <a:pt x="22" y="144"/>
                    </a:cubicBezTo>
                    <a:cubicBezTo>
                      <a:pt x="52" y="102"/>
                      <a:pt x="52" y="102"/>
                      <a:pt x="52" y="102"/>
                    </a:cubicBezTo>
                    <a:cubicBezTo>
                      <a:pt x="57" y="96"/>
                      <a:pt x="60" y="90"/>
                      <a:pt x="62" y="86"/>
                    </a:cubicBezTo>
                    <a:cubicBezTo>
                      <a:pt x="57" y="89"/>
                      <a:pt x="50" y="91"/>
                      <a:pt x="43" y="91"/>
                    </a:cubicBezTo>
                    <a:cubicBezTo>
                      <a:pt x="35" y="91"/>
                      <a:pt x="27" y="89"/>
                      <a:pt x="21" y="85"/>
                    </a:cubicBezTo>
                    <a:cubicBezTo>
                      <a:pt x="14" y="81"/>
                      <a:pt x="9" y="76"/>
                      <a:pt x="6" y="69"/>
                    </a:cubicBezTo>
                    <a:cubicBezTo>
                      <a:pt x="2" y="62"/>
                      <a:pt x="0" y="54"/>
                      <a:pt x="0" y="46"/>
                    </a:cubicBezTo>
                    <a:cubicBezTo>
                      <a:pt x="0" y="37"/>
                      <a:pt x="2" y="29"/>
                      <a:pt x="6" y="22"/>
                    </a:cubicBezTo>
                    <a:cubicBezTo>
                      <a:pt x="10" y="15"/>
                      <a:pt x="16" y="10"/>
                      <a:pt x="23" y="6"/>
                    </a:cubicBezTo>
                    <a:cubicBezTo>
                      <a:pt x="31" y="2"/>
                      <a:pt x="39" y="0"/>
                      <a:pt x="48" y="0"/>
                    </a:cubicBezTo>
                    <a:cubicBezTo>
                      <a:pt x="58" y="0"/>
                      <a:pt x="66" y="2"/>
                      <a:pt x="73" y="6"/>
                    </a:cubicBezTo>
                    <a:cubicBezTo>
                      <a:pt x="81" y="10"/>
                      <a:pt x="86" y="16"/>
                      <a:pt x="90" y="23"/>
                    </a:cubicBezTo>
                    <a:cubicBezTo>
                      <a:pt x="94" y="30"/>
                      <a:pt x="96" y="39"/>
                      <a:pt x="96" y="48"/>
                    </a:cubicBezTo>
                    <a:close/>
                    <a:moveTo>
                      <a:pt x="48" y="70"/>
                    </a:moveTo>
                    <a:cubicBezTo>
                      <a:pt x="55" y="70"/>
                      <a:pt x="61" y="68"/>
                      <a:pt x="65" y="64"/>
                    </a:cubicBezTo>
                    <a:cubicBezTo>
                      <a:pt x="69" y="60"/>
                      <a:pt x="71" y="55"/>
                      <a:pt x="72" y="48"/>
                    </a:cubicBezTo>
                    <a:cubicBezTo>
                      <a:pt x="72" y="46"/>
                      <a:pt x="72" y="46"/>
                      <a:pt x="72" y="46"/>
                    </a:cubicBezTo>
                    <a:cubicBezTo>
                      <a:pt x="72" y="38"/>
                      <a:pt x="70" y="32"/>
                      <a:pt x="65" y="28"/>
                    </a:cubicBezTo>
                    <a:cubicBezTo>
                      <a:pt x="61" y="23"/>
                      <a:pt x="55" y="21"/>
                      <a:pt x="48" y="21"/>
                    </a:cubicBezTo>
                    <a:cubicBezTo>
                      <a:pt x="41" y="21"/>
                      <a:pt x="36" y="23"/>
                      <a:pt x="31" y="28"/>
                    </a:cubicBezTo>
                    <a:cubicBezTo>
                      <a:pt x="27" y="32"/>
                      <a:pt x="25" y="38"/>
                      <a:pt x="25" y="46"/>
                    </a:cubicBezTo>
                    <a:cubicBezTo>
                      <a:pt x="25" y="53"/>
                      <a:pt x="27" y="59"/>
                      <a:pt x="31" y="63"/>
                    </a:cubicBezTo>
                    <a:cubicBezTo>
                      <a:pt x="35" y="68"/>
                      <a:pt x="41" y="70"/>
                      <a:pt x="48"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6" name="Freeform 111"/>
              <p:cNvSpPr>
                <a:spLocks noEditPoints="1"/>
              </p:cNvSpPr>
              <p:nvPr/>
            </p:nvSpPr>
            <p:spPr bwMode="auto">
              <a:xfrm>
                <a:off x="2878"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1 w 99"/>
                  <a:gd name="T23" fmla="*/ 19 h 146"/>
                  <a:gd name="T24" fmla="*/ 26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7 w 99"/>
                  <a:gd name="T37" fmla="*/ 67 h 146"/>
                  <a:gd name="T38" fmla="*/ 93 w 99"/>
                  <a:gd name="T39" fmla="*/ 81 h 146"/>
                  <a:gd name="T40" fmla="*/ 99 w 99"/>
                  <a:gd name="T41" fmla="*/ 102 h 146"/>
                  <a:gd name="T42" fmla="*/ 75 w 99"/>
                  <a:gd name="T43" fmla="*/ 101 h 146"/>
                  <a:gd name="T44" fmla="*/ 68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8 w 99"/>
                  <a:gd name="T57" fmla="*/ 119 h 146"/>
                  <a:gd name="T58" fmla="*/ 75 w 99"/>
                  <a:gd name="T59" fmla="*/ 101 h 146"/>
                  <a:gd name="T60" fmla="*/ 29 w 99"/>
                  <a:gd name="T61" fmla="*/ 39 h 146"/>
                  <a:gd name="T62" fmla="*/ 35 w 99"/>
                  <a:gd name="T63" fmla="*/ 53 h 146"/>
                  <a:gd name="T64" fmla="*/ 50 w 99"/>
                  <a:gd name="T65" fmla="*/ 58 h 146"/>
                  <a:gd name="T66" fmla="*/ 65 w 99"/>
                  <a:gd name="T67" fmla="*/ 53 h 146"/>
                  <a:gd name="T68" fmla="*/ 70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59" y="146"/>
                      <a:pt x="50" y="146"/>
                    </a:cubicBezTo>
                    <a:cubicBezTo>
                      <a:pt x="40" y="146"/>
                      <a:pt x="31" y="144"/>
                      <a:pt x="24" y="140"/>
                    </a:cubicBezTo>
                    <a:cubicBezTo>
                      <a:pt x="16" y="137"/>
                      <a:pt x="10"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7" y="50"/>
                      <a:pt x="6" y="45"/>
                      <a:pt x="6" y="39"/>
                    </a:cubicBezTo>
                    <a:cubicBezTo>
                      <a:pt x="6" y="32"/>
                      <a:pt x="8" y="25"/>
                      <a:pt x="11" y="19"/>
                    </a:cubicBezTo>
                    <a:cubicBezTo>
                      <a:pt x="15" y="13"/>
                      <a:pt x="20" y="9"/>
                      <a:pt x="26" y="5"/>
                    </a:cubicBezTo>
                    <a:cubicBezTo>
                      <a:pt x="33" y="2"/>
                      <a:pt x="41" y="0"/>
                      <a:pt x="50" y="0"/>
                    </a:cubicBezTo>
                    <a:cubicBezTo>
                      <a:pt x="58" y="0"/>
                      <a:pt x="66" y="2"/>
                      <a:pt x="73" y="5"/>
                    </a:cubicBezTo>
                    <a:cubicBezTo>
                      <a:pt x="79" y="9"/>
                      <a:pt x="84" y="13"/>
                      <a:pt x="88" y="19"/>
                    </a:cubicBezTo>
                    <a:cubicBezTo>
                      <a:pt x="91" y="25"/>
                      <a:pt x="93" y="32"/>
                      <a:pt x="93" y="39"/>
                    </a:cubicBezTo>
                    <a:cubicBezTo>
                      <a:pt x="93" y="45"/>
                      <a:pt x="92" y="50"/>
                      <a:pt x="89" y="55"/>
                    </a:cubicBezTo>
                    <a:cubicBezTo>
                      <a:pt x="86" y="60"/>
                      <a:pt x="82" y="64"/>
                      <a:pt x="77" y="67"/>
                    </a:cubicBezTo>
                    <a:cubicBezTo>
                      <a:pt x="84" y="70"/>
                      <a:pt x="89" y="75"/>
                      <a:pt x="93" y="81"/>
                    </a:cubicBezTo>
                    <a:cubicBezTo>
                      <a:pt x="97" y="87"/>
                      <a:pt x="99" y="94"/>
                      <a:pt x="99" y="102"/>
                    </a:cubicBezTo>
                    <a:close/>
                    <a:moveTo>
                      <a:pt x="75" y="101"/>
                    </a:moveTo>
                    <a:cubicBezTo>
                      <a:pt x="75" y="94"/>
                      <a:pt x="73" y="88"/>
                      <a:pt x="68" y="83"/>
                    </a:cubicBezTo>
                    <a:cubicBezTo>
                      <a:pt x="64" y="79"/>
                      <a:pt x="58" y="76"/>
                      <a:pt x="50" y="76"/>
                    </a:cubicBezTo>
                    <a:cubicBezTo>
                      <a:pt x="42" y="76"/>
                      <a:pt x="35" y="79"/>
                      <a:pt x="31" y="83"/>
                    </a:cubicBezTo>
                    <a:cubicBezTo>
                      <a:pt x="26" y="88"/>
                      <a:pt x="24" y="94"/>
                      <a:pt x="24" y="101"/>
                    </a:cubicBezTo>
                    <a:cubicBezTo>
                      <a:pt x="24" y="109"/>
                      <a:pt x="26" y="115"/>
                      <a:pt x="31" y="119"/>
                    </a:cubicBezTo>
                    <a:cubicBezTo>
                      <a:pt x="35" y="124"/>
                      <a:pt x="42" y="126"/>
                      <a:pt x="50" y="126"/>
                    </a:cubicBezTo>
                    <a:cubicBezTo>
                      <a:pt x="58" y="126"/>
                      <a:pt x="64" y="124"/>
                      <a:pt x="68" y="119"/>
                    </a:cubicBezTo>
                    <a:cubicBezTo>
                      <a:pt x="73" y="115"/>
                      <a:pt x="75" y="109"/>
                      <a:pt x="75" y="101"/>
                    </a:cubicBezTo>
                    <a:close/>
                    <a:moveTo>
                      <a:pt x="29" y="39"/>
                    </a:moveTo>
                    <a:cubicBezTo>
                      <a:pt x="29" y="44"/>
                      <a:pt x="31" y="49"/>
                      <a:pt x="35" y="53"/>
                    </a:cubicBezTo>
                    <a:cubicBezTo>
                      <a:pt x="38" y="56"/>
                      <a:pt x="43" y="58"/>
                      <a:pt x="50" y="58"/>
                    </a:cubicBezTo>
                    <a:cubicBezTo>
                      <a:pt x="56" y="58"/>
                      <a:pt x="61" y="56"/>
                      <a:pt x="65" y="53"/>
                    </a:cubicBezTo>
                    <a:cubicBezTo>
                      <a:pt x="68" y="49"/>
                      <a:pt x="70" y="44"/>
                      <a:pt x="70" y="39"/>
                    </a:cubicBezTo>
                    <a:cubicBezTo>
                      <a:pt x="70" y="33"/>
                      <a:pt x="68" y="28"/>
                      <a:pt x="65" y="24"/>
                    </a:cubicBezTo>
                    <a:cubicBezTo>
                      <a:pt x="61" y="21"/>
                      <a:pt x="56" y="19"/>
                      <a:pt x="50" y="19"/>
                    </a:cubicBezTo>
                    <a:cubicBezTo>
                      <a:pt x="43" y="19"/>
                      <a:pt x="38"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47" name="Freeform 112"/>
              <p:cNvSpPr>
                <a:spLocks noEditPoints="1"/>
              </p:cNvSpPr>
              <p:nvPr/>
            </p:nvSpPr>
            <p:spPr bwMode="auto">
              <a:xfrm>
                <a:off x="3034"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2 w 99"/>
                  <a:gd name="T23" fmla="*/ 19 h 146"/>
                  <a:gd name="T24" fmla="*/ 27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8 w 99"/>
                  <a:gd name="T37" fmla="*/ 67 h 146"/>
                  <a:gd name="T38" fmla="*/ 94 w 99"/>
                  <a:gd name="T39" fmla="*/ 81 h 146"/>
                  <a:gd name="T40" fmla="*/ 99 w 99"/>
                  <a:gd name="T41" fmla="*/ 102 h 146"/>
                  <a:gd name="T42" fmla="*/ 76 w 99"/>
                  <a:gd name="T43" fmla="*/ 101 h 146"/>
                  <a:gd name="T44" fmla="*/ 69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9 w 99"/>
                  <a:gd name="T57" fmla="*/ 119 h 146"/>
                  <a:gd name="T58" fmla="*/ 76 w 99"/>
                  <a:gd name="T59" fmla="*/ 101 h 146"/>
                  <a:gd name="T60" fmla="*/ 29 w 99"/>
                  <a:gd name="T61" fmla="*/ 39 h 146"/>
                  <a:gd name="T62" fmla="*/ 35 w 99"/>
                  <a:gd name="T63" fmla="*/ 53 h 146"/>
                  <a:gd name="T64" fmla="*/ 50 w 99"/>
                  <a:gd name="T65" fmla="*/ 58 h 146"/>
                  <a:gd name="T66" fmla="*/ 65 w 99"/>
                  <a:gd name="T67" fmla="*/ 53 h 146"/>
                  <a:gd name="T68" fmla="*/ 71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60" y="146"/>
                      <a:pt x="50" y="146"/>
                    </a:cubicBezTo>
                    <a:cubicBezTo>
                      <a:pt x="40" y="146"/>
                      <a:pt x="31" y="144"/>
                      <a:pt x="24" y="140"/>
                    </a:cubicBezTo>
                    <a:cubicBezTo>
                      <a:pt x="16" y="137"/>
                      <a:pt x="11"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8" y="50"/>
                      <a:pt x="6" y="45"/>
                      <a:pt x="6" y="39"/>
                    </a:cubicBezTo>
                    <a:cubicBezTo>
                      <a:pt x="6" y="32"/>
                      <a:pt x="8" y="25"/>
                      <a:pt x="12" y="19"/>
                    </a:cubicBezTo>
                    <a:cubicBezTo>
                      <a:pt x="15" y="13"/>
                      <a:pt x="20" y="9"/>
                      <a:pt x="27" y="5"/>
                    </a:cubicBezTo>
                    <a:cubicBezTo>
                      <a:pt x="33" y="2"/>
                      <a:pt x="41" y="0"/>
                      <a:pt x="50" y="0"/>
                    </a:cubicBezTo>
                    <a:cubicBezTo>
                      <a:pt x="59" y="0"/>
                      <a:pt x="66" y="2"/>
                      <a:pt x="73" y="5"/>
                    </a:cubicBezTo>
                    <a:cubicBezTo>
                      <a:pt x="80" y="9"/>
                      <a:pt x="85" y="13"/>
                      <a:pt x="88" y="19"/>
                    </a:cubicBezTo>
                    <a:cubicBezTo>
                      <a:pt x="92" y="25"/>
                      <a:pt x="93" y="32"/>
                      <a:pt x="93" y="39"/>
                    </a:cubicBezTo>
                    <a:cubicBezTo>
                      <a:pt x="93" y="45"/>
                      <a:pt x="92" y="50"/>
                      <a:pt x="89" y="55"/>
                    </a:cubicBezTo>
                    <a:cubicBezTo>
                      <a:pt x="87" y="60"/>
                      <a:pt x="83" y="64"/>
                      <a:pt x="78" y="67"/>
                    </a:cubicBezTo>
                    <a:cubicBezTo>
                      <a:pt x="84" y="70"/>
                      <a:pt x="90" y="75"/>
                      <a:pt x="94" y="81"/>
                    </a:cubicBezTo>
                    <a:cubicBezTo>
                      <a:pt x="98" y="87"/>
                      <a:pt x="99" y="94"/>
                      <a:pt x="99" y="102"/>
                    </a:cubicBezTo>
                    <a:close/>
                    <a:moveTo>
                      <a:pt x="76" y="101"/>
                    </a:moveTo>
                    <a:cubicBezTo>
                      <a:pt x="76" y="94"/>
                      <a:pt x="73" y="88"/>
                      <a:pt x="69" y="83"/>
                    </a:cubicBezTo>
                    <a:cubicBezTo>
                      <a:pt x="64" y="79"/>
                      <a:pt x="58" y="76"/>
                      <a:pt x="50" y="76"/>
                    </a:cubicBezTo>
                    <a:cubicBezTo>
                      <a:pt x="42" y="76"/>
                      <a:pt x="36" y="79"/>
                      <a:pt x="31" y="83"/>
                    </a:cubicBezTo>
                    <a:cubicBezTo>
                      <a:pt x="26" y="88"/>
                      <a:pt x="24" y="94"/>
                      <a:pt x="24" y="101"/>
                    </a:cubicBezTo>
                    <a:cubicBezTo>
                      <a:pt x="24" y="109"/>
                      <a:pt x="26" y="115"/>
                      <a:pt x="31" y="119"/>
                    </a:cubicBezTo>
                    <a:cubicBezTo>
                      <a:pt x="36" y="124"/>
                      <a:pt x="42" y="126"/>
                      <a:pt x="50" y="126"/>
                    </a:cubicBezTo>
                    <a:cubicBezTo>
                      <a:pt x="58" y="126"/>
                      <a:pt x="64" y="124"/>
                      <a:pt x="69" y="119"/>
                    </a:cubicBezTo>
                    <a:cubicBezTo>
                      <a:pt x="73" y="115"/>
                      <a:pt x="76" y="109"/>
                      <a:pt x="76" y="101"/>
                    </a:cubicBezTo>
                    <a:close/>
                    <a:moveTo>
                      <a:pt x="29" y="39"/>
                    </a:moveTo>
                    <a:cubicBezTo>
                      <a:pt x="29" y="44"/>
                      <a:pt x="31" y="49"/>
                      <a:pt x="35" y="53"/>
                    </a:cubicBezTo>
                    <a:cubicBezTo>
                      <a:pt x="39" y="56"/>
                      <a:pt x="44" y="58"/>
                      <a:pt x="50" y="58"/>
                    </a:cubicBezTo>
                    <a:cubicBezTo>
                      <a:pt x="56" y="58"/>
                      <a:pt x="61" y="56"/>
                      <a:pt x="65" y="53"/>
                    </a:cubicBezTo>
                    <a:cubicBezTo>
                      <a:pt x="69" y="49"/>
                      <a:pt x="71" y="44"/>
                      <a:pt x="71" y="39"/>
                    </a:cubicBezTo>
                    <a:cubicBezTo>
                      <a:pt x="71" y="33"/>
                      <a:pt x="69" y="28"/>
                      <a:pt x="65" y="24"/>
                    </a:cubicBezTo>
                    <a:cubicBezTo>
                      <a:pt x="61" y="21"/>
                      <a:pt x="56" y="19"/>
                      <a:pt x="50" y="19"/>
                    </a:cubicBezTo>
                    <a:cubicBezTo>
                      <a:pt x="44" y="19"/>
                      <a:pt x="39"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grpSp>
        <p:sp>
          <p:nvSpPr>
            <p:cNvPr id="14" name="矩形 13"/>
            <p:cNvSpPr/>
            <p:nvPr/>
          </p:nvSpPr>
          <p:spPr bwMode="auto">
            <a:xfrm>
              <a:off x="257511" y="2808121"/>
              <a:ext cx="3608258" cy="1276281"/>
            </a:xfrm>
            <a:prstGeom prst="rect">
              <a:avLst/>
            </a:prstGeom>
          </p:spPr>
          <p:txBody>
            <a:bodyPr wrap="none">
              <a:spAutoFit/>
            </a:bodyPr>
            <a:lstStyle/>
            <a:p>
              <a:pPr algn="ctr"/>
              <a:r>
                <a:rPr lang="zh-CN" altLang="en-US" sz="800" kern="100">
                  <a:solidFill>
                    <a:schemeClr val="bg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金山大学</a:t>
              </a:r>
              <a:endParaRPr lang="zh-CN" altLang="en-US" sz="800" kern="100">
                <a:solidFill>
                  <a:schemeClr val="bg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endParaRPr>
            </a:p>
          </p:txBody>
        </p:sp>
      </p:grpSp>
      <p:grpSp>
        <p:nvGrpSpPr>
          <p:cNvPr id="53" name="组合 52"/>
          <p:cNvGrpSpPr/>
          <p:nvPr/>
        </p:nvGrpSpPr>
        <p:grpSpPr>
          <a:xfrm>
            <a:off x="3435869" y="1544026"/>
            <a:ext cx="2317793" cy="2318771"/>
            <a:chOff x="4216400" y="1768475"/>
            <a:chExt cx="3765550" cy="3767138"/>
          </a:xfrm>
        </p:grpSpPr>
        <p:sp>
          <p:nvSpPr>
            <p:cNvPr id="54" name="Oval 11"/>
            <p:cNvSpPr>
              <a:spLocks noChangeArrowheads="1"/>
            </p:cNvSpPr>
            <p:nvPr/>
          </p:nvSpPr>
          <p:spPr bwMode="auto">
            <a:xfrm>
              <a:off x="4216400" y="1768475"/>
              <a:ext cx="3765550" cy="3767138"/>
            </a:xfrm>
            <a:prstGeom prst="ellipse">
              <a:avLst/>
            </a:prstGeom>
            <a:noFill/>
            <a:ln w="9525">
              <a:solidFill>
                <a:schemeClr val="accent1"/>
              </a:solidFill>
              <a:prstDash val="dash"/>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000">
                  <a:solidFill>
                    <a:schemeClr val="tx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tx2"/>
                  </a:solidFill>
                  <a:latin typeface="Arial" panose="020B0604020202020204" pitchFamily="34" charset="0"/>
                  <a:ea typeface="仿宋_GB2312" pitchFamily="49"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1"/>
                </a:solidFill>
                <a:ea typeface="汉仪旗黑-50S" panose="00020600040101010101" charset="-122"/>
              </a:endParaRPr>
            </a:p>
          </p:txBody>
        </p:sp>
        <p:sp>
          <p:nvSpPr>
            <p:cNvPr id="55" name="Oval 12"/>
            <p:cNvSpPr>
              <a:spLocks noChangeArrowheads="1"/>
            </p:cNvSpPr>
            <p:nvPr/>
          </p:nvSpPr>
          <p:spPr bwMode="auto">
            <a:xfrm>
              <a:off x="4825999" y="2378076"/>
              <a:ext cx="2544763" cy="2546349"/>
            </a:xfrm>
            <a:prstGeom prst="ellipse">
              <a:avLst/>
            </a:prstGeom>
            <a:solidFill>
              <a:schemeClr val="accent1"/>
            </a:solidFill>
            <a:ln>
              <a:noFill/>
            </a:ln>
            <a:extLst>
              <a:ext uri="{91240B29-F687-4F45-9708-019B960494DF}">
                <a14:hiddenLine xmlns:a14="http://schemas.microsoft.com/office/drawing/2010/main" w="17463">
                  <a:solidFill>
                    <a:srgbClr val="000000"/>
                  </a:solidFill>
                  <a:miter lim="800000"/>
                  <a:headEnd/>
                  <a:tailEnd/>
                </a14:hiddenLine>
              </a:ext>
            </a:extLst>
          </p:spPr>
          <p:txBody>
            <a:bodyPr/>
            <a:lstStyle>
              <a:lvl1pPr>
                <a:spcBef>
                  <a:spcPct val="20000"/>
                </a:spcBef>
                <a:buChar char="•"/>
                <a:defRPr sz="2000">
                  <a:solidFill>
                    <a:schemeClr val="tx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tx2"/>
                  </a:solidFill>
                  <a:latin typeface="Arial" panose="020B0604020202020204" pitchFamily="34" charset="0"/>
                  <a:ea typeface="仿宋_GB2312" pitchFamily="49"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1"/>
                </a:solidFill>
                <a:ea typeface="汉仪旗黑-50S" panose="00020600040101010101" charset="-122"/>
              </a:endParaRPr>
            </a:p>
          </p:txBody>
        </p:sp>
      </p:grpSp>
      <p:sp>
        <p:nvSpPr>
          <p:cNvPr id="56" name="椭圆 55"/>
          <p:cNvSpPr/>
          <p:nvPr/>
        </p:nvSpPr>
        <p:spPr>
          <a:xfrm>
            <a:off x="4435562" y="1413231"/>
            <a:ext cx="318407" cy="318407"/>
          </a:xfrm>
          <a:prstGeom prst="ellipse">
            <a:avLst/>
          </a:prstGeom>
          <a:solidFill>
            <a:schemeClr val="accent1"/>
          </a:solidFill>
          <a:ln w="38100">
            <a:solidFill>
              <a:srgbClr val="EEF2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汉仪旗黑-50S" panose="00020600040101010101" charset="-122"/>
            </a:endParaRPr>
          </a:p>
        </p:txBody>
      </p:sp>
      <p:sp>
        <p:nvSpPr>
          <p:cNvPr id="57" name="椭圆 56"/>
          <p:cNvSpPr/>
          <p:nvPr/>
        </p:nvSpPr>
        <p:spPr>
          <a:xfrm>
            <a:off x="5578561" y="2543719"/>
            <a:ext cx="318407" cy="318407"/>
          </a:xfrm>
          <a:prstGeom prst="ellipse">
            <a:avLst/>
          </a:prstGeom>
          <a:solidFill>
            <a:schemeClr val="accent1"/>
          </a:solidFill>
          <a:ln w="38100">
            <a:solidFill>
              <a:srgbClr val="EEF2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汉仪旗黑-50S" panose="00020600040101010101" charset="-122"/>
            </a:endParaRPr>
          </a:p>
        </p:txBody>
      </p:sp>
      <p:sp>
        <p:nvSpPr>
          <p:cNvPr id="58" name="椭圆 57"/>
          <p:cNvSpPr/>
          <p:nvPr/>
        </p:nvSpPr>
        <p:spPr>
          <a:xfrm>
            <a:off x="4456770" y="3717395"/>
            <a:ext cx="318407" cy="318407"/>
          </a:xfrm>
          <a:prstGeom prst="ellipse">
            <a:avLst/>
          </a:prstGeom>
          <a:solidFill>
            <a:schemeClr val="accent1"/>
          </a:solidFill>
          <a:ln w="38100">
            <a:solidFill>
              <a:srgbClr val="EEF2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汉仪旗黑-50S" panose="00020600040101010101" charset="-122"/>
            </a:endParaRPr>
          </a:p>
        </p:txBody>
      </p:sp>
      <p:sp>
        <p:nvSpPr>
          <p:cNvPr id="59" name="椭圆 58"/>
          <p:cNvSpPr/>
          <p:nvPr/>
        </p:nvSpPr>
        <p:spPr>
          <a:xfrm>
            <a:off x="3275687" y="2552452"/>
            <a:ext cx="318407" cy="318407"/>
          </a:xfrm>
          <a:prstGeom prst="ellipse">
            <a:avLst/>
          </a:prstGeom>
          <a:solidFill>
            <a:schemeClr val="accent1"/>
          </a:solidFill>
          <a:ln w="38100">
            <a:solidFill>
              <a:srgbClr val="EEF2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汉仪旗黑-50S" panose="00020600040101010101" charset="-122"/>
            </a:endParaRPr>
          </a:p>
        </p:txBody>
      </p:sp>
      <p:sp>
        <p:nvSpPr>
          <p:cNvPr id="62" name="矩形: 圆角 61"/>
          <p:cNvSpPr/>
          <p:nvPr/>
        </p:nvSpPr>
        <p:spPr>
          <a:xfrm>
            <a:off x="5845745" y="1143974"/>
            <a:ext cx="1525839" cy="400052"/>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kern="100">
                <a:solidFill>
                  <a:prstClr val="white"/>
                </a:solidFill>
                <a:latin typeface="+mj-ea"/>
                <a:ea typeface="+mj-ea"/>
                <a:cs typeface="汉仪旗黑-50S" panose="00020600040101010101" charset="-122"/>
              </a:rPr>
              <a:t>研究成果应用</a:t>
            </a:r>
            <a:endParaRPr lang="zh-CN" altLang="en-US">
              <a:latin typeface="+mj-ea"/>
              <a:ea typeface="+mj-ea"/>
            </a:endParaRPr>
          </a:p>
        </p:txBody>
      </p:sp>
      <p:sp>
        <p:nvSpPr>
          <p:cNvPr id="63" name="矩形 62"/>
          <p:cNvSpPr/>
          <p:nvPr/>
        </p:nvSpPr>
        <p:spPr>
          <a:xfrm>
            <a:off x="5845745" y="1573412"/>
            <a:ext cx="3159105" cy="798808"/>
          </a:xfrm>
          <a:prstGeom prst="rect">
            <a:avLst/>
          </a:prstGeom>
        </p:spPr>
        <p:txBody>
          <a:bodyPr wrap="square">
            <a:spAutoFit/>
          </a:bodyPr>
          <a:lstStyle/>
          <a:p>
            <a:pPr>
              <a:lnSpc>
                <a:spcPct val="150000"/>
              </a:lnSpc>
            </a:pPr>
            <a:r>
              <a:rPr lang="en-US" altLang="zh-CN" sz="1050" kern="0">
                <a:solidFill>
                  <a:schemeClr val="tx1">
                    <a:lumMod val="75000"/>
                    <a:lumOff val="25000"/>
                  </a:schemeClr>
                </a:solidFill>
                <a:latin typeface="汉仪旗黑-50S" panose="00020600040101010101" charset="-122"/>
              </a:rPr>
              <a:t>Lorem ipsum dolor sit amet, consectetuer adipiscing elit. Aenean commodo ligula eget dolor.</a:t>
            </a:r>
            <a:endParaRPr lang="en-US" altLang="zh-CN" sz="1050" kern="0">
              <a:solidFill>
                <a:schemeClr val="tx1">
                  <a:lumMod val="75000"/>
                  <a:lumOff val="25000"/>
                </a:schemeClr>
              </a:solidFill>
              <a:latin typeface="汉仪旗黑-50S" panose="00020600040101010101" charset="-122"/>
            </a:endParaRPr>
          </a:p>
        </p:txBody>
      </p:sp>
      <p:sp>
        <p:nvSpPr>
          <p:cNvPr id="64" name="矩形: 圆角 63"/>
          <p:cNvSpPr/>
          <p:nvPr/>
        </p:nvSpPr>
        <p:spPr>
          <a:xfrm>
            <a:off x="5845745" y="3278619"/>
            <a:ext cx="1525839" cy="400052"/>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kern="100">
                <a:solidFill>
                  <a:prstClr val="white"/>
                </a:solidFill>
                <a:latin typeface="+mj-ea"/>
                <a:ea typeface="+mj-ea"/>
                <a:cs typeface="汉仪旗黑-50S" panose="00020600040101010101" charset="-122"/>
              </a:rPr>
              <a:t>研究成果应用</a:t>
            </a:r>
            <a:endParaRPr lang="zh-CN" altLang="en-US">
              <a:latin typeface="+mj-ea"/>
              <a:ea typeface="+mj-ea"/>
            </a:endParaRPr>
          </a:p>
        </p:txBody>
      </p:sp>
      <p:sp>
        <p:nvSpPr>
          <p:cNvPr id="65" name="矩形 64"/>
          <p:cNvSpPr/>
          <p:nvPr/>
        </p:nvSpPr>
        <p:spPr>
          <a:xfrm>
            <a:off x="5845745" y="3708057"/>
            <a:ext cx="3159105" cy="798808"/>
          </a:xfrm>
          <a:prstGeom prst="rect">
            <a:avLst/>
          </a:prstGeom>
        </p:spPr>
        <p:txBody>
          <a:bodyPr wrap="square">
            <a:spAutoFit/>
          </a:bodyPr>
          <a:lstStyle/>
          <a:p>
            <a:pPr>
              <a:lnSpc>
                <a:spcPct val="150000"/>
              </a:lnSpc>
            </a:pPr>
            <a:r>
              <a:rPr lang="en-US" altLang="zh-CN" sz="1050" kern="0">
                <a:solidFill>
                  <a:schemeClr val="tx1">
                    <a:lumMod val="75000"/>
                    <a:lumOff val="25000"/>
                  </a:schemeClr>
                </a:solidFill>
                <a:latin typeface="汉仪旗黑-50S" panose="00020600040101010101" charset="-122"/>
              </a:rPr>
              <a:t>Lorem ipsum dolor sit amet, consectetuer adipiscing elit. Aenean commodo ligula eget dolor. </a:t>
            </a:r>
            <a:endParaRPr lang="en-US" altLang="zh-CN" sz="1050" kern="0">
              <a:solidFill>
                <a:schemeClr val="tx1">
                  <a:lumMod val="75000"/>
                  <a:lumOff val="25000"/>
                </a:schemeClr>
              </a:solidFill>
              <a:latin typeface="汉仪旗黑-50S" panose="00020600040101010101" charset="-122"/>
            </a:endParaRPr>
          </a:p>
        </p:txBody>
      </p:sp>
      <p:sp>
        <p:nvSpPr>
          <p:cNvPr id="66" name="矩形: 圆角 65"/>
          <p:cNvSpPr/>
          <p:nvPr/>
        </p:nvSpPr>
        <p:spPr>
          <a:xfrm>
            <a:off x="1861866" y="1143974"/>
            <a:ext cx="1525839" cy="400052"/>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kern="100">
                <a:solidFill>
                  <a:prstClr val="white"/>
                </a:solidFill>
                <a:latin typeface="+mj-ea"/>
                <a:ea typeface="+mj-ea"/>
                <a:cs typeface="汉仪旗黑-50S" panose="00020600040101010101" charset="-122"/>
              </a:rPr>
              <a:t>研究成果应用</a:t>
            </a:r>
            <a:endParaRPr lang="zh-CN" altLang="en-US">
              <a:latin typeface="+mj-ea"/>
              <a:ea typeface="+mj-ea"/>
            </a:endParaRPr>
          </a:p>
        </p:txBody>
      </p:sp>
      <p:sp>
        <p:nvSpPr>
          <p:cNvPr id="67" name="矩形 66"/>
          <p:cNvSpPr/>
          <p:nvPr/>
        </p:nvSpPr>
        <p:spPr>
          <a:xfrm>
            <a:off x="228600" y="1573412"/>
            <a:ext cx="3159105" cy="798808"/>
          </a:xfrm>
          <a:prstGeom prst="rect">
            <a:avLst/>
          </a:prstGeom>
        </p:spPr>
        <p:txBody>
          <a:bodyPr wrap="square">
            <a:spAutoFit/>
          </a:bodyPr>
          <a:lstStyle/>
          <a:p>
            <a:pPr algn="r">
              <a:lnSpc>
                <a:spcPct val="150000"/>
              </a:lnSpc>
            </a:pPr>
            <a:r>
              <a:rPr lang="en-US" altLang="zh-CN" sz="1050" kern="0">
                <a:solidFill>
                  <a:schemeClr val="tx1">
                    <a:lumMod val="75000"/>
                    <a:lumOff val="25000"/>
                  </a:schemeClr>
                </a:solidFill>
                <a:latin typeface="汉仪旗黑-50S" panose="00020600040101010101" charset="-122"/>
              </a:rPr>
              <a:t>Lorem ipsum dolor sit amet, consectetuer adipiscing elit. Aenean commodo ligula eget dolor. </a:t>
            </a:r>
            <a:endParaRPr lang="en-US" altLang="zh-CN" sz="1050" kern="0">
              <a:solidFill>
                <a:schemeClr val="tx1">
                  <a:lumMod val="75000"/>
                  <a:lumOff val="25000"/>
                </a:schemeClr>
              </a:solidFill>
              <a:latin typeface="汉仪旗黑-50S" panose="00020600040101010101" charset="-122"/>
            </a:endParaRPr>
          </a:p>
        </p:txBody>
      </p:sp>
      <p:sp>
        <p:nvSpPr>
          <p:cNvPr id="68" name="矩形: 圆角 67"/>
          <p:cNvSpPr/>
          <p:nvPr/>
        </p:nvSpPr>
        <p:spPr>
          <a:xfrm>
            <a:off x="1861866" y="3278619"/>
            <a:ext cx="1525839" cy="400052"/>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kern="100">
                <a:solidFill>
                  <a:prstClr val="white"/>
                </a:solidFill>
                <a:latin typeface="+mj-ea"/>
                <a:ea typeface="+mj-ea"/>
                <a:cs typeface="汉仪旗黑-50S" panose="00020600040101010101" charset="-122"/>
              </a:rPr>
              <a:t>研究成果应用</a:t>
            </a:r>
            <a:endParaRPr lang="zh-CN" altLang="en-US">
              <a:latin typeface="+mj-ea"/>
              <a:ea typeface="+mj-ea"/>
            </a:endParaRPr>
          </a:p>
        </p:txBody>
      </p:sp>
      <p:sp>
        <p:nvSpPr>
          <p:cNvPr id="69" name="矩形 68"/>
          <p:cNvSpPr/>
          <p:nvPr/>
        </p:nvSpPr>
        <p:spPr>
          <a:xfrm>
            <a:off x="228600" y="3708057"/>
            <a:ext cx="3159105" cy="798808"/>
          </a:xfrm>
          <a:prstGeom prst="rect">
            <a:avLst/>
          </a:prstGeom>
        </p:spPr>
        <p:txBody>
          <a:bodyPr wrap="square">
            <a:spAutoFit/>
          </a:bodyPr>
          <a:lstStyle/>
          <a:p>
            <a:pPr algn="r">
              <a:lnSpc>
                <a:spcPct val="150000"/>
              </a:lnSpc>
            </a:pPr>
            <a:r>
              <a:rPr lang="en-US" altLang="zh-CN" sz="1050" kern="0">
                <a:solidFill>
                  <a:schemeClr val="tx1">
                    <a:lumMod val="75000"/>
                    <a:lumOff val="25000"/>
                  </a:schemeClr>
                </a:solidFill>
                <a:latin typeface="汉仪旗黑-50S" panose="00020600040101010101" charset="-122"/>
              </a:rPr>
              <a:t>Lorem ipsum dolor sit amet, consectetuer adipiscing elit. Aenean commodo ligula eget dolor. </a:t>
            </a:r>
            <a:endParaRPr lang="en-US" altLang="zh-CN" sz="1050" kern="0">
              <a:solidFill>
                <a:schemeClr val="tx1">
                  <a:lumMod val="75000"/>
                  <a:lumOff val="25000"/>
                </a:schemeClr>
              </a:solidFill>
              <a:latin typeface="汉仪旗黑-50S" panose="00020600040101010101" charset="-122"/>
            </a:endParaRPr>
          </a:p>
        </p:txBody>
      </p:sp>
      <p:sp>
        <p:nvSpPr>
          <p:cNvPr id="70" name="Freeform 5"/>
          <p:cNvSpPr>
            <a:spLocks noEditPoints="1"/>
          </p:cNvSpPr>
          <p:nvPr/>
        </p:nvSpPr>
        <p:spPr bwMode="auto">
          <a:xfrm>
            <a:off x="4036011" y="2106863"/>
            <a:ext cx="1116529" cy="1090791"/>
          </a:xfrm>
          <a:custGeom>
            <a:avLst/>
            <a:gdLst>
              <a:gd name="T0" fmla="*/ 562 w 745"/>
              <a:gd name="T1" fmla="*/ 396 h 732"/>
              <a:gd name="T2" fmla="*/ 654 w 745"/>
              <a:gd name="T3" fmla="*/ 188 h 732"/>
              <a:gd name="T4" fmla="*/ 654 w 745"/>
              <a:gd name="T5" fmla="*/ 188 h 732"/>
              <a:gd name="T6" fmla="*/ 639 w 745"/>
              <a:gd name="T7" fmla="*/ 172 h 732"/>
              <a:gd name="T8" fmla="*/ 623 w 745"/>
              <a:gd name="T9" fmla="*/ 188 h 732"/>
              <a:gd name="T10" fmla="*/ 623 w 745"/>
              <a:gd name="T11" fmla="*/ 188 h 732"/>
              <a:gd name="T12" fmla="*/ 546 w 745"/>
              <a:gd name="T13" fmla="*/ 368 h 732"/>
              <a:gd name="T14" fmla="*/ 460 w 745"/>
              <a:gd name="T15" fmla="*/ 221 h 732"/>
              <a:gd name="T16" fmla="*/ 467 w 745"/>
              <a:gd name="T17" fmla="*/ 187 h 732"/>
              <a:gd name="T18" fmla="*/ 388 w 745"/>
              <a:gd name="T19" fmla="*/ 95 h 732"/>
              <a:gd name="T20" fmla="*/ 388 w 745"/>
              <a:gd name="T21" fmla="*/ 16 h 732"/>
              <a:gd name="T22" fmla="*/ 373 w 745"/>
              <a:gd name="T23" fmla="*/ 0 h 732"/>
              <a:gd name="T24" fmla="*/ 373 w 745"/>
              <a:gd name="T25" fmla="*/ 0 h 732"/>
              <a:gd name="T26" fmla="*/ 357 w 745"/>
              <a:gd name="T27" fmla="*/ 16 h 732"/>
              <a:gd name="T28" fmla="*/ 357 w 745"/>
              <a:gd name="T29" fmla="*/ 95 h 732"/>
              <a:gd name="T30" fmla="*/ 279 w 745"/>
              <a:gd name="T31" fmla="*/ 187 h 732"/>
              <a:gd name="T32" fmla="*/ 285 w 745"/>
              <a:gd name="T33" fmla="*/ 221 h 732"/>
              <a:gd name="T34" fmla="*/ 5 w 745"/>
              <a:gd name="T35" fmla="*/ 707 h 732"/>
              <a:gd name="T36" fmla="*/ 10 w 745"/>
              <a:gd name="T37" fmla="*/ 728 h 732"/>
              <a:gd name="T38" fmla="*/ 32 w 745"/>
              <a:gd name="T39" fmla="*/ 722 h 732"/>
              <a:gd name="T40" fmla="*/ 210 w 745"/>
              <a:gd name="T41" fmla="*/ 415 h 732"/>
              <a:gd name="T42" fmla="*/ 210 w 745"/>
              <a:gd name="T43" fmla="*/ 417 h 732"/>
              <a:gd name="T44" fmla="*/ 373 w 745"/>
              <a:gd name="T45" fmla="*/ 469 h 732"/>
              <a:gd name="T46" fmla="*/ 538 w 745"/>
              <a:gd name="T47" fmla="*/ 416 h 732"/>
              <a:gd name="T48" fmla="*/ 714 w 745"/>
              <a:gd name="T49" fmla="*/ 720 h 732"/>
              <a:gd name="T50" fmla="*/ 735 w 745"/>
              <a:gd name="T51" fmla="*/ 726 h 732"/>
              <a:gd name="T52" fmla="*/ 741 w 745"/>
              <a:gd name="T53" fmla="*/ 704 h 732"/>
              <a:gd name="T54" fmla="*/ 562 w 745"/>
              <a:gd name="T55" fmla="*/ 396 h 732"/>
              <a:gd name="T56" fmla="*/ 373 w 745"/>
              <a:gd name="T57" fmla="*/ 125 h 732"/>
              <a:gd name="T58" fmla="*/ 435 w 745"/>
              <a:gd name="T59" fmla="*/ 188 h 732"/>
              <a:gd name="T60" fmla="*/ 373 w 745"/>
              <a:gd name="T61" fmla="*/ 250 h 732"/>
              <a:gd name="T62" fmla="*/ 310 w 745"/>
              <a:gd name="T63" fmla="*/ 188 h 732"/>
              <a:gd name="T64" fmla="*/ 373 w 745"/>
              <a:gd name="T65" fmla="*/ 125 h 732"/>
              <a:gd name="T66" fmla="*/ 373 w 745"/>
              <a:gd name="T67" fmla="*/ 438 h 732"/>
              <a:gd name="T68" fmla="*/ 224 w 745"/>
              <a:gd name="T69" fmla="*/ 389 h 732"/>
              <a:gd name="T70" fmla="*/ 304 w 745"/>
              <a:gd name="T71" fmla="*/ 251 h 732"/>
              <a:gd name="T72" fmla="*/ 373 w 745"/>
              <a:gd name="T73" fmla="*/ 281 h 732"/>
              <a:gd name="T74" fmla="*/ 442 w 745"/>
              <a:gd name="T75" fmla="*/ 251 h 732"/>
              <a:gd name="T76" fmla="*/ 522 w 745"/>
              <a:gd name="T77" fmla="*/ 389 h 732"/>
              <a:gd name="T78" fmla="*/ 373 w 745"/>
              <a:gd name="T79" fmla="*/ 438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45" h="732">
                <a:moveTo>
                  <a:pt x="562" y="396"/>
                </a:moveTo>
                <a:cubicBezTo>
                  <a:pt x="619" y="345"/>
                  <a:pt x="654" y="271"/>
                  <a:pt x="654" y="188"/>
                </a:cubicBezTo>
                <a:cubicBezTo>
                  <a:pt x="654" y="188"/>
                  <a:pt x="654" y="188"/>
                  <a:pt x="654" y="188"/>
                </a:cubicBezTo>
                <a:cubicBezTo>
                  <a:pt x="654" y="179"/>
                  <a:pt x="647" y="172"/>
                  <a:pt x="639" y="172"/>
                </a:cubicBezTo>
                <a:cubicBezTo>
                  <a:pt x="630" y="172"/>
                  <a:pt x="623" y="179"/>
                  <a:pt x="623" y="188"/>
                </a:cubicBezTo>
                <a:cubicBezTo>
                  <a:pt x="623" y="188"/>
                  <a:pt x="623" y="188"/>
                  <a:pt x="623" y="188"/>
                </a:cubicBezTo>
                <a:cubicBezTo>
                  <a:pt x="623" y="259"/>
                  <a:pt x="594" y="323"/>
                  <a:pt x="546" y="368"/>
                </a:cubicBezTo>
                <a:cubicBezTo>
                  <a:pt x="460" y="221"/>
                  <a:pt x="460" y="221"/>
                  <a:pt x="460" y="221"/>
                </a:cubicBezTo>
                <a:cubicBezTo>
                  <a:pt x="464" y="210"/>
                  <a:pt x="467" y="199"/>
                  <a:pt x="467" y="187"/>
                </a:cubicBezTo>
                <a:cubicBezTo>
                  <a:pt x="467" y="141"/>
                  <a:pt x="433" y="102"/>
                  <a:pt x="388" y="95"/>
                </a:cubicBezTo>
                <a:cubicBezTo>
                  <a:pt x="388" y="16"/>
                  <a:pt x="388" y="16"/>
                  <a:pt x="388" y="16"/>
                </a:cubicBezTo>
                <a:cubicBezTo>
                  <a:pt x="388" y="7"/>
                  <a:pt x="381" y="0"/>
                  <a:pt x="373" y="0"/>
                </a:cubicBezTo>
                <a:cubicBezTo>
                  <a:pt x="373" y="0"/>
                  <a:pt x="373" y="0"/>
                  <a:pt x="373" y="0"/>
                </a:cubicBezTo>
                <a:cubicBezTo>
                  <a:pt x="364" y="0"/>
                  <a:pt x="357" y="7"/>
                  <a:pt x="357" y="16"/>
                </a:cubicBezTo>
                <a:cubicBezTo>
                  <a:pt x="357" y="95"/>
                  <a:pt x="357" y="95"/>
                  <a:pt x="357" y="95"/>
                </a:cubicBezTo>
                <a:cubicBezTo>
                  <a:pt x="313" y="102"/>
                  <a:pt x="279" y="141"/>
                  <a:pt x="279" y="187"/>
                </a:cubicBezTo>
                <a:cubicBezTo>
                  <a:pt x="279" y="199"/>
                  <a:pt x="281" y="210"/>
                  <a:pt x="285" y="221"/>
                </a:cubicBezTo>
                <a:cubicBezTo>
                  <a:pt x="5" y="707"/>
                  <a:pt x="5" y="707"/>
                  <a:pt x="5" y="707"/>
                </a:cubicBezTo>
                <a:cubicBezTo>
                  <a:pt x="0" y="714"/>
                  <a:pt x="3" y="724"/>
                  <a:pt x="10" y="728"/>
                </a:cubicBezTo>
                <a:cubicBezTo>
                  <a:pt x="18" y="732"/>
                  <a:pt x="27" y="730"/>
                  <a:pt x="32" y="722"/>
                </a:cubicBezTo>
                <a:cubicBezTo>
                  <a:pt x="210" y="415"/>
                  <a:pt x="210" y="415"/>
                  <a:pt x="210" y="415"/>
                </a:cubicBezTo>
                <a:cubicBezTo>
                  <a:pt x="210" y="417"/>
                  <a:pt x="210" y="417"/>
                  <a:pt x="210" y="417"/>
                </a:cubicBezTo>
                <a:cubicBezTo>
                  <a:pt x="256" y="450"/>
                  <a:pt x="312" y="469"/>
                  <a:pt x="373" y="469"/>
                </a:cubicBezTo>
                <a:cubicBezTo>
                  <a:pt x="434" y="469"/>
                  <a:pt x="491" y="450"/>
                  <a:pt x="538" y="416"/>
                </a:cubicBezTo>
                <a:cubicBezTo>
                  <a:pt x="714" y="720"/>
                  <a:pt x="714" y="720"/>
                  <a:pt x="714" y="720"/>
                </a:cubicBezTo>
                <a:cubicBezTo>
                  <a:pt x="718" y="727"/>
                  <a:pt x="728" y="730"/>
                  <a:pt x="735" y="726"/>
                </a:cubicBezTo>
                <a:cubicBezTo>
                  <a:pt x="743" y="721"/>
                  <a:pt x="745" y="712"/>
                  <a:pt x="741" y="704"/>
                </a:cubicBezTo>
                <a:lnTo>
                  <a:pt x="562" y="396"/>
                </a:lnTo>
                <a:close/>
                <a:moveTo>
                  <a:pt x="373" y="125"/>
                </a:moveTo>
                <a:cubicBezTo>
                  <a:pt x="407" y="125"/>
                  <a:pt x="435" y="153"/>
                  <a:pt x="435" y="188"/>
                </a:cubicBezTo>
                <a:cubicBezTo>
                  <a:pt x="435" y="222"/>
                  <a:pt x="407" y="250"/>
                  <a:pt x="373" y="250"/>
                </a:cubicBezTo>
                <a:cubicBezTo>
                  <a:pt x="338" y="250"/>
                  <a:pt x="310" y="222"/>
                  <a:pt x="310" y="188"/>
                </a:cubicBezTo>
                <a:cubicBezTo>
                  <a:pt x="310" y="153"/>
                  <a:pt x="338" y="125"/>
                  <a:pt x="373" y="125"/>
                </a:cubicBezTo>
                <a:close/>
                <a:moveTo>
                  <a:pt x="373" y="438"/>
                </a:moveTo>
                <a:cubicBezTo>
                  <a:pt x="317" y="438"/>
                  <a:pt x="266" y="420"/>
                  <a:pt x="224" y="389"/>
                </a:cubicBezTo>
                <a:cubicBezTo>
                  <a:pt x="304" y="251"/>
                  <a:pt x="304" y="251"/>
                  <a:pt x="304" y="251"/>
                </a:cubicBezTo>
                <a:cubicBezTo>
                  <a:pt x="321" y="269"/>
                  <a:pt x="346" y="281"/>
                  <a:pt x="373" y="281"/>
                </a:cubicBezTo>
                <a:cubicBezTo>
                  <a:pt x="400" y="281"/>
                  <a:pt x="425" y="269"/>
                  <a:pt x="442" y="251"/>
                </a:cubicBezTo>
                <a:cubicBezTo>
                  <a:pt x="522" y="389"/>
                  <a:pt x="522" y="389"/>
                  <a:pt x="522" y="389"/>
                </a:cubicBezTo>
                <a:cubicBezTo>
                  <a:pt x="480" y="420"/>
                  <a:pt x="429" y="438"/>
                  <a:pt x="373" y="438"/>
                </a:cubicBezTo>
                <a:close/>
              </a:path>
            </a:pathLst>
          </a:custGeom>
          <a:solidFill>
            <a:schemeClr val="bg1"/>
          </a:solidFill>
          <a:ln>
            <a:noFill/>
          </a:ln>
        </p:spPr>
        <p:txBody>
          <a:bodyPr vert="horz" wrap="square" lIns="91440" tIns="45720" rIns="91440" bIns="45720" numCol="1" anchor="t" anchorCtr="0" compatLnSpc="1"/>
          <a:lstStyle/>
          <a:p>
            <a:endParaRPr lang="zh-CN" altLang="en-US">
              <a:ea typeface="汉仪旗黑-50S" panose="00020600040101010101"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337982"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72" name="矩形 71"/>
          <p:cNvSpPr/>
          <p:nvPr/>
        </p:nvSpPr>
        <p:spPr>
          <a:xfrm>
            <a:off x="3289486"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73" name="矩形 72"/>
          <p:cNvSpPr/>
          <p:nvPr/>
        </p:nvSpPr>
        <p:spPr>
          <a:xfrm>
            <a:off x="5240991"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74" name="矩形 73"/>
          <p:cNvSpPr/>
          <p:nvPr/>
        </p:nvSpPr>
        <p:spPr>
          <a:xfrm>
            <a:off x="7192495" y="0"/>
            <a:ext cx="1951504" cy="55444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grpSp>
        <p:nvGrpSpPr>
          <p:cNvPr id="75" name="组合 74"/>
          <p:cNvGrpSpPr/>
          <p:nvPr/>
        </p:nvGrpSpPr>
        <p:grpSpPr>
          <a:xfrm>
            <a:off x="1428163" y="138724"/>
            <a:ext cx="7549958" cy="276999"/>
            <a:chOff x="105638" y="107946"/>
            <a:chExt cx="8844051" cy="276999"/>
          </a:xfrm>
        </p:grpSpPr>
        <p:sp>
          <p:nvSpPr>
            <p:cNvPr id="76" name="矩形 75"/>
            <p:cNvSpPr/>
            <p:nvPr/>
          </p:nvSpPr>
          <p:spPr bwMode="auto">
            <a:xfrm>
              <a:off x="105638" y="107946"/>
              <a:ext cx="210201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选题的背景与意义</a:t>
              </a:r>
              <a:endParaRPr lang="zh-CN" altLang="en-US" sz="1200" kern="100">
                <a:solidFill>
                  <a:schemeClr val="bg1"/>
                </a:solidFill>
                <a:latin typeface="+mj-ea"/>
                <a:ea typeface="+mj-ea"/>
                <a:cs typeface="汉仪旗黑-50S" panose="00020600040101010101" charset="-122"/>
              </a:endParaRPr>
            </a:p>
          </p:txBody>
        </p:sp>
        <p:sp>
          <p:nvSpPr>
            <p:cNvPr id="77" name="矩形 76"/>
            <p:cNvSpPr/>
            <p:nvPr/>
          </p:nvSpPr>
          <p:spPr bwMode="auto">
            <a:xfrm>
              <a:off x="2492229" y="107946"/>
              <a:ext cx="187353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研究方法及过程</a:t>
              </a:r>
              <a:endParaRPr lang="zh-CN" altLang="en-US" sz="1200" kern="100">
                <a:solidFill>
                  <a:schemeClr val="bg1"/>
                </a:solidFill>
                <a:latin typeface="+mj-ea"/>
                <a:ea typeface="+mj-ea"/>
                <a:cs typeface="汉仪旗黑-50S" panose="00020600040101010101" charset="-122"/>
              </a:endParaRPr>
            </a:p>
          </p:txBody>
        </p:sp>
        <p:sp>
          <p:nvSpPr>
            <p:cNvPr id="78" name="矩形 77"/>
            <p:cNvSpPr/>
            <p:nvPr/>
          </p:nvSpPr>
          <p:spPr bwMode="auto">
            <a:xfrm>
              <a:off x="4549750" y="107946"/>
              <a:ext cx="233049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研究成果展示及应用</a:t>
              </a:r>
              <a:endParaRPr lang="zh-CN" altLang="en-US" sz="1200" kern="100">
                <a:solidFill>
                  <a:schemeClr val="bg1"/>
                </a:solidFill>
                <a:latin typeface="+mj-ea"/>
                <a:ea typeface="+mj-ea"/>
                <a:cs typeface="汉仪旗黑-50S" panose="00020600040101010101" charset="-122"/>
              </a:endParaRPr>
            </a:p>
          </p:txBody>
        </p:sp>
        <p:sp>
          <p:nvSpPr>
            <p:cNvPr id="79" name="矩形 78"/>
            <p:cNvSpPr/>
            <p:nvPr/>
          </p:nvSpPr>
          <p:spPr bwMode="auto">
            <a:xfrm>
              <a:off x="7076150" y="107946"/>
              <a:ext cx="187353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论文总结与致谢</a:t>
              </a:r>
              <a:endParaRPr lang="zh-CN" altLang="en-US" sz="1200" kern="100">
                <a:solidFill>
                  <a:schemeClr val="bg1"/>
                </a:solidFill>
                <a:latin typeface="+mj-ea"/>
                <a:ea typeface="+mj-ea"/>
                <a:cs typeface="汉仪旗黑-50S" panose="00020600040101010101" charset="-122"/>
              </a:endParaRPr>
            </a:p>
          </p:txBody>
        </p:sp>
      </p:grpSp>
      <p:sp>
        <p:nvSpPr>
          <p:cNvPr id="80" name="矩形 79"/>
          <p:cNvSpPr/>
          <p:nvPr/>
        </p:nvSpPr>
        <p:spPr>
          <a:xfrm>
            <a:off x="0" y="23"/>
            <a:ext cx="1337982" cy="5544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1" name="组合 80"/>
          <p:cNvGrpSpPr/>
          <p:nvPr/>
        </p:nvGrpSpPr>
        <p:grpSpPr>
          <a:xfrm>
            <a:off x="371474" y="40845"/>
            <a:ext cx="595035" cy="472756"/>
            <a:chOff x="257511" y="1283815"/>
            <a:chExt cx="3608258" cy="2800587"/>
          </a:xfrm>
        </p:grpSpPr>
        <p:grpSp>
          <p:nvGrpSpPr>
            <p:cNvPr id="82" name="Group 79"/>
            <p:cNvGrpSpPr>
              <a:grpSpLocks noChangeAspect="1"/>
            </p:cNvGrpSpPr>
            <p:nvPr/>
          </p:nvGrpSpPr>
          <p:grpSpPr bwMode="auto">
            <a:xfrm>
              <a:off x="1235639" y="1283815"/>
              <a:ext cx="1621531" cy="1625508"/>
              <a:chOff x="1247" y="-15"/>
              <a:chExt cx="3263" cy="3271"/>
            </a:xfrm>
            <a:solidFill>
              <a:sysClr val="window" lastClr="FFFFFF"/>
            </a:solidFill>
          </p:grpSpPr>
          <p:sp>
            <p:nvSpPr>
              <p:cNvPr id="84" name="Freeform 80"/>
              <p:cNvSpPr/>
              <p:nvPr/>
            </p:nvSpPr>
            <p:spPr bwMode="auto">
              <a:xfrm>
                <a:off x="1722" y="1892"/>
                <a:ext cx="207" cy="199"/>
              </a:xfrm>
              <a:custGeom>
                <a:avLst/>
                <a:gdLst>
                  <a:gd name="T0" fmla="*/ 104 w 207"/>
                  <a:gd name="T1" fmla="*/ 0 h 199"/>
                  <a:gd name="T2" fmla="*/ 136 w 207"/>
                  <a:gd name="T3" fmla="*/ 66 h 199"/>
                  <a:gd name="T4" fmla="*/ 207 w 207"/>
                  <a:gd name="T5" fmla="*/ 77 h 199"/>
                  <a:gd name="T6" fmla="*/ 157 w 207"/>
                  <a:gd name="T7" fmla="*/ 126 h 199"/>
                  <a:gd name="T8" fmla="*/ 169 w 207"/>
                  <a:gd name="T9" fmla="*/ 199 h 199"/>
                  <a:gd name="T10" fmla="*/ 104 w 207"/>
                  <a:gd name="T11" fmla="*/ 165 h 199"/>
                  <a:gd name="T12" fmla="*/ 41 w 207"/>
                  <a:gd name="T13" fmla="*/ 199 h 199"/>
                  <a:gd name="T14" fmla="*/ 52 w 207"/>
                  <a:gd name="T15" fmla="*/ 126 h 199"/>
                  <a:gd name="T16" fmla="*/ 0 w 207"/>
                  <a:gd name="T17" fmla="*/ 77 h 199"/>
                  <a:gd name="T18" fmla="*/ 72 w 207"/>
                  <a:gd name="T19" fmla="*/ 66 h 199"/>
                  <a:gd name="T20" fmla="*/ 104 w 207"/>
                  <a:gd name="T21" fmla="*/ 0 h 199"/>
                  <a:gd name="T22" fmla="*/ 104 w 207"/>
                  <a:gd name="T23" fmla="*/ 0 h 199"/>
                  <a:gd name="T24" fmla="*/ 104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4" y="0"/>
                    </a:moveTo>
                    <a:lnTo>
                      <a:pt x="136" y="66"/>
                    </a:lnTo>
                    <a:lnTo>
                      <a:pt x="207" y="77"/>
                    </a:lnTo>
                    <a:lnTo>
                      <a:pt x="157" y="126"/>
                    </a:lnTo>
                    <a:lnTo>
                      <a:pt x="169" y="199"/>
                    </a:lnTo>
                    <a:lnTo>
                      <a:pt x="104" y="165"/>
                    </a:lnTo>
                    <a:lnTo>
                      <a:pt x="41" y="199"/>
                    </a:lnTo>
                    <a:lnTo>
                      <a:pt x="52" y="126"/>
                    </a:lnTo>
                    <a:lnTo>
                      <a:pt x="0" y="77"/>
                    </a:lnTo>
                    <a:lnTo>
                      <a:pt x="72" y="66"/>
                    </a:lnTo>
                    <a:lnTo>
                      <a:pt x="104" y="0"/>
                    </a:lnTo>
                    <a:lnTo>
                      <a:pt x="104" y="0"/>
                    </a:lnTo>
                    <a:lnTo>
                      <a:pt x="10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85" name="Freeform 81"/>
              <p:cNvSpPr/>
              <p:nvPr/>
            </p:nvSpPr>
            <p:spPr bwMode="auto">
              <a:xfrm>
                <a:off x="3779" y="1892"/>
                <a:ext cx="207" cy="199"/>
              </a:xfrm>
              <a:custGeom>
                <a:avLst/>
                <a:gdLst>
                  <a:gd name="T0" fmla="*/ 105 w 207"/>
                  <a:gd name="T1" fmla="*/ 0 h 199"/>
                  <a:gd name="T2" fmla="*/ 136 w 207"/>
                  <a:gd name="T3" fmla="*/ 66 h 199"/>
                  <a:gd name="T4" fmla="*/ 207 w 207"/>
                  <a:gd name="T5" fmla="*/ 77 h 199"/>
                  <a:gd name="T6" fmla="*/ 157 w 207"/>
                  <a:gd name="T7" fmla="*/ 126 h 199"/>
                  <a:gd name="T8" fmla="*/ 170 w 207"/>
                  <a:gd name="T9" fmla="*/ 199 h 199"/>
                  <a:gd name="T10" fmla="*/ 105 w 207"/>
                  <a:gd name="T11" fmla="*/ 165 h 199"/>
                  <a:gd name="T12" fmla="*/ 41 w 207"/>
                  <a:gd name="T13" fmla="*/ 199 h 199"/>
                  <a:gd name="T14" fmla="*/ 52 w 207"/>
                  <a:gd name="T15" fmla="*/ 126 h 199"/>
                  <a:gd name="T16" fmla="*/ 0 w 207"/>
                  <a:gd name="T17" fmla="*/ 77 h 199"/>
                  <a:gd name="T18" fmla="*/ 72 w 207"/>
                  <a:gd name="T19" fmla="*/ 66 h 199"/>
                  <a:gd name="T20" fmla="*/ 105 w 207"/>
                  <a:gd name="T21" fmla="*/ 0 h 199"/>
                  <a:gd name="T22" fmla="*/ 105 w 207"/>
                  <a:gd name="T23" fmla="*/ 0 h 199"/>
                  <a:gd name="T24" fmla="*/ 105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5" y="0"/>
                    </a:moveTo>
                    <a:lnTo>
                      <a:pt x="136" y="66"/>
                    </a:lnTo>
                    <a:lnTo>
                      <a:pt x="207" y="77"/>
                    </a:lnTo>
                    <a:lnTo>
                      <a:pt x="157" y="126"/>
                    </a:lnTo>
                    <a:lnTo>
                      <a:pt x="170" y="199"/>
                    </a:lnTo>
                    <a:lnTo>
                      <a:pt x="105" y="165"/>
                    </a:lnTo>
                    <a:lnTo>
                      <a:pt x="41" y="199"/>
                    </a:lnTo>
                    <a:lnTo>
                      <a:pt x="52" y="126"/>
                    </a:lnTo>
                    <a:lnTo>
                      <a:pt x="0" y="77"/>
                    </a:lnTo>
                    <a:lnTo>
                      <a:pt x="72" y="66"/>
                    </a:lnTo>
                    <a:lnTo>
                      <a:pt x="105" y="0"/>
                    </a:lnTo>
                    <a:lnTo>
                      <a:pt x="105" y="0"/>
                    </a:lnTo>
                    <a:lnTo>
                      <a:pt x="10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86" name="Freeform 82"/>
              <p:cNvSpPr>
                <a:spLocks noEditPoints="1"/>
              </p:cNvSpPr>
              <p:nvPr/>
            </p:nvSpPr>
            <p:spPr bwMode="auto">
              <a:xfrm>
                <a:off x="1247" y="-15"/>
                <a:ext cx="3263" cy="3271"/>
              </a:xfrm>
              <a:custGeom>
                <a:avLst/>
                <a:gdLst>
                  <a:gd name="T0" fmla="*/ 2378 w 2411"/>
                  <a:gd name="T1" fmla="*/ 1061 h 2417"/>
                  <a:gd name="T2" fmla="*/ 2354 w 2411"/>
                  <a:gd name="T3" fmla="*/ 1453 h 2417"/>
                  <a:gd name="T4" fmla="*/ 2203 w 2411"/>
                  <a:gd name="T5" fmla="*/ 1825 h 2417"/>
                  <a:gd name="T6" fmla="*/ 1932 w 2411"/>
                  <a:gd name="T7" fmla="*/ 2133 h 2417"/>
                  <a:gd name="T8" fmla="*/ 1575 w 2411"/>
                  <a:gd name="T9" fmla="*/ 2325 h 2417"/>
                  <a:gd name="T10" fmla="*/ 1169 w 2411"/>
                  <a:gd name="T11" fmla="*/ 2387 h 2417"/>
                  <a:gd name="T12" fmla="*/ 771 w 2411"/>
                  <a:gd name="T13" fmla="*/ 2302 h 2417"/>
                  <a:gd name="T14" fmla="*/ 432 w 2411"/>
                  <a:gd name="T15" fmla="*/ 2089 h 2417"/>
                  <a:gd name="T16" fmla="*/ 176 w 2411"/>
                  <a:gd name="T17" fmla="*/ 1768 h 2417"/>
                  <a:gd name="T18" fmla="*/ 49 w 2411"/>
                  <a:gd name="T19" fmla="*/ 1383 h 2417"/>
                  <a:gd name="T20" fmla="*/ 59 w 2411"/>
                  <a:gd name="T21" fmla="*/ 973 h 2417"/>
                  <a:gd name="T22" fmla="*/ 210 w 2411"/>
                  <a:gd name="T23" fmla="*/ 585 h 2417"/>
                  <a:gd name="T24" fmla="*/ 484 w 2411"/>
                  <a:gd name="T25" fmla="*/ 278 h 2417"/>
                  <a:gd name="T26" fmla="*/ 844 w 2411"/>
                  <a:gd name="T27" fmla="*/ 87 h 2417"/>
                  <a:gd name="T28" fmla="*/ 1247 w 2411"/>
                  <a:gd name="T29" fmla="*/ 31 h 2417"/>
                  <a:gd name="T30" fmla="*/ 1644 w 2411"/>
                  <a:gd name="T31" fmla="*/ 115 h 2417"/>
                  <a:gd name="T32" fmla="*/ 1988 w 2411"/>
                  <a:gd name="T33" fmla="*/ 331 h 2417"/>
                  <a:gd name="T34" fmla="*/ 2242 w 2411"/>
                  <a:gd name="T35" fmla="*/ 655 h 2417"/>
                  <a:gd name="T36" fmla="*/ 2250 w 2411"/>
                  <a:gd name="T37" fmla="*/ 785 h 2417"/>
                  <a:gd name="T38" fmla="*/ 2050 w 2411"/>
                  <a:gd name="T39" fmla="*/ 488 h 2417"/>
                  <a:gd name="T40" fmla="*/ 1752 w 2411"/>
                  <a:gd name="T41" fmla="*/ 240 h 2417"/>
                  <a:gd name="T42" fmla="*/ 1393 w 2411"/>
                  <a:gd name="T43" fmla="*/ 113 h 2417"/>
                  <a:gd name="T44" fmla="*/ 1007 w 2411"/>
                  <a:gd name="T45" fmla="*/ 115 h 2417"/>
                  <a:gd name="T46" fmla="*/ 650 w 2411"/>
                  <a:gd name="T47" fmla="*/ 249 h 2417"/>
                  <a:gd name="T48" fmla="*/ 356 w 2411"/>
                  <a:gd name="T49" fmla="*/ 499 h 2417"/>
                  <a:gd name="T50" fmla="*/ 169 w 2411"/>
                  <a:gd name="T51" fmla="*/ 831 h 2417"/>
                  <a:gd name="T52" fmla="*/ 102 w 2411"/>
                  <a:gd name="T53" fmla="*/ 1210 h 2417"/>
                  <a:gd name="T54" fmla="*/ 168 w 2411"/>
                  <a:gd name="T55" fmla="*/ 1589 h 2417"/>
                  <a:gd name="T56" fmla="*/ 362 w 2411"/>
                  <a:gd name="T57" fmla="*/ 1928 h 2417"/>
                  <a:gd name="T58" fmla="*/ 658 w 2411"/>
                  <a:gd name="T59" fmla="*/ 2176 h 2417"/>
                  <a:gd name="T60" fmla="*/ 1017 w 2411"/>
                  <a:gd name="T61" fmla="*/ 2303 h 2417"/>
                  <a:gd name="T62" fmla="*/ 1404 w 2411"/>
                  <a:gd name="T63" fmla="*/ 2303 h 2417"/>
                  <a:gd name="T64" fmla="*/ 1766 w 2411"/>
                  <a:gd name="T65" fmla="*/ 2170 h 2417"/>
                  <a:gd name="T66" fmla="*/ 2065 w 2411"/>
                  <a:gd name="T67" fmla="*/ 1916 h 2417"/>
                  <a:gd name="T68" fmla="*/ 2253 w 2411"/>
                  <a:gd name="T69" fmla="*/ 1577 h 2417"/>
                  <a:gd name="T70" fmla="*/ 2314 w 2411"/>
                  <a:gd name="T71" fmla="*/ 1196 h 2417"/>
                  <a:gd name="T72" fmla="*/ 2250 w 2411"/>
                  <a:gd name="T73" fmla="*/ 785 h 2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11" h="2417">
                    <a:moveTo>
                      <a:pt x="2317" y="808"/>
                    </a:moveTo>
                    <a:cubicBezTo>
                      <a:pt x="2298" y="899"/>
                      <a:pt x="2323" y="981"/>
                      <a:pt x="2378" y="1061"/>
                    </a:cubicBezTo>
                    <a:cubicBezTo>
                      <a:pt x="2411" y="1110"/>
                      <a:pt x="2411" y="1169"/>
                      <a:pt x="2382" y="1222"/>
                    </a:cubicBezTo>
                    <a:cubicBezTo>
                      <a:pt x="2342" y="1296"/>
                      <a:pt x="2334" y="1371"/>
                      <a:pt x="2354" y="1453"/>
                    </a:cubicBezTo>
                    <a:cubicBezTo>
                      <a:pt x="2371" y="1523"/>
                      <a:pt x="2353" y="1585"/>
                      <a:pt x="2297" y="1635"/>
                    </a:cubicBezTo>
                    <a:cubicBezTo>
                      <a:pt x="2241" y="1685"/>
                      <a:pt x="2209" y="1749"/>
                      <a:pt x="2203" y="1825"/>
                    </a:cubicBezTo>
                    <a:cubicBezTo>
                      <a:pt x="2198" y="1900"/>
                      <a:pt x="2159" y="1954"/>
                      <a:pt x="2089" y="1983"/>
                    </a:cubicBezTo>
                    <a:cubicBezTo>
                      <a:pt x="2016" y="2012"/>
                      <a:pt x="1964" y="2062"/>
                      <a:pt x="1932" y="2133"/>
                    </a:cubicBezTo>
                    <a:cubicBezTo>
                      <a:pt x="1901" y="2200"/>
                      <a:pt x="1848" y="2236"/>
                      <a:pt x="1774" y="2239"/>
                    </a:cubicBezTo>
                    <a:cubicBezTo>
                      <a:pt x="1695" y="2242"/>
                      <a:pt x="1630" y="2270"/>
                      <a:pt x="1575" y="2325"/>
                    </a:cubicBezTo>
                    <a:cubicBezTo>
                      <a:pt x="1523" y="2379"/>
                      <a:pt x="1461" y="2395"/>
                      <a:pt x="1391" y="2372"/>
                    </a:cubicBezTo>
                    <a:cubicBezTo>
                      <a:pt x="1314" y="2347"/>
                      <a:pt x="1241" y="2352"/>
                      <a:pt x="1169" y="2387"/>
                    </a:cubicBezTo>
                    <a:cubicBezTo>
                      <a:pt x="1104" y="2417"/>
                      <a:pt x="1041" y="2410"/>
                      <a:pt x="984" y="2366"/>
                    </a:cubicBezTo>
                    <a:cubicBezTo>
                      <a:pt x="921" y="2316"/>
                      <a:pt x="851" y="2295"/>
                      <a:pt x="771" y="2302"/>
                    </a:cubicBezTo>
                    <a:cubicBezTo>
                      <a:pt x="695" y="2308"/>
                      <a:pt x="638" y="2277"/>
                      <a:pt x="598" y="2212"/>
                    </a:cubicBezTo>
                    <a:cubicBezTo>
                      <a:pt x="559" y="2150"/>
                      <a:pt x="504" y="2108"/>
                      <a:pt x="432" y="2089"/>
                    </a:cubicBezTo>
                    <a:cubicBezTo>
                      <a:pt x="356" y="2069"/>
                      <a:pt x="310" y="2022"/>
                      <a:pt x="294" y="1944"/>
                    </a:cubicBezTo>
                    <a:cubicBezTo>
                      <a:pt x="278" y="1870"/>
                      <a:pt x="239" y="1811"/>
                      <a:pt x="176" y="1768"/>
                    </a:cubicBezTo>
                    <a:cubicBezTo>
                      <a:pt x="114" y="1725"/>
                      <a:pt x="88" y="1665"/>
                      <a:pt x="98" y="1590"/>
                    </a:cubicBezTo>
                    <a:cubicBezTo>
                      <a:pt x="109" y="1514"/>
                      <a:pt x="93" y="1445"/>
                      <a:pt x="49" y="1383"/>
                    </a:cubicBezTo>
                    <a:cubicBezTo>
                      <a:pt x="4" y="1319"/>
                      <a:pt x="0" y="1253"/>
                      <a:pt x="37" y="1184"/>
                    </a:cubicBezTo>
                    <a:cubicBezTo>
                      <a:pt x="72" y="1116"/>
                      <a:pt x="80" y="1046"/>
                      <a:pt x="59" y="973"/>
                    </a:cubicBezTo>
                    <a:cubicBezTo>
                      <a:pt x="38" y="899"/>
                      <a:pt x="58" y="837"/>
                      <a:pt x="114" y="786"/>
                    </a:cubicBezTo>
                    <a:cubicBezTo>
                      <a:pt x="173" y="732"/>
                      <a:pt x="204" y="665"/>
                      <a:pt x="210" y="585"/>
                    </a:cubicBezTo>
                    <a:cubicBezTo>
                      <a:pt x="216" y="516"/>
                      <a:pt x="253" y="465"/>
                      <a:pt x="316" y="439"/>
                    </a:cubicBezTo>
                    <a:cubicBezTo>
                      <a:pt x="394" y="407"/>
                      <a:pt x="449" y="355"/>
                      <a:pt x="484" y="278"/>
                    </a:cubicBezTo>
                    <a:cubicBezTo>
                      <a:pt x="513" y="216"/>
                      <a:pt x="566" y="182"/>
                      <a:pt x="636" y="179"/>
                    </a:cubicBezTo>
                    <a:cubicBezTo>
                      <a:pt x="718" y="177"/>
                      <a:pt x="786" y="146"/>
                      <a:pt x="844" y="87"/>
                    </a:cubicBezTo>
                    <a:cubicBezTo>
                      <a:pt x="892" y="38"/>
                      <a:pt x="953" y="24"/>
                      <a:pt x="1019" y="45"/>
                    </a:cubicBezTo>
                    <a:cubicBezTo>
                      <a:pt x="1097" y="70"/>
                      <a:pt x="1172" y="66"/>
                      <a:pt x="1247" y="31"/>
                    </a:cubicBezTo>
                    <a:cubicBezTo>
                      <a:pt x="1309" y="0"/>
                      <a:pt x="1371" y="8"/>
                      <a:pt x="1425" y="50"/>
                    </a:cubicBezTo>
                    <a:cubicBezTo>
                      <a:pt x="1491" y="101"/>
                      <a:pt x="1562" y="123"/>
                      <a:pt x="1644" y="115"/>
                    </a:cubicBezTo>
                    <a:cubicBezTo>
                      <a:pt x="1715" y="108"/>
                      <a:pt x="1771" y="138"/>
                      <a:pt x="1810" y="199"/>
                    </a:cubicBezTo>
                    <a:cubicBezTo>
                      <a:pt x="1852" y="267"/>
                      <a:pt x="1910" y="311"/>
                      <a:pt x="1988" y="331"/>
                    </a:cubicBezTo>
                    <a:cubicBezTo>
                      <a:pt x="2057" y="349"/>
                      <a:pt x="2102" y="395"/>
                      <a:pt x="2116" y="465"/>
                    </a:cubicBezTo>
                    <a:cubicBezTo>
                      <a:pt x="2133" y="545"/>
                      <a:pt x="2174" y="608"/>
                      <a:pt x="2242" y="655"/>
                    </a:cubicBezTo>
                    <a:cubicBezTo>
                      <a:pt x="2294" y="690"/>
                      <a:pt x="2316" y="742"/>
                      <a:pt x="2317" y="808"/>
                    </a:cubicBezTo>
                    <a:close/>
                    <a:moveTo>
                      <a:pt x="2250" y="785"/>
                    </a:moveTo>
                    <a:cubicBezTo>
                      <a:pt x="2237" y="767"/>
                      <a:pt x="2219" y="729"/>
                      <a:pt x="2191" y="707"/>
                    </a:cubicBezTo>
                    <a:cubicBezTo>
                      <a:pt x="2119" y="648"/>
                      <a:pt x="2068" y="579"/>
                      <a:pt x="2050" y="488"/>
                    </a:cubicBezTo>
                    <a:cubicBezTo>
                      <a:pt x="2040" y="440"/>
                      <a:pt x="2013" y="409"/>
                      <a:pt x="1966" y="397"/>
                    </a:cubicBezTo>
                    <a:cubicBezTo>
                      <a:pt x="1874" y="374"/>
                      <a:pt x="1803" y="321"/>
                      <a:pt x="1752" y="240"/>
                    </a:cubicBezTo>
                    <a:cubicBezTo>
                      <a:pt x="1727" y="199"/>
                      <a:pt x="1691" y="181"/>
                      <a:pt x="1643" y="186"/>
                    </a:cubicBezTo>
                    <a:cubicBezTo>
                      <a:pt x="1550" y="195"/>
                      <a:pt x="1466" y="170"/>
                      <a:pt x="1393" y="113"/>
                    </a:cubicBezTo>
                    <a:cubicBezTo>
                      <a:pt x="1353" y="82"/>
                      <a:pt x="1312" y="77"/>
                      <a:pt x="1266" y="99"/>
                    </a:cubicBezTo>
                    <a:cubicBezTo>
                      <a:pt x="1182" y="138"/>
                      <a:pt x="1095" y="144"/>
                      <a:pt x="1007" y="115"/>
                    </a:cubicBezTo>
                    <a:cubicBezTo>
                      <a:pt x="959" y="99"/>
                      <a:pt x="919" y="110"/>
                      <a:pt x="883" y="146"/>
                    </a:cubicBezTo>
                    <a:cubicBezTo>
                      <a:pt x="820" y="212"/>
                      <a:pt x="740" y="246"/>
                      <a:pt x="650" y="249"/>
                    </a:cubicBezTo>
                    <a:cubicBezTo>
                      <a:pt x="596" y="251"/>
                      <a:pt x="562" y="275"/>
                      <a:pt x="540" y="323"/>
                    </a:cubicBezTo>
                    <a:cubicBezTo>
                      <a:pt x="502" y="405"/>
                      <a:pt x="440" y="465"/>
                      <a:pt x="356" y="499"/>
                    </a:cubicBezTo>
                    <a:cubicBezTo>
                      <a:pt x="305" y="519"/>
                      <a:pt x="281" y="554"/>
                      <a:pt x="277" y="606"/>
                    </a:cubicBezTo>
                    <a:cubicBezTo>
                      <a:pt x="271" y="695"/>
                      <a:pt x="234" y="771"/>
                      <a:pt x="169" y="831"/>
                    </a:cubicBezTo>
                    <a:cubicBezTo>
                      <a:pt x="126" y="869"/>
                      <a:pt x="115" y="911"/>
                      <a:pt x="130" y="966"/>
                    </a:cubicBezTo>
                    <a:cubicBezTo>
                      <a:pt x="152" y="1050"/>
                      <a:pt x="144" y="1133"/>
                      <a:pt x="102" y="1210"/>
                    </a:cubicBezTo>
                    <a:cubicBezTo>
                      <a:pt x="76" y="1258"/>
                      <a:pt x="77" y="1301"/>
                      <a:pt x="109" y="1346"/>
                    </a:cubicBezTo>
                    <a:cubicBezTo>
                      <a:pt x="161" y="1419"/>
                      <a:pt x="181" y="1501"/>
                      <a:pt x="168" y="1589"/>
                    </a:cubicBezTo>
                    <a:cubicBezTo>
                      <a:pt x="161" y="1643"/>
                      <a:pt x="177" y="1683"/>
                      <a:pt x="222" y="1715"/>
                    </a:cubicBezTo>
                    <a:cubicBezTo>
                      <a:pt x="297" y="1767"/>
                      <a:pt x="344" y="1839"/>
                      <a:pt x="362" y="1928"/>
                    </a:cubicBezTo>
                    <a:cubicBezTo>
                      <a:pt x="372" y="1978"/>
                      <a:pt x="400" y="2008"/>
                      <a:pt x="449" y="2021"/>
                    </a:cubicBezTo>
                    <a:cubicBezTo>
                      <a:pt x="539" y="2044"/>
                      <a:pt x="609" y="2096"/>
                      <a:pt x="658" y="2176"/>
                    </a:cubicBezTo>
                    <a:cubicBezTo>
                      <a:pt x="685" y="2219"/>
                      <a:pt x="722" y="2238"/>
                      <a:pt x="773" y="2232"/>
                    </a:cubicBezTo>
                    <a:cubicBezTo>
                      <a:pt x="864" y="2223"/>
                      <a:pt x="946" y="2247"/>
                      <a:pt x="1017" y="2303"/>
                    </a:cubicBezTo>
                    <a:cubicBezTo>
                      <a:pt x="1059" y="2336"/>
                      <a:pt x="1101" y="2341"/>
                      <a:pt x="1149" y="2319"/>
                    </a:cubicBezTo>
                    <a:cubicBezTo>
                      <a:pt x="1232" y="2280"/>
                      <a:pt x="1317" y="2275"/>
                      <a:pt x="1404" y="2303"/>
                    </a:cubicBezTo>
                    <a:cubicBezTo>
                      <a:pt x="1452" y="2318"/>
                      <a:pt x="1492" y="2310"/>
                      <a:pt x="1528" y="2273"/>
                    </a:cubicBezTo>
                    <a:cubicBezTo>
                      <a:pt x="1593" y="2207"/>
                      <a:pt x="1672" y="2172"/>
                      <a:pt x="1766" y="2170"/>
                    </a:cubicBezTo>
                    <a:cubicBezTo>
                      <a:pt x="1814" y="2168"/>
                      <a:pt x="1848" y="2147"/>
                      <a:pt x="1868" y="2103"/>
                    </a:cubicBezTo>
                    <a:cubicBezTo>
                      <a:pt x="1909" y="2014"/>
                      <a:pt x="1974" y="1952"/>
                      <a:pt x="2065" y="1916"/>
                    </a:cubicBezTo>
                    <a:cubicBezTo>
                      <a:pt x="2106" y="1900"/>
                      <a:pt x="2128" y="1869"/>
                      <a:pt x="2132" y="1825"/>
                    </a:cubicBezTo>
                    <a:cubicBezTo>
                      <a:pt x="2140" y="1727"/>
                      <a:pt x="2183" y="1647"/>
                      <a:pt x="2253" y="1577"/>
                    </a:cubicBezTo>
                    <a:cubicBezTo>
                      <a:pt x="2276" y="1553"/>
                      <a:pt x="2291" y="1502"/>
                      <a:pt x="2284" y="1470"/>
                    </a:cubicBezTo>
                    <a:cubicBezTo>
                      <a:pt x="2262" y="1373"/>
                      <a:pt x="2274" y="1285"/>
                      <a:pt x="2314" y="1196"/>
                    </a:cubicBezTo>
                    <a:cubicBezTo>
                      <a:pt x="2327" y="1165"/>
                      <a:pt x="2328" y="1116"/>
                      <a:pt x="2311" y="1089"/>
                    </a:cubicBezTo>
                    <a:cubicBezTo>
                      <a:pt x="2255" y="1001"/>
                      <a:pt x="2228" y="909"/>
                      <a:pt x="2250" y="7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87" name="Freeform 83"/>
              <p:cNvSpPr/>
              <p:nvPr/>
            </p:nvSpPr>
            <p:spPr bwMode="auto">
              <a:xfrm>
                <a:off x="3318" y="2439"/>
                <a:ext cx="327" cy="222"/>
              </a:xfrm>
              <a:custGeom>
                <a:avLst/>
                <a:gdLst>
                  <a:gd name="T0" fmla="*/ 77 w 242"/>
                  <a:gd name="T1" fmla="*/ 122 h 164"/>
                  <a:gd name="T2" fmla="*/ 104 w 242"/>
                  <a:gd name="T3" fmla="*/ 82 h 164"/>
                  <a:gd name="T4" fmla="*/ 112 w 242"/>
                  <a:gd name="T5" fmla="*/ 88 h 164"/>
                  <a:gd name="T6" fmla="*/ 92 w 242"/>
                  <a:gd name="T7" fmla="*/ 119 h 164"/>
                  <a:gd name="T8" fmla="*/ 242 w 242"/>
                  <a:gd name="T9" fmla="*/ 124 h 164"/>
                  <a:gd name="T10" fmla="*/ 161 w 242"/>
                  <a:gd name="T11" fmla="*/ 161 h 164"/>
                  <a:gd name="T12" fmla="*/ 99 w 242"/>
                  <a:gd name="T13" fmla="*/ 153 h 164"/>
                  <a:gd name="T14" fmla="*/ 38 w 242"/>
                  <a:gd name="T15" fmla="*/ 164 h 164"/>
                  <a:gd name="T16" fmla="*/ 29 w 242"/>
                  <a:gd name="T17" fmla="*/ 126 h 164"/>
                  <a:gd name="T18" fmla="*/ 32 w 242"/>
                  <a:gd name="T19" fmla="*/ 0 h 164"/>
                  <a:gd name="T20" fmla="*/ 77 w 242"/>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164">
                    <a:moveTo>
                      <a:pt x="77" y="122"/>
                    </a:moveTo>
                    <a:cubicBezTo>
                      <a:pt x="86" y="109"/>
                      <a:pt x="95" y="96"/>
                      <a:pt x="104" y="82"/>
                    </a:cubicBezTo>
                    <a:cubicBezTo>
                      <a:pt x="107" y="84"/>
                      <a:pt x="109" y="86"/>
                      <a:pt x="112" y="88"/>
                    </a:cubicBezTo>
                    <a:cubicBezTo>
                      <a:pt x="107" y="95"/>
                      <a:pt x="102" y="103"/>
                      <a:pt x="92" y="119"/>
                    </a:cubicBezTo>
                    <a:cubicBezTo>
                      <a:pt x="148" y="90"/>
                      <a:pt x="193" y="98"/>
                      <a:pt x="242" y="124"/>
                    </a:cubicBezTo>
                    <a:cubicBezTo>
                      <a:pt x="218" y="148"/>
                      <a:pt x="192" y="161"/>
                      <a:pt x="161" y="161"/>
                    </a:cubicBezTo>
                    <a:cubicBezTo>
                      <a:pt x="140" y="161"/>
                      <a:pt x="118" y="160"/>
                      <a:pt x="99" y="153"/>
                    </a:cubicBezTo>
                    <a:cubicBezTo>
                      <a:pt x="73" y="143"/>
                      <a:pt x="53" y="143"/>
                      <a:pt x="38" y="164"/>
                    </a:cubicBezTo>
                    <a:cubicBezTo>
                      <a:pt x="35" y="151"/>
                      <a:pt x="36" y="137"/>
                      <a:pt x="29" y="126"/>
                    </a:cubicBezTo>
                    <a:cubicBezTo>
                      <a:pt x="0" y="75"/>
                      <a:pt x="0" y="46"/>
                      <a:pt x="32" y="0"/>
                    </a:cubicBezTo>
                    <a:cubicBezTo>
                      <a:pt x="72" y="14"/>
                      <a:pt x="85" y="53"/>
                      <a:pt x="77"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88" name="Freeform 84"/>
              <p:cNvSpPr/>
              <p:nvPr/>
            </p:nvSpPr>
            <p:spPr bwMode="auto">
              <a:xfrm>
                <a:off x="3417" y="2308"/>
                <a:ext cx="339" cy="217"/>
              </a:xfrm>
              <a:custGeom>
                <a:avLst/>
                <a:gdLst>
                  <a:gd name="T0" fmla="*/ 251 w 251"/>
                  <a:gd name="T1" fmla="*/ 92 h 161"/>
                  <a:gd name="T2" fmla="*/ 65 w 251"/>
                  <a:gd name="T3" fmla="*/ 138 h 161"/>
                  <a:gd name="T4" fmla="*/ 29 w 251"/>
                  <a:gd name="T5" fmla="*/ 0 h 161"/>
                  <a:gd name="T6" fmla="*/ 87 w 251"/>
                  <a:gd name="T7" fmla="*/ 118 h 161"/>
                  <a:gd name="T8" fmla="*/ 251 w 251"/>
                  <a:gd name="T9" fmla="*/ 92 h 161"/>
                </a:gdLst>
                <a:ahLst/>
                <a:cxnLst>
                  <a:cxn ang="0">
                    <a:pos x="T0" y="T1"/>
                  </a:cxn>
                  <a:cxn ang="0">
                    <a:pos x="T2" y="T3"/>
                  </a:cxn>
                  <a:cxn ang="0">
                    <a:pos x="T4" y="T5"/>
                  </a:cxn>
                  <a:cxn ang="0">
                    <a:pos x="T6" y="T7"/>
                  </a:cxn>
                  <a:cxn ang="0">
                    <a:pos x="T8" y="T9"/>
                  </a:cxn>
                </a:cxnLst>
                <a:rect l="0" t="0" r="r" b="b"/>
                <a:pathLst>
                  <a:path w="251" h="161">
                    <a:moveTo>
                      <a:pt x="251" y="92"/>
                    </a:moveTo>
                    <a:cubicBezTo>
                      <a:pt x="205" y="161"/>
                      <a:pt x="133" y="134"/>
                      <a:pt x="65" y="138"/>
                    </a:cubicBezTo>
                    <a:cubicBezTo>
                      <a:pt x="8" y="81"/>
                      <a:pt x="0" y="53"/>
                      <a:pt x="29" y="0"/>
                    </a:cubicBezTo>
                    <a:cubicBezTo>
                      <a:pt x="75" y="19"/>
                      <a:pt x="90" y="48"/>
                      <a:pt x="87" y="118"/>
                    </a:cubicBezTo>
                    <a:cubicBezTo>
                      <a:pt x="139" y="83"/>
                      <a:pt x="191" y="61"/>
                      <a:pt x="251"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89" name="Freeform 85"/>
              <p:cNvSpPr/>
              <p:nvPr/>
            </p:nvSpPr>
            <p:spPr bwMode="auto">
              <a:xfrm>
                <a:off x="3561" y="2259"/>
                <a:ext cx="114" cy="141"/>
              </a:xfrm>
              <a:custGeom>
                <a:avLst/>
                <a:gdLst>
                  <a:gd name="T0" fmla="*/ 17 w 84"/>
                  <a:gd name="T1" fmla="*/ 104 h 104"/>
                  <a:gd name="T2" fmla="*/ 66 w 84"/>
                  <a:gd name="T3" fmla="*/ 0 h 104"/>
                  <a:gd name="T4" fmla="*/ 17 w 84"/>
                  <a:gd name="T5" fmla="*/ 104 h 104"/>
                </a:gdLst>
                <a:ahLst/>
                <a:cxnLst>
                  <a:cxn ang="0">
                    <a:pos x="T0" y="T1"/>
                  </a:cxn>
                  <a:cxn ang="0">
                    <a:pos x="T2" y="T3"/>
                  </a:cxn>
                  <a:cxn ang="0">
                    <a:pos x="T4" y="T5"/>
                  </a:cxn>
                </a:cxnLst>
                <a:rect l="0" t="0" r="r" b="b"/>
                <a:pathLst>
                  <a:path w="84" h="104">
                    <a:moveTo>
                      <a:pt x="17" y="104"/>
                    </a:moveTo>
                    <a:cubicBezTo>
                      <a:pt x="0" y="56"/>
                      <a:pt x="17" y="22"/>
                      <a:pt x="66" y="0"/>
                    </a:cubicBezTo>
                    <a:cubicBezTo>
                      <a:pt x="84" y="48"/>
                      <a:pt x="73" y="74"/>
                      <a:pt x="1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0" name="Freeform 86"/>
              <p:cNvSpPr/>
              <p:nvPr/>
            </p:nvSpPr>
            <p:spPr bwMode="auto">
              <a:xfrm>
                <a:off x="2161" y="2439"/>
                <a:ext cx="329" cy="222"/>
              </a:xfrm>
              <a:custGeom>
                <a:avLst/>
                <a:gdLst>
                  <a:gd name="T0" fmla="*/ 166 w 243"/>
                  <a:gd name="T1" fmla="*/ 122 h 164"/>
                  <a:gd name="T2" fmla="*/ 138 w 243"/>
                  <a:gd name="T3" fmla="*/ 82 h 164"/>
                  <a:gd name="T4" fmla="*/ 131 w 243"/>
                  <a:gd name="T5" fmla="*/ 88 h 164"/>
                  <a:gd name="T6" fmla="*/ 151 w 243"/>
                  <a:gd name="T7" fmla="*/ 119 h 164"/>
                  <a:gd name="T8" fmla="*/ 0 w 243"/>
                  <a:gd name="T9" fmla="*/ 124 h 164"/>
                  <a:gd name="T10" fmla="*/ 82 w 243"/>
                  <a:gd name="T11" fmla="*/ 161 h 164"/>
                  <a:gd name="T12" fmla="*/ 144 w 243"/>
                  <a:gd name="T13" fmla="*/ 153 h 164"/>
                  <a:gd name="T14" fmla="*/ 205 w 243"/>
                  <a:gd name="T15" fmla="*/ 164 h 164"/>
                  <a:gd name="T16" fmla="*/ 213 w 243"/>
                  <a:gd name="T17" fmla="*/ 126 h 164"/>
                  <a:gd name="T18" fmla="*/ 210 w 243"/>
                  <a:gd name="T19" fmla="*/ 0 h 164"/>
                  <a:gd name="T20" fmla="*/ 166 w 243"/>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3" h="164">
                    <a:moveTo>
                      <a:pt x="166" y="122"/>
                    </a:moveTo>
                    <a:cubicBezTo>
                      <a:pt x="156" y="109"/>
                      <a:pt x="147" y="96"/>
                      <a:pt x="138" y="82"/>
                    </a:cubicBezTo>
                    <a:cubicBezTo>
                      <a:pt x="136" y="84"/>
                      <a:pt x="134" y="86"/>
                      <a:pt x="131" y="88"/>
                    </a:cubicBezTo>
                    <a:cubicBezTo>
                      <a:pt x="136" y="95"/>
                      <a:pt x="140" y="103"/>
                      <a:pt x="151" y="119"/>
                    </a:cubicBezTo>
                    <a:cubicBezTo>
                      <a:pt x="95" y="90"/>
                      <a:pt x="50" y="98"/>
                      <a:pt x="0" y="124"/>
                    </a:cubicBezTo>
                    <a:cubicBezTo>
                      <a:pt x="24" y="148"/>
                      <a:pt x="51" y="161"/>
                      <a:pt x="82" y="161"/>
                    </a:cubicBezTo>
                    <a:cubicBezTo>
                      <a:pt x="102" y="161"/>
                      <a:pt x="124" y="160"/>
                      <a:pt x="144" y="153"/>
                    </a:cubicBezTo>
                    <a:cubicBezTo>
                      <a:pt x="169" y="143"/>
                      <a:pt x="190" y="143"/>
                      <a:pt x="205" y="164"/>
                    </a:cubicBezTo>
                    <a:cubicBezTo>
                      <a:pt x="207" y="151"/>
                      <a:pt x="207" y="137"/>
                      <a:pt x="213" y="126"/>
                    </a:cubicBezTo>
                    <a:cubicBezTo>
                      <a:pt x="243" y="75"/>
                      <a:pt x="243" y="46"/>
                      <a:pt x="210" y="0"/>
                    </a:cubicBezTo>
                    <a:cubicBezTo>
                      <a:pt x="170" y="14"/>
                      <a:pt x="157" y="53"/>
                      <a:pt x="16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1" name="Freeform 87"/>
              <p:cNvSpPr/>
              <p:nvPr/>
            </p:nvSpPr>
            <p:spPr bwMode="auto">
              <a:xfrm>
                <a:off x="2051" y="2308"/>
                <a:ext cx="340" cy="217"/>
              </a:xfrm>
              <a:custGeom>
                <a:avLst/>
                <a:gdLst>
                  <a:gd name="T0" fmla="*/ 0 w 251"/>
                  <a:gd name="T1" fmla="*/ 92 h 161"/>
                  <a:gd name="T2" fmla="*/ 186 w 251"/>
                  <a:gd name="T3" fmla="*/ 138 h 161"/>
                  <a:gd name="T4" fmla="*/ 222 w 251"/>
                  <a:gd name="T5" fmla="*/ 0 h 161"/>
                  <a:gd name="T6" fmla="*/ 164 w 251"/>
                  <a:gd name="T7" fmla="*/ 118 h 161"/>
                  <a:gd name="T8" fmla="*/ 0 w 251"/>
                  <a:gd name="T9" fmla="*/ 92 h 161"/>
                </a:gdLst>
                <a:ahLst/>
                <a:cxnLst>
                  <a:cxn ang="0">
                    <a:pos x="T0" y="T1"/>
                  </a:cxn>
                  <a:cxn ang="0">
                    <a:pos x="T2" y="T3"/>
                  </a:cxn>
                  <a:cxn ang="0">
                    <a:pos x="T4" y="T5"/>
                  </a:cxn>
                  <a:cxn ang="0">
                    <a:pos x="T6" y="T7"/>
                  </a:cxn>
                  <a:cxn ang="0">
                    <a:pos x="T8" y="T9"/>
                  </a:cxn>
                </a:cxnLst>
                <a:rect l="0" t="0" r="r" b="b"/>
                <a:pathLst>
                  <a:path w="251" h="161">
                    <a:moveTo>
                      <a:pt x="0" y="92"/>
                    </a:moveTo>
                    <a:cubicBezTo>
                      <a:pt x="45" y="161"/>
                      <a:pt x="118" y="134"/>
                      <a:pt x="186" y="138"/>
                    </a:cubicBezTo>
                    <a:cubicBezTo>
                      <a:pt x="243" y="81"/>
                      <a:pt x="251" y="53"/>
                      <a:pt x="222" y="0"/>
                    </a:cubicBezTo>
                    <a:cubicBezTo>
                      <a:pt x="175" y="19"/>
                      <a:pt x="160" y="48"/>
                      <a:pt x="164" y="118"/>
                    </a:cubicBezTo>
                    <a:cubicBezTo>
                      <a:pt x="112" y="83"/>
                      <a:pt x="60" y="61"/>
                      <a:pt x="0"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2" name="Freeform 88"/>
              <p:cNvSpPr/>
              <p:nvPr/>
            </p:nvSpPr>
            <p:spPr bwMode="auto">
              <a:xfrm>
                <a:off x="2132" y="2259"/>
                <a:ext cx="113" cy="141"/>
              </a:xfrm>
              <a:custGeom>
                <a:avLst/>
                <a:gdLst>
                  <a:gd name="T0" fmla="*/ 66 w 83"/>
                  <a:gd name="T1" fmla="*/ 104 h 104"/>
                  <a:gd name="T2" fmla="*/ 18 w 83"/>
                  <a:gd name="T3" fmla="*/ 0 h 104"/>
                  <a:gd name="T4" fmla="*/ 66 w 83"/>
                  <a:gd name="T5" fmla="*/ 104 h 104"/>
                </a:gdLst>
                <a:ahLst/>
                <a:cxnLst>
                  <a:cxn ang="0">
                    <a:pos x="T0" y="T1"/>
                  </a:cxn>
                  <a:cxn ang="0">
                    <a:pos x="T2" y="T3"/>
                  </a:cxn>
                  <a:cxn ang="0">
                    <a:pos x="T4" y="T5"/>
                  </a:cxn>
                </a:cxnLst>
                <a:rect l="0" t="0" r="r" b="b"/>
                <a:pathLst>
                  <a:path w="83" h="104">
                    <a:moveTo>
                      <a:pt x="66" y="104"/>
                    </a:moveTo>
                    <a:cubicBezTo>
                      <a:pt x="83" y="56"/>
                      <a:pt x="67" y="22"/>
                      <a:pt x="18" y="0"/>
                    </a:cubicBezTo>
                    <a:cubicBezTo>
                      <a:pt x="0" y="48"/>
                      <a:pt x="11" y="74"/>
                      <a:pt x="66"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3" name="Freeform 89"/>
              <p:cNvSpPr>
                <a:spLocks noEditPoints="1"/>
              </p:cNvSpPr>
              <p:nvPr/>
            </p:nvSpPr>
            <p:spPr bwMode="auto">
              <a:xfrm>
                <a:off x="1383" y="115"/>
                <a:ext cx="3004" cy="3013"/>
              </a:xfrm>
              <a:custGeom>
                <a:avLst/>
                <a:gdLst>
                  <a:gd name="T0" fmla="*/ 96 w 2220"/>
                  <a:gd name="T1" fmla="*/ 1479 h 2226"/>
                  <a:gd name="T2" fmla="*/ 31 w 2220"/>
                  <a:gd name="T3" fmla="*/ 1240 h 2226"/>
                  <a:gd name="T4" fmla="*/ 22 w 2220"/>
                  <a:gd name="T5" fmla="*/ 1129 h 2226"/>
                  <a:gd name="T6" fmla="*/ 52 w 2220"/>
                  <a:gd name="T7" fmla="*/ 860 h 2226"/>
                  <a:gd name="T8" fmla="*/ 83 w 2220"/>
                  <a:gd name="T9" fmla="*/ 753 h 2226"/>
                  <a:gd name="T10" fmla="*/ 206 w 2220"/>
                  <a:gd name="T11" fmla="*/ 505 h 2226"/>
                  <a:gd name="T12" fmla="*/ 260 w 2220"/>
                  <a:gd name="T13" fmla="*/ 428 h 2226"/>
                  <a:gd name="T14" fmla="*/ 469 w 2220"/>
                  <a:gd name="T15" fmla="*/ 229 h 2226"/>
                  <a:gd name="T16" fmla="*/ 547 w 2220"/>
                  <a:gd name="T17" fmla="*/ 176 h 2226"/>
                  <a:gd name="T18" fmla="*/ 810 w 2220"/>
                  <a:gd name="T19" fmla="*/ 59 h 2226"/>
                  <a:gd name="T20" fmla="*/ 902 w 2220"/>
                  <a:gd name="T21" fmla="*/ 39 h 2226"/>
                  <a:gd name="T22" fmla="*/ 1183 w 2220"/>
                  <a:gd name="T23" fmla="*/ 18 h 2226"/>
                  <a:gd name="T24" fmla="*/ 1283 w 2220"/>
                  <a:gd name="T25" fmla="*/ 31 h 2226"/>
                  <a:gd name="T26" fmla="*/ 1548 w 2220"/>
                  <a:gd name="T27" fmla="*/ 110 h 2226"/>
                  <a:gd name="T28" fmla="*/ 1639 w 2220"/>
                  <a:gd name="T29" fmla="*/ 153 h 2226"/>
                  <a:gd name="T30" fmla="*/ 1865 w 2220"/>
                  <a:gd name="T31" fmla="*/ 321 h 2226"/>
                  <a:gd name="T32" fmla="*/ 1934 w 2220"/>
                  <a:gd name="T33" fmla="*/ 396 h 2226"/>
                  <a:gd name="T34" fmla="*/ 2086 w 2220"/>
                  <a:gd name="T35" fmla="*/ 626 h 2226"/>
                  <a:gd name="T36" fmla="*/ 2128 w 2220"/>
                  <a:gd name="T37" fmla="*/ 724 h 2226"/>
                  <a:gd name="T38" fmla="*/ 2194 w 2220"/>
                  <a:gd name="T39" fmla="*/ 998 h 2226"/>
                  <a:gd name="T40" fmla="*/ 2200 w 2220"/>
                  <a:gd name="T41" fmla="*/ 1093 h 2226"/>
                  <a:gd name="T42" fmla="*/ 2168 w 2220"/>
                  <a:gd name="T43" fmla="*/ 1379 h 2226"/>
                  <a:gd name="T44" fmla="*/ 2140 w 2220"/>
                  <a:gd name="T45" fmla="*/ 1470 h 2226"/>
                  <a:gd name="T46" fmla="*/ 2018 w 2220"/>
                  <a:gd name="T47" fmla="*/ 1723 h 2226"/>
                  <a:gd name="T48" fmla="*/ 1958 w 2220"/>
                  <a:gd name="T49" fmla="*/ 1805 h 2226"/>
                  <a:gd name="T50" fmla="*/ 1757 w 2220"/>
                  <a:gd name="T51" fmla="*/ 1996 h 2226"/>
                  <a:gd name="T52" fmla="*/ 1669 w 2220"/>
                  <a:gd name="T53" fmla="*/ 2055 h 2226"/>
                  <a:gd name="T54" fmla="*/ 1421 w 2220"/>
                  <a:gd name="T55" fmla="*/ 2163 h 2226"/>
                  <a:gd name="T56" fmla="*/ 1314 w 2220"/>
                  <a:gd name="T57" fmla="*/ 2190 h 2226"/>
                  <a:gd name="T58" fmla="*/ 1049 w 2220"/>
                  <a:gd name="T59" fmla="*/ 2206 h 2226"/>
                  <a:gd name="T60" fmla="*/ 933 w 2220"/>
                  <a:gd name="T61" fmla="*/ 2194 h 2226"/>
                  <a:gd name="T62" fmla="*/ 679 w 2220"/>
                  <a:gd name="T63" fmla="*/ 2118 h 2226"/>
                  <a:gd name="T64" fmla="*/ 575 w 2220"/>
                  <a:gd name="T65" fmla="*/ 2065 h 2226"/>
                  <a:gd name="T66" fmla="*/ 366 w 2220"/>
                  <a:gd name="T67" fmla="*/ 1910 h 2226"/>
                  <a:gd name="T68" fmla="*/ 285 w 2220"/>
                  <a:gd name="T69" fmla="*/ 1827 h 2226"/>
                  <a:gd name="T70" fmla="*/ 160 w 2220"/>
                  <a:gd name="T71" fmla="*/ 1622 h 2226"/>
                  <a:gd name="T72" fmla="*/ 96 w 2220"/>
                  <a:gd name="T73" fmla="*/ 1479 h 2226"/>
                  <a:gd name="T74" fmla="*/ 1109 w 2220"/>
                  <a:gd name="T75" fmla="*/ 2139 h 2226"/>
                  <a:gd name="T76" fmla="*/ 1271 w 2220"/>
                  <a:gd name="T77" fmla="*/ 2122 h 2226"/>
                  <a:gd name="T78" fmla="*/ 2069 w 2220"/>
                  <a:gd name="T79" fmla="*/ 851 h 2226"/>
                  <a:gd name="T80" fmla="*/ 964 w 2220"/>
                  <a:gd name="T81" fmla="*/ 103 h 2226"/>
                  <a:gd name="T82" fmla="*/ 123 w 2220"/>
                  <a:gd name="T83" fmla="*/ 1029 h 2226"/>
                  <a:gd name="T84" fmla="*/ 1109 w 2220"/>
                  <a:gd name="T85" fmla="*/ 2139 h 2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220" h="2226">
                    <a:moveTo>
                      <a:pt x="96" y="1479"/>
                    </a:moveTo>
                    <a:cubicBezTo>
                      <a:pt x="98" y="1387"/>
                      <a:pt x="79" y="1309"/>
                      <a:pt x="31" y="1240"/>
                    </a:cubicBezTo>
                    <a:cubicBezTo>
                      <a:pt x="4" y="1203"/>
                      <a:pt x="0" y="1170"/>
                      <a:pt x="22" y="1129"/>
                    </a:cubicBezTo>
                    <a:cubicBezTo>
                      <a:pt x="67" y="1044"/>
                      <a:pt x="76" y="953"/>
                      <a:pt x="52" y="860"/>
                    </a:cubicBezTo>
                    <a:cubicBezTo>
                      <a:pt x="42" y="817"/>
                      <a:pt x="50" y="784"/>
                      <a:pt x="83" y="753"/>
                    </a:cubicBezTo>
                    <a:cubicBezTo>
                      <a:pt x="155" y="686"/>
                      <a:pt x="192" y="602"/>
                      <a:pt x="206" y="505"/>
                    </a:cubicBezTo>
                    <a:cubicBezTo>
                      <a:pt x="210" y="476"/>
                      <a:pt x="235" y="440"/>
                      <a:pt x="260" y="428"/>
                    </a:cubicBezTo>
                    <a:cubicBezTo>
                      <a:pt x="353" y="383"/>
                      <a:pt x="420" y="318"/>
                      <a:pt x="469" y="229"/>
                    </a:cubicBezTo>
                    <a:cubicBezTo>
                      <a:pt x="482" y="203"/>
                      <a:pt x="519" y="178"/>
                      <a:pt x="547" y="176"/>
                    </a:cubicBezTo>
                    <a:cubicBezTo>
                      <a:pt x="649" y="166"/>
                      <a:pt x="734" y="128"/>
                      <a:pt x="810" y="59"/>
                    </a:cubicBezTo>
                    <a:cubicBezTo>
                      <a:pt x="831" y="41"/>
                      <a:pt x="875" y="32"/>
                      <a:pt x="902" y="39"/>
                    </a:cubicBezTo>
                    <a:cubicBezTo>
                      <a:pt x="999" y="64"/>
                      <a:pt x="1092" y="61"/>
                      <a:pt x="1183" y="18"/>
                    </a:cubicBezTo>
                    <a:cubicBezTo>
                      <a:pt x="1221" y="0"/>
                      <a:pt x="1251" y="6"/>
                      <a:pt x="1283" y="31"/>
                    </a:cubicBezTo>
                    <a:cubicBezTo>
                      <a:pt x="1361" y="92"/>
                      <a:pt x="1450" y="118"/>
                      <a:pt x="1548" y="110"/>
                    </a:cubicBezTo>
                    <a:cubicBezTo>
                      <a:pt x="1589" y="107"/>
                      <a:pt x="1617" y="119"/>
                      <a:pt x="1639" y="153"/>
                    </a:cubicBezTo>
                    <a:cubicBezTo>
                      <a:pt x="1693" y="239"/>
                      <a:pt x="1768" y="295"/>
                      <a:pt x="1865" y="321"/>
                    </a:cubicBezTo>
                    <a:cubicBezTo>
                      <a:pt x="1905" y="332"/>
                      <a:pt x="1925" y="356"/>
                      <a:pt x="1934" y="396"/>
                    </a:cubicBezTo>
                    <a:cubicBezTo>
                      <a:pt x="1955" y="492"/>
                      <a:pt x="2005" y="570"/>
                      <a:pt x="2086" y="626"/>
                    </a:cubicBezTo>
                    <a:cubicBezTo>
                      <a:pt x="2121" y="651"/>
                      <a:pt x="2133" y="681"/>
                      <a:pt x="2128" y="724"/>
                    </a:cubicBezTo>
                    <a:cubicBezTo>
                      <a:pt x="2116" y="824"/>
                      <a:pt x="2141" y="913"/>
                      <a:pt x="2194" y="998"/>
                    </a:cubicBezTo>
                    <a:cubicBezTo>
                      <a:pt x="2209" y="1022"/>
                      <a:pt x="2212" y="1067"/>
                      <a:pt x="2200" y="1093"/>
                    </a:cubicBezTo>
                    <a:cubicBezTo>
                      <a:pt x="2156" y="1186"/>
                      <a:pt x="2149" y="1279"/>
                      <a:pt x="2168" y="1379"/>
                    </a:cubicBezTo>
                    <a:cubicBezTo>
                      <a:pt x="2173" y="1407"/>
                      <a:pt x="2160" y="1449"/>
                      <a:pt x="2140" y="1470"/>
                    </a:cubicBezTo>
                    <a:cubicBezTo>
                      <a:pt x="2071" y="1542"/>
                      <a:pt x="2026" y="1623"/>
                      <a:pt x="2018" y="1723"/>
                    </a:cubicBezTo>
                    <a:cubicBezTo>
                      <a:pt x="2014" y="1763"/>
                      <a:pt x="1996" y="1790"/>
                      <a:pt x="1958" y="1805"/>
                    </a:cubicBezTo>
                    <a:cubicBezTo>
                      <a:pt x="1866" y="1843"/>
                      <a:pt x="1799" y="1907"/>
                      <a:pt x="1757" y="1996"/>
                    </a:cubicBezTo>
                    <a:cubicBezTo>
                      <a:pt x="1739" y="2035"/>
                      <a:pt x="1713" y="2053"/>
                      <a:pt x="1669" y="2055"/>
                    </a:cubicBezTo>
                    <a:cubicBezTo>
                      <a:pt x="1573" y="2059"/>
                      <a:pt x="1489" y="2095"/>
                      <a:pt x="1421" y="2163"/>
                    </a:cubicBezTo>
                    <a:cubicBezTo>
                      <a:pt x="1389" y="2195"/>
                      <a:pt x="1357" y="2205"/>
                      <a:pt x="1314" y="2190"/>
                    </a:cubicBezTo>
                    <a:cubicBezTo>
                      <a:pt x="1224" y="2160"/>
                      <a:pt x="1134" y="2166"/>
                      <a:pt x="1049" y="2206"/>
                    </a:cubicBezTo>
                    <a:cubicBezTo>
                      <a:pt x="1005" y="2226"/>
                      <a:pt x="971" y="2223"/>
                      <a:pt x="933" y="2194"/>
                    </a:cubicBezTo>
                    <a:cubicBezTo>
                      <a:pt x="859" y="2136"/>
                      <a:pt x="773" y="2110"/>
                      <a:pt x="679" y="2118"/>
                    </a:cubicBezTo>
                    <a:cubicBezTo>
                      <a:pt x="631" y="2122"/>
                      <a:pt x="600" y="2106"/>
                      <a:pt x="575" y="2065"/>
                    </a:cubicBezTo>
                    <a:cubicBezTo>
                      <a:pt x="526" y="1987"/>
                      <a:pt x="455" y="1934"/>
                      <a:pt x="366" y="1910"/>
                    </a:cubicBezTo>
                    <a:cubicBezTo>
                      <a:pt x="321" y="1897"/>
                      <a:pt x="296" y="1875"/>
                      <a:pt x="285" y="1827"/>
                    </a:cubicBezTo>
                    <a:cubicBezTo>
                      <a:pt x="269" y="1745"/>
                      <a:pt x="228" y="1671"/>
                      <a:pt x="160" y="1622"/>
                    </a:cubicBezTo>
                    <a:cubicBezTo>
                      <a:pt x="105" y="1582"/>
                      <a:pt x="76" y="1539"/>
                      <a:pt x="96" y="1479"/>
                    </a:cubicBezTo>
                    <a:close/>
                    <a:moveTo>
                      <a:pt x="1109" y="2139"/>
                    </a:moveTo>
                    <a:cubicBezTo>
                      <a:pt x="1163" y="2134"/>
                      <a:pt x="1218" y="2131"/>
                      <a:pt x="1271" y="2122"/>
                    </a:cubicBezTo>
                    <a:cubicBezTo>
                      <a:pt x="1851" y="2023"/>
                      <a:pt x="2220" y="1434"/>
                      <a:pt x="2069" y="851"/>
                    </a:cubicBezTo>
                    <a:cubicBezTo>
                      <a:pt x="1938" y="347"/>
                      <a:pt x="1469" y="30"/>
                      <a:pt x="964" y="103"/>
                    </a:cubicBezTo>
                    <a:cubicBezTo>
                      <a:pt x="514" y="168"/>
                      <a:pt x="168" y="550"/>
                      <a:pt x="123" y="1029"/>
                    </a:cubicBezTo>
                    <a:cubicBezTo>
                      <a:pt x="67" y="1615"/>
                      <a:pt x="530" y="2135"/>
                      <a:pt x="1109" y="21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4" name="Freeform 90"/>
              <p:cNvSpPr>
                <a:spLocks noEditPoints="1"/>
              </p:cNvSpPr>
              <p:nvPr/>
            </p:nvSpPr>
            <p:spPr bwMode="auto">
              <a:xfrm>
                <a:off x="1577" y="318"/>
                <a:ext cx="2608" cy="2607"/>
              </a:xfrm>
              <a:custGeom>
                <a:avLst/>
                <a:gdLst>
                  <a:gd name="T0" fmla="*/ 964 w 1927"/>
                  <a:gd name="T1" fmla="*/ 1926 h 1926"/>
                  <a:gd name="T2" fmla="*/ 1 w 1927"/>
                  <a:gd name="T3" fmla="*/ 962 h 1926"/>
                  <a:gd name="T4" fmla="*/ 967 w 1927"/>
                  <a:gd name="T5" fmla="*/ 1 h 1926"/>
                  <a:gd name="T6" fmla="*/ 1926 w 1927"/>
                  <a:gd name="T7" fmla="*/ 963 h 1926"/>
                  <a:gd name="T8" fmla="*/ 964 w 1927"/>
                  <a:gd name="T9" fmla="*/ 1926 h 1926"/>
                  <a:gd name="T10" fmla="*/ 962 w 1927"/>
                  <a:gd name="T11" fmla="*/ 1903 h 1926"/>
                  <a:gd name="T12" fmla="*/ 1902 w 1927"/>
                  <a:gd name="T13" fmla="*/ 969 h 1926"/>
                  <a:gd name="T14" fmla="*/ 968 w 1927"/>
                  <a:gd name="T15" fmla="*/ 26 h 1926"/>
                  <a:gd name="T16" fmla="*/ 25 w 1927"/>
                  <a:gd name="T17" fmla="*/ 961 h 1926"/>
                  <a:gd name="T18" fmla="*/ 962 w 1927"/>
                  <a:gd name="T19" fmla="*/ 1903 h 1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7" h="1926">
                    <a:moveTo>
                      <a:pt x="964" y="1926"/>
                    </a:moveTo>
                    <a:cubicBezTo>
                      <a:pt x="433" y="1926"/>
                      <a:pt x="0" y="1493"/>
                      <a:pt x="1" y="962"/>
                    </a:cubicBezTo>
                    <a:cubicBezTo>
                      <a:pt x="2" y="432"/>
                      <a:pt x="436" y="0"/>
                      <a:pt x="967" y="1"/>
                    </a:cubicBezTo>
                    <a:cubicBezTo>
                      <a:pt x="1495" y="2"/>
                      <a:pt x="1926" y="433"/>
                      <a:pt x="1926" y="963"/>
                    </a:cubicBezTo>
                    <a:cubicBezTo>
                      <a:pt x="1927" y="1495"/>
                      <a:pt x="1496" y="1926"/>
                      <a:pt x="964" y="1926"/>
                    </a:cubicBezTo>
                    <a:close/>
                    <a:moveTo>
                      <a:pt x="962" y="1903"/>
                    </a:moveTo>
                    <a:cubicBezTo>
                      <a:pt x="1477" y="1904"/>
                      <a:pt x="1899" y="1485"/>
                      <a:pt x="1902" y="969"/>
                    </a:cubicBezTo>
                    <a:cubicBezTo>
                      <a:pt x="1904" y="450"/>
                      <a:pt x="1485" y="27"/>
                      <a:pt x="968" y="26"/>
                    </a:cubicBezTo>
                    <a:cubicBezTo>
                      <a:pt x="449" y="25"/>
                      <a:pt x="28" y="443"/>
                      <a:pt x="25" y="961"/>
                    </a:cubicBezTo>
                    <a:cubicBezTo>
                      <a:pt x="23" y="1477"/>
                      <a:pt x="445" y="1902"/>
                      <a:pt x="962" y="19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5" name="Freeform 91"/>
              <p:cNvSpPr>
                <a:spLocks noEditPoints="1"/>
              </p:cNvSpPr>
              <p:nvPr/>
            </p:nvSpPr>
            <p:spPr bwMode="auto">
              <a:xfrm>
                <a:off x="2237" y="1173"/>
                <a:ext cx="1289" cy="953"/>
              </a:xfrm>
              <a:custGeom>
                <a:avLst/>
                <a:gdLst>
                  <a:gd name="T0" fmla="*/ 938 w 953"/>
                  <a:gd name="T1" fmla="*/ 198 h 704"/>
                  <a:gd name="T2" fmla="*/ 485 w 953"/>
                  <a:gd name="T3" fmla="*/ 3 h 704"/>
                  <a:gd name="T4" fmla="*/ 477 w 953"/>
                  <a:gd name="T5" fmla="*/ 0 h 704"/>
                  <a:gd name="T6" fmla="*/ 468 w 953"/>
                  <a:gd name="T7" fmla="*/ 3 h 704"/>
                  <a:gd name="T8" fmla="*/ 15 w 953"/>
                  <a:gd name="T9" fmla="*/ 198 h 704"/>
                  <a:gd name="T10" fmla="*/ 0 w 953"/>
                  <a:gd name="T11" fmla="*/ 223 h 704"/>
                  <a:gd name="T12" fmla="*/ 15 w 953"/>
                  <a:gd name="T13" fmla="*/ 249 h 704"/>
                  <a:gd name="T14" fmla="*/ 468 w 953"/>
                  <a:gd name="T15" fmla="*/ 444 h 704"/>
                  <a:gd name="T16" fmla="*/ 485 w 953"/>
                  <a:gd name="T17" fmla="*/ 444 h 704"/>
                  <a:gd name="T18" fmla="*/ 838 w 953"/>
                  <a:gd name="T19" fmla="*/ 293 h 704"/>
                  <a:gd name="T20" fmla="*/ 838 w 953"/>
                  <a:gd name="T21" fmla="*/ 448 h 704"/>
                  <a:gd name="T22" fmla="*/ 805 w 953"/>
                  <a:gd name="T23" fmla="*/ 505 h 704"/>
                  <a:gd name="T24" fmla="*/ 838 w 953"/>
                  <a:gd name="T25" fmla="*/ 562 h 704"/>
                  <a:gd name="T26" fmla="*/ 838 w 953"/>
                  <a:gd name="T27" fmla="*/ 615 h 704"/>
                  <a:gd name="T28" fmla="*/ 884 w 953"/>
                  <a:gd name="T29" fmla="*/ 615 h 704"/>
                  <a:gd name="T30" fmla="*/ 884 w 953"/>
                  <a:gd name="T31" fmla="*/ 562 h 704"/>
                  <a:gd name="T32" fmla="*/ 915 w 953"/>
                  <a:gd name="T33" fmla="*/ 505 h 704"/>
                  <a:gd name="T34" fmla="*/ 884 w 953"/>
                  <a:gd name="T35" fmla="*/ 448 h 704"/>
                  <a:gd name="T36" fmla="*/ 884 w 953"/>
                  <a:gd name="T37" fmla="*/ 272 h 704"/>
                  <a:gd name="T38" fmla="*/ 938 w 953"/>
                  <a:gd name="T39" fmla="*/ 249 h 704"/>
                  <a:gd name="T40" fmla="*/ 953 w 953"/>
                  <a:gd name="T41" fmla="*/ 223 h 704"/>
                  <a:gd name="T42" fmla="*/ 938 w 953"/>
                  <a:gd name="T43" fmla="*/ 198 h 704"/>
                  <a:gd name="T44" fmla="*/ 477 w 953"/>
                  <a:gd name="T45" fmla="*/ 483 h 704"/>
                  <a:gd name="T46" fmla="*/ 457 w 953"/>
                  <a:gd name="T47" fmla="*/ 479 h 704"/>
                  <a:gd name="T48" fmla="*/ 174 w 953"/>
                  <a:gd name="T49" fmla="*/ 358 h 704"/>
                  <a:gd name="T50" fmla="*/ 174 w 953"/>
                  <a:gd name="T51" fmla="*/ 526 h 704"/>
                  <a:gd name="T52" fmla="*/ 445 w 953"/>
                  <a:gd name="T53" fmla="*/ 704 h 704"/>
                  <a:gd name="T54" fmla="*/ 509 w 953"/>
                  <a:gd name="T55" fmla="*/ 704 h 704"/>
                  <a:gd name="T56" fmla="*/ 779 w 953"/>
                  <a:gd name="T57" fmla="*/ 526 h 704"/>
                  <a:gd name="T58" fmla="*/ 779 w 953"/>
                  <a:gd name="T59" fmla="*/ 358 h 704"/>
                  <a:gd name="T60" fmla="*/ 496 w 953"/>
                  <a:gd name="T61" fmla="*/ 479 h 704"/>
                  <a:gd name="T62" fmla="*/ 477 w 953"/>
                  <a:gd name="T63" fmla="*/ 483 h 7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53" h="704">
                    <a:moveTo>
                      <a:pt x="938" y="198"/>
                    </a:moveTo>
                    <a:cubicBezTo>
                      <a:pt x="485" y="3"/>
                      <a:pt x="485" y="3"/>
                      <a:pt x="485" y="3"/>
                    </a:cubicBezTo>
                    <a:cubicBezTo>
                      <a:pt x="483" y="2"/>
                      <a:pt x="480" y="0"/>
                      <a:pt x="477" y="0"/>
                    </a:cubicBezTo>
                    <a:cubicBezTo>
                      <a:pt x="473" y="0"/>
                      <a:pt x="470" y="2"/>
                      <a:pt x="468" y="3"/>
                    </a:cubicBezTo>
                    <a:cubicBezTo>
                      <a:pt x="15" y="198"/>
                      <a:pt x="15" y="198"/>
                      <a:pt x="15" y="198"/>
                    </a:cubicBezTo>
                    <a:cubicBezTo>
                      <a:pt x="5" y="202"/>
                      <a:pt x="0" y="211"/>
                      <a:pt x="0" y="223"/>
                    </a:cubicBezTo>
                    <a:cubicBezTo>
                      <a:pt x="0" y="234"/>
                      <a:pt x="5" y="245"/>
                      <a:pt x="15" y="249"/>
                    </a:cubicBezTo>
                    <a:cubicBezTo>
                      <a:pt x="468" y="444"/>
                      <a:pt x="468" y="444"/>
                      <a:pt x="468" y="444"/>
                    </a:cubicBezTo>
                    <a:cubicBezTo>
                      <a:pt x="473" y="447"/>
                      <a:pt x="480" y="447"/>
                      <a:pt x="485" y="444"/>
                    </a:cubicBezTo>
                    <a:cubicBezTo>
                      <a:pt x="838" y="293"/>
                      <a:pt x="838" y="293"/>
                      <a:pt x="838" y="293"/>
                    </a:cubicBezTo>
                    <a:cubicBezTo>
                      <a:pt x="838" y="448"/>
                      <a:pt x="838" y="448"/>
                      <a:pt x="838" y="448"/>
                    </a:cubicBezTo>
                    <a:cubicBezTo>
                      <a:pt x="819" y="457"/>
                      <a:pt x="805" y="479"/>
                      <a:pt x="805" y="505"/>
                    </a:cubicBezTo>
                    <a:cubicBezTo>
                      <a:pt x="805" y="530"/>
                      <a:pt x="819" y="551"/>
                      <a:pt x="838" y="562"/>
                    </a:cubicBezTo>
                    <a:cubicBezTo>
                      <a:pt x="838" y="615"/>
                      <a:pt x="838" y="615"/>
                      <a:pt x="838" y="615"/>
                    </a:cubicBezTo>
                    <a:cubicBezTo>
                      <a:pt x="884" y="615"/>
                      <a:pt x="884" y="615"/>
                      <a:pt x="884" y="615"/>
                    </a:cubicBezTo>
                    <a:cubicBezTo>
                      <a:pt x="884" y="562"/>
                      <a:pt x="884" y="562"/>
                      <a:pt x="884" y="562"/>
                    </a:cubicBezTo>
                    <a:cubicBezTo>
                      <a:pt x="903" y="551"/>
                      <a:pt x="915" y="530"/>
                      <a:pt x="915" y="505"/>
                    </a:cubicBezTo>
                    <a:cubicBezTo>
                      <a:pt x="915" y="479"/>
                      <a:pt x="903" y="457"/>
                      <a:pt x="884" y="448"/>
                    </a:cubicBezTo>
                    <a:cubicBezTo>
                      <a:pt x="884" y="272"/>
                      <a:pt x="884" y="272"/>
                      <a:pt x="884" y="272"/>
                    </a:cubicBezTo>
                    <a:cubicBezTo>
                      <a:pt x="938" y="249"/>
                      <a:pt x="938" y="249"/>
                      <a:pt x="938" y="249"/>
                    </a:cubicBezTo>
                    <a:cubicBezTo>
                      <a:pt x="948" y="245"/>
                      <a:pt x="953" y="234"/>
                      <a:pt x="953" y="223"/>
                    </a:cubicBezTo>
                    <a:cubicBezTo>
                      <a:pt x="953" y="211"/>
                      <a:pt x="948" y="202"/>
                      <a:pt x="938" y="198"/>
                    </a:cubicBezTo>
                    <a:close/>
                    <a:moveTo>
                      <a:pt x="477" y="483"/>
                    </a:moveTo>
                    <a:cubicBezTo>
                      <a:pt x="470" y="483"/>
                      <a:pt x="462" y="482"/>
                      <a:pt x="457" y="479"/>
                    </a:cubicBezTo>
                    <a:cubicBezTo>
                      <a:pt x="174" y="358"/>
                      <a:pt x="174" y="358"/>
                      <a:pt x="174" y="358"/>
                    </a:cubicBezTo>
                    <a:cubicBezTo>
                      <a:pt x="174" y="526"/>
                      <a:pt x="174" y="526"/>
                      <a:pt x="174" y="526"/>
                    </a:cubicBezTo>
                    <a:cubicBezTo>
                      <a:pt x="174" y="663"/>
                      <a:pt x="381" y="704"/>
                      <a:pt x="445" y="704"/>
                    </a:cubicBezTo>
                    <a:cubicBezTo>
                      <a:pt x="509" y="704"/>
                      <a:pt x="509" y="704"/>
                      <a:pt x="509" y="704"/>
                    </a:cubicBezTo>
                    <a:cubicBezTo>
                      <a:pt x="558" y="704"/>
                      <a:pt x="779" y="663"/>
                      <a:pt x="779" y="526"/>
                    </a:cubicBezTo>
                    <a:cubicBezTo>
                      <a:pt x="779" y="358"/>
                      <a:pt x="779" y="358"/>
                      <a:pt x="779" y="358"/>
                    </a:cubicBezTo>
                    <a:cubicBezTo>
                      <a:pt x="496" y="479"/>
                      <a:pt x="496" y="479"/>
                      <a:pt x="496" y="479"/>
                    </a:cubicBezTo>
                    <a:cubicBezTo>
                      <a:pt x="491" y="482"/>
                      <a:pt x="484" y="483"/>
                      <a:pt x="477" y="4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6" name="Freeform 92"/>
              <p:cNvSpPr/>
              <p:nvPr/>
            </p:nvSpPr>
            <p:spPr bwMode="auto">
              <a:xfrm>
                <a:off x="1702" y="1676"/>
                <a:ext cx="256" cy="138"/>
              </a:xfrm>
              <a:custGeom>
                <a:avLst/>
                <a:gdLst>
                  <a:gd name="T0" fmla="*/ 187 w 189"/>
                  <a:gd name="T1" fmla="*/ 49 h 102"/>
                  <a:gd name="T2" fmla="*/ 182 w 189"/>
                  <a:gd name="T3" fmla="*/ 84 h 102"/>
                  <a:gd name="T4" fmla="*/ 160 w 189"/>
                  <a:gd name="T5" fmla="*/ 102 h 102"/>
                  <a:gd name="T6" fmla="*/ 145 w 189"/>
                  <a:gd name="T7" fmla="*/ 78 h 102"/>
                  <a:gd name="T8" fmla="*/ 161 w 189"/>
                  <a:gd name="T9" fmla="*/ 54 h 102"/>
                  <a:gd name="T10" fmla="*/ 154 w 189"/>
                  <a:gd name="T11" fmla="*/ 39 h 102"/>
                  <a:gd name="T12" fmla="*/ 136 w 189"/>
                  <a:gd name="T13" fmla="*/ 36 h 102"/>
                  <a:gd name="T14" fmla="*/ 4 w 189"/>
                  <a:gd name="T15" fmla="*/ 49 h 102"/>
                  <a:gd name="T16" fmla="*/ 0 w 189"/>
                  <a:gd name="T17" fmla="*/ 16 h 102"/>
                  <a:gd name="T18" fmla="*/ 130 w 189"/>
                  <a:gd name="T19" fmla="*/ 2 h 102"/>
                  <a:gd name="T20" fmla="*/ 170 w 189"/>
                  <a:gd name="T21" fmla="*/ 12 h 102"/>
                  <a:gd name="T22" fmla="*/ 187 w 189"/>
                  <a:gd name="T23" fmla="*/ 4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2">
                    <a:moveTo>
                      <a:pt x="187" y="49"/>
                    </a:moveTo>
                    <a:cubicBezTo>
                      <a:pt x="189" y="63"/>
                      <a:pt x="187" y="75"/>
                      <a:pt x="182" y="84"/>
                    </a:cubicBezTo>
                    <a:cubicBezTo>
                      <a:pt x="177" y="92"/>
                      <a:pt x="169" y="99"/>
                      <a:pt x="160" y="102"/>
                    </a:cubicBezTo>
                    <a:cubicBezTo>
                      <a:pt x="145" y="78"/>
                      <a:pt x="145" y="78"/>
                      <a:pt x="145" y="78"/>
                    </a:cubicBezTo>
                    <a:cubicBezTo>
                      <a:pt x="157" y="74"/>
                      <a:pt x="162" y="66"/>
                      <a:pt x="161" y="54"/>
                    </a:cubicBezTo>
                    <a:cubicBezTo>
                      <a:pt x="160" y="47"/>
                      <a:pt x="158" y="42"/>
                      <a:pt x="154" y="39"/>
                    </a:cubicBezTo>
                    <a:cubicBezTo>
                      <a:pt x="149" y="36"/>
                      <a:pt x="144" y="35"/>
                      <a:pt x="136" y="36"/>
                    </a:cubicBezTo>
                    <a:cubicBezTo>
                      <a:pt x="4" y="49"/>
                      <a:pt x="4" y="49"/>
                      <a:pt x="4" y="49"/>
                    </a:cubicBezTo>
                    <a:cubicBezTo>
                      <a:pt x="0" y="16"/>
                      <a:pt x="0" y="16"/>
                      <a:pt x="0" y="16"/>
                    </a:cubicBezTo>
                    <a:cubicBezTo>
                      <a:pt x="130" y="2"/>
                      <a:pt x="130" y="2"/>
                      <a:pt x="130" y="2"/>
                    </a:cubicBezTo>
                    <a:cubicBezTo>
                      <a:pt x="147" y="0"/>
                      <a:pt x="160" y="4"/>
                      <a:pt x="170" y="12"/>
                    </a:cubicBezTo>
                    <a:cubicBezTo>
                      <a:pt x="180" y="20"/>
                      <a:pt x="185" y="32"/>
                      <a:pt x="187"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7" name="Freeform 93"/>
              <p:cNvSpPr/>
              <p:nvPr/>
            </p:nvSpPr>
            <p:spPr bwMode="auto">
              <a:xfrm>
                <a:off x="1702" y="1581"/>
                <a:ext cx="245" cy="54"/>
              </a:xfrm>
              <a:custGeom>
                <a:avLst/>
                <a:gdLst>
                  <a:gd name="T0" fmla="*/ 1 w 245"/>
                  <a:gd name="T1" fmla="*/ 0 h 54"/>
                  <a:gd name="T2" fmla="*/ 245 w 245"/>
                  <a:gd name="T3" fmla="*/ 8 h 54"/>
                  <a:gd name="T4" fmla="*/ 244 w 245"/>
                  <a:gd name="T5" fmla="*/ 54 h 54"/>
                  <a:gd name="T6" fmla="*/ 0 w 245"/>
                  <a:gd name="T7" fmla="*/ 46 h 54"/>
                  <a:gd name="T8" fmla="*/ 1 w 245"/>
                  <a:gd name="T9" fmla="*/ 0 h 54"/>
                </a:gdLst>
                <a:ahLst/>
                <a:cxnLst>
                  <a:cxn ang="0">
                    <a:pos x="T0" y="T1"/>
                  </a:cxn>
                  <a:cxn ang="0">
                    <a:pos x="T2" y="T3"/>
                  </a:cxn>
                  <a:cxn ang="0">
                    <a:pos x="T4" y="T5"/>
                  </a:cxn>
                  <a:cxn ang="0">
                    <a:pos x="T6" y="T7"/>
                  </a:cxn>
                  <a:cxn ang="0">
                    <a:pos x="T8" y="T9"/>
                  </a:cxn>
                </a:cxnLst>
                <a:rect l="0" t="0" r="r" b="b"/>
                <a:pathLst>
                  <a:path w="245" h="54">
                    <a:moveTo>
                      <a:pt x="1" y="0"/>
                    </a:moveTo>
                    <a:lnTo>
                      <a:pt x="245" y="8"/>
                    </a:lnTo>
                    <a:lnTo>
                      <a:pt x="244" y="54"/>
                    </a:lnTo>
                    <a:lnTo>
                      <a:pt x="0" y="46"/>
                    </a:ln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8" name="Freeform 94"/>
              <p:cNvSpPr/>
              <p:nvPr/>
            </p:nvSpPr>
            <p:spPr bwMode="auto">
              <a:xfrm>
                <a:off x="1706" y="1311"/>
                <a:ext cx="277" cy="241"/>
              </a:xfrm>
              <a:custGeom>
                <a:avLst/>
                <a:gdLst>
                  <a:gd name="T0" fmla="*/ 39 w 277"/>
                  <a:gd name="T1" fmla="*/ 0 h 241"/>
                  <a:gd name="T2" fmla="*/ 277 w 277"/>
                  <a:gd name="T3" fmla="*/ 48 h 241"/>
                  <a:gd name="T4" fmla="*/ 269 w 277"/>
                  <a:gd name="T5" fmla="*/ 88 h 241"/>
                  <a:gd name="T6" fmla="*/ 80 w 277"/>
                  <a:gd name="T7" fmla="*/ 168 h 241"/>
                  <a:gd name="T8" fmla="*/ 246 w 277"/>
                  <a:gd name="T9" fmla="*/ 201 h 241"/>
                  <a:gd name="T10" fmla="*/ 238 w 277"/>
                  <a:gd name="T11" fmla="*/ 241 h 241"/>
                  <a:gd name="T12" fmla="*/ 0 w 277"/>
                  <a:gd name="T13" fmla="*/ 194 h 241"/>
                  <a:gd name="T14" fmla="*/ 9 w 277"/>
                  <a:gd name="T15" fmla="*/ 147 h 241"/>
                  <a:gd name="T16" fmla="*/ 188 w 277"/>
                  <a:gd name="T17" fmla="*/ 72 h 241"/>
                  <a:gd name="T18" fmla="*/ 31 w 277"/>
                  <a:gd name="T19" fmla="*/ 41 h 241"/>
                  <a:gd name="T20" fmla="*/ 39 w 277"/>
                  <a:gd name="T21" fmla="*/ 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7" h="241">
                    <a:moveTo>
                      <a:pt x="39" y="0"/>
                    </a:moveTo>
                    <a:lnTo>
                      <a:pt x="277" y="48"/>
                    </a:lnTo>
                    <a:lnTo>
                      <a:pt x="269" y="88"/>
                    </a:lnTo>
                    <a:lnTo>
                      <a:pt x="80" y="168"/>
                    </a:lnTo>
                    <a:lnTo>
                      <a:pt x="246" y="201"/>
                    </a:lnTo>
                    <a:lnTo>
                      <a:pt x="238" y="241"/>
                    </a:lnTo>
                    <a:lnTo>
                      <a:pt x="0" y="194"/>
                    </a:lnTo>
                    <a:lnTo>
                      <a:pt x="9" y="147"/>
                    </a:lnTo>
                    <a:lnTo>
                      <a:pt x="188" y="72"/>
                    </a:lnTo>
                    <a:lnTo>
                      <a:pt x="31" y="41"/>
                    </a:lnTo>
                    <a:lnTo>
                      <a:pt x="3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9" name="Freeform 95"/>
              <p:cNvSpPr/>
              <p:nvPr/>
            </p:nvSpPr>
            <p:spPr bwMode="auto">
              <a:xfrm>
                <a:off x="1832" y="1015"/>
                <a:ext cx="249" cy="232"/>
              </a:xfrm>
              <a:custGeom>
                <a:avLst/>
                <a:gdLst>
                  <a:gd name="T0" fmla="*/ 27 w 184"/>
                  <a:gd name="T1" fmla="*/ 117 h 171"/>
                  <a:gd name="T2" fmla="*/ 7 w 184"/>
                  <a:gd name="T3" fmla="*/ 98 h 171"/>
                  <a:gd name="T4" fmla="*/ 1 w 184"/>
                  <a:gd name="T5" fmla="*/ 70 h 171"/>
                  <a:gd name="T6" fmla="*/ 11 w 184"/>
                  <a:gd name="T7" fmla="*/ 38 h 171"/>
                  <a:gd name="T8" fmla="*/ 39 w 184"/>
                  <a:gd name="T9" fmla="*/ 7 h 171"/>
                  <a:gd name="T10" fmla="*/ 74 w 184"/>
                  <a:gd name="T11" fmla="*/ 2 h 171"/>
                  <a:gd name="T12" fmla="*/ 72 w 184"/>
                  <a:gd name="T13" fmla="*/ 32 h 171"/>
                  <a:gd name="T14" fmla="*/ 52 w 184"/>
                  <a:gd name="T15" fmla="*/ 35 h 171"/>
                  <a:gd name="T16" fmla="*/ 37 w 184"/>
                  <a:gd name="T17" fmla="*/ 51 h 171"/>
                  <a:gd name="T18" fmla="*/ 31 w 184"/>
                  <a:gd name="T19" fmla="*/ 73 h 171"/>
                  <a:gd name="T20" fmla="*/ 42 w 184"/>
                  <a:gd name="T21" fmla="*/ 87 h 171"/>
                  <a:gd name="T22" fmla="*/ 59 w 184"/>
                  <a:gd name="T23" fmla="*/ 88 h 171"/>
                  <a:gd name="T24" fmla="*/ 80 w 184"/>
                  <a:gd name="T25" fmla="*/ 69 h 171"/>
                  <a:gd name="T26" fmla="*/ 118 w 184"/>
                  <a:gd name="T27" fmla="*/ 39 h 171"/>
                  <a:gd name="T28" fmla="*/ 157 w 184"/>
                  <a:gd name="T29" fmla="*/ 45 h 171"/>
                  <a:gd name="T30" fmla="*/ 178 w 184"/>
                  <a:gd name="T31" fmla="*/ 66 h 171"/>
                  <a:gd name="T32" fmla="*/ 183 w 184"/>
                  <a:gd name="T33" fmla="*/ 95 h 171"/>
                  <a:gd name="T34" fmla="*/ 173 w 184"/>
                  <a:gd name="T35" fmla="*/ 129 h 171"/>
                  <a:gd name="T36" fmla="*/ 142 w 184"/>
                  <a:gd name="T37" fmla="*/ 162 h 171"/>
                  <a:gd name="T38" fmla="*/ 104 w 184"/>
                  <a:gd name="T39" fmla="*/ 168 h 171"/>
                  <a:gd name="T40" fmla="*/ 106 w 184"/>
                  <a:gd name="T41" fmla="*/ 137 h 171"/>
                  <a:gd name="T42" fmla="*/ 130 w 184"/>
                  <a:gd name="T43" fmla="*/ 134 h 171"/>
                  <a:gd name="T44" fmla="*/ 148 w 184"/>
                  <a:gd name="T45" fmla="*/ 115 h 171"/>
                  <a:gd name="T46" fmla="*/ 154 w 184"/>
                  <a:gd name="T47" fmla="*/ 91 h 171"/>
                  <a:gd name="T48" fmla="*/ 141 w 184"/>
                  <a:gd name="T49" fmla="*/ 75 h 171"/>
                  <a:gd name="T50" fmla="*/ 122 w 184"/>
                  <a:gd name="T51" fmla="*/ 74 h 171"/>
                  <a:gd name="T52" fmla="*/ 98 w 184"/>
                  <a:gd name="T53" fmla="*/ 95 h 171"/>
                  <a:gd name="T54" fmla="*/ 63 w 184"/>
                  <a:gd name="T55" fmla="*/ 122 h 171"/>
                  <a:gd name="T56" fmla="*/ 27 w 184"/>
                  <a:gd name="T57" fmla="*/ 11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4" h="171">
                    <a:moveTo>
                      <a:pt x="27" y="117"/>
                    </a:moveTo>
                    <a:cubicBezTo>
                      <a:pt x="18" y="112"/>
                      <a:pt x="11" y="106"/>
                      <a:pt x="7" y="98"/>
                    </a:cubicBezTo>
                    <a:cubicBezTo>
                      <a:pt x="2" y="90"/>
                      <a:pt x="0" y="80"/>
                      <a:pt x="1" y="70"/>
                    </a:cubicBezTo>
                    <a:cubicBezTo>
                      <a:pt x="2" y="60"/>
                      <a:pt x="5" y="49"/>
                      <a:pt x="11" y="38"/>
                    </a:cubicBezTo>
                    <a:cubicBezTo>
                      <a:pt x="19" y="24"/>
                      <a:pt x="28" y="13"/>
                      <a:pt x="39" y="7"/>
                    </a:cubicBezTo>
                    <a:cubicBezTo>
                      <a:pt x="50" y="1"/>
                      <a:pt x="61" y="0"/>
                      <a:pt x="74" y="2"/>
                    </a:cubicBezTo>
                    <a:cubicBezTo>
                      <a:pt x="72" y="32"/>
                      <a:pt x="72" y="32"/>
                      <a:pt x="72" y="32"/>
                    </a:cubicBezTo>
                    <a:cubicBezTo>
                      <a:pt x="64" y="31"/>
                      <a:pt x="58" y="32"/>
                      <a:pt x="52" y="35"/>
                    </a:cubicBezTo>
                    <a:cubicBezTo>
                      <a:pt x="46" y="38"/>
                      <a:pt x="41" y="43"/>
                      <a:pt x="37" y="51"/>
                    </a:cubicBezTo>
                    <a:cubicBezTo>
                      <a:pt x="32" y="59"/>
                      <a:pt x="30" y="67"/>
                      <a:pt x="31" y="73"/>
                    </a:cubicBezTo>
                    <a:cubicBezTo>
                      <a:pt x="32" y="79"/>
                      <a:pt x="36" y="83"/>
                      <a:pt x="42" y="87"/>
                    </a:cubicBezTo>
                    <a:cubicBezTo>
                      <a:pt x="48" y="90"/>
                      <a:pt x="54" y="90"/>
                      <a:pt x="59" y="88"/>
                    </a:cubicBezTo>
                    <a:cubicBezTo>
                      <a:pt x="65" y="85"/>
                      <a:pt x="72" y="79"/>
                      <a:pt x="80" y="69"/>
                    </a:cubicBezTo>
                    <a:cubicBezTo>
                      <a:pt x="93" y="53"/>
                      <a:pt x="106" y="43"/>
                      <a:pt x="118" y="39"/>
                    </a:cubicBezTo>
                    <a:cubicBezTo>
                      <a:pt x="130" y="35"/>
                      <a:pt x="143" y="37"/>
                      <a:pt x="157" y="45"/>
                    </a:cubicBezTo>
                    <a:cubicBezTo>
                      <a:pt x="166" y="50"/>
                      <a:pt x="173" y="57"/>
                      <a:pt x="178" y="66"/>
                    </a:cubicBezTo>
                    <a:cubicBezTo>
                      <a:pt x="182" y="74"/>
                      <a:pt x="184" y="84"/>
                      <a:pt x="183" y="95"/>
                    </a:cubicBezTo>
                    <a:cubicBezTo>
                      <a:pt x="183" y="106"/>
                      <a:pt x="179" y="118"/>
                      <a:pt x="173" y="129"/>
                    </a:cubicBezTo>
                    <a:cubicBezTo>
                      <a:pt x="164" y="144"/>
                      <a:pt x="154" y="155"/>
                      <a:pt x="142" y="162"/>
                    </a:cubicBezTo>
                    <a:cubicBezTo>
                      <a:pt x="130" y="169"/>
                      <a:pt x="118" y="171"/>
                      <a:pt x="104" y="168"/>
                    </a:cubicBezTo>
                    <a:cubicBezTo>
                      <a:pt x="106" y="137"/>
                      <a:pt x="106" y="137"/>
                      <a:pt x="106" y="137"/>
                    </a:cubicBezTo>
                    <a:cubicBezTo>
                      <a:pt x="115" y="139"/>
                      <a:pt x="122" y="138"/>
                      <a:pt x="130" y="134"/>
                    </a:cubicBezTo>
                    <a:cubicBezTo>
                      <a:pt x="137" y="131"/>
                      <a:pt x="143" y="124"/>
                      <a:pt x="148" y="115"/>
                    </a:cubicBezTo>
                    <a:cubicBezTo>
                      <a:pt x="153" y="106"/>
                      <a:pt x="155" y="98"/>
                      <a:pt x="154" y="91"/>
                    </a:cubicBezTo>
                    <a:cubicBezTo>
                      <a:pt x="152" y="84"/>
                      <a:pt x="148" y="79"/>
                      <a:pt x="141" y="75"/>
                    </a:cubicBezTo>
                    <a:cubicBezTo>
                      <a:pt x="135" y="71"/>
                      <a:pt x="128" y="71"/>
                      <a:pt x="122" y="74"/>
                    </a:cubicBezTo>
                    <a:cubicBezTo>
                      <a:pt x="115" y="77"/>
                      <a:pt x="107" y="84"/>
                      <a:pt x="98" y="95"/>
                    </a:cubicBezTo>
                    <a:cubicBezTo>
                      <a:pt x="87" y="109"/>
                      <a:pt x="75" y="119"/>
                      <a:pt x="63" y="122"/>
                    </a:cubicBezTo>
                    <a:cubicBezTo>
                      <a:pt x="51" y="126"/>
                      <a:pt x="39" y="124"/>
                      <a:pt x="27" y="1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0" name="Freeform 96"/>
              <p:cNvSpPr/>
              <p:nvPr/>
            </p:nvSpPr>
            <p:spPr bwMode="auto">
              <a:xfrm>
                <a:off x="1933" y="784"/>
                <a:ext cx="314" cy="310"/>
              </a:xfrm>
              <a:custGeom>
                <a:avLst/>
                <a:gdLst>
                  <a:gd name="T0" fmla="*/ 133 w 314"/>
                  <a:gd name="T1" fmla="*/ 0 h 310"/>
                  <a:gd name="T2" fmla="*/ 314 w 314"/>
                  <a:gd name="T3" fmla="*/ 161 h 310"/>
                  <a:gd name="T4" fmla="*/ 283 w 314"/>
                  <a:gd name="T5" fmla="*/ 196 h 310"/>
                  <a:gd name="T6" fmla="*/ 203 w 314"/>
                  <a:gd name="T7" fmla="*/ 124 h 310"/>
                  <a:gd name="T8" fmla="*/ 132 w 314"/>
                  <a:gd name="T9" fmla="*/ 203 h 310"/>
                  <a:gd name="T10" fmla="*/ 213 w 314"/>
                  <a:gd name="T11" fmla="*/ 274 h 310"/>
                  <a:gd name="T12" fmla="*/ 182 w 314"/>
                  <a:gd name="T13" fmla="*/ 310 h 310"/>
                  <a:gd name="T14" fmla="*/ 0 w 314"/>
                  <a:gd name="T15" fmla="*/ 147 h 310"/>
                  <a:gd name="T16" fmla="*/ 31 w 314"/>
                  <a:gd name="T17" fmla="*/ 113 h 310"/>
                  <a:gd name="T18" fmla="*/ 103 w 314"/>
                  <a:gd name="T19" fmla="*/ 177 h 310"/>
                  <a:gd name="T20" fmla="*/ 175 w 314"/>
                  <a:gd name="T21" fmla="*/ 98 h 310"/>
                  <a:gd name="T22" fmla="*/ 102 w 314"/>
                  <a:gd name="T23" fmla="*/ 34 h 310"/>
                  <a:gd name="T24" fmla="*/ 133 w 314"/>
                  <a:gd name="T25"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4" h="310">
                    <a:moveTo>
                      <a:pt x="133" y="0"/>
                    </a:moveTo>
                    <a:lnTo>
                      <a:pt x="314" y="161"/>
                    </a:lnTo>
                    <a:lnTo>
                      <a:pt x="283" y="196"/>
                    </a:lnTo>
                    <a:lnTo>
                      <a:pt x="203" y="124"/>
                    </a:lnTo>
                    <a:lnTo>
                      <a:pt x="132" y="203"/>
                    </a:lnTo>
                    <a:lnTo>
                      <a:pt x="213" y="274"/>
                    </a:lnTo>
                    <a:lnTo>
                      <a:pt x="182" y="310"/>
                    </a:lnTo>
                    <a:lnTo>
                      <a:pt x="0" y="147"/>
                    </a:lnTo>
                    <a:lnTo>
                      <a:pt x="31" y="113"/>
                    </a:lnTo>
                    <a:lnTo>
                      <a:pt x="103" y="177"/>
                    </a:lnTo>
                    <a:lnTo>
                      <a:pt x="175" y="98"/>
                    </a:lnTo>
                    <a:lnTo>
                      <a:pt x="102" y="34"/>
                    </a:lnTo>
                    <a:lnTo>
                      <a:pt x="1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1" name="Freeform 97"/>
              <p:cNvSpPr>
                <a:spLocks noEditPoints="1"/>
              </p:cNvSpPr>
              <p:nvPr/>
            </p:nvSpPr>
            <p:spPr bwMode="auto">
              <a:xfrm>
                <a:off x="2184" y="658"/>
                <a:ext cx="251" cy="279"/>
              </a:xfrm>
              <a:custGeom>
                <a:avLst/>
                <a:gdLst>
                  <a:gd name="T0" fmla="*/ 161 w 251"/>
                  <a:gd name="T1" fmla="*/ 141 h 279"/>
                  <a:gd name="T2" fmla="*/ 90 w 251"/>
                  <a:gd name="T3" fmla="*/ 191 h 279"/>
                  <a:gd name="T4" fmla="*/ 111 w 251"/>
                  <a:gd name="T5" fmla="*/ 252 h 279"/>
                  <a:gd name="T6" fmla="*/ 71 w 251"/>
                  <a:gd name="T7" fmla="*/ 279 h 279"/>
                  <a:gd name="T8" fmla="*/ 0 w 251"/>
                  <a:gd name="T9" fmla="*/ 32 h 279"/>
                  <a:gd name="T10" fmla="*/ 47 w 251"/>
                  <a:gd name="T11" fmla="*/ 0 h 279"/>
                  <a:gd name="T12" fmla="*/ 251 w 251"/>
                  <a:gd name="T13" fmla="*/ 153 h 279"/>
                  <a:gd name="T14" fmla="*/ 211 w 251"/>
                  <a:gd name="T15" fmla="*/ 181 h 279"/>
                  <a:gd name="T16" fmla="*/ 161 w 251"/>
                  <a:gd name="T17" fmla="*/ 141 h 279"/>
                  <a:gd name="T18" fmla="*/ 130 w 251"/>
                  <a:gd name="T19" fmla="*/ 116 h 279"/>
                  <a:gd name="T20" fmla="*/ 43 w 251"/>
                  <a:gd name="T21" fmla="*/ 47 h 279"/>
                  <a:gd name="T22" fmla="*/ 78 w 251"/>
                  <a:gd name="T23" fmla="*/ 151 h 279"/>
                  <a:gd name="T24" fmla="*/ 130 w 251"/>
                  <a:gd name="T25" fmla="*/ 116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1" h="279">
                    <a:moveTo>
                      <a:pt x="161" y="141"/>
                    </a:moveTo>
                    <a:lnTo>
                      <a:pt x="90" y="191"/>
                    </a:lnTo>
                    <a:lnTo>
                      <a:pt x="111" y="252"/>
                    </a:lnTo>
                    <a:lnTo>
                      <a:pt x="71" y="279"/>
                    </a:lnTo>
                    <a:lnTo>
                      <a:pt x="0" y="32"/>
                    </a:lnTo>
                    <a:lnTo>
                      <a:pt x="47" y="0"/>
                    </a:lnTo>
                    <a:lnTo>
                      <a:pt x="251" y="153"/>
                    </a:lnTo>
                    <a:lnTo>
                      <a:pt x="211" y="181"/>
                    </a:lnTo>
                    <a:lnTo>
                      <a:pt x="161" y="141"/>
                    </a:lnTo>
                    <a:close/>
                    <a:moveTo>
                      <a:pt x="130" y="116"/>
                    </a:moveTo>
                    <a:lnTo>
                      <a:pt x="43" y="47"/>
                    </a:lnTo>
                    <a:lnTo>
                      <a:pt x="78" y="151"/>
                    </a:lnTo>
                    <a:lnTo>
                      <a:pt x="130" y="1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2" name="Freeform 98"/>
              <p:cNvSpPr/>
              <p:nvPr/>
            </p:nvSpPr>
            <p:spPr bwMode="auto">
              <a:xfrm>
                <a:off x="2360" y="509"/>
                <a:ext cx="272" cy="298"/>
              </a:xfrm>
              <a:custGeom>
                <a:avLst/>
                <a:gdLst>
                  <a:gd name="T0" fmla="*/ 184 w 272"/>
                  <a:gd name="T1" fmla="*/ 0 h 298"/>
                  <a:gd name="T2" fmla="*/ 272 w 272"/>
                  <a:gd name="T3" fmla="*/ 226 h 298"/>
                  <a:gd name="T4" fmla="*/ 232 w 272"/>
                  <a:gd name="T5" fmla="*/ 241 h 298"/>
                  <a:gd name="T6" fmla="*/ 65 w 272"/>
                  <a:gd name="T7" fmla="*/ 124 h 298"/>
                  <a:gd name="T8" fmla="*/ 127 w 272"/>
                  <a:gd name="T9" fmla="*/ 283 h 298"/>
                  <a:gd name="T10" fmla="*/ 88 w 272"/>
                  <a:gd name="T11" fmla="*/ 298 h 298"/>
                  <a:gd name="T12" fmla="*/ 0 w 272"/>
                  <a:gd name="T13" fmla="*/ 72 h 298"/>
                  <a:gd name="T14" fmla="*/ 44 w 272"/>
                  <a:gd name="T15" fmla="*/ 54 h 298"/>
                  <a:gd name="T16" fmla="*/ 204 w 272"/>
                  <a:gd name="T17" fmla="*/ 165 h 298"/>
                  <a:gd name="T18" fmla="*/ 144 w 272"/>
                  <a:gd name="T19" fmla="*/ 15 h 298"/>
                  <a:gd name="T20" fmla="*/ 184 w 272"/>
                  <a:gd name="T2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298">
                    <a:moveTo>
                      <a:pt x="184" y="0"/>
                    </a:moveTo>
                    <a:lnTo>
                      <a:pt x="272" y="226"/>
                    </a:lnTo>
                    <a:lnTo>
                      <a:pt x="232" y="241"/>
                    </a:lnTo>
                    <a:lnTo>
                      <a:pt x="65" y="124"/>
                    </a:lnTo>
                    <a:lnTo>
                      <a:pt x="127" y="283"/>
                    </a:lnTo>
                    <a:lnTo>
                      <a:pt x="88" y="298"/>
                    </a:lnTo>
                    <a:lnTo>
                      <a:pt x="0" y="72"/>
                    </a:lnTo>
                    <a:lnTo>
                      <a:pt x="44" y="54"/>
                    </a:lnTo>
                    <a:lnTo>
                      <a:pt x="204" y="165"/>
                    </a:lnTo>
                    <a:lnTo>
                      <a:pt x="144" y="15"/>
                    </a:lnTo>
                    <a:lnTo>
                      <a:pt x="18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3" name="Freeform 99"/>
              <p:cNvSpPr/>
              <p:nvPr/>
            </p:nvSpPr>
            <p:spPr bwMode="auto">
              <a:xfrm>
                <a:off x="2726" y="462"/>
                <a:ext cx="205" cy="251"/>
              </a:xfrm>
              <a:custGeom>
                <a:avLst/>
                <a:gdLst>
                  <a:gd name="T0" fmla="*/ 81 w 151"/>
                  <a:gd name="T1" fmla="*/ 185 h 186"/>
                  <a:gd name="T2" fmla="*/ 42 w 151"/>
                  <a:gd name="T3" fmla="*/ 179 h 186"/>
                  <a:gd name="T4" fmla="*/ 16 w 151"/>
                  <a:gd name="T5" fmla="*/ 156 h 186"/>
                  <a:gd name="T6" fmla="*/ 5 w 151"/>
                  <a:gd name="T7" fmla="*/ 121 h 186"/>
                  <a:gd name="T8" fmla="*/ 0 w 151"/>
                  <a:gd name="T9" fmla="*/ 6 h 186"/>
                  <a:gd name="T10" fmla="*/ 32 w 151"/>
                  <a:gd name="T11" fmla="*/ 5 h 186"/>
                  <a:gd name="T12" fmla="*/ 37 w 151"/>
                  <a:gd name="T13" fmla="*/ 117 h 186"/>
                  <a:gd name="T14" fmla="*/ 48 w 151"/>
                  <a:gd name="T15" fmla="*/ 148 h 186"/>
                  <a:gd name="T16" fmla="*/ 79 w 151"/>
                  <a:gd name="T17" fmla="*/ 158 h 186"/>
                  <a:gd name="T18" fmla="*/ 107 w 151"/>
                  <a:gd name="T19" fmla="*/ 145 h 186"/>
                  <a:gd name="T20" fmla="*/ 116 w 151"/>
                  <a:gd name="T21" fmla="*/ 113 h 186"/>
                  <a:gd name="T22" fmla="*/ 111 w 151"/>
                  <a:gd name="T23" fmla="*/ 1 h 186"/>
                  <a:gd name="T24" fmla="*/ 145 w 151"/>
                  <a:gd name="T25" fmla="*/ 0 h 186"/>
                  <a:gd name="T26" fmla="*/ 150 w 151"/>
                  <a:gd name="T27" fmla="*/ 114 h 186"/>
                  <a:gd name="T28" fmla="*/ 143 w 151"/>
                  <a:gd name="T29" fmla="*/ 151 h 186"/>
                  <a:gd name="T30" fmla="*/ 119 w 151"/>
                  <a:gd name="T31" fmla="*/ 175 h 186"/>
                  <a:gd name="T32" fmla="*/ 81 w 151"/>
                  <a:gd name="T33" fmla="*/ 18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1" h="186">
                    <a:moveTo>
                      <a:pt x="81" y="185"/>
                    </a:moveTo>
                    <a:cubicBezTo>
                      <a:pt x="66" y="186"/>
                      <a:pt x="53" y="184"/>
                      <a:pt x="42" y="179"/>
                    </a:cubicBezTo>
                    <a:cubicBezTo>
                      <a:pt x="31" y="174"/>
                      <a:pt x="22" y="166"/>
                      <a:pt x="16" y="156"/>
                    </a:cubicBezTo>
                    <a:cubicBezTo>
                      <a:pt x="9" y="146"/>
                      <a:pt x="6" y="134"/>
                      <a:pt x="5" y="121"/>
                    </a:cubicBezTo>
                    <a:cubicBezTo>
                      <a:pt x="0" y="6"/>
                      <a:pt x="0" y="6"/>
                      <a:pt x="0" y="6"/>
                    </a:cubicBezTo>
                    <a:cubicBezTo>
                      <a:pt x="32" y="5"/>
                      <a:pt x="32" y="5"/>
                      <a:pt x="32" y="5"/>
                    </a:cubicBezTo>
                    <a:cubicBezTo>
                      <a:pt x="37" y="117"/>
                      <a:pt x="37" y="117"/>
                      <a:pt x="37" y="117"/>
                    </a:cubicBezTo>
                    <a:cubicBezTo>
                      <a:pt x="37" y="131"/>
                      <a:pt x="41" y="141"/>
                      <a:pt x="48" y="148"/>
                    </a:cubicBezTo>
                    <a:cubicBezTo>
                      <a:pt x="56" y="155"/>
                      <a:pt x="66" y="158"/>
                      <a:pt x="79" y="158"/>
                    </a:cubicBezTo>
                    <a:cubicBezTo>
                      <a:pt x="91" y="157"/>
                      <a:pt x="101" y="153"/>
                      <a:pt x="107" y="145"/>
                    </a:cubicBezTo>
                    <a:cubicBezTo>
                      <a:pt x="114" y="138"/>
                      <a:pt x="117" y="127"/>
                      <a:pt x="116" y="113"/>
                    </a:cubicBezTo>
                    <a:cubicBezTo>
                      <a:pt x="111" y="1"/>
                      <a:pt x="111" y="1"/>
                      <a:pt x="111" y="1"/>
                    </a:cubicBezTo>
                    <a:cubicBezTo>
                      <a:pt x="145" y="0"/>
                      <a:pt x="145" y="0"/>
                      <a:pt x="145" y="0"/>
                    </a:cubicBezTo>
                    <a:cubicBezTo>
                      <a:pt x="150" y="114"/>
                      <a:pt x="150" y="114"/>
                      <a:pt x="150" y="114"/>
                    </a:cubicBezTo>
                    <a:cubicBezTo>
                      <a:pt x="151" y="128"/>
                      <a:pt x="149" y="140"/>
                      <a:pt x="143" y="151"/>
                    </a:cubicBezTo>
                    <a:cubicBezTo>
                      <a:pt x="138" y="161"/>
                      <a:pt x="130" y="169"/>
                      <a:pt x="119" y="175"/>
                    </a:cubicBezTo>
                    <a:cubicBezTo>
                      <a:pt x="108" y="181"/>
                      <a:pt x="96" y="184"/>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4" name="Freeform 100"/>
              <p:cNvSpPr/>
              <p:nvPr/>
            </p:nvSpPr>
            <p:spPr bwMode="auto">
              <a:xfrm>
                <a:off x="2961" y="467"/>
                <a:ext cx="242" cy="277"/>
              </a:xfrm>
              <a:custGeom>
                <a:avLst/>
                <a:gdLst>
                  <a:gd name="T0" fmla="*/ 242 w 242"/>
                  <a:gd name="T1" fmla="*/ 39 h 277"/>
                  <a:gd name="T2" fmla="*/ 194 w 242"/>
                  <a:gd name="T3" fmla="*/ 277 h 277"/>
                  <a:gd name="T4" fmla="*/ 152 w 242"/>
                  <a:gd name="T5" fmla="*/ 269 h 277"/>
                  <a:gd name="T6" fmla="*/ 74 w 242"/>
                  <a:gd name="T7" fmla="*/ 80 h 277"/>
                  <a:gd name="T8" fmla="*/ 42 w 242"/>
                  <a:gd name="T9" fmla="*/ 248 h 277"/>
                  <a:gd name="T10" fmla="*/ 0 w 242"/>
                  <a:gd name="T11" fmla="*/ 240 h 277"/>
                  <a:gd name="T12" fmla="*/ 47 w 242"/>
                  <a:gd name="T13" fmla="*/ 0 h 277"/>
                  <a:gd name="T14" fmla="*/ 96 w 242"/>
                  <a:gd name="T15" fmla="*/ 9 h 277"/>
                  <a:gd name="T16" fmla="*/ 169 w 242"/>
                  <a:gd name="T17" fmla="*/ 189 h 277"/>
                  <a:gd name="T18" fmla="*/ 201 w 242"/>
                  <a:gd name="T19" fmla="*/ 31 h 277"/>
                  <a:gd name="T20" fmla="*/ 242 w 242"/>
                  <a:gd name="T21" fmla="*/ 39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277">
                    <a:moveTo>
                      <a:pt x="242" y="39"/>
                    </a:moveTo>
                    <a:lnTo>
                      <a:pt x="194" y="277"/>
                    </a:lnTo>
                    <a:lnTo>
                      <a:pt x="152" y="269"/>
                    </a:lnTo>
                    <a:lnTo>
                      <a:pt x="74" y="80"/>
                    </a:lnTo>
                    <a:lnTo>
                      <a:pt x="42" y="248"/>
                    </a:lnTo>
                    <a:lnTo>
                      <a:pt x="0" y="240"/>
                    </a:lnTo>
                    <a:lnTo>
                      <a:pt x="47" y="0"/>
                    </a:lnTo>
                    <a:lnTo>
                      <a:pt x="96" y="9"/>
                    </a:lnTo>
                    <a:lnTo>
                      <a:pt x="169" y="189"/>
                    </a:lnTo>
                    <a:lnTo>
                      <a:pt x="201" y="31"/>
                    </a:lnTo>
                    <a:lnTo>
                      <a:pt x="242" y="3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5" name="Freeform 101"/>
              <p:cNvSpPr/>
              <p:nvPr/>
            </p:nvSpPr>
            <p:spPr bwMode="auto">
              <a:xfrm>
                <a:off x="3187" y="533"/>
                <a:ext cx="130" cy="244"/>
              </a:xfrm>
              <a:custGeom>
                <a:avLst/>
                <a:gdLst>
                  <a:gd name="T0" fmla="*/ 130 w 130"/>
                  <a:gd name="T1" fmla="*/ 17 h 244"/>
                  <a:gd name="T2" fmla="*/ 43 w 130"/>
                  <a:gd name="T3" fmla="*/ 244 h 244"/>
                  <a:gd name="T4" fmla="*/ 0 w 130"/>
                  <a:gd name="T5" fmla="*/ 228 h 244"/>
                  <a:gd name="T6" fmla="*/ 86 w 130"/>
                  <a:gd name="T7" fmla="*/ 0 h 244"/>
                  <a:gd name="T8" fmla="*/ 130 w 130"/>
                  <a:gd name="T9" fmla="*/ 17 h 244"/>
                </a:gdLst>
                <a:ahLst/>
                <a:cxnLst>
                  <a:cxn ang="0">
                    <a:pos x="T0" y="T1"/>
                  </a:cxn>
                  <a:cxn ang="0">
                    <a:pos x="T2" y="T3"/>
                  </a:cxn>
                  <a:cxn ang="0">
                    <a:pos x="T4" y="T5"/>
                  </a:cxn>
                  <a:cxn ang="0">
                    <a:pos x="T6" y="T7"/>
                  </a:cxn>
                  <a:cxn ang="0">
                    <a:pos x="T8" y="T9"/>
                  </a:cxn>
                </a:cxnLst>
                <a:rect l="0" t="0" r="r" b="b"/>
                <a:pathLst>
                  <a:path w="130" h="244">
                    <a:moveTo>
                      <a:pt x="130" y="17"/>
                    </a:moveTo>
                    <a:lnTo>
                      <a:pt x="43" y="244"/>
                    </a:lnTo>
                    <a:lnTo>
                      <a:pt x="0" y="228"/>
                    </a:lnTo>
                    <a:lnTo>
                      <a:pt x="86" y="0"/>
                    </a:lnTo>
                    <a:lnTo>
                      <a:pt x="130"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6" name="Freeform 102"/>
              <p:cNvSpPr/>
              <p:nvPr/>
            </p:nvSpPr>
            <p:spPr bwMode="auto">
              <a:xfrm>
                <a:off x="3321" y="568"/>
                <a:ext cx="240" cy="279"/>
              </a:xfrm>
              <a:custGeom>
                <a:avLst/>
                <a:gdLst>
                  <a:gd name="T0" fmla="*/ 240 w 240"/>
                  <a:gd name="T1" fmla="*/ 110 h 279"/>
                  <a:gd name="T2" fmla="*/ 48 w 240"/>
                  <a:gd name="T3" fmla="*/ 279 h 279"/>
                  <a:gd name="T4" fmla="*/ 0 w 240"/>
                  <a:gd name="T5" fmla="*/ 251 h 279"/>
                  <a:gd name="T6" fmla="*/ 51 w 240"/>
                  <a:gd name="T7" fmla="*/ 0 h 279"/>
                  <a:gd name="T8" fmla="*/ 94 w 240"/>
                  <a:gd name="T9" fmla="*/ 25 h 279"/>
                  <a:gd name="T10" fmla="*/ 44 w 240"/>
                  <a:gd name="T11" fmla="*/ 235 h 279"/>
                  <a:gd name="T12" fmla="*/ 200 w 240"/>
                  <a:gd name="T13" fmla="*/ 87 h 279"/>
                  <a:gd name="T14" fmla="*/ 240 w 240"/>
                  <a:gd name="T15" fmla="*/ 110 h 2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0" h="279">
                    <a:moveTo>
                      <a:pt x="240" y="110"/>
                    </a:moveTo>
                    <a:lnTo>
                      <a:pt x="48" y="279"/>
                    </a:lnTo>
                    <a:lnTo>
                      <a:pt x="0" y="251"/>
                    </a:lnTo>
                    <a:lnTo>
                      <a:pt x="51" y="0"/>
                    </a:lnTo>
                    <a:lnTo>
                      <a:pt x="94" y="25"/>
                    </a:lnTo>
                    <a:lnTo>
                      <a:pt x="44" y="235"/>
                    </a:lnTo>
                    <a:lnTo>
                      <a:pt x="200" y="87"/>
                    </a:lnTo>
                    <a:lnTo>
                      <a:pt x="240" y="1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7" name="Freeform 103"/>
              <p:cNvSpPr/>
              <p:nvPr/>
            </p:nvSpPr>
            <p:spPr bwMode="auto">
              <a:xfrm>
                <a:off x="3449" y="720"/>
                <a:ext cx="275" cy="280"/>
              </a:xfrm>
              <a:custGeom>
                <a:avLst/>
                <a:gdLst>
                  <a:gd name="T0" fmla="*/ 172 w 275"/>
                  <a:gd name="T1" fmla="*/ 60 h 280"/>
                  <a:gd name="T2" fmla="*/ 133 w 275"/>
                  <a:gd name="T3" fmla="*/ 102 h 280"/>
                  <a:gd name="T4" fmla="*/ 204 w 275"/>
                  <a:gd name="T5" fmla="*/ 168 h 280"/>
                  <a:gd name="T6" fmla="*/ 179 w 275"/>
                  <a:gd name="T7" fmla="*/ 196 h 280"/>
                  <a:gd name="T8" fmla="*/ 107 w 275"/>
                  <a:gd name="T9" fmla="*/ 131 h 280"/>
                  <a:gd name="T10" fmla="*/ 60 w 275"/>
                  <a:gd name="T11" fmla="*/ 183 h 280"/>
                  <a:gd name="T12" fmla="*/ 137 w 275"/>
                  <a:gd name="T13" fmla="*/ 252 h 280"/>
                  <a:gd name="T14" fmla="*/ 111 w 275"/>
                  <a:gd name="T15" fmla="*/ 280 h 280"/>
                  <a:gd name="T16" fmla="*/ 0 w 275"/>
                  <a:gd name="T17" fmla="*/ 180 h 280"/>
                  <a:gd name="T18" fmla="*/ 164 w 275"/>
                  <a:gd name="T19" fmla="*/ 0 h 280"/>
                  <a:gd name="T20" fmla="*/ 275 w 275"/>
                  <a:gd name="T21" fmla="*/ 100 h 280"/>
                  <a:gd name="T22" fmla="*/ 248 w 275"/>
                  <a:gd name="T23" fmla="*/ 129 h 280"/>
                  <a:gd name="T24" fmla="*/ 172 w 275"/>
                  <a:gd name="T25" fmla="*/ 6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5" h="280">
                    <a:moveTo>
                      <a:pt x="172" y="60"/>
                    </a:moveTo>
                    <a:lnTo>
                      <a:pt x="133" y="102"/>
                    </a:lnTo>
                    <a:lnTo>
                      <a:pt x="204" y="168"/>
                    </a:lnTo>
                    <a:lnTo>
                      <a:pt x="179" y="196"/>
                    </a:lnTo>
                    <a:lnTo>
                      <a:pt x="107" y="131"/>
                    </a:lnTo>
                    <a:lnTo>
                      <a:pt x="60" y="183"/>
                    </a:lnTo>
                    <a:lnTo>
                      <a:pt x="137" y="252"/>
                    </a:lnTo>
                    <a:lnTo>
                      <a:pt x="111" y="280"/>
                    </a:lnTo>
                    <a:lnTo>
                      <a:pt x="0" y="180"/>
                    </a:lnTo>
                    <a:lnTo>
                      <a:pt x="164" y="0"/>
                    </a:lnTo>
                    <a:lnTo>
                      <a:pt x="275" y="100"/>
                    </a:lnTo>
                    <a:lnTo>
                      <a:pt x="248" y="129"/>
                    </a:lnTo>
                    <a:lnTo>
                      <a:pt x="172" y="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8" name="Freeform 104"/>
              <p:cNvSpPr>
                <a:spLocks noEditPoints="1"/>
              </p:cNvSpPr>
              <p:nvPr/>
            </p:nvSpPr>
            <p:spPr bwMode="auto">
              <a:xfrm>
                <a:off x="3579" y="877"/>
                <a:ext cx="271" cy="294"/>
              </a:xfrm>
              <a:custGeom>
                <a:avLst/>
                <a:gdLst>
                  <a:gd name="T0" fmla="*/ 87 w 200"/>
                  <a:gd name="T1" fmla="*/ 108 h 217"/>
                  <a:gd name="T2" fmla="*/ 76 w 200"/>
                  <a:gd name="T3" fmla="*/ 93 h 217"/>
                  <a:gd name="T4" fmla="*/ 20 w 200"/>
                  <a:gd name="T5" fmla="*/ 133 h 217"/>
                  <a:gd name="T6" fmla="*/ 0 w 200"/>
                  <a:gd name="T7" fmla="*/ 106 h 217"/>
                  <a:gd name="T8" fmla="*/ 145 w 200"/>
                  <a:gd name="T9" fmla="*/ 0 h 217"/>
                  <a:gd name="T10" fmla="*/ 187 w 200"/>
                  <a:gd name="T11" fmla="*/ 58 h 217"/>
                  <a:gd name="T12" fmla="*/ 199 w 200"/>
                  <a:gd name="T13" fmla="*/ 85 h 217"/>
                  <a:gd name="T14" fmla="*/ 195 w 200"/>
                  <a:gd name="T15" fmla="*/ 112 h 217"/>
                  <a:gd name="T16" fmla="*/ 175 w 200"/>
                  <a:gd name="T17" fmla="*/ 135 h 217"/>
                  <a:gd name="T18" fmla="*/ 141 w 200"/>
                  <a:gd name="T19" fmla="*/ 147 h 217"/>
                  <a:gd name="T20" fmla="*/ 109 w 200"/>
                  <a:gd name="T21" fmla="*/ 135 h 217"/>
                  <a:gd name="T22" fmla="*/ 81 w 200"/>
                  <a:gd name="T23" fmla="*/ 217 h 217"/>
                  <a:gd name="T24" fmla="*/ 57 w 200"/>
                  <a:gd name="T25" fmla="*/ 184 h 217"/>
                  <a:gd name="T26" fmla="*/ 87 w 200"/>
                  <a:gd name="T27" fmla="*/ 108 h 217"/>
                  <a:gd name="T28" fmla="*/ 97 w 200"/>
                  <a:gd name="T29" fmla="*/ 77 h 217"/>
                  <a:gd name="T30" fmla="*/ 115 w 200"/>
                  <a:gd name="T31" fmla="*/ 101 h 217"/>
                  <a:gd name="T32" fmla="*/ 134 w 200"/>
                  <a:gd name="T33" fmla="*/ 114 h 217"/>
                  <a:gd name="T34" fmla="*/ 155 w 200"/>
                  <a:gd name="T35" fmla="*/ 108 h 217"/>
                  <a:gd name="T36" fmla="*/ 168 w 200"/>
                  <a:gd name="T37" fmla="*/ 89 h 217"/>
                  <a:gd name="T38" fmla="*/ 161 w 200"/>
                  <a:gd name="T39" fmla="*/ 68 h 217"/>
                  <a:gd name="T40" fmla="*/ 143 w 200"/>
                  <a:gd name="T41" fmla="*/ 43 h 217"/>
                  <a:gd name="T42" fmla="*/ 97 w 200"/>
                  <a:gd name="T43" fmla="*/ 7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0" h="217">
                    <a:moveTo>
                      <a:pt x="87" y="108"/>
                    </a:moveTo>
                    <a:cubicBezTo>
                      <a:pt x="76" y="93"/>
                      <a:pt x="76" y="93"/>
                      <a:pt x="76" y="93"/>
                    </a:cubicBezTo>
                    <a:cubicBezTo>
                      <a:pt x="20" y="133"/>
                      <a:pt x="20" y="133"/>
                      <a:pt x="20" y="133"/>
                    </a:cubicBezTo>
                    <a:cubicBezTo>
                      <a:pt x="0" y="106"/>
                      <a:pt x="0" y="106"/>
                      <a:pt x="0" y="106"/>
                    </a:cubicBezTo>
                    <a:cubicBezTo>
                      <a:pt x="145" y="0"/>
                      <a:pt x="145" y="0"/>
                      <a:pt x="145" y="0"/>
                    </a:cubicBezTo>
                    <a:cubicBezTo>
                      <a:pt x="187" y="58"/>
                      <a:pt x="187" y="58"/>
                      <a:pt x="187" y="58"/>
                    </a:cubicBezTo>
                    <a:cubicBezTo>
                      <a:pt x="194" y="67"/>
                      <a:pt x="198" y="76"/>
                      <a:pt x="199" y="85"/>
                    </a:cubicBezTo>
                    <a:cubicBezTo>
                      <a:pt x="200" y="95"/>
                      <a:pt x="199" y="104"/>
                      <a:pt x="195" y="112"/>
                    </a:cubicBezTo>
                    <a:cubicBezTo>
                      <a:pt x="190" y="121"/>
                      <a:pt x="184" y="129"/>
                      <a:pt x="175" y="135"/>
                    </a:cubicBezTo>
                    <a:cubicBezTo>
                      <a:pt x="164" y="143"/>
                      <a:pt x="152" y="147"/>
                      <a:pt x="141" y="147"/>
                    </a:cubicBezTo>
                    <a:cubicBezTo>
                      <a:pt x="129" y="147"/>
                      <a:pt x="118" y="143"/>
                      <a:pt x="109" y="135"/>
                    </a:cubicBezTo>
                    <a:cubicBezTo>
                      <a:pt x="81" y="217"/>
                      <a:pt x="81" y="217"/>
                      <a:pt x="81" y="217"/>
                    </a:cubicBezTo>
                    <a:cubicBezTo>
                      <a:pt x="57" y="184"/>
                      <a:pt x="57" y="184"/>
                      <a:pt x="57" y="184"/>
                    </a:cubicBezTo>
                    <a:lnTo>
                      <a:pt x="87" y="108"/>
                    </a:lnTo>
                    <a:close/>
                    <a:moveTo>
                      <a:pt x="97" y="77"/>
                    </a:moveTo>
                    <a:cubicBezTo>
                      <a:pt x="115" y="101"/>
                      <a:pt x="115" y="101"/>
                      <a:pt x="115" y="101"/>
                    </a:cubicBezTo>
                    <a:cubicBezTo>
                      <a:pt x="120" y="109"/>
                      <a:pt x="127" y="113"/>
                      <a:pt x="134" y="114"/>
                    </a:cubicBezTo>
                    <a:cubicBezTo>
                      <a:pt x="140" y="115"/>
                      <a:pt x="148" y="113"/>
                      <a:pt x="155" y="108"/>
                    </a:cubicBezTo>
                    <a:cubicBezTo>
                      <a:pt x="163" y="102"/>
                      <a:pt x="167" y="96"/>
                      <a:pt x="168" y="89"/>
                    </a:cubicBezTo>
                    <a:cubicBezTo>
                      <a:pt x="169" y="82"/>
                      <a:pt x="167" y="75"/>
                      <a:pt x="161" y="68"/>
                    </a:cubicBezTo>
                    <a:cubicBezTo>
                      <a:pt x="143" y="43"/>
                      <a:pt x="143" y="43"/>
                      <a:pt x="143" y="43"/>
                    </a:cubicBezTo>
                    <a:lnTo>
                      <a:pt x="97" y="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9" name="Freeform 105"/>
              <p:cNvSpPr/>
              <p:nvPr/>
            </p:nvSpPr>
            <p:spPr bwMode="auto">
              <a:xfrm>
                <a:off x="3708" y="1099"/>
                <a:ext cx="255" cy="215"/>
              </a:xfrm>
              <a:custGeom>
                <a:avLst/>
                <a:gdLst>
                  <a:gd name="T0" fmla="*/ 107 w 189"/>
                  <a:gd name="T1" fmla="*/ 6 h 159"/>
                  <a:gd name="T2" fmla="*/ 135 w 189"/>
                  <a:gd name="T3" fmla="*/ 1 h 159"/>
                  <a:gd name="T4" fmla="*/ 160 w 189"/>
                  <a:gd name="T5" fmla="*/ 13 h 159"/>
                  <a:gd name="T6" fmla="*/ 180 w 189"/>
                  <a:gd name="T7" fmla="*/ 41 h 159"/>
                  <a:gd name="T8" fmla="*/ 188 w 189"/>
                  <a:gd name="T9" fmla="*/ 81 h 159"/>
                  <a:gd name="T10" fmla="*/ 171 w 189"/>
                  <a:gd name="T11" fmla="*/ 112 h 159"/>
                  <a:gd name="T12" fmla="*/ 148 w 189"/>
                  <a:gd name="T13" fmla="*/ 93 h 159"/>
                  <a:gd name="T14" fmla="*/ 158 w 189"/>
                  <a:gd name="T15" fmla="*/ 75 h 159"/>
                  <a:gd name="T16" fmla="*/ 154 w 189"/>
                  <a:gd name="T17" fmla="*/ 54 h 159"/>
                  <a:gd name="T18" fmla="*/ 140 w 189"/>
                  <a:gd name="T19" fmla="*/ 36 h 159"/>
                  <a:gd name="T20" fmla="*/ 122 w 189"/>
                  <a:gd name="T21" fmla="*/ 36 h 159"/>
                  <a:gd name="T22" fmla="*/ 111 w 189"/>
                  <a:gd name="T23" fmla="*/ 49 h 159"/>
                  <a:gd name="T24" fmla="*/ 114 w 189"/>
                  <a:gd name="T25" fmla="*/ 77 h 159"/>
                  <a:gd name="T26" fmla="*/ 115 w 189"/>
                  <a:gd name="T27" fmla="*/ 126 h 159"/>
                  <a:gd name="T28" fmla="*/ 87 w 189"/>
                  <a:gd name="T29" fmla="*/ 154 h 159"/>
                  <a:gd name="T30" fmla="*/ 58 w 189"/>
                  <a:gd name="T31" fmla="*/ 158 h 159"/>
                  <a:gd name="T32" fmla="*/ 31 w 189"/>
                  <a:gd name="T33" fmla="*/ 144 h 159"/>
                  <a:gd name="T34" fmla="*/ 10 w 189"/>
                  <a:gd name="T35" fmla="*/ 116 h 159"/>
                  <a:gd name="T36" fmla="*/ 2 w 189"/>
                  <a:gd name="T37" fmla="*/ 72 h 159"/>
                  <a:gd name="T38" fmla="*/ 20 w 189"/>
                  <a:gd name="T39" fmla="*/ 38 h 159"/>
                  <a:gd name="T40" fmla="*/ 43 w 189"/>
                  <a:gd name="T41" fmla="*/ 57 h 159"/>
                  <a:gd name="T42" fmla="*/ 32 w 189"/>
                  <a:gd name="T43" fmla="*/ 78 h 159"/>
                  <a:gd name="T44" fmla="*/ 37 w 189"/>
                  <a:gd name="T45" fmla="*/ 104 h 159"/>
                  <a:gd name="T46" fmla="*/ 52 w 189"/>
                  <a:gd name="T47" fmla="*/ 123 h 159"/>
                  <a:gd name="T48" fmla="*/ 72 w 189"/>
                  <a:gd name="T49" fmla="*/ 123 h 159"/>
                  <a:gd name="T50" fmla="*/ 85 w 189"/>
                  <a:gd name="T51" fmla="*/ 108 h 159"/>
                  <a:gd name="T52" fmla="*/ 82 w 189"/>
                  <a:gd name="T53" fmla="*/ 76 h 159"/>
                  <a:gd name="T54" fmla="*/ 81 w 189"/>
                  <a:gd name="T55" fmla="*/ 32 h 159"/>
                  <a:gd name="T56" fmla="*/ 107 w 189"/>
                  <a:gd name="T57" fmla="*/ 6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9" h="159">
                    <a:moveTo>
                      <a:pt x="107" y="6"/>
                    </a:moveTo>
                    <a:cubicBezTo>
                      <a:pt x="116" y="2"/>
                      <a:pt x="125" y="0"/>
                      <a:pt x="135" y="1"/>
                    </a:cubicBezTo>
                    <a:cubicBezTo>
                      <a:pt x="144" y="3"/>
                      <a:pt x="152" y="7"/>
                      <a:pt x="160" y="13"/>
                    </a:cubicBezTo>
                    <a:cubicBezTo>
                      <a:pt x="168" y="20"/>
                      <a:pt x="175" y="29"/>
                      <a:pt x="180" y="41"/>
                    </a:cubicBezTo>
                    <a:cubicBezTo>
                      <a:pt x="187" y="56"/>
                      <a:pt x="189" y="69"/>
                      <a:pt x="188" y="81"/>
                    </a:cubicBezTo>
                    <a:cubicBezTo>
                      <a:pt x="186" y="93"/>
                      <a:pt x="181" y="104"/>
                      <a:pt x="171" y="112"/>
                    </a:cubicBezTo>
                    <a:cubicBezTo>
                      <a:pt x="148" y="93"/>
                      <a:pt x="148" y="93"/>
                      <a:pt x="148" y="93"/>
                    </a:cubicBezTo>
                    <a:cubicBezTo>
                      <a:pt x="154" y="87"/>
                      <a:pt x="157" y="82"/>
                      <a:pt x="158" y="75"/>
                    </a:cubicBezTo>
                    <a:cubicBezTo>
                      <a:pt x="159" y="69"/>
                      <a:pt x="158" y="62"/>
                      <a:pt x="154" y="54"/>
                    </a:cubicBezTo>
                    <a:cubicBezTo>
                      <a:pt x="150" y="45"/>
                      <a:pt x="145" y="39"/>
                      <a:pt x="140" y="36"/>
                    </a:cubicBezTo>
                    <a:cubicBezTo>
                      <a:pt x="135" y="33"/>
                      <a:pt x="129" y="33"/>
                      <a:pt x="122" y="36"/>
                    </a:cubicBezTo>
                    <a:cubicBezTo>
                      <a:pt x="116" y="39"/>
                      <a:pt x="112" y="43"/>
                      <a:pt x="111" y="49"/>
                    </a:cubicBezTo>
                    <a:cubicBezTo>
                      <a:pt x="110" y="56"/>
                      <a:pt x="111" y="65"/>
                      <a:pt x="114" y="77"/>
                    </a:cubicBezTo>
                    <a:cubicBezTo>
                      <a:pt x="119" y="97"/>
                      <a:pt x="120" y="114"/>
                      <a:pt x="115" y="126"/>
                    </a:cubicBezTo>
                    <a:cubicBezTo>
                      <a:pt x="111" y="138"/>
                      <a:pt x="102" y="147"/>
                      <a:pt x="87" y="154"/>
                    </a:cubicBezTo>
                    <a:cubicBezTo>
                      <a:pt x="78" y="158"/>
                      <a:pt x="68" y="159"/>
                      <a:pt x="58" y="158"/>
                    </a:cubicBezTo>
                    <a:cubicBezTo>
                      <a:pt x="48" y="156"/>
                      <a:pt x="39" y="152"/>
                      <a:pt x="31" y="144"/>
                    </a:cubicBezTo>
                    <a:cubicBezTo>
                      <a:pt x="23" y="137"/>
                      <a:pt x="16" y="128"/>
                      <a:pt x="10" y="116"/>
                    </a:cubicBezTo>
                    <a:cubicBezTo>
                      <a:pt x="3" y="100"/>
                      <a:pt x="0" y="85"/>
                      <a:pt x="2" y="72"/>
                    </a:cubicBezTo>
                    <a:cubicBezTo>
                      <a:pt x="4" y="58"/>
                      <a:pt x="10" y="47"/>
                      <a:pt x="20" y="38"/>
                    </a:cubicBezTo>
                    <a:cubicBezTo>
                      <a:pt x="43" y="57"/>
                      <a:pt x="43" y="57"/>
                      <a:pt x="43" y="57"/>
                    </a:cubicBezTo>
                    <a:cubicBezTo>
                      <a:pt x="37" y="63"/>
                      <a:pt x="33" y="70"/>
                      <a:pt x="32" y="78"/>
                    </a:cubicBezTo>
                    <a:cubicBezTo>
                      <a:pt x="31" y="86"/>
                      <a:pt x="32" y="95"/>
                      <a:pt x="37" y="104"/>
                    </a:cubicBezTo>
                    <a:cubicBezTo>
                      <a:pt x="41" y="114"/>
                      <a:pt x="46" y="120"/>
                      <a:pt x="52" y="123"/>
                    </a:cubicBezTo>
                    <a:cubicBezTo>
                      <a:pt x="58" y="126"/>
                      <a:pt x="65" y="126"/>
                      <a:pt x="72" y="123"/>
                    </a:cubicBezTo>
                    <a:cubicBezTo>
                      <a:pt x="79" y="120"/>
                      <a:pt x="83" y="115"/>
                      <a:pt x="85" y="108"/>
                    </a:cubicBezTo>
                    <a:cubicBezTo>
                      <a:pt x="86" y="101"/>
                      <a:pt x="86" y="90"/>
                      <a:pt x="82" y="76"/>
                    </a:cubicBezTo>
                    <a:cubicBezTo>
                      <a:pt x="77" y="58"/>
                      <a:pt x="77" y="43"/>
                      <a:pt x="81" y="32"/>
                    </a:cubicBezTo>
                    <a:cubicBezTo>
                      <a:pt x="85" y="20"/>
                      <a:pt x="94" y="12"/>
                      <a:pt x="10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10" name="Freeform 106"/>
              <p:cNvSpPr/>
              <p:nvPr/>
            </p:nvSpPr>
            <p:spPr bwMode="auto">
              <a:xfrm>
                <a:off x="3767" y="1295"/>
                <a:ext cx="246" cy="111"/>
              </a:xfrm>
              <a:custGeom>
                <a:avLst/>
                <a:gdLst>
                  <a:gd name="T0" fmla="*/ 246 w 246"/>
                  <a:gd name="T1" fmla="*/ 44 h 111"/>
                  <a:gd name="T2" fmla="*/ 12 w 246"/>
                  <a:gd name="T3" fmla="*/ 111 h 111"/>
                  <a:gd name="T4" fmla="*/ 0 w 246"/>
                  <a:gd name="T5" fmla="*/ 67 h 111"/>
                  <a:gd name="T6" fmla="*/ 233 w 246"/>
                  <a:gd name="T7" fmla="*/ 0 h 111"/>
                  <a:gd name="T8" fmla="*/ 246 w 246"/>
                  <a:gd name="T9" fmla="*/ 44 h 111"/>
                </a:gdLst>
                <a:ahLst/>
                <a:cxnLst>
                  <a:cxn ang="0">
                    <a:pos x="T0" y="T1"/>
                  </a:cxn>
                  <a:cxn ang="0">
                    <a:pos x="T2" y="T3"/>
                  </a:cxn>
                  <a:cxn ang="0">
                    <a:pos x="T4" y="T5"/>
                  </a:cxn>
                  <a:cxn ang="0">
                    <a:pos x="T6" y="T7"/>
                  </a:cxn>
                  <a:cxn ang="0">
                    <a:pos x="T8" y="T9"/>
                  </a:cxn>
                </a:cxnLst>
                <a:rect l="0" t="0" r="r" b="b"/>
                <a:pathLst>
                  <a:path w="246" h="111">
                    <a:moveTo>
                      <a:pt x="246" y="44"/>
                    </a:moveTo>
                    <a:lnTo>
                      <a:pt x="12" y="111"/>
                    </a:lnTo>
                    <a:lnTo>
                      <a:pt x="0" y="67"/>
                    </a:lnTo>
                    <a:lnTo>
                      <a:pt x="233" y="0"/>
                    </a:lnTo>
                    <a:lnTo>
                      <a:pt x="246" y="4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11" name="Freeform 107"/>
              <p:cNvSpPr/>
              <p:nvPr/>
            </p:nvSpPr>
            <p:spPr bwMode="auto">
              <a:xfrm>
                <a:off x="3798" y="1398"/>
                <a:ext cx="255" cy="179"/>
              </a:xfrm>
              <a:custGeom>
                <a:avLst/>
                <a:gdLst>
                  <a:gd name="T0" fmla="*/ 217 w 255"/>
                  <a:gd name="T1" fmla="*/ 179 h 179"/>
                  <a:gd name="T2" fmla="*/ 209 w 255"/>
                  <a:gd name="T3" fmla="*/ 115 h 179"/>
                  <a:gd name="T4" fmla="*/ 6 w 255"/>
                  <a:gd name="T5" fmla="*/ 142 h 179"/>
                  <a:gd name="T6" fmla="*/ 0 w 255"/>
                  <a:gd name="T7" fmla="*/ 96 h 179"/>
                  <a:gd name="T8" fmla="*/ 202 w 255"/>
                  <a:gd name="T9" fmla="*/ 69 h 179"/>
                  <a:gd name="T10" fmla="*/ 194 w 255"/>
                  <a:gd name="T11" fmla="*/ 6 h 179"/>
                  <a:gd name="T12" fmla="*/ 232 w 255"/>
                  <a:gd name="T13" fmla="*/ 0 h 179"/>
                  <a:gd name="T14" fmla="*/ 255 w 255"/>
                  <a:gd name="T15" fmla="*/ 173 h 179"/>
                  <a:gd name="T16" fmla="*/ 217 w 255"/>
                  <a:gd name="T17" fmla="*/ 17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 h="179">
                    <a:moveTo>
                      <a:pt x="217" y="179"/>
                    </a:moveTo>
                    <a:lnTo>
                      <a:pt x="209" y="115"/>
                    </a:lnTo>
                    <a:lnTo>
                      <a:pt x="6" y="142"/>
                    </a:lnTo>
                    <a:lnTo>
                      <a:pt x="0" y="96"/>
                    </a:lnTo>
                    <a:lnTo>
                      <a:pt x="202" y="69"/>
                    </a:lnTo>
                    <a:lnTo>
                      <a:pt x="194" y="6"/>
                    </a:lnTo>
                    <a:lnTo>
                      <a:pt x="232" y="0"/>
                    </a:lnTo>
                    <a:lnTo>
                      <a:pt x="255" y="173"/>
                    </a:lnTo>
                    <a:lnTo>
                      <a:pt x="21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12" name="Freeform 108"/>
              <p:cNvSpPr/>
              <p:nvPr/>
            </p:nvSpPr>
            <p:spPr bwMode="auto">
              <a:xfrm>
                <a:off x="3804" y="1623"/>
                <a:ext cx="253" cy="211"/>
              </a:xfrm>
              <a:custGeom>
                <a:avLst/>
                <a:gdLst>
                  <a:gd name="T0" fmla="*/ 96 w 253"/>
                  <a:gd name="T1" fmla="*/ 117 h 211"/>
                  <a:gd name="T2" fmla="*/ 0 w 253"/>
                  <a:gd name="T3" fmla="*/ 109 h 211"/>
                  <a:gd name="T4" fmla="*/ 4 w 253"/>
                  <a:gd name="T5" fmla="*/ 63 h 211"/>
                  <a:gd name="T6" fmla="*/ 100 w 253"/>
                  <a:gd name="T7" fmla="*/ 71 h 211"/>
                  <a:gd name="T8" fmla="*/ 253 w 253"/>
                  <a:gd name="T9" fmla="*/ 0 h 211"/>
                  <a:gd name="T10" fmla="*/ 249 w 253"/>
                  <a:gd name="T11" fmla="*/ 51 h 211"/>
                  <a:gd name="T12" fmla="*/ 134 w 253"/>
                  <a:gd name="T13" fmla="*/ 97 h 211"/>
                  <a:gd name="T14" fmla="*/ 241 w 253"/>
                  <a:gd name="T15" fmla="*/ 161 h 211"/>
                  <a:gd name="T16" fmla="*/ 237 w 253"/>
                  <a:gd name="T17" fmla="*/ 211 h 211"/>
                  <a:gd name="T18" fmla="*/ 96 w 253"/>
                  <a:gd name="T19" fmla="*/ 1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3" h="211">
                    <a:moveTo>
                      <a:pt x="96" y="117"/>
                    </a:moveTo>
                    <a:lnTo>
                      <a:pt x="0" y="109"/>
                    </a:lnTo>
                    <a:lnTo>
                      <a:pt x="4" y="63"/>
                    </a:lnTo>
                    <a:lnTo>
                      <a:pt x="100" y="71"/>
                    </a:lnTo>
                    <a:lnTo>
                      <a:pt x="253" y="0"/>
                    </a:lnTo>
                    <a:lnTo>
                      <a:pt x="249" y="51"/>
                    </a:lnTo>
                    <a:lnTo>
                      <a:pt x="134" y="97"/>
                    </a:lnTo>
                    <a:lnTo>
                      <a:pt x="241" y="161"/>
                    </a:lnTo>
                    <a:lnTo>
                      <a:pt x="237" y="211"/>
                    </a:lnTo>
                    <a:lnTo>
                      <a:pt x="96" y="1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13" name="Freeform 109"/>
              <p:cNvSpPr/>
              <p:nvPr/>
            </p:nvSpPr>
            <p:spPr bwMode="auto">
              <a:xfrm>
                <a:off x="2609" y="2605"/>
                <a:ext cx="73" cy="191"/>
              </a:xfrm>
              <a:custGeom>
                <a:avLst/>
                <a:gdLst>
                  <a:gd name="T0" fmla="*/ 73 w 73"/>
                  <a:gd name="T1" fmla="*/ 191 h 191"/>
                  <a:gd name="T2" fmla="*/ 39 w 73"/>
                  <a:gd name="T3" fmla="*/ 191 h 191"/>
                  <a:gd name="T4" fmla="*/ 39 w 73"/>
                  <a:gd name="T5" fmla="*/ 40 h 191"/>
                  <a:gd name="T6" fmla="*/ 0 w 73"/>
                  <a:gd name="T7" fmla="*/ 63 h 191"/>
                  <a:gd name="T8" fmla="*/ 0 w 73"/>
                  <a:gd name="T9" fmla="*/ 27 h 191"/>
                  <a:gd name="T10" fmla="*/ 48 w 73"/>
                  <a:gd name="T11" fmla="*/ 0 h 191"/>
                  <a:gd name="T12" fmla="*/ 73 w 73"/>
                  <a:gd name="T13" fmla="*/ 0 h 191"/>
                  <a:gd name="T14" fmla="*/ 73 w 73"/>
                  <a:gd name="T15" fmla="*/ 191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191">
                    <a:moveTo>
                      <a:pt x="73" y="191"/>
                    </a:moveTo>
                    <a:lnTo>
                      <a:pt x="39" y="191"/>
                    </a:lnTo>
                    <a:lnTo>
                      <a:pt x="39" y="40"/>
                    </a:lnTo>
                    <a:lnTo>
                      <a:pt x="0" y="63"/>
                    </a:lnTo>
                    <a:lnTo>
                      <a:pt x="0" y="27"/>
                    </a:lnTo>
                    <a:lnTo>
                      <a:pt x="48" y="0"/>
                    </a:lnTo>
                    <a:lnTo>
                      <a:pt x="73" y="0"/>
                    </a:lnTo>
                    <a:lnTo>
                      <a:pt x="73" y="1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14" name="Freeform 110"/>
              <p:cNvSpPr>
                <a:spLocks noEditPoints="1"/>
              </p:cNvSpPr>
              <p:nvPr/>
            </p:nvSpPr>
            <p:spPr bwMode="auto">
              <a:xfrm>
                <a:off x="2724" y="2601"/>
                <a:ext cx="130" cy="195"/>
              </a:xfrm>
              <a:custGeom>
                <a:avLst/>
                <a:gdLst>
                  <a:gd name="T0" fmla="*/ 96 w 96"/>
                  <a:gd name="T1" fmla="*/ 48 h 144"/>
                  <a:gd name="T2" fmla="*/ 91 w 96"/>
                  <a:gd name="T3" fmla="*/ 77 h 144"/>
                  <a:gd name="T4" fmla="*/ 75 w 96"/>
                  <a:gd name="T5" fmla="*/ 107 h 144"/>
                  <a:gd name="T6" fmla="*/ 50 w 96"/>
                  <a:gd name="T7" fmla="*/ 144 h 144"/>
                  <a:gd name="T8" fmla="*/ 22 w 96"/>
                  <a:gd name="T9" fmla="*/ 144 h 144"/>
                  <a:gd name="T10" fmla="*/ 52 w 96"/>
                  <a:gd name="T11" fmla="*/ 102 h 144"/>
                  <a:gd name="T12" fmla="*/ 62 w 96"/>
                  <a:gd name="T13" fmla="*/ 86 h 144"/>
                  <a:gd name="T14" fmla="*/ 43 w 96"/>
                  <a:gd name="T15" fmla="*/ 91 h 144"/>
                  <a:gd name="T16" fmla="*/ 21 w 96"/>
                  <a:gd name="T17" fmla="*/ 85 h 144"/>
                  <a:gd name="T18" fmla="*/ 6 w 96"/>
                  <a:gd name="T19" fmla="*/ 69 h 144"/>
                  <a:gd name="T20" fmla="*/ 0 w 96"/>
                  <a:gd name="T21" fmla="*/ 46 h 144"/>
                  <a:gd name="T22" fmla="*/ 6 w 96"/>
                  <a:gd name="T23" fmla="*/ 22 h 144"/>
                  <a:gd name="T24" fmla="*/ 23 w 96"/>
                  <a:gd name="T25" fmla="*/ 6 h 144"/>
                  <a:gd name="T26" fmla="*/ 48 w 96"/>
                  <a:gd name="T27" fmla="*/ 0 h 144"/>
                  <a:gd name="T28" fmla="*/ 73 w 96"/>
                  <a:gd name="T29" fmla="*/ 6 h 144"/>
                  <a:gd name="T30" fmla="*/ 90 w 96"/>
                  <a:gd name="T31" fmla="*/ 23 h 144"/>
                  <a:gd name="T32" fmla="*/ 96 w 96"/>
                  <a:gd name="T33" fmla="*/ 48 h 144"/>
                  <a:gd name="T34" fmla="*/ 48 w 96"/>
                  <a:gd name="T35" fmla="*/ 70 h 144"/>
                  <a:gd name="T36" fmla="*/ 65 w 96"/>
                  <a:gd name="T37" fmla="*/ 64 h 144"/>
                  <a:gd name="T38" fmla="*/ 72 w 96"/>
                  <a:gd name="T39" fmla="*/ 48 h 144"/>
                  <a:gd name="T40" fmla="*/ 72 w 96"/>
                  <a:gd name="T41" fmla="*/ 46 h 144"/>
                  <a:gd name="T42" fmla="*/ 65 w 96"/>
                  <a:gd name="T43" fmla="*/ 28 h 144"/>
                  <a:gd name="T44" fmla="*/ 48 w 96"/>
                  <a:gd name="T45" fmla="*/ 21 h 144"/>
                  <a:gd name="T46" fmla="*/ 31 w 96"/>
                  <a:gd name="T47" fmla="*/ 28 h 144"/>
                  <a:gd name="T48" fmla="*/ 25 w 96"/>
                  <a:gd name="T49" fmla="*/ 46 h 144"/>
                  <a:gd name="T50" fmla="*/ 31 w 96"/>
                  <a:gd name="T51" fmla="*/ 63 h 144"/>
                  <a:gd name="T52" fmla="*/ 48 w 96"/>
                  <a:gd name="T53" fmla="*/ 7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6" h="144">
                    <a:moveTo>
                      <a:pt x="96" y="48"/>
                    </a:moveTo>
                    <a:cubicBezTo>
                      <a:pt x="96" y="58"/>
                      <a:pt x="95" y="67"/>
                      <a:pt x="91" y="77"/>
                    </a:cubicBezTo>
                    <a:cubicBezTo>
                      <a:pt x="88" y="86"/>
                      <a:pt x="82" y="96"/>
                      <a:pt x="75" y="107"/>
                    </a:cubicBezTo>
                    <a:cubicBezTo>
                      <a:pt x="50" y="144"/>
                      <a:pt x="50" y="144"/>
                      <a:pt x="50" y="144"/>
                    </a:cubicBezTo>
                    <a:cubicBezTo>
                      <a:pt x="22" y="144"/>
                      <a:pt x="22" y="144"/>
                      <a:pt x="22" y="144"/>
                    </a:cubicBezTo>
                    <a:cubicBezTo>
                      <a:pt x="52" y="102"/>
                      <a:pt x="52" y="102"/>
                      <a:pt x="52" y="102"/>
                    </a:cubicBezTo>
                    <a:cubicBezTo>
                      <a:pt x="57" y="96"/>
                      <a:pt x="60" y="90"/>
                      <a:pt x="62" y="86"/>
                    </a:cubicBezTo>
                    <a:cubicBezTo>
                      <a:pt x="57" y="89"/>
                      <a:pt x="50" y="91"/>
                      <a:pt x="43" y="91"/>
                    </a:cubicBezTo>
                    <a:cubicBezTo>
                      <a:pt x="35" y="91"/>
                      <a:pt x="27" y="89"/>
                      <a:pt x="21" y="85"/>
                    </a:cubicBezTo>
                    <a:cubicBezTo>
                      <a:pt x="14" y="81"/>
                      <a:pt x="9" y="76"/>
                      <a:pt x="6" y="69"/>
                    </a:cubicBezTo>
                    <a:cubicBezTo>
                      <a:pt x="2" y="62"/>
                      <a:pt x="0" y="54"/>
                      <a:pt x="0" y="46"/>
                    </a:cubicBezTo>
                    <a:cubicBezTo>
                      <a:pt x="0" y="37"/>
                      <a:pt x="2" y="29"/>
                      <a:pt x="6" y="22"/>
                    </a:cubicBezTo>
                    <a:cubicBezTo>
                      <a:pt x="10" y="15"/>
                      <a:pt x="16" y="10"/>
                      <a:pt x="23" y="6"/>
                    </a:cubicBezTo>
                    <a:cubicBezTo>
                      <a:pt x="31" y="2"/>
                      <a:pt x="39" y="0"/>
                      <a:pt x="48" y="0"/>
                    </a:cubicBezTo>
                    <a:cubicBezTo>
                      <a:pt x="58" y="0"/>
                      <a:pt x="66" y="2"/>
                      <a:pt x="73" y="6"/>
                    </a:cubicBezTo>
                    <a:cubicBezTo>
                      <a:pt x="81" y="10"/>
                      <a:pt x="86" y="16"/>
                      <a:pt x="90" y="23"/>
                    </a:cubicBezTo>
                    <a:cubicBezTo>
                      <a:pt x="94" y="30"/>
                      <a:pt x="96" y="39"/>
                      <a:pt x="96" y="48"/>
                    </a:cubicBezTo>
                    <a:close/>
                    <a:moveTo>
                      <a:pt x="48" y="70"/>
                    </a:moveTo>
                    <a:cubicBezTo>
                      <a:pt x="55" y="70"/>
                      <a:pt x="61" y="68"/>
                      <a:pt x="65" y="64"/>
                    </a:cubicBezTo>
                    <a:cubicBezTo>
                      <a:pt x="69" y="60"/>
                      <a:pt x="71" y="55"/>
                      <a:pt x="72" y="48"/>
                    </a:cubicBezTo>
                    <a:cubicBezTo>
                      <a:pt x="72" y="46"/>
                      <a:pt x="72" y="46"/>
                      <a:pt x="72" y="46"/>
                    </a:cubicBezTo>
                    <a:cubicBezTo>
                      <a:pt x="72" y="38"/>
                      <a:pt x="70" y="32"/>
                      <a:pt x="65" y="28"/>
                    </a:cubicBezTo>
                    <a:cubicBezTo>
                      <a:pt x="61" y="23"/>
                      <a:pt x="55" y="21"/>
                      <a:pt x="48" y="21"/>
                    </a:cubicBezTo>
                    <a:cubicBezTo>
                      <a:pt x="41" y="21"/>
                      <a:pt x="36" y="23"/>
                      <a:pt x="31" y="28"/>
                    </a:cubicBezTo>
                    <a:cubicBezTo>
                      <a:pt x="27" y="32"/>
                      <a:pt x="25" y="38"/>
                      <a:pt x="25" y="46"/>
                    </a:cubicBezTo>
                    <a:cubicBezTo>
                      <a:pt x="25" y="53"/>
                      <a:pt x="27" y="59"/>
                      <a:pt x="31" y="63"/>
                    </a:cubicBezTo>
                    <a:cubicBezTo>
                      <a:pt x="35" y="68"/>
                      <a:pt x="41" y="70"/>
                      <a:pt x="48"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15" name="Freeform 111"/>
              <p:cNvSpPr>
                <a:spLocks noEditPoints="1"/>
              </p:cNvSpPr>
              <p:nvPr/>
            </p:nvSpPr>
            <p:spPr bwMode="auto">
              <a:xfrm>
                <a:off x="2878"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1 w 99"/>
                  <a:gd name="T23" fmla="*/ 19 h 146"/>
                  <a:gd name="T24" fmla="*/ 26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7 w 99"/>
                  <a:gd name="T37" fmla="*/ 67 h 146"/>
                  <a:gd name="T38" fmla="*/ 93 w 99"/>
                  <a:gd name="T39" fmla="*/ 81 h 146"/>
                  <a:gd name="T40" fmla="*/ 99 w 99"/>
                  <a:gd name="T41" fmla="*/ 102 h 146"/>
                  <a:gd name="T42" fmla="*/ 75 w 99"/>
                  <a:gd name="T43" fmla="*/ 101 h 146"/>
                  <a:gd name="T44" fmla="*/ 68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8 w 99"/>
                  <a:gd name="T57" fmla="*/ 119 h 146"/>
                  <a:gd name="T58" fmla="*/ 75 w 99"/>
                  <a:gd name="T59" fmla="*/ 101 h 146"/>
                  <a:gd name="T60" fmla="*/ 29 w 99"/>
                  <a:gd name="T61" fmla="*/ 39 h 146"/>
                  <a:gd name="T62" fmla="*/ 35 w 99"/>
                  <a:gd name="T63" fmla="*/ 53 h 146"/>
                  <a:gd name="T64" fmla="*/ 50 w 99"/>
                  <a:gd name="T65" fmla="*/ 58 h 146"/>
                  <a:gd name="T66" fmla="*/ 65 w 99"/>
                  <a:gd name="T67" fmla="*/ 53 h 146"/>
                  <a:gd name="T68" fmla="*/ 70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59" y="146"/>
                      <a:pt x="50" y="146"/>
                    </a:cubicBezTo>
                    <a:cubicBezTo>
                      <a:pt x="40" y="146"/>
                      <a:pt x="31" y="144"/>
                      <a:pt x="24" y="140"/>
                    </a:cubicBezTo>
                    <a:cubicBezTo>
                      <a:pt x="16" y="137"/>
                      <a:pt x="10"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7" y="50"/>
                      <a:pt x="6" y="45"/>
                      <a:pt x="6" y="39"/>
                    </a:cubicBezTo>
                    <a:cubicBezTo>
                      <a:pt x="6" y="32"/>
                      <a:pt x="8" y="25"/>
                      <a:pt x="11" y="19"/>
                    </a:cubicBezTo>
                    <a:cubicBezTo>
                      <a:pt x="15" y="13"/>
                      <a:pt x="20" y="9"/>
                      <a:pt x="26" y="5"/>
                    </a:cubicBezTo>
                    <a:cubicBezTo>
                      <a:pt x="33" y="2"/>
                      <a:pt x="41" y="0"/>
                      <a:pt x="50" y="0"/>
                    </a:cubicBezTo>
                    <a:cubicBezTo>
                      <a:pt x="58" y="0"/>
                      <a:pt x="66" y="2"/>
                      <a:pt x="73" y="5"/>
                    </a:cubicBezTo>
                    <a:cubicBezTo>
                      <a:pt x="79" y="9"/>
                      <a:pt x="84" y="13"/>
                      <a:pt x="88" y="19"/>
                    </a:cubicBezTo>
                    <a:cubicBezTo>
                      <a:pt x="91" y="25"/>
                      <a:pt x="93" y="32"/>
                      <a:pt x="93" y="39"/>
                    </a:cubicBezTo>
                    <a:cubicBezTo>
                      <a:pt x="93" y="45"/>
                      <a:pt x="92" y="50"/>
                      <a:pt x="89" y="55"/>
                    </a:cubicBezTo>
                    <a:cubicBezTo>
                      <a:pt x="86" y="60"/>
                      <a:pt x="82" y="64"/>
                      <a:pt x="77" y="67"/>
                    </a:cubicBezTo>
                    <a:cubicBezTo>
                      <a:pt x="84" y="70"/>
                      <a:pt x="89" y="75"/>
                      <a:pt x="93" y="81"/>
                    </a:cubicBezTo>
                    <a:cubicBezTo>
                      <a:pt x="97" y="87"/>
                      <a:pt x="99" y="94"/>
                      <a:pt x="99" y="102"/>
                    </a:cubicBezTo>
                    <a:close/>
                    <a:moveTo>
                      <a:pt x="75" y="101"/>
                    </a:moveTo>
                    <a:cubicBezTo>
                      <a:pt x="75" y="94"/>
                      <a:pt x="73" y="88"/>
                      <a:pt x="68" y="83"/>
                    </a:cubicBezTo>
                    <a:cubicBezTo>
                      <a:pt x="64" y="79"/>
                      <a:pt x="58" y="76"/>
                      <a:pt x="50" y="76"/>
                    </a:cubicBezTo>
                    <a:cubicBezTo>
                      <a:pt x="42" y="76"/>
                      <a:pt x="35" y="79"/>
                      <a:pt x="31" y="83"/>
                    </a:cubicBezTo>
                    <a:cubicBezTo>
                      <a:pt x="26" y="88"/>
                      <a:pt x="24" y="94"/>
                      <a:pt x="24" y="101"/>
                    </a:cubicBezTo>
                    <a:cubicBezTo>
                      <a:pt x="24" y="109"/>
                      <a:pt x="26" y="115"/>
                      <a:pt x="31" y="119"/>
                    </a:cubicBezTo>
                    <a:cubicBezTo>
                      <a:pt x="35" y="124"/>
                      <a:pt x="42" y="126"/>
                      <a:pt x="50" y="126"/>
                    </a:cubicBezTo>
                    <a:cubicBezTo>
                      <a:pt x="58" y="126"/>
                      <a:pt x="64" y="124"/>
                      <a:pt x="68" y="119"/>
                    </a:cubicBezTo>
                    <a:cubicBezTo>
                      <a:pt x="73" y="115"/>
                      <a:pt x="75" y="109"/>
                      <a:pt x="75" y="101"/>
                    </a:cubicBezTo>
                    <a:close/>
                    <a:moveTo>
                      <a:pt x="29" y="39"/>
                    </a:moveTo>
                    <a:cubicBezTo>
                      <a:pt x="29" y="44"/>
                      <a:pt x="31" y="49"/>
                      <a:pt x="35" y="53"/>
                    </a:cubicBezTo>
                    <a:cubicBezTo>
                      <a:pt x="38" y="56"/>
                      <a:pt x="43" y="58"/>
                      <a:pt x="50" y="58"/>
                    </a:cubicBezTo>
                    <a:cubicBezTo>
                      <a:pt x="56" y="58"/>
                      <a:pt x="61" y="56"/>
                      <a:pt x="65" y="53"/>
                    </a:cubicBezTo>
                    <a:cubicBezTo>
                      <a:pt x="68" y="49"/>
                      <a:pt x="70" y="44"/>
                      <a:pt x="70" y="39"/>
                    </a:cubicBezTo>
                    <a:cubicBezTo>
                      <a:pt x="70" y="33"/>
                      <a:pt x="68" y="28"/>
                      <a:pt x="65" y="24"/>
                    </a:cubicBezTo>
                    <a:cubicBezTo>
                      <a:pt x="61" y="21"/>
                      <a:pt x="56" y="19"/>
                      <a:pt x="50" y="19"/>
                    </a:cubicBezTo>
                    <a:cubicBezTo>
                      <a:pt x="43" y="19"/>
                      <a:pt x="38"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16" name="Freeform 112"/>
              <p:cNvSpPr>
                <a:spLocks noEditPoints="1"/>
              </p:cNvSpPr>
              <p:nvPr/>
            </p:nvSpPr>
            <p:spPr bwMode="auto">
              <a:xfrm>
                <a:off x="3034"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2 w 99"/>
                  <a:gd name="T23" fmla="*/ 19 h 146"/>
                  <a:gd name="T24" fmla="*/ 27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8 w 99"/>
                  <a:gd name="T37" fmla="*/ 67 h 146"/>
                  <a:gd name="T38" fmla="*/ 94 w 99"/>
                  <a:gd name="T39" fmla="*/ 81 h 146"/>
                  <a:gd name="T40" fmla="*/ 99 w 99"/>
                  <a:gd name="T41" fmla="*/ 102 h 146"/>
                  <a:gd name="T42" fmla="*/ 76 w 99"/>
                  <a:gd name="T43" fmla="*/ 101 h 146"/>
                  <a:gd name="T44" fmla="*/ 69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9 w 99"/>
                  <a:gd name="T57" fmla="*/ 119 h 146"/>
                  <a:gd name="T58" fmla="*/ 76 w 99"/>
                  <a:gd name="T59" fmla="*/ 101 h 146"/>
                  <a:gd name="T60" fmla="*/ 29 w 99"/>
                  <a:gd name="T61" fmla="*/ 39 h 146"/>
                  <a:gd name="T62" fmla="*/ 35 w 99"/>
                  <a:gd name="T63" fmla="*/ 53 h 146"/>
                  <a:gd name="T64" fmla="*/ 50 w 99"/>
                  <a:gd name="T65" fmla="*/ 58 h 146"/>
                  <a:gd name="T66" fmla="*/ 65 w 99"/>
                  <a:gd name="T67" fmla="*/ 53 h 146"/>
                  <a:gd name="T68" fmla="*/ 71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60" y="146"/>
                      <a:pt x="50" y="146"/>
                    </a:cubicBezTo>
                    <a:cubicBezTo>
                      <a:pt x="40" y="146"/>
                      <a:pt x="31" y="144"/>
                      <a:pt x="24" y="140"/>
                    </a:cubicBezTo>
                    <a:cubicBezTo>
                      <a:pt x="16" y="137"/>
                      <a:pt x="11"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8" y="50"/>
                      <a:pt x="6" y="45"/>
                      <a:pt x="6" y="39"/>
                    </a:cubicBezTo>
                    <a:cubicBezTo>
                      <a:pt x="6" y="32"/>
                      <a:pt x="8" y="25"/>
                      <a:pt x="12" y="19"/>
                    </a:cubicBezTo>
                    <a:cubicBezTo>
                      <a:pt x="15" y="13"/>
                      <a:pt x="20" y="9"/>
                      <a:pt x="27" y="5"/>
                    </a:cubicBezTo>
                    <a:cubicBezTo>
                      <a:pt x="33" y="2"/>
                      <a:pt x="41" y="0"/>
                      <a:pt x="50" y="0"/>
                    </a:cubicBezTo>
                    <a:cubicBezTo>
                      <a:pt x="59" y="0"/>
                      <a:pt x="66" y="2"/>
                      <a:pt x="73" y="5"/>
                    </a:cubicBezTo>
                    <a:cubicBezTo>
                      <a:pt x="80" y="9"/>
                      <a:pt x="85" y="13"/>
                      <a:pt x="88" y="19"/>
                    </a:cubicBezTo>
                    <a:cubicBezTo>
                      <a:pt x="92" y="25"/>
                      <a:pt x="93" y="32"/>
                      <a:pt x="93" y="39"/>
                    </a:cubicBezTo>
                    <a:cubicBezTo>
                      <a:pt x="93" y="45"/>
                      <a:pt x="92" y="50"/>
                      <a:pt x="89" y="55"/>
                    </a:cubicBezTo>
                    <a:cubicBezTo>
                      <a:pt x="87" y="60"/>
                      <a:pt x="83" y="64"/>
                      <a:pt x="78" y="67"/>
                    </a:cubicBezTo>
                    <a:cubicBezTo>
                      <a:pt x="84" y="70"/>
                      <a:pt x="90" y="75"/>
                      <a:pt x="94" y="81"/>
                    </a:cubicBezTo>
                    <a:cubicBezTo>
                      <a:pt x="98" y="87"/>
                      <a:pt x="99" y="94"/>
                      <a:pt x="99" y="102"/>
                    </a:cubicBezTo>
                    <a:close/>
                    <a:moveTo>
                      <a:pt x="76" y="101"/>
                    </a:moveTo>
                    <a:cubicBezTo>
                      <a:pt x="76" y="94"/>
                      <a:pt x="73" y="88"/>
                      <a:pt x="69" y="83"/>
                    </a:cubicBezTo>
                    <a:cubicBezTo>
                      <a:pt x="64" y="79"/>
                      <a:pt x="58" y="76"/>
                      <a:pt x="50" y="76"/>
                    </a:cubicBezTo>
                    <a:cubicBezTo>
                      <a:pt x="42" y="76"/>
                      <a:pt x="36" y="79"/>
                      <a:pt x="31" y="83"/>
                    </a:cubicBezTo>
                    <a:cubicBezTo>
                      <a:pt x="26" y="88"/>
                      <a:pt x="24" y="94"/>
                      <a:pt x="24" y="101"/>
                    </a:cubicBezTo>
                    <a:cubicBezTo>
                      <a:pt x="24" y="109"/>
                      <a:pt x="26" y="115"/>
                      <a:pt x="31" y="119"/>
                    </a:cubicBezTo>
                    <a:cubicBezTo>
                      <a:pt x="36" y="124"/>
                      <a:pt x="42" y="126"/>
                      <a:pt x="50" y="126"/>
                    </a:cubicBezTo>
                    <a:cubicBezTo>
                      <a:pt x="58" y="126"/>
                      <a:pt x="64" y="124"/>
                      <a:pt x="69" y="119"/>
                    </a:cubicBezTo>
                    <a:cubicBezTo>
                      <a:pt x="73" y="115"/>
                      <a:pt x="76" y="109"/>
                      <a:pt x="76" y="101"/>
                    </a:cubicBezTo>
                    <a:close/>
                    <a:moveTo>
                      <a:pt x="29" y="39"/>
                    </a:moveTo>
                    <a:cubicBezTo>
                      <a:pt x="29" y="44"/>
                      <a:pt x="31" y="49"/>
                      <a:pt x="35" y="53"/>
                    </a:cubicBezTo>
                    <a:cubicBezTo>
                      <a:pt x="39" y="56"/>
                      <a:pt x="44" y="58"/>
                      <a:pt x="50" y="58"/>
                    </a:cubicBezTo>
                    <a:cubicBezTo>
                      <a:pt x="56" y="58"/>
                      <a:pt x="61" y="56"/>
                      <a:pt x="65" y="53"/>
                    </a:cubicBezTo>
                    <a:cubicBezTo>
                      <a:pt x="69" y="49"/>
                      <a:pt x="71" y="44"/>
                      <a:pt x="71" y="39"/>
                    </a:cubicBezTo>
                    <a:cubicBezTo>
                      <a:pt x="71" y="33"/>
                      <a:pt x="69" y="28"/>
                      <a:pt x="65" y="24"/>
                    </a:cubicBezTo>
                    <a:cubicBezTo>
                      <a:pt x="61" y="21"/>
                      <a:pt x="56" y="19"/>
                      <a:pt x="50" y="19"/>
                    </a:cubicBezTo>
                    <a:cubicBezTo>
                      <a:pt x="44" y="19"/>
                      <a:pt x="39"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grpSp>
        <p:sp>
          <p:nvSpPr>
            <p:cNvPr id="83" name="矩形 82"/>
            <p:cNvSpPr/>
            <p:nvPr/>
          </p:nvSpPr>
          <p:spPr bwMode="auto">
            <a:xfrm>
              <a:off x="257511" y="2808121"/>
              <a:ext cx="3608258" cy="1276281"/>
            </a:xfrm>
            <a:prstGeom prst="rect">
              <a:avLst/>
            </a:prstGeom>
          </p:spPr>
          <p:txBody>
            <a:bodyPr wrap="none">
              <a:spAutoFit/>
            </a:bodyPr>
            <a:lstStyle/>
            <a:p>
              <a:pPr algn="ctr"/>
              <a:r>
                <a:rPr lang="zh-CN" altLang="en-US" sz="800" kern="100">
                  <a:solidFill>
                    <a:schemeClr val="bg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金山大学</a:t>
              </a:r>
              <a:endParaRPr lang="zh-CN" altLang="en-US" sz="800" kern="100">
                <a:solidFill>
                  <a:schemeClr val="bg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endParaRPr>
            </a:p>
          </p:txBody>
        </p:sp>
      </p:grpSp>
      <p:pic>
        <p:nvPicPr>
          <p:cNvPr id="117" name="图片 116"/>
          <p:cNvPicPr>
            <a:picLocks noChangeAspect="1"/>
          </p:cNvPicPr>
          <p:nvPr/>
        </p:nvPicPr>
        <p:blipFill rotWithShape="1">
          <a:blip r:embed="rId1" cstate="print">
            <a:extLst>
              <a:ext uri="{28A0092B-C50C-407E-A947-70E740481C1C}">
                <a14:useLocalDpi xmlns:a14="http://schemas.microsoft.com/office/drawing/2010/main" val="0"/>
              </a:ext>
            </a:extLst>
          </a:blip>
          <a:srcRect l="25000" r="25000"/>
          <a:stretch>
            <a:fillRect/>
          </a:stretch>
        </p:blipFill>
        <p:spPr>
          <a:xfrm>
            <a:off x="341767" y="923827"/>
            <a:ext cx="2820970" cy="3761293"/>
          </a:xfrm>
          <a:prstGeom prst="rect">
            <a:avLst/>
          </a:prstGeom>
        </p:spPr>
      </p:pic>
      <p:sp>
        <p:nvSpPr>
          <p:cNvPr id="118" name="矩形 117"/>
          <p:cNvSpPr/>
          <p:nvPr/>
        </p:nvSpPr>
        <p:spPr>
          <a:xfrm>
            <a:off x="3306497" y="923827"/>
            <a:ext cx="5495737" cy="1753385"/>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汉仪旗黑-50S" panose="00020600040101010101" charset="-122"/>
            </a:endParaRPr>
          </a:p>
        </p:txBody>
      </p:sp>
      <p:sp>
        <p:nvSpPr>
          <p:cNvPr id="119" name="矩形 118"/>
          <p:cNvSpPr/>
          <p:nvPr/>
        </p:nvSpPr>
        <p:spPr>
          <a:xfrm>
            <a:off x="3306497" y="2931735"/>
            <a:ext cx="5495737" cy="1753385"/>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汉仪旗黑-50S" panose="00020600040101010101" charset="-122"/>
            </a:endParaRPr>
          </a:p>
        </p:txBody>
      </p:sp>
      <p:sp>
        <p:nvSpPr>
          <p:cNvPr id="120" name="箭头: 五边形 119"/>
          <p:cNvSpPr/>
          <p:nvPr/>
        </p:nvSpPr>
        <p:spPr>
          <a:xfrm>
            <a:off x="3306497" y="923827"/>
            <a:ext cx="2674768" cy="554447"/>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latin typeface="+mj-ea"/>
                <a:ea typeface="+mj-ea"/>
              </a:rPr>
              <a:t>亮点之处</a:t>
            </a:r>
            <a:endParaRPr lang="zh-CN" altLang="en-US" sz="2000">
              <a:latin typeface="+mj-ea"/>
              <a:ea typeface="+mj-ea"/>
            </a:endParaRPr>
          </a:p>
        </p:txBody>
      </p:sp>
      <p:sp>
        <p:nvSpPr>
          <p:cNvPr id="121" name="箭头: 五边形 120"/>
          <p:cNvSpPr/>
          <p:nvPr/>
        </p:nvSpPr>
        <p:spPr>
          <a:xfrm>
            <a:off x="3306497" y="2931735"/>
            <a:ext cx="2674768" cy="554447"/>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2000">
                <a:solidFill>
                  <a:prstClr val="white"/>
                </a:solidFill>
                <a:latin typeface="+mj-ea"/>
                <a:ea typeface="+mj-ea"/>
              </a:rPr>
              <a:t>不足之处</a:t>
            </a:r>
            <a:endParaRPr lang="zh-CN" altLang="en-US" sz="2000">
              <a:solidFill>
                <a:prstClr val="white"/>
              </a:solidFill>
              <a:latin typeface="+mj-ea"/>
              <a:ea typeface="+mj-ea"/>
            </a:endParaRPr>
          </a:p>
        </p:txBody>
      </p:sp>
      <p:sp>
        <p:nvSpPr>
          <p:cNvPr id="55" name="矩形 54"/>
          <p:cNvSpPr/>
          <p:nvPr/>
        </p:nvSpPr>
        <p:spPr>
          <a:xfrm>
            <a:off x="3528571" y="1498964"/>
            <a:ext cx="5057463" cy="556434"/>
          </a:xfrm>
          <a:prstGeom prst="rect">
            <a:avLst/>
          </a:prstGeom>
        </p:spPr>
        <p:txBody>
          <a:bodyPr wrap="square">
            <a:spAutoFit/>
          </a:bodyPr>
          <a:lstStyle/>
          <a:p>
            <a:pPr marL="171450" indent="-171450">
              <a:lnSpc>
                <a:spcPct val="150000"/>
              </a:lnSpc>
              <a:buFont typeface="Arial" panose="020B0604020202020204" pitchFamily="34" charset="0"/>
              <a:buChar char="•"/>
            </a:pPr>
            <a:r>
              <a:rPr lang="en-US" altLang="zh-CN" sz="1050" kern="0">
                <a:solidFill>
                  <a:schemeClr val="tx1">
                    <a:lumMod val="75000"/>
                    <a:lumOff val="25000"/>
                  </a:schemeClr>
                </a:solidFill>
                <a:latin typeface="汉仪旗黑-50S" panose="00020600040101010101" charset="-122"/>
                <a:sym typeface="汉仪旗黑-50S" panose="00020600040101010101" charset="-122"/>
              </a:rPr>
              <a:t>Lorem ipsum dolor sit amet, consectetur adipiscing elit. Donec luctus nibh sit amet sem Donec luctus nibh sit amet sem</a:t>
            </a:r>
            <a:endParaRPr lang="zh-CN" altLang="en-US" sz="1050" kern="0">
              <a:solidFill>
                <a:schemeClr val="tx1">
                  <a:lumMod val="75000"/>
                  <a:lumOff val="25000"/>
                </a:schemeClr>
              </a:solidFill>
              <a:latin typeface="汉仪旗黑-50S" panose="00020600040101010101" charset="-122"/>
              <a:sym typeface="汉仪旗黑-50S" panose="00020600040101010101" charset="-122"/>
            </a:endParaRPr>
          </a:p>
        </p:txBody>
      </p:sp>
      <p:sp>
        <p:nvSpPr>
          <p:cNvPr id="56" name="矩形 55"/>
          <p:cNvSpPr/>
          <p:nvPr/>
        </p:nvSpPr>
        <p:spPr>
          <a:xfrm>
            <a:off x="3528571" y="2051624"/>
            <a:ext cx="5057463" cy="556434"/>
          </a:xfrm>
          <a:prstGeom prst="rect">
            <a:avLst/>
          </a:prstGeom>
        </p:spPr>
        <p:txBody>
          <a:bodyPr wrap="square">
            <a:spAutoFit/>
          </a:bodyPr>
          <a:lstStyle/>
          <a:p>
            <a:pPr marL="171450" indent="-171450">
              <a:lnSpc>
                <a:spcPct val="150000"/>
              </a:lnSpc>
              <a:buFont typeface="Arial" panose="020B0604020202020204" pitchFamily="34" charset="0"/>
              <a:buChar char="•"/>
            </a:pPr>
            <a:r>
              <a:rPr lang="en-US" altLang="zh-CN" sz="1050" kern="0">
                <a:solidFill>
                  <a:schemeClr val="tx1">
                    <a:lumMod val="75000"/>
                    <a:lumOff val="25000"/>
                  </a:schemeClr>
                </a:solidFill>
                <a:latin typeface="汉仪旗黑-50S" panose="00020600040101010101" charset="-122"/>
                <a:sym typeface="汉仪旗黑-50S" panose="00020600040101010101" charset="-122"/>
              </a:rPr>
              <a:t>Lorem ipsum dolor sit amet, consectetur adipiscing elit. Donec luctus nibh sit amet sem Donec luctus nibh sit amet sem</a:t>
            </a:r>
            <a:endParaRPr lang="zh-CN" altLang="en-US" sz="1050" kern="0">
              <a:solidFill>
                <a:schemeClr val="tx1">
                  <a:lumMod val="75000"/>
                  <a:lumOff val="25000"/>
                </a:schemeClr>
              </a:solidFill>
              <a:latin typeface="汉仪旗黑-50S" panose="00020600040101010101" charset="-122"/>
              <a:sym typeface="汉仪旗黑-50S" panose="00020600040101010101" charset="-122"/>
            </a:endParaRPr>
          </a:p>
        </p:txBody>
      </p:sp>
      <p:sp>
        <p:nvSpPr>
          <p:cNvPr id="57" name="矩形 56"/>
          <p:cNvSpPr/>
          <p:nvPr/>
        </p:nvSpPr>
        <p:spPr>
          <a:xfrm>
            <a:off x="3528571" y="3524536"/>
            <a:ext cx="5057463" cy="556434"/>
          </a:xfrm>
          <a:prstGeom prst="rect">
            <a:avLst/>
          </a:prstGeom>
        </p:spPr>
        <p:txBody>
          <a:bodyPr wrap="square">
            <a:spAutoFit/>
          </a:bodyPr>
          <a:lstStyle/>
          <a:p>
            <a:pPr marL="171450" indent="-171450">
              <a:lnSpc>
                <a:spcPct val="150000"/>
              </a:lnSpc>
              <a:buFont typeface="Arial" panose="020B0604020202020204" pitchFamily="34" charset="0"/>
              <a:buChar char="•"/>
            </a:pPr>
            <a:r>
              <a:rPr lang="en-US" altLang="zh-CN" sz="1050" kern="0">
                <a:solidFill>
                  <a:schemeClr val="tx1">
                    <a:lumMod val="75000"/>
                    <a:lumOff val="25000"/>
                  </a:schemeClr>
                </a:solidFill>
                <a:latin typeface="汉仪旗黑-50S" panose="00020600040101010101" charset="-122"/>
                <a:sym typeface="汉仪旗黑-50S" panose="00020600040101010101" charset="-122"/>
              </a:rPr>
              <a:t>Lorem ipsum dolor sit amet, consectetur adipiscing elit. Donec luctus nibh sit amet sem Donec luctus nibh sit amet sem</a:t>
            </a:r>
            <a:endParaRPr lang="zh-CN" altLang="en-US" sz="1050" kern="0">
              <a:solidFill>
                <a:schemeClr val="tx1">
                  <a:lumMod val="75000"/>
                  <a:lumOff val="25000"/>
                </a:schemeClr>
              </a:solidFill>
              <a:latin typeface="汉仪旗黑-50S" panose="00020600040101010101" charset="-122"/>
              <a:sym typeface="汉仪旗黑-50S" panose="00020600040101010101" charset="-122"/>
            </a:endParaRPr>
          </a:p>
        </p:txBody>
      </p:sp>
      <p:sp>
        <p:nvSpPr>
          <p:cNvPr id="58" name="矩形 57"/>
          <p:cNvSpPr/>
          <p:nvPr/>
        </p:nvSpPr>
        <p:spPr>
          <a:xfrm>
            <a:off x="3528571" y="4077196"/>
            <a:ext cx="5057463" cy="556434"/>
          </a:xfrm>
          <a:prstGeom prst="rect">
            <a:avLst/>
          </a:prstGeom>
        </p:spPr>
        <p:txBody>
          <a:bodyPr wrap="square">
            <a:spAutoFit/>
          </a:bodyPr>
          <a:lstStyle/>
          <a:p>
            <a:pPr marL="171450" indent="-171450">
              <a:lnSpc>
                <a:spcPct val="150000"/>
              </a:lnSpc>
              <a:buFont typeface="Arial" panose="020B0604020202020204" pitchFamily="34" charset="0"/>
              <a:buChar char="•"/>
            </a:pPr>
            <a:r>
              <a:rPr lang="en-US" altLang="zh-CN" sz="1050" kern="0">
                <a:solidFill>
                  <a:schemeClr val="tx1">
                    <a:lumMod val="75000"/>
                    <a:lumOff val="25000"/>
                  </a:schemeClr>
                </a:solidFill>
                <a:latin typeface="汉仪旗黑-50S" panose="00020600040101010101" charset="-122"/>
                <a:sym typeface="汉仪旗黑-50S" panose="00020600040101010101" charset="-122"/>
              </a:rPr>
              <a:t>Lorem ipsum dolor sit amet, consectetur adipiscing elit. Donec luctus nibh sit amet sem Donec luctus nibh sit amet sem</a:t>
            </a:r>
            <a:endParaRPr lang="zh-CN" altLang="en-US" sz="1050" kern="0">
              <a:solidFill>
                <a:schemeClr val="tx1">
                  <a:lumMod val="75000"/>
                  <a:lumOff val="25000"/>
                </a:schemeClr>
              </a:solidFill>
              <a:latin typeface="汉仪旗黑-50S" panose="00020600040101010101" charset="-122"/>
              <a:sym typeface="汉仪旗黑-50S" panose="0002060004010101010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337982"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72" name="矩形 71"/>
          <p:cNvSpPr/>
          <p:nvPr/>
        </p:nvSpPr>
        <p:spPr>
          <a:xfrm>
            <a:off x="3289486"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73" name="矩形 72"/>
          <p:cNvSpPr/>
          <p:nvPr/>
        </p:nvSpPr>
        <p:spPr>
          <a:xfrm>
            <a:off x="5240991"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74" name="矩形 73"/>
          <p:cNvSpPr/>
          <p:nvPr/>
        </p:nvSpPr>
        <p:spPr>
          <a:xfrm>
            <a:off x="7192495" y="0"/>
            <a:ext cx="1951504" cy="55444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grpSp>
        <p:nvGrpSpPr>
          <p:cNvPr id="75" name="组合 74"/>
          <p:cNvGrpSpPr/>
          <p:nvPr/>
        </p:nvGrpSpPr>
        <p:grpSpPr>
          <a:xfrm>
            <a:off x="1428163" y="138724"/>
            <a:ext cx="7549958" cy="276999"/>
            <a:chOff x="105638" y="107946"/>
            <a:chExt cx="8844051" cy="276999"/>
          </a:xfrm>
        </p:grpSpPr>
        <p:sp>
          <p:nvSpPr>
            <p:cNvPr id="76" name="矩形 75"/>
            <p:cNvSpPr/>
            <p:nvPr/>
          </p:nvSpPr>
          <p:spPr bwMode="auto">
            <a:xfrm>
              <a:off x="105638" y="107946"/>
              <a:ext cx="210201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选题的背景与意义</a:t>
              </a:r>
              <a:endParaRPr lang="zh-CN" altLang="en-US" sz="1200" kern="100">
                <a:solidFill>
                  <a:schemeClr val="bg1"/>
                </a:solidFill>
                <a:latin typeface="+mj-ea"/>
                <a:ea typeface="+mj-ea"/>
                <a:cs typeface="汉仪旗黑-50S" panose="00020600040101010101" charset="-122"/>
              </a:endParaRPr>
            </a:p>
          </p:txBody>
        </p:sp>
        <p:sp>
          <p:nvSpPr>
            <p:cNvPr id="77" name="矩形 76"/>
            <p:cNvSpPr/>
            <p:nvPr/>
          </p:nvSpPr>
          <p:spPr bwMode="auto">
            <a:xfrm>
              <a:off x="2492229" y="107946"/>
              <a:ext cx="187353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研究方法及过程</a:t>
              </a:r>
              <a:endParaRPr lang="zh-CN" altLang="en-US" sz="1200" kern="100">
                <a:solidFill>
                  <a:schemeClr val="bg1"/>
                </a:solidFill>
                <a:latin typeface="+mj-ea"/>
                <a:ea typeface="+mj-ea"/>
                <a:cs typeface="汉仪旗黑-50S" panose="00020600040101010101" charset="-122"/>
              </a:endParaRPr>
            </a:p>
          </p:txBody>
        </p:sp>
        <p:sp>
          <p:nvSpPr>
            <p:cNvPr id="78" name="矩形 77"/>
            <p:cNvSpPr/>
            <p:nvPr/>
          </p:nvSpPr>
          <p:spPr bwMode="auto">
            <a:xfrm>
              <a:off x="4549750" y="107946"/>
              <a:ext cx="233049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研究成果展示及应用</a:t>
              </a:r>
              <a:endParaRPr lang="zh-CN" altLang="en-US" sz="1200" kern="100">
                <a:solidFill>
                  <a:schemeClr val="bg1"/>
                </a:solidFill>
                <a:latin typeface="+mj-ea"/>
                <a:ea typeface="+mj-ea"/>
                <a:cs typeface="汉仪旗黑-50S" panose="00020600040101010101" charset="-122"/>
              </a:endParaRPr>
            </a:p>
          </p:txBody>
        </p:sp>
        <p:sp>
          <p:nvSpPr>
            <p:cNvPr id="79" name="矩形 78"/>
            <p:cNvSpPr/>
            <p:nvPr/>
          </p:nvSpPr>
          <p:spPr bwMode="auto">
            <a:xfrm>
              <a:off x="7076150" y="107946"/>
              <a:ext cx="1873539" cy="276999"/>
            </a:xfrm>
            <a:prstGeom prst="rect">
              <a:avLst/>
            </a:prstGeom>
            <a:noFill/>
          </p:spPr>
          <p:txBody>
            <a:bodyPr wrap="none">
              <a:spAutoFit/>
            </a:bodyPr>
            <a:lstStyle/>
            <a:p>
              <a:pPr algn="ctr">
                <a:defRPr/>
              </a:pPr>
              <a:r>
                <a:rPr lang="zh-CN" altLang="en-US" sz="1200" kern="100">
                  <a:solidFill>
                    <a:schemeClr val="bg1"/>
                  </a:solidFill>
                  <a:latin typeface="+mj-ea"/>
                  <a:ea typeface="+mj-ea"/>
                  <a:cs typeface="汉仪旗黑-50S" panose="00020600040101010101" charset="-122"/>
                </a:rPr>
                <a:t>论文总结与致谢</a:t>
              </a:r>
              <a:endParaRPr lang="zh-CN" altLang="en-US" sz="1200" kern="100">
                <a:solidFill>
                  <a:schemeClr val="bg1"/>
                </a:solidFill>
                <a:latin typeface="+mj-ea"/>
                <a:ea typeface="+mj-ea"/>
                <a:cs typeface="汉仪旗黑-50S" panose="00020600040101010101" charset="-122"/>
              </a:endParaRPr>
            </a:p>
          </p:txBody>
        </p:sp>
      </p:grpSp>
      <p:sp>
        <p:nvSpPr>
          <p:cNvPr id="80" name="矩形 79"/>
          <p:cNvSpPr/>
          <p:nvPr/>
        </p:nvSpPr>
        <p:spPr>
          <a:xfrm>
            <a:off x="0" y="23"/>
            <a:ext cx="1337982" cy="5544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1" name="组合 80"/>
          <p:cNvGrpSpPr/>
          <p:nvPr/>
        </p:nvGrpSpPr>
        <p:grpSpPr>
          <a:xfrm>
            <a:off x="371474" y="40845"/>
            <a:ext cx="595035" cy="472756"/>
            <a:chOff x="257511" y="1283815"/>
            <a:chExt cx="3608258" cy="2800587"/>
          </a:xfrm>
        </p:grpSpPr>
        <p:grpSp>
          <p:nvGrpSpPr>
            <p:cNvPr id="82" name="Group 79"/>
            <p:cNvGrpSpPr>
              <a:grpSpLocks noChangeAspect="1"/>
            </p:cNvGrpSpPr>
            <p:nvPr/>
          </p:nvGrpSpPr>
          <p:grpSpPr bwMode="auto">
            <a:xfrm>
              <a:off x="1235639" y="1283815"/>
              <a:ext cx="1621531" cy="1625508"/>
              <a:chOff x="1247" y="-15"/>
              <a:chExt cx="3263" cy="3271"/>
            </a:xfrm>
            <a:solidFill>
              <a:sysClr val="window" lastClr="FFFFFF"/>
            </a:solidFill>
          </p:grpSpPr>
          <p:sp>
            <p:nvSpPr>
              <p:cNvPr id="84" name="Freeform 80"/>
              <p:cNvSpPr/>
              <p:nvPr/>
            </p:nvSpPr>
            <p:spPr bwMode="auto">
              <a:xfrm>
                <a:off x="1722" y="1892"/>
                <a:ext cx="207" cy="199"/>
              </a:xfrm>
              <a:custGeom>
                <a:avLst/>
                <a:gdLst>
                  <a:gd name="T0" fmla="*/ 104 w 207"/>
                  <a:gd name="T1" fmla="*/ 0 h 199"/>
                  <a:gd name="T2" fmla="*/ 136 w 207"/>
                  <a:gd name="T3" fmla="*/ 66 h 199"/>
                  <a:gd name="T4" fmla="*/ 207 w 207"/>
                  <a:gd name="T5" fmla="*/ 77 h 199"/>
                  <a:gd name="T6" fmla="*/ 157 w 207"/>
                  <a:gd name="T7" fmla="*/ 126 h 199"/>
                  <a:gd name="T8" fmla="*/ 169 w 207"/>
                  <a:gd name="T9" fmla="*/ 199 h 199"/>
                  <a:gd name="T10" fmla="*/ 104 w 207"/>
                  <a:gd name="T11" fmla="*/ 165 h 199"/>
                  <a:gd name="T12" fmla="*/ 41 w 207"/>
                  <a:gd name="T13" fmla="*/ 199 h 199"/>
                  <a:gd name="T14" fmla="*/ 52 w 207"/>
                  <a:gd name="T15" fmla="*/ 126 h 199"/>
                  <a:gd name="T16" fmla="*/ 0 w 207"/>
                  <a:gd name="T17" fmla="*/ 77 h 199"/>
                  <a:gd name="T18" fmla="*/ 72 w 207"/>
                  <a:gd name="T19" fmla="*/ 66 h 199"/>
                  <a:gd name="T20" fmla="*/ 104 w 207"/>
                  <a:gd name="T21" fmla="*/ 0 h 199"/>
                  <a:gd name="T22" fmla="*/ 104 w 207"/>
                  <a:gd name="T23" fmla="*/ 0 h 199"/>
                  <a:gd name="T24" fmla="*/ 104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4" y="0"/>
                    </a:moveTo>
                    <a:lnTo>
                      <a:pt x="136" y="66"/>
                    </a:lnTo>
                    <a:lnTo>
                      <a:pt x="207" y="77"/>
                    </a:lnTo>
                    <a:lnTo>
                      <a:pt x="157" y="126"/>
                    </a:lnTo>
                    <a:lnTo>
                      <a:pt x="169" y="199"/>
                    </a:lnTo>
                    <a:lnTo>
                      <a:pt x="104" y="165"/>
                    </a:lnTo>
                    <a:lnTo>
                      <a:pt x="41" y="199"/>
                    </a:lnTo>
                    <a:lnTo>
                      <a:pt x="52" y="126"/>
                    </a:lnTo>
                    <a:lnTo>
                      <a:pt x="0" y="77"/>
                    </a:lnTo>
                    <a:lnTo>
                      <a:pt x="72" y="66"/>
                    </a:lnTo>
                    <a:lnTo>
                      <a:pt x="104" y="0"/>
                    </a:lnTo>
                    <a:lnTo>
                      <a:pt x="104" y="0"/>
                    </a:lnTo>
                    <a:lnTo>
                      <a:pt x="10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85" name="Freeform 81"/>
              <p:cNvSpPr/>
              <p:nvPr/>
            </p:nvSpPr>
            <p:spPr bwMode="auto">
              <a:xfrm>
                <a:off x="3779" y="1892"/>
                <a:ext cx="207" cy="199"/>
              </a:xfrm>
              <a:custGeom>
                <a:avLst/>
                <a:gdLst>
                  <a:gd name="T0" fmla="*/ 105 w 207"/>
                  <a:gd name="T1" fmla="*/ 0 h 199"/>
                  <a:gd name="T2" fmla="*/ 136 w 207"/>
                  <a:gd name="T3" fmla="*/ 66 h 199"/>
                  <a:gd name="T4" fmla="*/ 207 w 207"/>
                  <a:gd name="T5" fmla="*/ 77 h 199"/>
                  <a:gd name="T6" fmla="*/ 157 w 207"/>
                  <a:gd name="T7" fmla="*/ 126 h 199"/>
                  <a:gd name="T8" fmla="*/ 170 w 207"/>
                  <a:gd name="T9" fmla="*/ 199 h 199"/>
                  <a:gd name="T10" fmla="*/ 105 w 207"/>
                  <a:gd name="T11" fmla="*/ 165 h 199"/>
                  <a:gd name="T12" fmla="*/ 41 w 207"/>
                  <a:gd name="T13" fmla="*/ 199 h 199"/>
                  <a:gd name="T14" fmla="*/ 52 w 207"/>
                  <a:gd name="T15" fmla="*/ 126 h 199"/>
                  <a:gd name="T16" fmla="*/ 0 w 207"/>
                  <a:gd name="T17" fmla="*/ 77 h 199"/>
                  <a:gd name="T18" fmla="*/ 72 w 207"/>
                  <a:gd name="T19" fmla="*/ 66 h 199"/>
                  <a:gd name="T20" fmla="*/ 105 w 207"/>
                  <a:gd name="T21" fmla="*/ 0 h 199"/>
                  <a:gd name="T22" fmla="*/ 105 w 207"/>
                  <a:gd name="T23" fmla="*/ 0 h 199"/>
                  <a:gd name="T24" fmla="*/ 105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5" y="0"/>
                    </a:moveTo>
                    <a:lnTo>
                      <a:pt x="136" y="66"/>
                    </a:lnTo>
                    <a:lnTo>
                      <a:pt x="207" y="77"/>
                    </a:lnTo>
                    <a:lnTo>
                      <a:pt x="157" y="126"/>
                    </a:lnTo>
                    <a:lnTo>
                      <a:pt x="170" y="199"/>
                    </a:lnTo>
                    <a:lnTo>
                      <a:pt x="105" y="165"/>
                    </a:lnTo>
                    <a:lnTo>
                      <a:pt x="41" y="199"/>
                    </a:lnTo>
                    <a:lnTo>
                      <a:pt x="52" y="126"/>
                    </a:lnTo>
                    <a:lnTo>
                      <a:pt x="0" y="77"/>
                    </a:lnTo>
                    <a:lnTo>
                      <a:pt x="72" y="66"/>
                    </a:lnTo>
                    <a:lnTo>
                      <a:pt x="105" y="0"/>
                    </a:lnTo>
                    <a:lnTo>
                      <a:pt x="105" y="0"/>
                    </a:lnTo>
                    <a:lnTo>
                      <a:pt x="10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86" name="Freeform 82"/>
              <p:cNvSpPr>
                <a:spLocks noEditPoints="1"/>
              </p:cNvSpPr>
              <p:nvPr/>
            </p:nvSpPr>
            <p:spPr bwMode="auto">
              <a:xfrm>
                <a:off x="1247" y="-15"/>
                <a:ext cx="3263" cy="3271"/>
              </a:xfrm>
              <a:custGeom>
                <a:avLst/>
                <a:gdLst>
                  <a:gd name="T0" fmla="*/ 2378 w 2411"/>
                  <a:gd name="T1" fmla="*/ 1061 h 2417"/>
                  <a:gd name="T2" fmla="*/ 2354 w 2411"/>
                  <a:gd name="T3" fmla="*/ 1453 h 2417"/>
                  <a:gd name="T4" fmla="*/ 2203 w 2411"/>
                  <a:gd name="T5" fmla="*/ 1825 h 2417"/>
                  <a:gd name="T6" fmla="*/ 1932 w 2411"/>
                  <a:gd name="T7" fmla="*/ 2133 h 2417"/>
                  <a:gd name="T8" fmla="*/ 1575 w 2411"/>
                  <a:gd name="T9" fmla="*/ 2325 h 2417"/>
                  <a:gd name="T10" fmla="*/ 1169 w 2411"/>
                  <a:gd name="T11" fmla="*/ 2387 h 2417"/>
                  <a:gd name="T12" fmla="*/ 771 w 2411"/>
                  <a:gd name="T13" fmla="*/ 2302 h 2417"/>
                  <a:gd name="T14" fmla="*/ 432 w 2411"/>
                  <a:gd name="T15" fmla="*/ 2089 h 2417"/>
                  <a:gd name="T16" fmla="*/ 176 w 2411"/>
                  <a:gd name="T17" fmla="*/ 1768 h 2417"/>
                  <a:gd name="T18" fmla="*/ 49 w 2411"/>
                  <a:gd name="T19" fmla="*/ 1383 h 2417"/>
                  <a:gd name="T20" fmla="*/ 59 w 2411"/>
                  <a:gd name="T21" fmla="*/ 973 h 2417"/>
                  <a:gd name="T22" fmla="*/ 210 w 2411"/>
                  <a:gd name="T23" fmla="*/ 585 h 2417"/>
                  <a:gd name="T24" fmla="*/ 484 w 2411"/>
                  <a:gd name="T25" fmla="*/ 278 h 2417"/>
                  <a:gd name="T26" fmla="*/ 844 w 2411"/>
                  <a:gd name="T27" fmla="*/ 87 h 2417"/>
                  <a:gd name="T28" fmla="*/ 1247 w 2411"/>
                  <a:gd name="T29" fmla="*/ 31 h 2417"/>
                  <a:gd name="T30" fmla="*/ 1644 w 2411"/>
                  <a:gd name="T31" fmla="*/ 115 h 2417"/>
                  <a:gd name="T32" fmla="*/ 1988 w 2411"/>
                  <a:gd name="T33" fmla="*/ 331 h 2417"/>
                  <a:gd name="T34" fmla="*/ 2242 w 2411"/>
                  <a:gd name="T35" fmla="*/ 655 h 2417"/>
                  <a:gd name="T36" fmla="*/ 2250 w 2411"/>
                  <a:gd name="T37" fmla="*/ 785 h 2417"/>
                  <a:gd name="T38" fmla="*/ 2050 w 2411"/>
                  <a:gd name="T39" fmla="*/ 488 h 2417"/>
                  <a:gd name="T40" fmla="*/ 1752 w 2411"/>
                  <a:gd name="T41" fmla="*/ 240 h 2417"/>
                  <a:gd name="T42" fmla="*/ 1393 w 2411"/>
                  <a:gd name="T43" fmla="*/ 113 h 2417"/>
                  <a:gd name="T44" fmla="*/ 1007 w 2411"/>
                  <a:gd name="T45" fmla="*/ 115 h 2417"/>
                  <a:gd name="T46" fmla="*/ 650 w 2411"/>
                  <a:gd name="T47" fmla="*/ 249 h 2417"/>
                  <a:gd name="T48" fmla="*/ 356 w 2411"/>
                  <a:gd name="T49" fmla="*/ 499 h 2417"/>
                  <a:gd name="T50" fmla="*/ 169 w 2411"/>
                  <a:gd name="T51" fmla="*/ 831 h 2417"/>
                  <a:gd name="T52" fmla="*/ 102 w 2411"/>
                  <a:gd name="T53" fmla="*/ 1210 h 2417"/>
                  <a:gd name="T54" fmla="*/ 168 w 2411"/>
                  <a:gd name="T55" fmla="*/ 1589 h 2417"/>
                  <a:gd name="T56" fmla="*/ 362 w 2411"/>
                  <a:gd name="T57" fmla="*/ 1928 h 2417"/>
                  <a:gd name="T58" fmla="*/ 658 w 2411"/>
                  <a:gd name="T59" fmla="*/ 2176 h 2417"/>
                  <a:gd name="T60" fmla="*/ 1017 w 2411"/>
                  <a:gd name="T61" fmla="*/ 2303 h 2417"/>
                  <a:gd name="T62" fmla="*/ 1404 w 2411"/>
                  <a:gd name="T63" fmla="*/ 2303 h 2417"/>
                  <a:gd name="T64" fmla="*/ 1766 w 2411"/>
                  <a:gd name="T65" fmla="*/ 2170 h 2417"/>
                  <a:gd name="T66" fmla="*/ 2065 w 2411"/>
                  <a:gd name="T67" fmla="*/ 1916 h 2417"/>
                  <a:gd name="T68" fmla="*/ 2253 w 2411"/>
                  <a:gd name="T69" fmla="*/ 1577 h 2417"/>
                  <a:gd name="T70" fmla="*/ 2314 w 2411"/>
                  <a:gd name="T71" fmla="*/ 1196 h 2417"/>
                  <a:gd name="T72" fmla="*/ 2250 w 2411"/>
                  <a:gd name="T73" fmla="*/ 785 h 2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11" h="2417">
                    <a:moveTo>
                      <a:pt x="2317" y="808"/>
                    </a:moveTo>
                    <a:cubicBezTo>
                      <a:pt x="2298" y="899"/>
                      <a:pt x="2323" y="981"/>
                      <a:pt x="2378" y="1061"/>
                    </a:cubicBezTo>
                    <a:cubicBezTo>
                      <a:pt x="2411" y="1110"/>
                      <a:pt x="2411" y="1169"/>
                      <a:pt x="2382" y="1222"/>
                    </a:cubicBezTo>
                    <a:cubicBezTo>
                      <a:pt x="2342" y="1296"/>
                      <a:pt x="2334" y="1371"/>
                      <a:pt x="2354" y="1453"/>
                    </a:cubicBezTo>
                    <a:cubicBezTo>
                      <a:pt x="2371" y="1523"/>
                      <a:pt x="2353" y="1585"/>
                      <a:pt x="2297" y="1635"/>
                    </a:cubicBezTo>
                    <a:cubicBezTo>
                      <a:pt x="2241" y="1685"/>
                      <a:pt x="2209" y="1749"/>
                      <a:pt x="2203" y="1825"/>
                    </a:cubicBezTo>
                    <a:cubicBezTo>
                      <a:pt x="2198" y="1900"/>
                      <a:pt x="2159" y="1954"/>
                      <a:pt x="2089" y="1983"/>
                    </a:cubicBezTo>
                    <a:cubicBezTo>
                      <a:pt x="2016" y="2012"/>
                      <a:pt x="1964" y="2062"/>
                      <a:pt x="1932" y="2133"/>
                    </a:cubicBezTo>
                    <a:cubicBezTo>
                      <a:pt x="1901" y="2200"/>
                      <a:pt x="1848" y="2236"/>
                      <a:pt x="1774" y="2239"/>
                    </a:cubicBezTo>
                    <a:cubicBezTo>
                      <a:pt x="1695" y="2242"/>
                      <a:pt x="1630" y="2270"/>
                      <a:pt x="1575" y="2325"/>
                    </a:cubicBezTo>
                    <a:cubicBezTo>
                      <a:pt x="1523" y="2379"/>
                      <a:pt x="1461" y="2395"/>
                      <a:pt x="1391" y="2372"/>
                    </a:cubicBezTo>
                    <a:cubicBezTo>
                      <a:pt x="1314" y="2347"/>
                      <a:pt x="1241" y="2352"/>
                      <a:pt x="1169" y="2387"/>
                    </a:cubicBezTo>
                    <a:cubicBezTo>
                      <a:pt x="1104" y="2417"/>
                      <a:pt x="1041" y="2410"/>
                      <a:pt x="984" y="2366"/>
                    </a:cubicBezTo>
                    <a:cubicBezTo>
                      <a:pt x="921" y="2316"/>
                      <a:pt x="851" y="2295"/>
                      <a:pt x="771" y="2302"/>
                    </a:cubicBezTo>
                    <a:cubicBezTo>
                      <a:pt x="695" y="2308"/>
                      <a:pt x="638" y="2277"/>
                      <a:pt x="598" y="2212"/>
                    </a:cubicBezTo>
                    <a:cubicBezTo>
                      <a:pt x="559" y="2150"/>
                      <a:pt x="504" y="2108"/>
                      <a:pt x="432" y="2089"/>
                    </a:cubicBezTo>
                    <a:cubicBezTo>
                      <a:pt x="356" y="2069"/>
                      <a:pt x="310" y="2022"/>
                      <a:pt x="294" y="1944"/>
                    </a:cubicBezTo>
                    <a:cubicBezTo>
                      <a:pt x="278" y="1870"/>
                      <a:pt x="239" y="1811"/>
                      <a:pt x="176" y="1768"/>
                    </a:cubicBezTo>
                    <a:cubicBezTo>
                      <a:pt x="114" y="1725"/>
                      <a:pt x="88" y="1665"/>
                      <a:pt x="98" y="1590"/>
                    </a:cubicBezTo>
                    <a:cubicBezTo>
                      <a:pt x="109" y="1514"/>
                      <a:pt x="93" y="1445"/>
                      <a:pt x="49" y="1383"/>
                    </a:cubicBezTo>
                    <a:cubicBezTo>
                      <a:pt x="4" y="1319"/>
                      <a:pt x="0" y="1253"/>
                      <a:pt x="37" y="1184"/>
                    </a:cubicBezTo>
                    <a:cubicBezTo>
                      <a:pt x="72" y="1116"/>
                      <a:pt x="80" y="1046"/>
                      <a:pt x="59" y="973"/>
                    </a:cubicBezTo>
                    <a:cubicBezTo>
                      <a:pt x="38" y="899"/>
                      <a:pt x="58" y="837"/>
                      <a:pt x="114" y="786"/>
                    </a:cubicBezTo>
                    <a:cubicBezTo>
                      <a:pt x="173" y="732"/>
                      <a:pt x="204" y="665"/>
                      <a:pt x="210" y="585"/>
                    </a:cubicBezTo>
                    <a:cubicBezTo>
                      <a:pt x="216" y="516"/>
                      <a:pt x="253" y="465"/>
                      <a:pt x="316" y="439"/>
                    </a:cubicBezTo>
                    <a:cubicBezTo>
                      <a:pt x="394" y="407"/>
                      <a:pt x="449" y="355"/>
                      <a:pt x="484" y="278"/>
                    </a:cubicBezTo>
                    <a:cubicBezTo>
                      <a:pt x="513" y="216"/>
                      <a:pt x="566" y="182"/>
                      <a:pt x="636" y="179"/>
                    </a:cubicBezTo>
                    <a:cubicBezTo>
                      <a:pt x="718" y="177"/>
                      <a:pt x="786" y="146"/>
                      <a:pt x="844" y="87"/>
                    </a:cubicBezTo>
                    <a:cubicBezTo>
                      <a:pt x="892" y="38"/>
                      <a:pt x="953" y="24"/>
                      <a:pt x="1019" y="45"/>
                    </a:cubicBezTo>
                    <a:cubicBezTo>
                      <a:pt x="1097" y="70"/>
                      <a:pt x="1172" y="66"/>
                      <a:pt x="1247" y="31"/>
                    </a:cubicBezTo>
                    <a:cubicBezTo>
                      <a:pt x="1309" y="0"/>
                      <a:pt x="1371" y="8"/>
                      <a:pt x="1425" y="50"/>
                    </a:cubicBezTo>
                    <a:cubicBezTo>
                      <a:pt x="1491" y="101"/>
                      <a:pt x="1562" y="123"/>
                      <a:pt x="1644" y="115"/>
                    </a:cubicBezTo>
                    <a:cubicBezTo>
                      <a:pt x="1715" y="108"/>
                      <a:pt x="1771" y="138"/>
                      <a:pt x="1810" y="199"/>
                    </a:cubicBezTo>
                    <a:cubicBezTo>
                      <a:pt x="1852" y="267"/>
                      <a:pt x="1910" y="311"/>
                      <a:pt x="1988" y="331"/>
                    </a:cubicBezTo>
                    <a:cubicBezTo>
                      <a:pt x="2057" y="349"/>
                      <a:pt x="2102" y="395"/>
                      <a:pt x="2116" y="465"/>
                    </a:cubicBezTo>
                    <a:cubicBezTo>
                      <a:pt x="2133" y="545"/>
                      <a:pt x="2174" y="608"/>
                      <a:pt x="2242" y="655"/>
                    </a:cubicBezTo>
                    <a:cubicBezTo>
                      <a:pt x="2294" y="690"/>
                      <a:pt x="2316" y="742"/>
                      <a:pt x="2317" y="808"/>
                    </a:cubicBezTo>
                    <a:close/>
                    <a:moveTo>
                      <a:pt x="2250" y="785"/>
                    </a:moveTo>
                    <a:cubicBezTo>
                      <a:pt x="2237" y="767"/>
                      <a:pt x="2219" y="729"/>
                      <a:pt x="2191" y="707"/>
                    </a:cubicBezTo>
                    <a:cubicBezTo>
                      <a:pt x="2119" y="648"/>
                      <a:pt x="2068" y="579"/>
                      <a:pt x="2050" y="488"/>
                    </a:cubicBezTo>
                    <a:cubicBezTo>
                      <a:pt x="2040" y="440"/>
                      <a:pt x="2013" y="409"/>
                      <a:pt x="1966" y="397"/>
                    </a:cubicBezTo>
                    <a:cubicBezTo>
                      <a:pt x="1874" y="374"/>
                      <a:pt x="1803" y="321"/>
                      <a:pt x="1752" y="240"/>
                    </a:cubicBezTo>
                    <a:cubicBezTo>
                      <a:pt x="1727" y="199"/>
                      <a:pt x="1691" y="181"/>
                      <a:pt x="1643" y="186"/>
                    </a:cubicBezTo>
                    <a:cubicBezTo>
                      <a:pt x="1550" y="195"/>
                      <a:pt x="1466" y="170"/>
                      <a:pt x="1393" y="113"/>
                    </a:cubicBezTo>
                    <a:cubicBezTo>
                      <a:pt x="1353" y="82"/>
                      <a:pt x="1312" y="77"/>
                      <a:pt x="1266" y="99"/>
                    </a:cubicBezTo>
                    <a:cubicBezTo>
                      <a:pt x="1182" y="138"/>
                      <a:pt x="1095" y="144"/>
                      <a:pt x="1007" y="115"/>
                    </a:cubicBezTo>
                    <a:cubicBezTo>
                      <a:pt x="959" y="99"/>
                      <a:pt x="919" y="110"/>
                      <a:pt x="883" y="146"/>
                    </a:cubicBezTo>
                    <a:cubicBezTo>
                      <a:pt x="820" y="212"/>
                      <a:pt x="740" y="246"/>
                      <a:pt x="650" y="249"/>
                    </a:cubicBezTo>
                    <a:cubicBezTo>
                      <a:pt x="596" y="251"/>
                      <a:pt x="562" y="275"/>
                      <a:pt x="540" y="323"/>
                    </a:cubicBezTo>
                    <a:cubicBezTo>
                      <a:pt x="502" y="405"/>
                      <a:pt x="440" y="465"/>
                      <a:pt x="356" y="499"/>
                    </a:cubicBezTo>
                    <a:cubicBezTo>
                      <a:pt x="305" y="519"/>
                      <a:pt x="281" y="554"/>
                      <a:pt x="277" y="606"/>
                    </a:cubicBezTo>
                    <a:cubicBezTo>
                      <a:pt x="271" y="695"/>
                      <a:pt x="234" y="771"/>
                      <a:pt x="169" y="831"/>
                    </a:cubicBezTo>
                    <a:cubicBezTo>
                      <a:pt x="126" y="869"/>
                      <a:pt x="115" y="911"/>
                      <a:pt x="130" y="966"/>
                    </a:cubicBezTo>
                    <a:cubicBezTo>
                      <a:pt x="152" y="1050"/>
                      <a:pt x="144" y="1133"/>
                      <a:pt x="102" y="1210"/>
                    </a:cubicBezTo>
                    <a:cubicBezTo>
                      <a:pt x="76" y="1258"/>
                      <a:pt x="77" y="1301"/>
                      <a:pt x="109" y="1346"/>
                    </a:cubicBezTo>
                    <a:cubicBezTo>
                      <a:pt x="161" y="1419"/>
                      <a:pt x="181" y="1501"/>
                      <a:pt x="168" y="1589"/>
                    </a:cubicBezTo>
                    <a:cubicBezTo>
                      <a:pt x="161" y="1643"/>
                      <a:pt x="177" y="1683"/>
                      <a:pt x="222" y="1715"/>
                    </a:cubicBezTo>
                    <a:cubicBezTo>
                      <a:pt x="297" y="1767"/>
                      <a:pt x="344" y="1839"/>
                      <a:pt x="362" y="1928"/>
                    </a:cubicBezTo>
                    <a:cubicBezTo>
                      <a:pt x="372" y="1978"/>
                      <a:pt x="400" y="2008"/>
                      <a:pt x="449" y="2021"/>
                    </a:cubicBezTo>
                    <a:cubicBezTo>
                      <a:pt x="539" y="2044"/>
                      <a:pt x="609" y="2096"/>
                      <a:pt x="658" y="2176"/>
                    </a:cubicBezTo>
                    <a:cubicBezTo>
                      <a:pt x="685" y="2219"/>
                      <a:pt x="722" y="2238"/>
                      <a:pt x="773" y="2232"/>
                    </a:cubicBezTo>
                    <a:cubicBezTo>
                      <a:pt x="864" y="2223"/>
                      <a:pt x="946" y="2247"/>
                      <a:pt x="1017" y="2303"/>
                    </a:cubicBezTo>
                    <a:cubicBezTo>
                      <a:pt x="1059" y="2336"/>
                      <a:pt x="1101" y="2341"/>
                      <a:pt x="1149" y="2319"/>
                    </a:cubicBezTo>
                    <a:cubicBezTo>
                      <a:pt x="1232" y="2280"/>
                      <a:pt x="1317" y="2275"/>
                      <a:pt x="1404" y="2303"/>
                    </a:cubicBezTo>
                    <a:cubicBezTo>
                      <a:pt x="1452" y="2318"/>
                      <a:pt x="1492" y="2310"/>
                      <a:pt x="1528" y="2273"/>
                    </a:cubicBezTo>
                    <a:cubicBezTo>
                      <a:pt x="1593" y="2207"/>
                      <a:pt x="1672" y="2172"/>
                      <a:pt x="1766" y="2170"/>
                    </a:cubicBezTo>
                    <a:cubicBezTo>
                      <a:pt x="1814" y="2168"/>
                      <a:pt x="1848" y="2147"/>
                      <a:pt x="1868" y="2103"/>
                    </a:cubicBezTo>
                    <a:cubicBezTo>
                      <a:pt x="1909" y="2014"/>
                      <a:pt x="1974" y="1952"/>
                      <a:pt x="2065" y="1916"/>
                    </a:cubicBezTo>
                    <a:cubicBezTo>
                      <a:pt x="2106" y="1900"/>
                      <a:pt x="2128" y="1869"/>
                      <a:pt x="2132" y="1825"/>
                    </a:cubicBezTo>
                    <a:cubicBezTo>
                      <a:pt x="2140" y="1727"/>
                      <a:pt x="2183" y="1647"/>
                      <a:pt x="2253" y="1577"/>
                    </a:cubicBezTo>
                    <a:cubicBezTo>
                      <a:pt x="2276" y="1553"/>
                      <a:pt x="2291" y="1502"/>
                      <a:pt x="2284" y="1470"/>
                    </a:cubicBezTo>
                    <a:cubicBezTo>
                      <a:pt x="2262" y="1373"/>
                      <a:pt x="2274" y="1285"/>
                      <a:pt x="2314" y="1196"/>
                    </a:cubicBezTo>
                    <a:cubicBezTo>
                      <a:pt x="2327" y="1165"/>
                      <a:pt x="2328" y="1116"/>
                      <a:pt x="2311" y="1089"/>
                    </a:cubicBezTo>
                    <a:cubicBezTo>
                      <a:pt x="2255" y="1001"/>
                      <a:pt x="2228" y="909"/>
                      <a:pt x="2250" y="7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87" name="Freeform 83"/>
              <p:cNvSpPr/>
              <p:nvPr/>
            </p:nvSpPr>
            <p:spPr bwMode="auto">
              <a:xfrm>
                <a:off x="3318" y="2439"/>
                <a:ext cx="327" cy="222"/>
              </a:xfrm>
              <a:custGeom>
                <a:avLst/>
                <a:gdLst>
                  <a:gd name="T0" fmla="*/ 77 w 242"/>
                  <a:gd name="T1" fmla="*/ 122 h 164"/>
                  <a:gd name="T2" fmla="*/ 104 w 242"/>
                  <a:gd name="T3" fmla="*/ 82 h 164"/>
                  <a:gd name="T4" fmla="*/ 112 w 242"/>
                  <a:gd name="T5" fmla="*/ 88 h 164"/>
                  <a:gd name="T6" fmla="*/ 92 w 242"/>
                  <a:gd name="T7" fmla="*/ 119 h 164"/>
                  <a:gd name="T8" fmla="*/ 242 w 242"/>
                  <a:gd name="T9" fmla="*/ 124 h 164"/>
                  <a:gd name="T10" fmla="*/ 161 w 242"/>
                  <a:gd name="T11" fmla="*/ 161 h 164"/>
                  <a:gd name="T12" fmla="*/ 99 w 242"/>
                  <a:gd name="T13" fmla="*/ 153 h 164"/>
                  <a:gd name="T14" fmla="*/ 38 w 242"/>
                  <a:gd name="T15" fmla="*/ 164 h 164"/>
                  <a:gd name="T16" fmla="*/ 29 w 242"/>
                  <a:gd name="T17" fmla="*/ 126 h 164"/>
                  <a:gd name="T18" fmla="*/ 32 w 242"/>
                  <a:gd name="T19" fmla="*/ 0 h 164"/>
                  <a:gd name="T20" fmla="*/ 77 w 242"/>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164">
                    <a:moveTo>
                      <a:pt x="77" y="122"/>
                    </a:moveTo>
                    <a:cubicBezTo>
                      <a:pt x="86" y="109"/>
                      <a:pt x="95" y="96"/>
                      <a:pt x="104" y="82"/>
                    </a:cubicBezTo>
                    <a:cubicBezTo>
                      <a:pt x="107" y="84"/>
                      <a:pt x="109" y="86"/>
                      <a:pt x="112" y="88"/>
                    </a:cubicBezTo>
                    <a:cubicBezTo>
                      <a:pt x="107" y="95"/>
                      <a:pt x="102" y="103"/>
                      <a:pt x="92" y="119"/>
                    </a:cubicBezTo>
                    <a:cubicBezTo>
                      <a:pt x="148" y="90"/>
                      <a:pt x="193" y="98"/>
                      <a:pt x="242" y="124"/>
                    </a:cubicBezTo>
                    <a:cubicBezTo>
                      <a:pt x="218" y="148"/>
                      <a:pt x="192" y="161"/>
                      <a:pt x="161" y="161"/>
                    </a:cubicBezTo>
                    <a:cubicBezTo>
                      <a:pt x="140" y="161"/>
                      <a:pt x="118" y="160"/>
                      <a:pt x="99" y="153"/>
                    </a:cubicBezTo>
                    <a:cubicBezTo>
                      <a:pt x="73" y="143"/>
                      <a:pt x="53" y="143"/>
                      <a:pt x="38" y="164"/>
                    </a:cubicBezTo>
                    <a:cubicBezTo>
                      <a:pt x="35" y="151"/>
                      <a:pt x="36" y="137"/>
                      <a:pt x="29" y="126"/>
                    </a:cubicBezTo>
                    <a:cubicBezTo>
                      <a:pt x="0" y="75"/>
                      <a:pt x="0" y="46"/>
                      <a:pt x="32" y="0"/>
                    </a:cubicBezTo>
                    <a:cubicBezTo>
                      <a:pt x="72" y="14"/>
                      <a:pt x="85" y="53"/>
                      <a:pt x="77"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88" name="Freeform 84"/>
              <p:cNvSpPr/>
              <p:nvPr/>
            </p:nvSpPr>
            <p:spPr bwMode="auto">
              <a:xfrm>
                <a:off x="3417" y="2308"/>
                <a:ext cx="339" cy="217"/>
              </a:xfrm>
              <a:custGeom>
                <a:avLst/>
                <a:gdLst>
                  <a:gd name="T0" fmla="*/ 251 w 251"/>
                  <a:gd name="T1" fmla="*/ 92 h 161"/>
                  <a:gd name="T2" fmla="*/ 65 w 251"/>
                  <a:gd name="T3" fmla="*/ 138 h 161"/>
                  <a:gd name="T4" fmla="*/ 29 w 251"/>
                  <a:gd name="T5" fmla="*/ 0 h 161"/>
                  <a:gd name="T6" fmla="*/ 87 w 251"/>
                  <a:gd name="T7" fmla="*/ 118 h 161"/>
                  <a:gd name="T8" fmla="*/ 251 w 251"/>
                  <a:gd name="T9" fmla="*/ 92 h 161"/>
                </a:gdLst>
                <a:ahLst/>
                <a:cxnLst>
                  <a:cxn ang="0">
                    <a:pos x="T0" y="T1"/>
                  </a:cxn>
                  <a:cxn ang="0">
                    <a:pos x="T2" y="T3"/>
                  </a:cxn>
                  <a:cxn ang="0">
                    <a:pos x="T4" y="T5"/>
                  </a:cxn>
                  <a:cxn ang="0">
                    <a:pos x="T6" y="T7"/>
                  </a:cxn>
                  <a:cxn ang="0">
                    <a:pos x="T8" y="T9"/>
                  </a:cxn>
                </a:cxnLst>
                <a:rect l="0" t="0" r="r" b="b"/>
                <a:pathLst>
                  <a:path w="251" h="161">
                    <a:moveTo>
                      <a:pt x="251" y="92"/>
                    </a:moveTo>
                    <a:cubicBezTo>
                      <a:pt x="205" y="161"/>
                      <a:pt x="133" y="134"/>
                      <a:pt x="65" y="138"/>
                    </a:cubicBezTo>
                    <a:cubicBezTo>
                      <a:pt x="8" y="81"/>
                      <a:pt x="0" y="53"/>
                      <a:pt x="29" y="0"/>
                    </a:cubicBezTo>
                    <a:cubicBezTo>
                      <a:pt x="75" y="19"/>
                      <a:pt x="90" y="48"/>
                      <a:pt x="87" y="118"/>
                    </a:cubicBezTo>
                    <a:cubicBezTo>
                      <a:pt x="139" y="83"/>
                      <a:pt x="191" y="61"/>
                      <a:pt x="251"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89" name="Freeform 85"/>
              <p:cNvSpPr/>
              <p:nvPr/>
            </p:nvSpPr>
            <p:spPr bwMode="auto">
              <a:xfrm>
                <a:off x="3561" y="2259"/>
                <a:ext cx="114" cy="141"/>
              </a:xfrm>
              <a:custGeom>
                <a:avLst/>
                <a:gdLst>
                  <a:gd name="T0" fmla="*/ 17 w 84"/>
                  <a:gd name="T1" fmla="*/ 104 h 104"/>
                  <a:gd name="T2" fmla="*/ 66 w 84"/>
                  <a:gd name="T3" fmla="*/ 0 h 104"/>
                  <a:gd name="T4" fmla="*/ 17 w 84"/>
                  <a:gd name="T5" fmla="*/ 104 h 104"/>
                </a:gdLst>
                <a:ahLst/>
                <a:cxnLst>
                  <a:cxn ang="0">
                    <a:pos x="T0" y="T1"/>
                  </a:cxn>
                  <a:cxn ang="0">
                    <a:pos x="T2" y="T3"/>
                  </a:cxn>
                  <a:cxn ang="0">
                    <a:pos x="T4" y="T5"/>
                  </a:cxn>
                </a:cxnLst>
                <a:rect l="0" t="0" r="r" b="b"/>
                <a:pathLst>
                  <a:path w="84" h="104">
                    <a:moveTo>
                      <a:pt x="17" y="104"/>
                    </a:moveTo>
                    <a:cubicBezTo>
                      <a:pt x="0" y="56"/>
                      <a:pt x="17" y="22"/>
                      <a:pt x="66" y="0"/>
                    </a:cubicBezTo>
                    <a:cubicBezTo>
                      <a:pt x="84" y="48"/>
                      <a:pt x="73" y="74"/>
                      <a:pt x="1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0" name="Freeform 86"/>
              <p:cNvSpPr/>
              <p:nvPr/>
            </p:nvSpPr>
            <p:spPr bwMode="auto">
              <a:xfrm>
                <a:off x="2161" y="2439"/>
                <a:ext cx="329" cy="222"/>
              </a:xfrm>
              <a:custGeom>
                <a:avLst/>
                <a:gdLst>
                  <a:gd name="T0" fmla="*/ 166 w 243"/>
                  <a:gd name="T1" fmla="*/ 122 h 164"/>
                  <a:gd name="T2" fmla="*/ 138 w 243"/>
                  <a:gd name="T3" fmla="*/ 82 h 164"/>
                  <a:gd name="T4" fmla="*/ 131 w 243"/>
                  <a:gd name="T5" fmla="*/ 88 h 164"/>
                  <a:gd name="T6" fmla="*/ 151 w 243"/>
                  <a:gd name="T7" fmla="*/ 119 h 164"/>
                  <a:gd name="T8" fmla="*/ 0 w 243"/>
                  <a:gd name="T9" fmla="*/ 124 h 164"/>
                  <a:gd name="T10" fmla="*/ 82 w 243"/>
                  <a:gd name="T11" fmla="*/ 161 h 164"/>
                  <a:gd name="T12" fmla="*/ 144 w 243"/>
                  <a:gd name="T13" fmla="*/ 153 h 164"/>
                  <a:gd name="T14" fmla="*/ 205 w 243"/>
                  <a:gd name="T15" fmla="*/ 164 h 164"/>
                  <a:gd name="T16" fmla="*/ 213 w 243"/>
                  <a:gd name="T17" fmla="*/ 126 h 164"/>
                  <a:gd name="T18" fmla="*/ 210 w 243"/>
                  <a:gd name="T19" fmla="*/ 0 h 164"/>
                  <a:gd name="T20" fmla="*/ 166 w 243"/>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3" h="164">
                    <a:moveTo>
                      <a:pt x="166" y="122"/>
                    </a:moveTo>
                    <a:cubicBezTo>
                      <a:pt x="156" y="109"/>
                      <a:pt x="147" y="96"/>
                      <a:pt x="138" y="82"/>
                    </a:cubicBezTo>
                    <a:cubicBezTo>
                      <a:pt x="136" y="84"/>
                      <a:pt x="134" y="86"/>
                      <a:pt x="131" y="88"/>
                    </a:cubicBezTo>
                    <a:cubicBezTo>
                      <a:pt x="136" y="95"/>
                      <a:pt x="140" y="103"/>
                      <a:pt x="151" y="119"/>
                    </a:cubicBezTo>
                    <a:cubicBezTo>
                      <a:pt x="95" y="90"/>
                      <a:pt x="50" y="98"/>
                      <a:pt x="0" y="124"/>
                    </a:cubicBezTo>
                    <a:cubicBezTo>
                      <a:pt x="24" y="148"/>
                      <a:pt x="51" y="161"/>
                      <a:pt x="82" y="161"/>
                    </a:cubicBezTo>
                    <a:cubicBezTo>
                      <a:pt x="102" y="161"/>
                      <a:pt x="124" y="160"/>
                      <a:pt x="144" y="153"/>
                    </a:cubicBezTo>
                    <a:cubicBezTo>
                      <a:pt x="169" y="143"/>
                      <a:pt x="190" y="143"/>
                      <a:pt x="205" y="164"/>
                    </a:cubicBezTo>
                    <a:cubicBezTo>
                      <a:pt x="207" y="151"/>
                      <a:pt x="207" y="137"/>
                      <a:pt x="213" y="126"/>
                    </a:cubicBezTo>
                    <a:cubicBezTo>
                      <a:pt x="243" y="75"/>
                      <a:pt x="243" y="46"/>
                      <a:pt x="210" y="0"/>
                    </a:cubicBezTo>
                    <a:cubicBezTo>
                      <a:pt x="170" y="14"/>
                      <a:pt x="157" y="53"/>
                      <a:pt x="16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1" name="Freeform 87"/>
              <p:cNvSpPr/>
              <p:nvPr/>
            </p:nvSpPr>
            <p:spPr bwMode="auto">
              <a:xfrm>
                <a:off x="2051" y="2308"/>
                <a:ext cx="340" cy="217"/>
              </a:xfrm>
              <a:custGeom>
                <a:avLst/>
                <a:gdLst>
                  <a:gd name="T0" fmla="*/ 0 w 251"/>
                  <a:gd name="T1" fmla="*/ 92 h 161"/>
                  <a:gd name="T2" fmla="*/ 186 w 251"/>
                  <a:gd name="T3" fmla="*/ 138 h 161"/>
                  <a:gd name="T4" fmla="*/ 222 w 251"/>
                  <a:gd name="T5" fmla="*/ 0 h 161"/>
                  <a:gd name="T6" fmla="*/ 164 w 251"/>
                  <a:gd name="T7" fmla="*/ 118 h 161"/>
                  <a:gd name="T8" fmla="*/ 0 w 251"/>
                  <a:gd name="T9" fmla="*/ 92 h 161"/>
                </a:gdLst>
                <a:ahLst/>
                <a:cxnLst>
                  <a:cxn ang="0">
                    <a:pos x="T0" y="T1"/>
                  </a:cxn>
                  <a:cxn ang="0">
                    <a:pos x="T2" y="T3"/>
                  </a:cxn>
                  <a:cxn ang="0">
                    <a:pos x="T4" y="T5"/>
                  </a:cxn>
                  <a:cxn ang="0">
                    <a:pos x="T6" y="T7"/>
                  </a:cxn>
                  <a:cxn ang="0">
                    <a:pos x="T8" y="T9"/>
                  </a:cxn>
                </a:cxnLst>
                <a:rect l="0" t="0" r="r" b="b"/>
                <a:pathLst>
                  <a:path w="251" h="161">
                    <a:moveTo>
                      <a:pt x="0" y="92"/>
                    </a:moveTo>
                    <a:cubicBezTo>
                      <a:pt x="45" y="161"/>
                      <a:pt x="118" y="134"/>
                      <a:pt x="186" y="138"/>
                    </a:cubicBezTo>
                    <a:cubicBezTo>
                      <a:pt x="243" y="81"/>
                      <a:pt x="251" y="53"/>
                      <a:pt x="222" y="0"/>
                    </a:cubicBezTo>
                    <a:cubicBezTo>
                      <a:pt x="175" y="19"/>
                      <a:pt x="160" y="48"/>
                      <a:pt x="164" y="118"/>
                    </a:cubicBezTo>
                    <a:cubicBezTo>
                      <a:pt x="112" y="83"/>
                      <a:pt x="60" y="61"/>
                      <a:pt x="0"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2" name="Freeform 88"/>
              <p:cNvSpPr/>
              <p:nvPr/>
            </p:nvSpPr>
            <p:spPr bwMode="auto">
              <a:xfrm>
                <a:off x="2132" y="2259"/>
                <a:ext cx="113" cy="141"/>
              </a:xfrm>
              <a:custGeom>
                <a:avLst/>
                <a:gdLst>
                  <a:gd name="T0" fmla="*/ 66 w 83"/>
                  <a:gd name="T1" fmla="*/ 104 h 104"/>
                  <a:gd name="T2" fmla="*/ 18 w 83"/>
                  <a:gd name="T3" fmla="*/ 0 h 104"/>
                  <a:gd name="T4" fmla="*/ 66 w 83"/>
                  <a:gd name="T5" fmla="*/ 104 h 104"/>
                </a:gdLst>
                <a:ahLst/>
                <a:cxnLst>
                  <a:cxn ang="0">
                    <a:pos x="T0" y="T1"/>
                  </a:cxn>
                  <a:cxn ang="0">
                    <a:pos x="T2" y="T3"/>
                  </a:cxn>
                  <a:cxn ang="0">
                    <a:pos x="T4" y="T5"/>
                  </a:cxn>
                </a:cxnLst>
                <a:rect l="0" t="0" r="r" b="b"/>
                <a:pathLst>
                  <a:path w="83" h="104">
                    <a:moveTo>
                      <a:pt x="66" y="104"/>
                    </a:moveTo>
                    <a:cubicBezTo>
                      <a:pt x="83" y="56"/>
                      <a:pt x="67" y="22"/>
                      <a:pt x="18" y="0"/>
                    </a:cubicBezTo>
                    <a:cubicBezTo>
                      <a:pt x="0" y="48"/>
                      <a:pt x="11" y="74"/>
                      <a:pt x="66"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3" name="Freeform 89"/>
              <p:cNvSpPr>
                <a:spLocks noEditPoints="1"/>
              </p:cNvSpPr>
              <p:nvPr/>
            </p:nvSpPr>
            <p:spPr bwMode="auto">
              <a:xfrm>
                <a:off x="1383" y="115"/>
                <a:ext cx="3004" cy="3013"/>
              </a:xfrm>
              <a:custGeom>
                <a:avLst/>
                <a:gdLst>
                  <a:gd name="T0" fmla="*/ 96 w 2220"/>
                  <a:gd name="T1" fmla="*/ 1479 h 2226"/>
                  <a:gd name="T2" fmla="*/ 31 w 2220"/>
                  <a:gd name="T3" fmla="*/ 1240 h 2226"/>
                  <a:gd name="T4" fmla="*/ 22 w 2220"/>
                  <a:gd name="T5" fmla="*/ 1129 h 2226"/>
                  <a:gd name="T6" fmla="*/ 52 w 2220"/>
                  <a:gd name="T7" fmla="*/ 860 h 2226"/>
                  <a:gd name="T8" fmla="*/ 83 w 2220"/>
                  <a:gd name="T9" fmla="*/ 753 h 2226"/>
                  <a:gd name="T10" fmla="*/ 206 w 2220"/>
                  <a:gd name="T11" fmla="*/ 505 h 2226"/>
                  <a:gd name="T12" fmla="*/ 260 w 2220"/>
                  <a:gd name="T13" fmla="*/ 428 h 2226"/>
                  <a:gd name="T14" fmla="*/ 469 w 2220"/>
                  <a:gd name="T15" fmla="*/ 229 h 2226"/>
                  <a:gd name="T16" fmla="*/ 547 w 2220"/>
                  <a:gd name="T17" fmla="*/ 176 h 2226"/>
                  <a:gd name="T18" fmla="*/ 810 w 2220"/>
                  <a:gd name="T19" fmla="*/ 59 h 2226"/>
                  <a:gd name="T20" fmla="*/ 902 w 2220"/>
                  <a:gd name="T21" fmla="*/ 39 h 2226"/>
                  <a:gd name="T22" fmla="*/ 1183 w 2220"/>
                  <a:gd name="T23" fmla="*/ 18 h 2226"/>
                  <a:gd name="T24" fmla="*/ 1283 w 2220"/>
                  <a:gd name="T25" fmla="*/ 31 h 2226"/>
                  <a:gd name="T26" fmla="*/ 1548 w 2220"/>
                  <a:gd name="T27" fmla="*/ 110 h 2226"/>
                  <a:gd name="T28" fmla="*/ 1639 w 2220"/>
                  <a:gd name="T29" fmla="*/ 153 h 2226"/>
                  <a:gd name="T30" fmla="*/ 1865 w 2220"/>
                  <a:gd name="T31" fmla="*/ 321 h 2226"/>
                  <a:gd name="T32" fmla="*/ 1934 w 2220"/>
                  <a:gd name="T33" fmla="*/ 396 h 2226"/>
                  <a:gd name="T34" fmla="*/ 2086 w 2220"/>
                  <a:gd name="T35" fmla="*/ 626 h 2226"/>
                  <a:gd name="T36" fmla="*/ 2128 w 2220"/>
                  <a:gd name="T37" fmla="*/ 724 h 2226"/>
                  <a:gd name="T38" fmla="*/ 2194 w 2220"/>
                  <a:gd name="T39" fmla="*/ 998 h 2226"/>
                  <a:gd name="T40" fmla="*/ 2200 w 2220"/>
                  <a:gd name="T41" fmla="*/ 1093 h 2226"/>
                  <a:gd name="T42" fmla="*/ 2168 w 2220"/>
                  <a:gd name="T43" fmla="*/ 1379 h 2226"/>
                  <a:gd name="T44" fmla="*/ 2140 w 2220"/>
                  <a:gd name="T45" fmla="*/ 1470 h 2226"/>
                  <a:gd name="T46" fmla="*/ 2018 w 2220"/>
                  <a:gd name="T47" fmla="*/ 1723 h 2226"/>
                  <a:gd name="T48" fmla="*/ 1958 w 2220"/>
                  <a:gd name="T49" fmla="*/ 1805 h 2226"/>
                  <a:gd name="T50" fmla="*/ 1757 w 2220"/>
                  <a:gd name="T51" fmla="*/ 1996 h 2226"/>
                  <a:gd name="T52" fmla="*/ 1669 w 2220"/>
                  <a:gd name="T53" fmla="*/ 2055 h 2226"/>
                  <a:gd name="T54" fmla="*/ 1421 w 2220"/>
                  <a:gd name="T55" fmla="*/ 2163 h 2226"/>
                  <a:gd name="T56" fmla="*/ 1314 w 2220"/>
                  <a:gd name="T57" fmla="*/ 2190 h 2226"/>
                  <a:gd name="T58" fmla="*/ 1049 w 2220"/>
                  <a:gd name="T59" fmla="*/ 2206 h 2226"/>
                  <a:gd name="T60" fmla="*/ 933 w 2220"/>
                  <a:gd name="T61" fmla="*/ 2194 h 2226"/>
                  <a:gd name="T62" fmla="*/ 679 w 2220"/>
                  <a:gd name="T63" fmla="*/ 2118 h 2226"/>
                  <a:gd name="T64" fmla="*/ 575 w 2220"/>
                  <a:gd name="T65" fmla="*/ 2065 h 2226"/>
                  <a:gd name="T66" fmla="*/ 366 w 2220"/>
                  <a:gd name="T67" fmla="*/ 1910 h 2226"/>
                  <a:gd name="T68" fmla="*/ 285 w 2220"/>
                  <a:gd name="T69" fmla="*/ 1827 h 2226"/>
                  <a:gd name="T70" fmla="*/ 160 w 2220"/>
                  <a:gd name="T71" fmla="*/ 1622 h 2226"/>
                  <a:gd name="T72" fmla="*/ 96 w 2220"/>
                  <a:gd name="T73" fmla="*/ 1479 h 2226"/>
                  <a:gd name="T74" fmla="*/ 1109 w 2220"/>
                  <a:gd name="T75" fmla="*/ 2139 h 2226"/>
                  <a:gd name="T76" fmla="*/ 1271 w 2220"/>
                  <a:gd name="T77" fmla="*/ 2122 h 2226"/>
                  <a:gd name="T78" fmla="*/ 2069 w 2220"/>
                  <a:gd name="T79" fmla="*/ 851 h 2226"/>
                  <a:gd name="T80" fmla="*/ 964 w 2220"/>
                  <a:gd name="T81" fmla="*/ 103 h 2226"/>
                  <a:gd name="T82" fmla="*/ 123 w 2220"/>
                  <a:gd name="T83" fmla="*/ 1029 h 2226"/>
                  <a:gd name="T84" fmla="*/ 1109 w 2220"/>
                  <a:gd name="T85" fmla="*/ 2139 h 2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220" h="2226">
                    <a:moveTo>
                      <a:pt x="96" y="1479"/>
                    </a:moveTo>
                    <a:cubicBezTo>
                      <a:pt x="98" y="1387"/>
                      <a:pt x="79" y="1309"/>
                      <a:pt x="31" y="1240"/>
                    </a:cubicBezTo>
                    <a:cubicBezTo>
                      <a:pt x="4" y="1203"/>
                      <a:pt x="0" y="1170"/>
                      <a:pt x="22" y="1129"/>
                    </a:cubicBezTo>
                    <a:cubicBezTo>
                      <a:pt x="67" y="1044"/>
                      <a:pt x="76" y="953"/>
                      <a:pt x="52" y="860"/>
                    </a:cubicBezTo>
                    <a:cubicBezTo>
                      <a:pt x="42" y="817"/>
                      <a:pt x="50" y="784"/>
                      <a:pt x="83" y="753"/>
                    </a:cubicBezTo>
                    <a:cubicBezTo>
                      <a:pt x="155" y="686"/>
                      <a:pt x="192" y="602"/>
                      <a:pt x="206" y="505"/>
                    </a:cubicBezTo>
                    <a:cubicBezTo>
                      <a:pt x="210" y="476"/>
                      <a:pt x="235" y="440"/>
                      <a:pt x="260" y="428"/>
                    </a:cubicBezTo>
                    <a:cubicBezTo>
                      <a:pt x="353" y="383"/>
                      <a:pt x="420" y="318"/>
                      <a:pt x="469" y="229"/>
                    </a:cubicBezTo>
                    <a:cubicBezTo>
                      <a:pt x="482" y="203"/>
                      <a:pt x="519" y="178"/>
                      <a:pt x="547" y="176"/>
                    </a:cubicBezTo>
                    <a:cubicBezTo>
                      <a:pt x="649" y="166"/>
                      <a:pt x="734" y="128"/>
                      <a:pt x="810" y="59"/>
                    </a:cubicBezTo>
                    <a:cubicBezTo>
                      <a:pt x="831" y="41"/>
                      <a:pt x="875" y="32"/>
                      <a:pt x="902" y="39"/>
                    </a:cubicBezTo>
                    <a:cubicBezTo>
                      <a:pt x="999" y="64"/>
                      <a:pt x="1092" y="61"/>
                      <a:pt x="1183" y="18"/>
                    </a:cubicBezTo>
                    <a:cubicBezTo>
                      <a:pt x="1221" y="0"/>
                      <a:pt x="1251" y="6"/>
                      <a:pt x="1283" y="31"/>
                    </a:cubicBezTo>
                    <a:cubicBezTo>
                      <a:pt x="1361" y="92"/>
                      <a:pt x="1450" y="118"/>
                      <a:pt x="1548" y="110"/>
                    </a:cubicBezTo>
                    <a:cubicBezTo>
                      <a:pt x="1589" y="107"/>
                      <a:pt x="1617" y="119"/>
                      <a:pt x="1639" y="153"/>
                    </a:cubicBezTo>
                    <a:cubicBezTo>
                      <a:pt x="1693" y="239"/>
                      <a:pt x="1768" y="295"/>
                      <a:pt x="1865" y="321"/>
                    </a:cubicBezTo>
                    <a:cubicBezTo>
                      <a:pt x="1905" y="332"/>
                      <a:pt x="1925" y="356"/>
                      <a:pt x="1934" y="396"/>
                    </a:cubicBezTo>
                    <a:cubicBezTo>
                      <a:pt x="1955" y="492"/>
                      <a:pt x="2005" y="570"/>
                      <a:pt x="2086" y="626"/>
                    </a:cubicBezTo>
                    <a:cubicBezTo>
                      <a:pt x="2121" y="651"/>
                      <a:pt x="2133" y="681"/>
                      <a:pt x="2128" y="724"/>
                    </a:cubicBezTo>
                    <a:cubicBezTo>
                      <a:pt x="2116" y="824"/>
                      <a:pt x="2141" y="913"/>
                      <a:pt x="2194" y="998"/>
                    </a:cubicBezTo>
                    <a:cubicBezTo>
                      <a:pt x="2209" y="1022"/>
                      <a:pt x="2212" y="1067"/>
                      <a:pt x="2200" y="1093"/>
                    </a:cubicBezTo>
                    <a:cubicBezTo>
                      <a:pt x="2156" y="1186"/>
                      <a:pt x="2149" y="1279"/>
                      <a:pt x="2168" y="1379"/>
                    </a:cubicBezTo>
                    <a:cubicBezTo>
                      <a:pt x="2173" y="1407"/>
                      <a:pt x="2160" y="1449"/>
                      <a:pt x="2140" y="1470"/>
                    </a:cubicBezTo>
                    <a:cubicBezTo>
                      <a:pt x="2071" y="1542"/>
                      <a:pt x="2026" y="1623"/>
                      <a:pt x="2018" y="1723"/>
                    </a:cubicBezTo>
                    <a:cubicBezTo>
                      <a:pt x="2014" y="1763"/>
                      <a:pt x="1996" y="1790"/>
                      <a:pt x="1958" y="1805"/>
                    </a:cubicBezTo>
                    <a:cubicBezTo>
                      <a:pt x="1866" y="1843"/>
                      <a:pt x="1799" y="1907"/>
                      <a:pt x="1757" y="1996"/>
                    </a:cubicBezTo>
                    <a:cubicBezTo>
                      <a:pt x="1739" y="2035"/>
                      <a:pt x="1713" y="2053"/>
                      <a:pt x="1669" y="2055"/>
                    </a:cubicBezTo>
                    <a:cubicBezTo>
                      <a:pt x="1573" y="2059"/>
                      <a:pt x="1489" y="2095"/>
                      <a:pt x="1421" y="2163"/>
                    </a:cubicBezTo>
                    <a:cubicBezTo>
                      <a:pt x="1389" y="2195"/>
                      <a:pt x="1357" y="2205"/>
                      <a:pt x="1314" y="2190"/>
                    </a:cubicBezTo>
                    <a:cubicBezTo>
                      <a:pt x="1224" y="2160"/>
                      <a:pt x="1134" y="2166"/>
                      <a:pt x="1049" y="2206"/>
                    </a:cubicBezTo>
                    <a:cubicBezTo>
                      <a:pt x="1005" y="2226"/>
                      <a:pt x="971" y="2223"/>
                      <a:pt x="933" y="2194"/>
                    </a:cubicBezTo>
                    <a:cubicBezTo>
                      <a:pt x="859" y="2136"/>
                      <a:pt x="773" y="2110"/>
                      <a:pt x="679" y="2118"/>
                    </a:cubicBezTo>
                    <a:cubicBezTo>
                      <a:pt x="631" y="2122"/>
                      <a:pt x="600" y="2106"/>
                      <a:pt x="575" y="2065"/>
                    </a:cubicBezTo>
                    <a:cubicBezTo>
                      <a:pt x="526" y="1987"/>
                      <a:pt x="455" y="1934"/>
                      <a:pt x="366" y="1910"/>
                    </a:cubicBezTo>
                    <a:cubicBezTo>
                      <a:pt x="321" y="1897"/>
                      <a:pt x="296" y="1875"/>
                      <a:pt x="285" y="1827"/>
                    </a:cubicBezTo>
                    <a:cubicBezTo>
                      <a:pt x="269" y="1745"/>
                      <a:pt x="228" y="1671"/>
                      <a:pt x="160" y="1622"/>
                    </a:cubicBezTo>
                    <a:cubicBezTo>
                      <a:pt x="105" y="1582"/>
                      <a:pt x="76" y="1539"/>
                      <a:pt x="96" y="1479"/>
                    </a:cubicBezTo>
                    <a:close/>
                    <a:moveTo>
                      <a:pt x="1109" y="2139"/>
                    </a:moveTo>
                    <a:cubicBezTo>
                      <a:pt x="1163" y="2134"/>
                      <a:pt x="1218" y="2131"/>
                      <a:pt x="1271" y="2122"/>
                    </a:cubicBezTo>
                    <a:cubicBezTo>
                      <a:pt x="1851" y="2023"/>
                      <a:pt x="2220" y="1434"/>
                      <a:pt x="2069" y="851"/>
                    </a:cubicBezTo>
                    <a:cubicBezTo>
                      <a:pt x="1938" y="347"/>
                      <a:pt x="1469" y="30"/>
                      <a:pt x="964" y="103"/>
                    </a:cubicBezTo>
                    <a:cubicBezTo>
                      <a:pt x="514" y="168"/>
                      <a:pt x="168" y="550"/>
                      <a:pt x="123" y="1029"/>
                    </a:cubicBezTo>
                    <a:cubicBezTo>
                      <a:pt x="67" y="1615"/>
                      <a:pt x="530" y="2135"/>
                      <a:pt x="1109" y="21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4" name="Freeform 90"/>
              <p:cNvSpPr>
                <a:spLocks noEditPoints="1"/>
              </p:cNvSpPr>
              <p:nvPr/>
            </p:nvSpPr>
            <p:spPr bwMode="auto">
              <a:xfrm>
                <a:off x="1577" y="318"/>
                <a:ext cx="2608" cy="2607"/>
              </a:xfrm>
              <a:custGeom>
                <a:avLst/>
                <a:gdLst>
                  <a:gd name="T0" fmla="*/ 964 w 1927"/>
                  <a:gd name="T1" fmla="*/ 1926 h 1926"/>
                  <a:gd name="T2" fmla="*/ 1 w 1927"/>
                  <a:gd name="T3" fmla="*/ 962 h 1926"/>
                  <a:gd name="T4" fmla="*/ 967 w 1927"/>
                  <a:gd name="T5" fmla="*/ 1 h 1926"/>
                  <a:gd name="T6" fmla="*/ 1926 w 1927"/>
                  <a:gd name="T7" fmla="*/ 963 h 1926"/>
                  <a:gd name="T8" fmla="*/ 964 w 1927"/>
                  <a:gd name="T9" fmla="*/ 1926 h 1926"/>
                  <a:gd name="T10" fmla="*/ 962 w 1927"/>
                  <a:gd name="T11" fmla="*/ 1903 h 1926"/>
                  <a:gd name="T12" fmla="*/ 1902 w 1927"/>
                  <a:gd name="T13" fmla="*/ 969 h 1926"/>
                  <a:gd name="T14" fmla="*/ 968 w 1927"/>
                  <a:gd name="T15" fmla="*/ 26 h 1926"/>
                  <a:gd name="T16" fmla="*/ 25 w 1927"/>
                  <a:gd name="T17" fmla="*/ 961 h 1926"/>
                  <a:gd name="T18" fmla="*/ 962 w 1927"/>
                  <a:gd name="T19" fmla="*/ 1903 h 1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7" h="1926">
                    <a:moveTo>
                      <a:pt x="964" y="1926"/>
                    </a:moveTo>
                    <a:cubicBezTo>
                      <a:pt x="433" y="1926"/>
                      <a:pt x="0" y="1493"/>
                      <a:pt x="1" y="962"/>
                    </a:cubicBezTo>
                    <a:cubicBezTo>
                      <a:pt x="2" y="432"/>
                      <a:pt x="436" y="0"/>
                      <a:pt x="967" y="1"/>
                    </a:cubicBezTo>
                    <a:cubicBezTo>
                      <a:pt x="1495" y="2"/>
                      <a:pt x="1926" y="433"/>
                      <a:pt x="1926" y="963"/>
                    </a:cubicBezTo>
                    <a:cubicBezTo>
                      <a:pt x="1927" y="1495"/>
                      <a:pt x="1496" y="1926"/>
                      <a:pt x="964" y="1926"/>
                    </a:cubicBezTo>
                    <a:close/>
                    <a:moveTo>
                      <a:pt x="962" y="1903"/>
                    </a:moveTo>
                    <a:cubicBezTo>
                      <a:pt x="1477" y="1904"/>
                      <a:pt x="1899" y="1485"/>
                      <a:pt x="1902" y="969"/>
                    </a:cubicBezTo>
                    <a:cubicBezTo>
                      <a:pt x="1904" y="450"/>
                      <a:pt x="1485" y="27"/>
                      <a:pt x="968" y="26"/>
                    </a:cubicBezTo>
                    <a:cubicBezTo>
                      <a:pt x="449" y="25"/>
                      <a:pt x="28" y="443"/>
                      <a:pt x="25" y="961"/>
                    </a:cubicBezTo>
                    <a:cubicBezTo>
                      <a:pt x="23" y="1477"/>
                      <a:pt x="445" y="1902"/>
                      <a:pt x="962" y="19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5" name="Freeform 91"/>
              <p:cNvSpPr>
                <a:spLocks noEditPoints="1"/>
              </p:cNvSpPr>
              <p:nvPr/>
            </p:nvSpPr>
            <p:spPr bwMode="auto">
              <a:xfrm>
                <a:off x="2237" y="1173"/>
                <a:ext cx="1289" cy="953"/>
              </a:xfrm>
              <a:custGeom>
                <a:avLst/>
                <a:gdLst>
                  <a:gd name="T0" fmla="*/ 938 w 953"/>
                  <a:gd name="T1" fmla="*/ 198 h 704"/>
                  <a:gd name="T2" fmla="*/ 485 w 953"/>
                  <a:gd name="T3" fmla="*/ 3 h 704"/>
                  <a:gd name="T4" fmla="*/ 477 w 953"/>
                  <a:gd name="T5" fmla="*/ 0 h 704"/>
                  <a:gd name="T6" fmla="*/ 468 w 953"/>
                  <a:gd name="T7" fmla="*/ 3 h 704"/>
                  <a:gd name="T8" fmla="*/ 15 w 953"/>
                  <a:gd name="T9" fmla="*/ 198 h 704"/>
                  <a:gd name="T10" fmla="*/ 0 w 953"/>
                  <a:gd name="T11" fmla="*/ 223 h 704"/>
                  <a:gd name="T12" fmla="*/ 15 w 953"/>
                  <a:gd name="T13" fmla="*/ 249 h 704"/>
                  <a:gd name="T14" fmla="*/ 468 w 953"/>
                  <a:gd name="T15" fmla="*/ 444 h 704"/>
                  <a:gd name="T16" fmla="*/ 485 w 953"/>
                  <a:gd name="T17" fmla="*/ 444 h 704"/>
                  <a:gd name="T18" fmla="*/ 838 w 953"/>
                  <a:gd name="T19" fmla="*/ 293 h 704"/>
                  <a:gd name="T20" fmla="*/ 838 w 953"/>
                  <a:gd name="T21" fmla="*/ 448 h 704"/>
                  <a:gd name="T22" fmla="*/ 805 w 953"/>
                  <a:gd name="T23" fmla="*/ 505 h 704"/>
                  <a:gd name="T24" fmla="*/ 838 w 953"/>
                  <a:gd name="T25" fmla="*/ 562 h 704"/>
                  <a:gd name="T26" fmla="*/ 838 w 953"/>
                  <a:gd name="T27" fmla="*/ 615 h 704"/>
                  <a:gd name="T28" fmla="*/ 884 w 953"/>
                  <a:gd name="T29" fmla="*/ 615 h 704"/>
                  <a:gd name="T30" fmla="*/ 884 w 953"/>
                  <a:gd name="T31" fmla="*/ 562 h 704"/>
                  <a:gd name="T32" fmla="*/ 915 w 953"/>
                  <a:gd name="T33" fmla="*/ 505 h 704"/>
                  <a:gd name="T34" fmla="*/ 884 w 953"/>
                  <a:gd name="T35" fmla="*/ 448 h 704"/>
                  <a:gd name="T36" fmla="*/ 884 w 953"/>
                  <a:gd name="T37" fmla="*/ 272 h 704"/>
                  <a:gd name="T38" fmla="*/ 938 w 953"/>
                  <a:gd name="T39" fmla="*/ 249 h 704"/>
                  <a:gd name="T40" fmla="*/ 953 w 953"/>
                  <a:gd name="T41" fmla="*/ 223 h 704"/>
                  <a:gd name="T42" fmla="*/ 938 w 953"/>
                  <a:gd name="T43" fmla="*/ 198 h 704"/>
                  <a:gd name="T44" fmla="*/ 477 w 953"/>
                  <a:gd name="T45" fmla="*/ 483 h 704"/>
                  <a:gd name="T46" fmla="*/ 457 w 953"/>
                  <a:gd name="T47" fmla="*/ 479 h 704"/>
                  <a:gd name="T48" fmla="*/ 174 w 953"/>
                  <a:gd name="T49" fmla="*/ 358 h 704"/>
                  <a:gd name="T50" fmla="*/ 174 w 953"/>
                  <a:gd name="T51" fmla="*/ 526 h 704"/>
                  <a:gd name="T52" fmla="*/ 445 w 953"/>
                  <a:gd name="T53" fmla="*/ 704 h 704"/>
                  <a:gd name="T54" fmla="*/ 509 w 953"/>
                  <a:gd name="T55" fmla="*/ 704 h 704"/>
                  <a:gd name="T56" fmla="*/ 779 w 953"/>
                  <a:gd name="T57" fmla="*/ 526 h 704"/>
                  <a:gd name="T58" fmla="*/ 779 w 953"/>
                  <a:gd name="T59" fmla="*/ 358 h 704"/>
                  <a:gd name="T60" fmla="*/ 496 w 953"/>
                  <a:gd name="T61" fmla="*/ 479 h 704"/>
                  <a:gd name="T62" fmla="*/ 477 w 953"/>
                  <a:gd name="T63" fmla="*/ 483 h 7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53" h="704">
                    <a:moveTo>
                      <a:pt x="938" y="198"/>
                    </a:moveTo>
                    <a:cubicBezTo>
                      <a:pt x="485" y="3"/>
                      <a:pt x="485" y="3"/>
                      <a:pt x="485" y="3"/>
                    </a:cubicBezTo>
                    <a:cubicBezTo>
                      <a:pt x="483" y="2"/>
                      <a:pt x="480" y="0"/>
                      <a:pt x="477" y="0"/>
                    </a:cubicBezTo>
                    <a:cubicBezTo>
                      <a:pt x="473" y="0"/>
                      <a:pt x="470" y="2"/>
                      <a:pt x="468" y="3"/>
                    </a:cubicBezTo>
                    <a:cubicBezTo>
                      <a:pt x="15" y="198"/>
                      <a:pt x="15" y="198"/>
                      <a:pt x="15" y="198"/>
                    </a:cubicBezTo>
                    <a:cubicBezTo>
                      <a:pt x="5" y="202"/>
                      <a:pt x="0" y="211"/>
                      <a:pt x="0" y="223"/>
                    </a:cubicBezTo>
                    <a:cubicBezTo>
                      <a:pt x="0" y="234"/>
                      <a:pt x="5" y="245"/>
                      <a:pt x="15" y="249"/>
                    </a:cubicBezTo>
                    <a:cubicBezTo>
                      <a:pt x="468" y="444"/>
                      <a:pt x="468" y="444"/>
                      <a:pt x="468" y="444"/>
                    </a:cubicBezTo>
                    <a:cubicBezTo>
                      <a:pt x="473" y="447"/>
                      <a:pt x="480" y="447"/>
                      <a:pt x="485" y="444"/>
                    </a:cubicBezTo>
                    <a:cubicBezTo>
                      <a:pt x="838" y="293"/>
                      <a:pt x="838" y="293"/>
                      <a:pt x="838" y="293"/>
                    </a:cubicBezTo>
                    <a:cubicBezTo>
                      <a:pt x="838" y="448"/>
                      <a:pt x="838" y="448"/>
                      <a:pt x="838" y="448"/>
                    </a:cubicBezTo>
                    <a:cubicBezTo>
                      <a:pt x="819" y="457"/>
                      <a:pt x="805" y="479"/>
                      <a:pt x="805" y="505"/>
                    </a:cubicBezTo>
                    <a:cubicBezTo>
                      <a:pt x="805" y="530"/>
                      <a:pt x="819" y="551"/>
                      <a:pt x="838" y="562"/>
                    </a:cubicBezTo>
                    <a:cubicBezTo>
                      <a:pt x="838" y="615"/>
                      <a:pt x="838" y="615"/>
                      <a:pt x="838" y="615"/>
                    </a:cubicBezTo>
                    <a:cubicBezTo>
                      <a:pt x="884" y="615"/>
                      <a:pt x="884" y="615"/>
                      <a:pt x="884" y="615"/>
                    </a:cubicBezTo>
                    <a:cubicBezTo>
                      <a:pt x="884" y="562"/>
                      <a:pt x="884" y="562"/>
                      <a:pt x="884" y="562"/>
                    </a:cubicBezTo>
                    <a:cubicBezTo>
                      <a:pt x="903" y="551"/>
                      <a:pt x="915" y="530"/>
                      <a:pt x="915" y="505"/>
                    </a:cubicBezTo>
                    <a:cubicBezTo>
                      <a:pt x="915" y="479"/>
                      <a:pt x="903" y="457"/>
                      <a:pt x="884" y="448"/>
                    </a:cubicBezTo>
                    <a:cubicBezTo>
                      <a:pt x="884" y="272"/>
                      <a:pt x="884" y="272"/>
                      <a:pt x="884" y="272"/>
                    </a:cubicBezTo>
                    <a:cubicBezTo>
                      <a:pt x="938" y="249"/>
                      <a:pt x="938" y="249"/>
                      <a:pt x="938" y="249"/>
                    </a:cubicBezTo>
                    <a:cubicBezTo>
                      <a:pt x="948" y="245"/>
                      <a:pt x="953" y="234"/>
                      <a:pt x="953" y="223"/>
                    </a:cubicBezTo>
                    <a:cubicBezTo>
                      <a:pt x="953" y="211"/>
                      <a:pt x="948" y="202"/>
                      <a:pt x="938" y="198"/>
                    </a:cubicBezTo>
                    <a:close/>
                    <a:moveTo>
                      <a:pt x="477" y="483"/>
                    </a:moveTo>
                    <a:cubicBezTo>
                      <a:pt x="470" y="483"/>
                      <a:pt x="462" y="482"/>
                      <a:pt x="457" y="479"/>
                    </a:cubicBezTo>
                    <a:cubicBezTo>
                      <a:pt x="174" y="358"/>
                      <a:pt x="174" y="358"/>
                      <a:pt x="174" y="358"/>
                    </a:cubicBezTo>
                    <a:cubicBezTo>
                      <a:pt x="174" y="526"/>
                      <a:pt x="174" y="526"/>
                      <a:pt x="174" y="526"/>
                    </a:cubicBezTo>
                    <a:cubicBezTo>
                      <a:pt x="174" y="663"/>
                      <a:pt x="381" y="704"/>
                      <a:pt x="445" y="704"/>
                    </a:cubicBezTo>
                    <a:cubicBezTo>
                      <a:pt x="509" y="704"/>
                      <a:pt x="509" y="704"/>
                      <a:pt x="509" y="704"/>
                    </a:cubicBezTo>
                    <a:cubicBezTo>
                      <a:pt x="558" y="704"/>
                      <a:pt x="779" y="663"/>
                      <a:pt x="779" y="526"/>
                    </a:cubicBezTo>
                    <a:cubicBezTo>
                      <a:pt x="779" y="358"/>
                      <a:pt x="779" y="358"/>
                      <a:pt x="779" y="358"/>
                    </a:cubicBezTo>
                    <a:cubicBezTo>
                      <a:pt x="496" y="479"/>
                      <a:pt x="496" y="479"/>
                      <a:pt x="496" y="479"/>
                    </a:cubicBezTo>
                    <a:cubicBezTo>
                      <a:pt x="491" y="482"/>
                      <a:pt x="484" y="483"/>
                      <a:pt x="477" y="4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6" name="Freeform 92"/>
              <p:cNvSpPr/>
              <p:nvPr/>
            </p:nvSpPr>
            <p:spPr bwMode="auto">
              <a:xfrm>
                <a:off x="1702" y="1676"/>
                <a:ext cx="256" cy="138"/>
              </a:xfrm>
              <a:custGeom>
                <a:avLst/>
                <a:gdLst>
                  <a:gd name="T0" fmla="*/ 187 w 189"/>
                  <a:gd name="T1" fmla="*/ 49 h 102"/>
                  <a:gd name="T2" fmla="*/ 182 w 189"/>
                  <a:gd name="T3" fmla="*/ 84 h 102"/>
                  <a:gd name="T4" fmla="*/ 160 w 189"/>
                  <a:gd name="T5" fmla="*/ 102 h 102"/>
                  <a:gd name="T6" fmla="*/ 145 w 189"/>
                  <a:gd name="T7" fmla="*/ 78 h 102"/>
                  <a:gd name="T8" fmla="*/ 161 w 189"/>
                  <a:gd name="T9" fmla="*/ 54 h 102"/>
                  <a:gd name="T10" fmla="*/ 154 w 189"/>
                  <a:gd name="T11" fmla="*/ 39 h 102"/>
                  <a:gd name="T12" fmla="*/ 136 w 189"/>
                  <a:gd name="T13" fmla="*/ 36 h 102"/>
                  <a:gd name="T14" fmla="*/ 4 w 189"/>
                  <a:gd name="T15" fmla="*/ 49 h 102"/>
                  <a:gd name="T16" fmla="*/ 0 w 189"/>
                  <a:gd name="T17" fmla="*/ 16 h 102"/>
                  <a:gd name="T18" fmla="*/ 130 w 189"/>
                  <a:gd name="T19" fmla="*/ 2 h 102"/>
                  <a:gd name="T20" fmla="*/ 170 w 189"/>
                  <a:gd name="T21" fmla="*/ 12 h 102"/>
                  <a:gd name="T22" fmla="*/ 187 w 189"/>
                  <a:gd name="T23" fmla="*/ 4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2">
                    <a:moveTo>
                      <a:pt x="187" y="49"/>
                    </a:moveTo>
                    <a:cubicBezTo>
                      <a:pt x="189" y="63"/>
                      <a:pt x="187" y="75"/>
                      <a:pt x="182" y="84"/>
                    </a:cubicBezTo>
                    <a:cubicBezTo>
                      <a:pt x="177" y="92"/>
                      <a:pt x="169" y="99"/>
                      <a:pt x="160" y="102"/>
                    </a:cubicBezTo>
                    <a:cubicBezTo>
                      <a:pt x="145" y="78"/>
                      <a:pt x="145" y="78"/>
                      <a:pt x="145" y="78"/>
                    </a:cubicBezTo>
                    <a:cubicBezTo>
                      <a:pt x="157" y="74"/>
                      <a:pt x="162" y="66"/>
                      <a:pt x="161" y="54"/>
                    </a:cubicBezTo>
                    <a:cubicBezTo>
                      <a:pt x="160" y="47"/>
                      <a:pt x="158" y="42"/>
                      <a:pt x="154" y="39"/>
                    </a:cubicBezTo>
                    <a:cubicBezTo>
                      <a:pt x="149" y="36"/>
                      <a:pt x="144" y="35"/>
                      <a:pt x="136" y="36"/>
                    </a:cubicBezTo>
                    <a:cubicBezTo>
                      <a:pt x="4" y="49"/>
                      <a:pt x="4" y="49"/>
                      <a:pt x="4" y="49"/>
                    </a:cubicBezTo>
                    <a:cubicBezTo>
                      <a:pt x="0" y="16"/>
                      <a:pt x="0" y="16"/>
                      <a:pt x="0" y="16"/>
                    </a:cubicBezTo>
                    <a:cubicBezTo>
                      <a:pt x="130" y="2"/>
                      <a:pt x="130" y="2"/>
                      <a:pt x="130" y="2"/>
                    </a:cubicBezTo>
                    <a:cubicBezTo>
                      <a:pt x="147" y="0"/>
                      <a:pt x="160" y="4"/>
                      <a:pt x="170" y="12"/>
                    </a:cubicBezTo>
                    <a:cubicBezTo>
                      <a:pt x="180" y="20"/>
                      <a:pt x="185" y="32"/>
                      <a:pt x="187"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7" name="Freeform 93"/>
              <p:cNvSpPr/>
              <p:nvPr/>
            </p:nvSpPr>
            <p:spPr bwMode="auto">
              <a:xfrm>
                <a:off x="1702" y="1581"/>
                <a:ext cx="245" cy="54"/>
              </a:xfrm>
              <a:custGeom>
                <a:avLst/>
                <a:gdLst>
                  <a:gd name="T0" fmla="*/ 1 w 245"/>
                  <a:gd name="T1" fmla="*/ 0 h 54"/>
                  <a:gd name="T2" fmla="*/ 245 w 245"/>
                  <a:gd name="T3" fmla="*/ 8 h 54"/>
                  <a:gd name="T4" fmla="*/ 244 w 245"/>
                  <a:gd name="T5" fmla="*/ 54 h 54"/>
                  <a:gd name="T6" fmla="*/ 0 w 245"/>
                  <a:gd name="T7" fmla="*/ 46 h 54"/>
                  <a:gd name="T8" fmla="*/ 1 w 245"/>
                  <a:gd name="T9" fmla="*/ 0 h 54"/>
                </a:gdLst>
                <a:ahLst/>
                <a:cxnLst>
                  <a:cxn ang="0">
                    <a:pos x="T0" y="T1"/>
                  </a:cxn>
                  <a:cxn ang="0">
                    <a:pos x="T2" y="T3"/>
                  </a:cxn>
                  <a:cxn ang="0">
                    <a:pos x="T4" y="T5"/>
                  </a:cxn>
                  <a:cxn ang="0">
                    <a:pos x="T6" y="T7"/>
                  </a:cxn>
                  <a:cxn ang="0">
                    <a:pos x="T8" y="T9"/>
                  </a:cxn>
                </a:cxnLst>
                <a:rect l="0" t="0" r="r" b="b"/>
                <a:pathLst>
                  <a:path w="245" h="54">
                    <a:moveTo>
                      <a:pt x="1" y="0"/>
                    </a:moveTo>
                    <a:lnTo>
                      <a:pt x="245" y="8"/>
                    </a:lnTo>
                    <a:lnTo>
                      <a:pt x="244" y="54"/>
                    </a:lnTo>
                    <a:lnTo>
                      <a:pt x="0" y="46"/>
                    </a:ln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8" name="Freeform 94"/>
              <p:cNvSpPr/>
              <p:nvPr/>
            </p:nvSpPr>
            <p:spPr bwMode="auto">
              <a:xfrm>
                <a:off x="1706" y="1311"/>
                <a:ext cx="277" cy="241"/>
              </a:xfrm>
              <a:custGeom>
                <a:avLst/>
                <a:gdLst>
                  <a:gd name="T0" fmla="*/ 39 w 277"/>
                  <a:gd name="T1" fmla="*/ 0 h 241"/>
                  <a:gd name="T2" fmla="*/ 277 w 277"/>
                  <a:gd name="T3" fmla="*/ 48 h 241"/>
                  <a:gd name="T4" fmla="*/ 269 w 277"/>
                  <a:gd name="T5" fmla="*/ 88 h 241"/>
                  <a:gd name="T6" fmla="*/ 80 w 277"/>
                  <a:gd name="T7" fmla="*/ 168 h 241"/>
                  <a:gd name="T8" fmla="*/ 246 w 277"/>
                  <a:gd name="T9" fmla="*/ 201 h 241"/>
                  <a:gd name="T10" fmla="*/ 238 w 277"/>
                  <a:gd name="T11" fmla="*/ 241 h 241"/>
                  <a:gd name="T12" fmla="*/ 0 w 277"/>
                  <a:gd name="T13" fmla="*/ 194 h 241"/>
                  <a:gd name="T14" fmla="*/ 9 w 277"/>
                  <a:gd name="T15" fmla="*/ 147 h 241"/>
                  <a:gd name="T16" fmla="*/ 188 w 277"/>
                  <a:gd name="T17" fmla="*/ 72 h 241"/>
                  <a:gd name="T18" fmla="*/ 31 w 277"/>
                  <a:gd name="T19" fmla="*/ 41 h 241"/>
                  <a:gd name="T20" fmla="*/ 39 w 277"/>
                  <a:gd name="T21" fmla="*/ 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7" h="241">
                    <a:moveTo>
                      <a:pt x="39" y="0"/>
                    </a:moveTo>
                    <a:lnTo>
                      <a:pt x="277" y="48"/>
                    </a:lnTo>
                    <a:lnTo>
                      <a:pt x="269" y="88"/>
                    </a:lnTo>
                    <a:lnTo>
                      <a:pt x="80" y="168"/>
                    </a:lnTo>
                    <a:lnTo>
                      <a:pt x="246" y="201"/>
                    </a:lnTo>
                    <a:lnTo>
                      <a:pt x="238" y="241"/>
                    </a:lnTo>
                    <a:lnTo>
                      <a:pt x="0" y="194"/>
                    </a:lnTo>
                    <a:lnTo>
                      <a:pt x="9" y="147"/>
                    </a:lnTo>
                    <a:lnTo>
                      <a:pt x="188" y="72"/>
                    </a:lnTo>
                    <a:lnTo>
                      <a:pt x="31" y="41"/>
                    </a:lnTo>
                    <a:lnTo>
                      <a:pt x="3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99" name="Freeform 95"/>
              <p:cNvSpPr/>
              <p:nvPr/>
            </p:nvSpPr>
            <p:spPr bwMode="auto">
              <a:xfrm>
                <a:off x="1832" y="1015"/>
                <a:ext cx="249" cy="232"/>
              </a:xfrm>
              <a:custGeom>
                <a:avLst/>
                <a:gdLst>
                  <a:gd name="T0" fmla="*/ 27 w 184"/>
                  <a:gd name="T1" fmla="*/ 117 h 171"/>
                  <a:gd name="T2" fmla="*/ 7 w 184"/>
                  <a:gd name="T3" fmla="*/ 98 h 171"/>
                  <a:gd name="T4" fmla="*/ 1 w 184"/>
                  <a:gd name="T5" fmla="*/ 70 h 171"/>
                  <a:gd name="T6" fmla="*/ 11 w 184"/>
                  <a:gd name="T7" fmla="*/ 38 h 171"/>
                  <a:gd name="T8" fmla="*/ 39 w 184"/>
                  <a:gd name="T9" fmla="*/ 7 h 171"/>
                  <a:gd name="T10" fmla="*/ 74 w 184"/>
                  <a:gd name="T11" fmla="*/ 2 h 171"/>
                  <a:gd name="T12" fmla="*/ 72 w 184"/>
                  <a:gd name="T13" fmla="*/ 32 h 171"/>
                  <a:gd name="T14" fmla="*/ 52 w 184"/>
                  <a:gd name="T15" fmla="*/ 35 h 171"/>
                  <a:gd name="T16" fmla="*/ 37 w 184"/>
                  <a:gd name="T17" fmla="*/ 51 h 171"/>
                  <a:gd name="T18" fmla="*/ 31 w 184"/>
                  <a:gd name="T19" fmla="*/ 73 h 171"/>
                  <a:gd name="T20" fmla="*/ 42 w 184"/>
                  <a:gd name="T21" fmla="*/ 87 h 171"/>
                  <a:gd name="T22" fmla="*/ 59 w 184"/>
                  <a:gd name="T23" fmla="*/ 88 h 171"/>
                  <a:gd name="T24" fmla="*/ 80 w 184"/>
                  <a:gd name="T25" fmla="*/ 69 h 171"/>
                  <a:gd name="T26" fmla="*/ 118 w 184"/>
                  <a:gd name="T27" fmla="*/ 39 h 171"/>
                  <a:gd name="T28" fmla="*/ 157 w 184"/>
                  <a:gd name="T29" fmla="*/ 45 h 171"/>
                  <a:gd name="T30" fmla="*/ 178 w 184"/>
                  <a:gd name="T31" fmla="*/ 66 h 171"/>
                  <a:gd name="T32" fmla="*/ 183 w 184"/>
                  <a:gd name="T33" fmla="*/ 95 h 171"/>
                  <a:gd name="T34" fmla="*/ 173 w 184"/>
                  <a:gd name="T35" fmla="*/ 129 h 171"/>
                  <a:gd name="T36" fmla="*/ 142 w 184"/>
                  <a:gd name="T37" fmla="*/ 162 h 171"/>
                  <a:gd name="T38" fmla="*/ 104 w 184"/>
                  <a:gd name="T39" fmla="*/ 168 h 171"/>
                  <a:gd name="T40" fmla="*/ 106 w 184"/>
                  <a:gd name="T41" fmla="*/ 137 h 171"/>
                  <a:gd name="T42" fmla="*/ 130 w 184"/>
                  <a:gd name="T43" fmla="*/ 134 h 171"/>
                  <a:gd name="T44" fmla="*/ 148 w 184"/>
                  <a:gd name="T45" fmla="*/ 115 h 171"/>
                  <a:gd name="T46" fmla="*/ 154 w 184"/>
                  <a:gd name="T47" fmla="*/ 91 h 171"/>
                  <a:gd name="T48" fmla="*/ 141 w 184"/>
                  <a:gd name="T49" fmla="*/ 75 h 171"/>
                  <a:gd name="T50" fmla="*/ 122 w 184"/>
                  <a:gd name="T51" fmla="*/ 74 h 171"/>
                  <a:gd name="T52" fmla="*/ 98 w 184"/>
                  <a:gd name="T53" fmla="*/ 95 h 171"/>
                  <a:gd name="T54" fmla="*/ 63 w 184"/>
                  <a:gd name="T55" fmla="*/ 122 h 171"/>
                  <a:gd name="T56" fmla="*/ 27 w 184"/>
                  <a:gd name="T57" fmla="*/ 11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4" h="171">
                    <a:moveTo>
                      <a:pt x="27" y="117"/>
                    </a:moveTo>
                    <a:cubicBezTo>
                      <a:pt x="18" y="112"/>
                      <a:pt x="11" y="106"/>
                      <a:pt x="7" y="98"/>
                    </a:cubicBezTo>
                    <a:cubicBezTo>
                      <a:pt x="2" y="90"/>
                      <a:pt x="0" y="80"/>
                      <a:pt x="1" y="70"/>
                    </a:cubicBezTo>
                    <a:cubicBezTo>
                      <a:pt x="2" y="60"/>
                      <a:pt x="5" y="49"/>
                      <a:pt x="11" y="38"/>
                    </a:cubicBezTo>
                    <a:cubicBezTo>
                      <a:pt x="19" y="24"/>
                      <a:pt x="28" y="13"/>
                      <a:pt x="39" y="7"/>
                    </a:cubicBezTo>
                    <a:cubicBezTo>
                      <a:pt x="50" y="1"/>
                      <a:pt x="61" y="0"/>
                      <a:pt x="74" y="2"/>
                    </a:cubicBezTo>
                    <a:cubicBezTo>
                      <a:pt x="72" y="32"/>
                      <a:pt x="72" y="32"/>
                      <a:pt x="72" y="32"/>
                    </a:cubicBezTo>
                    <a:cubicBezTo>
                      <a:pt x="64" y="31"/>
                      <a:pt x="58" y="32"/>
                      <a:pt x="52" y="35"/>
                    </a:cubicBezTo>
                    <a:cubicBezTo>
                      <a:pt x="46" y="38"/>
                      <a:pt x="41" y="43"/>
                      <a:pt x="37" y="51"/>
                    </a:cubicBezTo>
                    <a:cubicBezTo>
                      <a:pt x="32" y="59"/>
                      <a:pt x="30" y="67"/>
                      <a:pt x="31" y="73"/>
                    </a:cubicBezTo>
                    <a:cubicBezTo>
                      <a:pt x="32" y="79"/>
                      <a:pt x="36" y="83"/>
                      <a:pt x="42" y="87"/>
                    </a:cubicBezTo>
                    <a:cubicBezTo>
                      <a:pt x="48" y="90"/>
                      <a:pt x="54" y="90"/>
                      <a:pt x="59" y="88"/>
                    </a:cubicBezTo>
                    <a:cubicBezTo>
                      <a:pt x="65" y="85"/>
                      <a:pt x="72" y="79"/>
                      <a:pt x="80" y="69"/>
                    </a:cubicBezTo>
                    <a:cubicBezTo>
                      <a:pt x="93" y="53"/>
                      <a:pt x="106" y="43"/>
                      <a:pt x="118" y="39"/>
                    </a:cubicBezTo>
                    <a:cubicBezTo>
                      <a:pt x="130" y="35"/>
                      <a:pt x="143" y="37"/>
                      <a:pt x="157" y="45"/>
                    </a:cubicBezTo>
                    <a:cubicBezTo>
                      <a:pt x="166" y="50"/>
                      <a:pt x="173" y="57"/>
                      <a:pt x="178" y="66"/>
                    </a:cubicBezTo>
                    <a:cubicBezTo>
                      <a:pt x="182" y="74"/>
                      <a:pt x="184" y="84"/>
                      <a:pt x="183" y="95"/>
                    </a:cubicBezTo>
                    <a:cubicBezTo>
                      <a:pt x="183" y="106"/>
                      <a:pt x="179" y="118"/>
                      <a:pt x="173" y="129"/>
                    </a:cubicBezTo>
                    <a:cubicBezTo>
                      <a:pt x="164" y="144"/>
                      <a:pt x="154" y="155"/>
                      <a:pt x="142" y="162"/>
                    </a:cubicBezTo>
                    <a:cubicBezTo>
                      <a:pt x="130" y="169"/>
                      <a:pt x="118" y="171"/>
                      <a:pt x="104" y="168"/>
                    </a:cubicBezTo>
                    <a:cubicBezTo>
                      <a:pt x="106" y="137"/>
                      <a:pt x="106" y="137"/>
                      <a:pt x="106" y="137"/>
                    </a:cubicBezTo>
                    <a:cubicBezTo>
                      <a:pt x="115" y="139"/>
                      <a:pt x="122" y="138"/>
                      <a:pt x="130" y="134"/>
                    </a:cubicBezTo>
                    <a:cubicBezTo>
                      <a:pt x="137" y="131"/>
                      <a:pt x="143" y="124"/>
                      <a:pt x="148" y="115"/>
                    </a:cubicBezTo>
                    <a:cubicBezTo>
                      <a:pt x="153" y="106"/>
                      <a:pt x="155" y="98"/>
                      <a:pt x="154" y="91"/>
                    </a:cubicBezTo>
                    <a:cubicBezTo>
                      <a:pt x="152" y="84"/>
                      <a:pt x="148" y="79"/>
                      <a:pt x="141" y="75"/>
                    </a:cubicBezTo>
                    <a:cubicBezTo>
                      <a:pt x="135" y="71"/>
                      <a:pt x="128" y="71"/>
                      <a:pt x="122" y="74"/>
                    </a:cubicBezTo>
                    <a:cubicBezTo>
                      <a:pt x="115" y="77"/>
                      <a:pt x="107" y="84"/>
                      <a:pt x="98" y="95"/>
                    </a:cubicBezTo>
                    <a:cubicBezTo>
                      <a:pt x="87" y="109"/>
                      <a:pt x="75" y="119"/>
                      <a:pt x="63" y="122"/>
                    </a:cubicBezTo>
                    <a:cubicBezTo>
                      <a:pt x="51" y="126"/>
                      <a:pt x="39" y="124"/>
                      <a:pt x="27" y="1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0" name="Freeform 96"/>
              <p:cNvSpPr/>
              <p:nvPr/>
            </p:nvSpPr>
            <p:spPr bwMode="auto">
              <a:xfrm>
                <a:off x="1933" y="784"/>
                <a:ext cx="314" cy="310"/>
              </a:xfrm>
              <a:custGeom>
                <a:avLst/>
                <a:gdLst>
                  <a:gd name="T0" fmla="*/ 133 w 314"/>
                  <a:gd name="T1" fmla="*/ 0 h 310"/>
                  <a:gd name="T2" fmla="*/ 314 w 314"/>
                  <a:gd name="T3" fmla="*/ 161 h 310"/>
                  <a:gd name="T4" fmla="*/ 283 w 314"/>
                  <a:gd name="T5" fmla="*/ 196 h 310"/>
                  <a:gd name="T6" fmla="*/ 203 w 314"/>
                  <a:gd name="T7" fmla="*/ 124 h 310"/>
                  <a:gd name="T8" fmla="*/ 132 w 314"/>
                  <a:gd name="T9" fmla="*/ 203 h 310"/>
                  <a:gd name="T10" fmla="*/ 213 w 314"/>
                  <a:gd name="T11" fmla="*/ 274 h 310"/>
                  <a:gd name="T12" fmla="*/ 182 w 314"/>
                  <a:gd name="T13" fmla="*/ 310 h 310"/>
                  <a:gd name="T14" fmla="*/ 0 w 314"/>
                  <a:gd name="T15" fmla="*/ 147 h 310"/>
                  <a:gd name="T16" fmla="*/ 31 w 314"/>
                  <a:gd name="T17" fmla="*/ 113 h 310"/>
                  <a:gd name="T18" fmla="*/ 103 w 314"/>
                  <a:gd name="T19" fmla="*/ 177 h 310"/>
                  <a:gd name="T20" fmla="*/ 175 w 314"/>
                  <a:gd name="T21" fmla="*/ 98 h 310"/>
                  <a:gd name="T22" fmla="*/ 102 w 314"/>
                  <a:gd name="T23" fmla="*/ 34 h 310"/>
                  <a:gd name="T24" fmla="*/ 133 w 314"/>
                  <a:gd name="T25"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4" h="310">
                    <a:moveTo>
                      <a:pt x="133" y="0"/>
                    </a:moveTo>
                    <a:lnTo>
                      <a:pt x="314" y="161"/>
                    </a:lnTo>
                    <a:lnTo>
                      <a:pt x="283" y="196"/>
                    </a:lnTo>
                    <a:lnTo>
                      <a:pt x="203" y="124"/>
                    </a:lnTo>
                    <a:lnTo>
                      <a:pt x="132" y="203"/>
                    </a:lnTo>
                    <a:lnTo>
                      <a:pt x="213" y="274"/>
                    </a:lnTo>
                    <a:lnTo>
                      <a:pt x="182" y="310"/>
                    </a:lnTo>
                    <a:lnTo>
                      <a:pt x="0" y="147"/>
                    </a:lnTo>
                    <a:lnTo>
                      <a:pt x="31" y="113"/>
                    </a:lnTo>
                    <a:lnTo>
                      <a:pt x="103" y="177"/>
                    </a:lnTo>
                    <a:lnTo>
                      <a:pt x="175" y="98"/>
                    </a:lnTo>
                    <a:lnTo>
                      <a:pt x="102" y="34"/>
                    </a:lnTo>
                    <a:lnTo>
                      <a:pt x="1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1" name="Freeform 97"/>
              <p:cNvSpPr>
                <a:spLocks noEditPoints="1"/>
              </p:cNvSpPr>
              <p:nvPr/>
            </p:nvSpPr>
            <p:spPr bwMode="auto">
              <a:xfrm>
                <a:off x="2184" y="658"/>
                <a:ext cx="251" cy="279"/>
              </a:xfrm>
              <a:custGeom>
                <a:avLst/>
                <a:gdLst>
                  <a:gd name="T0" fmla="*/ 161 w 251"/>
                  <a:gd name="T1" fmla="*/ 141 h 279"/>
                  <a:gd name="T2" fmla="*/ 90 w 251"/>
                  <a:gd name="T3" fmla="*/ 191 h 279"/>
                  <a:gd name="T4" fmla="*/ 111 w 251"/>
                  <a:gd name="T5" fmla="*/ 252 h 279"/>
                  <a:gd name="T6" fmla="*/ 71 w 251"/>
                  <a:gd name="T7" fmla="*/ 279 h 279"/>
                  <a:gd name="T8" fmla="*/ 0 w 251"/>
                  <a:gd name="T9" fmla="*/ 32 h 279"/>
                  <a:gd name="T10" fmla="*/ 47 w 251"/>
                  <a:gd name="T11" fmla="*/ 0 h 279"/>
                  <a:gd name="T12" fmla="*/ 251 w 251"/>
                  <a:gd name="T13" fmla="*/ 153 h 279"/>
                  <a:gd name="T14" fmla="*/ 211 w 251"/>
                  <a:gd name="T15" fmla="*/ 181 h 279"/>
                  <a:gd name="T16" fmla="*/ 161 w 251"/>
                  <a:gd name="T17" fmla="*/ 141 h 279"/>
                  <a:gd name="T18" fmla="*/ 130 w 251"/>
                  <a:gd name="T19" fmla="*/ 116 h 279"/>
                  <a:gd name="T20" fmla="*/ 43 w 251"/>
                  <a:gd name="T21" fmla="*/ 47 h 279"/>
                  <a:gd name="T22" fmla="*/ 78 w 251"/>
                  <a:gd name="T23" fmla="*/ 151 h 279"/>
                  <a:gd name="T24" fmla="*/ 130 w 251"/>
                  <a:gd name="T25" fmla="*/ 116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1" h="279">
                    <a:moveTo>
                      <a:pt x="161" y="141"/>
                    </a:moveTo>
                    <a:lnTo>
                      <a:pt x="90" y="191"/>
                    </a:lnTo>
                    <a:lnTo>
                      <a:pt x="111" y="252"/>
                    </a:lnTo>
                    <a:lnTo>
                      <a:pt x="71" y="279"/>
                    </a:lnTo>
                    <a:lnTo>
                      <a:pt x="0" y="32"/>
                    </a:lnTo>
                    <a:lnTo>
                      <a:pt x="47" y="0"/>
                    </a:lnTo>
                    <a:lnTo>
                      <a:pt x="251" y="153"/>
                    </a:lnTo>
                    <a:lnTo>
                      <a:pt x="211" y="181"/>
                    </a:lnTo>
                    <a:lnTo>
                      <a:pt x="161" y="141"/>
                    </a:lnTo>
                    <a:close/>
                    <a:moveTo>
                      <a:pt x="130" y="116"/>
                    </a:moveTo>
                    <a:lnTo>
                      <a:pt x="43" y="47"/>
                    </a:lnTo>
                    <a:lnTo>
                      <a:pt x="78" y="151"/>
                    </a:lnTo>
                    <a:lnTo>
                      <a:pt x="130" y="1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2" name="Freeform 98"/>
              <p:cNvSpPr/>
              <p:nvPr/>
            </p:nvSpPr>
            <p:spPr bwMode="auto">
              <a:xfrm>
                <a:off x="2360" y="509"/>
                <a:ext cx="272" cy="298"/>
              </a:xfrm>
              <a:custGeom>
                <a:avLst/>
                <a:gdLst>
                  <a:gd name="T0" fmla="*/ 184 w 272"/>
                  <a:gd name="T1" fmla="*/ 0 h 298"/>
                  <a:gd name="T2" fmla="*/ 272 w 272"/>
                  <a:gd name="T3" fmla="*/ 226 h 298"/>
                  <a:gd name="T4" fmla="*/ 232 w 272"/>
                  <a:gd name="T5" fmla="*/ 241 h 298"/>
                  <a:gd name="T6" fmla="*/ 65 w 272"/>
                  <a:gd name="T7" fmla="*/ 124 h 298"/>
                  <a:gd name="T8" fmla="*/ 127 w 272"/>
                  <a:gd name="T9" fmla="*/ 283 h 298"/>
                  <a:gd name="T10" fmla="*/ 88 w 272"/>
                  <a:gd name="T11" fmla="*/ 298 h 298"/>
                  <a:gd name="T12" fmla="*/ 0 w 272"/>
                  <a:gd name="T13" fmla="*/ 72 h 298"/>
                  <a:gd name="T14" fmla="*/ 44 w 272"/>
                  <a:gd name="T15" fmla="*/ 54 h 298"/>
                  <a:gd name="T16" fmla="*/ 204 w 272"/>
                  <a:gd name="T17" fmla="*/ 165 h 298"/>
                  <a:gd name="T18" fmla="*/ 144 w 272"/>
                  <a:gd name="T19" fmla="*/ 15 h 298"/>
                  <a:gd name="T20" fmla="*/ 184 w 272"/>
                  <a:gd name="T2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298">
                    <a:moveTo>
                      <a:pt x="184" y="0"/>
                    </a:moveTo>
                    <a:lnTo>
                      <a:pt x="272" y="226"/>
                    </a:lnTo>
                    <a:lnTo>
                      <a:pt x="232" y="241"/>
                    </a:lnTo>
                    <a:lnTo>
                      <a:pt x="65" y="124"/>
                    </a:lnTo>
                    <a:lnTo>
                      <a:pt x="127" y="283"/>
                    </a:lnTo>
                    <a:lnTo>
                      <a:pt x="88" y="298"/>
                    </a:lnTo>
                    <a:lnTo>
                      <a:pt x="0" y="72"/>
                    </a:lnTo>
                    <a:lnTo>
                      <a:pt x="44" y="54"/>
                    </a:lnTo>
                    <a:lnTo>
                      <a:pt x="204" y="165"/>
                    </a:lnTo>
                    <a:lnTo>
                      <a:pt x="144" y="15"/>
                    </a:lnTo>
                    <a:lnTo>
                      <a:pt x="18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3" name="Freeform 99"/>
              <p:cNvSpPr/>
              <p:nvPr/>
            </p:nvSpPr>
            <p:spPr bwMode="auto">
              <a:xfrm>
                <a:off x="2726" y="462"/>
                <a:ext cx="205" cy="251"/>
              </a:xfrm>
              <a:custGeom>
                <a:avLst/>
                <a:gdLst>
                  <a:gd name="T0" fmla="*/ 81 w 151"/>
                  <a:gd name="T1" fmla="*/ 185 h 186"/>
                  <a:gd name="T2" fmla="*/ 42 w 151"/>
                  <a:gd name="T3" fmla="*/ 179 h 186"/>
                  <a:gd name="T4" fmla="*/ 16 w 151"/>
                  <a:gd name="T5" fmla="*/ 156 h 186"/>
                  <a:gd name="T6" fmla="*/ 5 w 151"/>
                  <a:gd name="T7" fmla="*/ 121 h 186"/>
                  <a:gd name="T8" fmla="*/ 0 w 151"/>
                  <a:gd name="T9" fmla="*/ 6 h 186"/>
                  <a:gd name="T10" fmla="*/ 32 w 151"/>
                  <a:gd name="T11" fmla="*/ 5 h 186"/>
                  <a:gd name="T12" fmla="*/ 37 w 151"/>
                  <a:gd name="T13" fmla="*/ 117 h 186"/>
                  <a:gd name="T14" fmla="*/ 48 w 151"/>
                  <a:gd name="T15" fmla="*/ 148 h 186"/>
                  <a:gd name="T16" fmla="*/ 79 w 151"/>
                  <a:gd name="T17" fmla="*/ 158 h 186"/>
                  <a:gd name="T18" fmla="*/ 107 w 151"/>
                  <a:gd name="T19" fmla="*/ 145 h 186"/>
                  <a:gd name="T20" fmla="*/ 116 w 151"/>
                  <a:gd name="T21" fmla="*/ 113 h 186"/>
                  <a:gd name="T22" fmla="*/ 111 w 151"/>
                  <a:gd name="T23" fmla="*/ 1 h 186"/>
                  <a:gd name="T24" fmla="*/ 145 w 151"/>
                  <a:gd name="T25" fmla="*/ 0 h 186"/>
                  <a:gd name="T26" fmla="*/ 150 w 151"/>
                  <a:gd name="T27" fmla="*/ 114 h 186"/>
                  <a:gd name="T28" fmla="*/ 143 w 151"/>
                  <a:gd name="T29" fmla="*/ 151 h 186"/>
                  <a:gd name="T30" fmla="*/ 119 w 151"/>
                  <a:gd name="T31" fmla="*/ 175 h 186"/>
                  <a:gd name="T32" fmla="*/ 81 w 151"/>
                  <a:gd name="T33" fmla="*/ 18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1" h="186">
                    <a:moveTo>
                      <a:pt x="81" y="185"/>
                    </a:moveTo>
                    <a:cubicBezTo>
                      <a:pt x="66" y="186"/>
                      <a:pt x="53" y="184"/>
                      <a:pt x="42" y="179"/>
                    </a:cubicBezTo>
                    <a:cubicBezTo>
                      <a:pt x="31" y="174"/>
                      <a:pt x="22" y="166"/>
                      <a:pt x="16" y="156"/>
                    </a:cubicBezTo>
                    <a:cubicBezTo>
                      <a:pt x="9" y="146"/>
                      <a:pt x="6" y="134"/>
                      <a:pt x="5" y="121"/>
                    </a:cubicBezTo>
                    <a:cubicBezTo>
                      <a:pt x="0" y="6"/>
                      <a:pt x="0" y="6"/>
                      <a:pt x="0" y="6"/>
                    </a:cubicBezTo>
                    <a:cubicBezTo>
                      <a:pt x="32" y="5"/>
                      <a:pt x="32" y="5"/>
                      <a:pt x="32" y="5"/>
                    </a:cubicBezTo>
                    <a:cubicBezTo>
                      <a:pt x="37" y="117"/>
                      <a:pt x="37" y="117"/>
                      <a:pt x="37" y="117"/>
                    </a:cubicBezTo>
                    <a:cubicBezTo>
                      <a:pt x="37" y="131"/>
                      <a:pt x="41" y="141"/>
                      <a:pt x="48" y="148"/>
                    </a:cubicBezTo>
                    <a:cubicBezTo>
                      <a:pt x="56" y="155"/>
                      <a:pt x="66" y="158"/>
                      <a:pt x="79" y="158"/>
                    </a:cubicBezTo>
                    <a:cubicBezTo>
                      <a:pt x="91" y="157"/>
                      <a:pt x="101" y="153"/>
                      <a:pt x="107" y="145"/>
                    </a:cubicBezTo>
                    <a:cubicBezTo>
                      <a:pt x="114" y="138"/>
                      <a:pt x="117" y="127"/>
                      <a:pt x="116" y="113"/>
                    </a:cubicBezTo>
                    <a:cubicBezTo>
                      <a:pt x="111" y="1"/>
                      <a:pt x="111" y="1"/>
                      <a:pt x="111" y="1"/>
                    </a:cubicBezTo>
                    <a:cubicBezTo>
                      <a:pt x="145" y="0"/>
                      <a:pt x="145" y="0"/>
                      <a:pt x="145" y="0"/>
                    </a:cubicBezTo>
                    <a:cubicBezTo>
                      <a:pt x="150" y="114"/>
                      <a:pt x="150" y="114"/>
                      <a:pt x="150" y="114"/>
                    </a:cubicBezTo>
                    <a:cubicBezTo>
                      <a:pt x="151" y="128"/>
                      <a:pt x="149" y="140"/>
                      <a:pt x="143" y="151"/>
                    </a:cubicBezTo>
                    <a:cubicBezTo>
                      <a:pt x="138" y="161"/>
                      <a:pt x="130" y="169"/>
                      <a:pt x="119" y="175"/>
                    </a:cubicBezTo>
                    <a:cubicBezTo>
                      <a:pt x="108" y="181"/>
                      <a:pt x="96" y="184"/>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4" name="Freeform 100"/>
              <p:cNvSpPr/>
              <p:nvPr/>
            </p:nvSpPr>
            <p:spPr bwMode="auto">
              <a:xfrm>
                <a:off x="2961" y="467"/>
                <a:ext cx="242" cy="277"/>
              </a:xfrm>
              <a:custGeom>
                <a:avLst/>
                <a:gdLst>
                  <a:gd name="T0" fmla="*/ 242 w 242"/>
                  <a:gd name="T1" fmla="*/ 39 h 277"/>
                  <a:gd name="T2" fmla="*/ 194 w 242"/>
                  <a:gd name="T3" fmla="*/ 277 h 277"/>
                  <a:gd name="T4" fmla="*/ 152 w 242"/>
                  <a:gd name="T5" fmla="*/ 269 h 277"/>
                  <a:gd name="T6" fmla="*/ 74 w 242"/>
                  <a:gd name="T7" fmla="*/ 80 h 277"/>
                  <a:gd name="T8" fmla="*/ 42 w 242"/>
                  <a:gd name="T9" fmla="*/ 248 h 277"/>
                  <a:gd name="T10" fmla="*/ 0 w 242"/>
                  <a:gd name="T11" fmla="*/ 240 h 277"/>
                  <a:gd name="T12" fmla="*/ 47 w 242"/>
                  <a:gd name="T13" fmla="*/ 0 h 277"/>
                  <a:gd name="T14" fmla="*/ 96 w 242"/>
                  <a:gd name="T15" fmla="*/ 9 h 277"/>
                  <a:gd name="T16" fmla="*/ 169 w 242"/>
                  <a:gd name="T17" fmla="*/ 189 h 277"/>
                  <a:gd name="T18" fmla="*/ 201 w 242"/>
                  <a:gd name="T19" fmla="*/ 31 h 277"/>
                  <a:gd name="T20" fmla="*/ 242 w 242"/>
                  <a:gd name="T21" fmla="*/ 39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277">
                    <a:moveTo>
                      <a:pt x="242" y="39"/>
                    </a:moveTo>
                    <a:lnTo>
                      <a:pt x="194" y="277"/>
                    </a:lnTo>
                    <a:lnTo>
                      <a:pt x="152" y="269"/>
                    </a:lnTo>
                    <a:lnTo>
                      <a:pt x="74" y="80"/>
                    </a:lnTo>
                    <a:lnTo>
                      <a:pt x="42" y="248"/>
                    </a:lnTo>
                    <a:lnTo>
                      <a:pt x="0" y="240"/>
                    </a:lnTo>
                    <a:lnTo>
                      <a:pt x="47" y="0"/>
                    </a:lnTo>
                    <a:lnTo>
                      <a:pt x="96" y="9"/>
                    </a:lnTo>
                    <a:lnTo>
                      <a:pt x="169" y="189"/>
                    </a:lnTo>
                    <a:lnTo>
                      <a:pt x="201" y="31"/>
                    </a:lnTo>
                    <a:lnTo>
                      <a:pt x="242" y="3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5" name="Freeform 101"/>
              <p:cNvSpPr/>
              <p:nvPr/>
            </p:nvSpPr>
            <p:spPr bwMode="auto">
              <a:xfrm>
                <a:off x="3187" y="533"/>
                <a:ext cx="130" cy="244"/>
              </a:xfrm>
              <a:custGeom>
                <a:avLst/>
                <a:gdLst>
                  <a:gd name="T0" fmla="*/ 130 w 130"/>
                  <a:gd name="T1" fmla="*/ 17 h 244"/>
                  <a:gd name="T2" fmla="*/ 43 w 130"/>
                  <a:gd name="T3" fmla="*/ 244 h 244"/>
                  <a:gd name="T4" fmla="*/ 0 w 130"/>
                  <a:gd name="T5" fmla="*/ 228 h 244"/>
                  <a:gd name="T6" fmla="*/ 86 w 130"/>
                  <a:gd name="T7" fmla="*/ 0 h 244"/>
                  <a:gd name="T8" fmla="*/ 130 w 130"/>
                  <a:gd name="T9" fmla="*/ 17 h 244"/>
                </a:gdLst>
                <a:ahLst/>
                <a:cxnLst>
                  <a:cxn ang="0">
                    <a:pos x="T0" y="T1"/>
                  </a:cxn>
                  <a:cxn ang="0">
                    <a:pos x="T2" y="T3"/>
                  </a:cxn>
                  <a:cxn ang="0">
                    <a:pos x="T4" y="T5"/>
                  </a:cxn>
                  <a:cxn ang="0">
                    <a:pos x="T6" y="T7"/>
                  </a:cxn>
                  <a:cxn ang="0">
                    <a:pos x="T8" y="T9"/>
                  </a:cxn>
                </a:cxnLst>
                <a:rect l="0" t="0" r="r" b="b"/>
                <a:pathLst>
                  <a:path w="130" h="244">
                    <a:moveTo>
                      <a:pt x="130" y="17"/>
                    </a:moveTo>
                    <a:lnTo>
                      <a:pt x="43" y="244"/>
                    </a:lnTo>
                    <a:lnTo>
                      <a:pt x="0" y="228"/>
                    </a:lnTo>
                    <a:lnTo>
                      <a:pt x="86" y="0"/>
                    </a:lnTo>
                    <a:lnTo>
                      <a:pt x="130"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6" name="Freeform 102"/>
              <p:cNvSpPr/>
              <p:nvPr/>
            </p:nvSpPr>
            <p:spPr bwMode="auto">
              <a:xfrm>
                <a:off x="3321" y="568"/>
                <a:ext cx="240" cy="279"/>
              </a:xfrm>
              <a:custGeom>
                <a:avLst/>
                <a:gdLst>
                  <a:gd name="T0" fmla="*/ 240 w 240"/>
                  <a:gd name="T1" fmla="*/ 110 h 279"/>
                  <a:gd name="T2" fmla="*/ 48 w 240"/>
                  <a:gd name="T3" fmla="*/ 279 h 279"/>
                  <a:gd name="T4" fmla="*/ 0 w 240"/>
                  <a:gd name="T5" fmla="*/ 251 h 279"/>
                  <a:gd name="T6" fmla="*/ 51 w 240"/>
                  <a:gd name="T7" fmla="*/ 0 h 279"/>
                  <a:gd name="T8" fmla="*/ 94 w 240"/>
                  <a:gd name="T9" fmla="*/ 25 h 279"/>
                  <a:gd name="T10" fmla="*/ 44 w 240"/>
                  <a:gd name="T11" fmla="*/ 235 h 279"/>
                  <a:gd name="T12" fmla="*/ 200 w 240"/>
                  <a:gd name="T13" fmla="*/ 87 h 279"/>
                  <a:gd name="T14" fmla="*/ 240 w 240"/>
                  <a:gd name="T15" fmla="*/ 110 h 2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0" h="279">
                    <a:moveTo>
                      <a:pt x="240" y="110"/>
                    </a:moveTo>
                    <a:lnTo>
                      <a:pt x="48" y="279"/>
                    </a:lnTo>
                    <a:lnTo>
                      <a:pt x="0" y="251"/>
                    </a:lnTo>
                    <a:lnTo>
                      <a:pt x="51" y="0"/>
                    </a:lnTo>
                    <a:lnTo>
                      <a:pt x="94" y="25"/>
                    </a:lnTo>
                    <a:lnTo>
                      <a:pt x="44" y="235"/>
                    </a:lnTo>
                    <a:lnTo>
                      <a:pt x="200" y="87"/>
                    </a:lnTo>
                    <a:lnTo>
                      <a:pt x="240" y="1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7" name="Freeform 103"/>
              <p:cNvSpPr/>
              <p:nvPr/>
            </p:nvSpPr>
            <p:spPr bwMode="auto">
              <a:xfrm>
                <a:off x="3449" y="720"/>
                <a:ext cx="275" cy="280"/>
              </a:xfrm>
              <a:custGeom>
                <a:avLst/>
                <a:gdLst>
                  <a:gd name="T0" fmla="*/ 172 w 275"/>
                  <a:gd name="T1" fmla="*/ 60 h 280"/>
                  <a:gd name="T2" fmla="*/ 133 w 275"/>
                  <a:gd name="T3" fmla="*/ 102 h 280"/>
                  <a:gd name="T4" fmla="*/ 204 w 275"/>
                  <a:gd name="T5" fmla="*/ 168 h 280"/>
                  <a:gd name="T6" fmla="*/ 179 w 275"/>
                  <a:gd name="T7" fmla="*/ 196 h 280"/>
                  <a:gd name="T8" fmla="*/ 107 w 275"/>
                  <a:gd name="T9" fmla="*/ 131 h 280"/>
                  <a:gd name="T10" fmla="*/ 60 w 275"/>
                  <a:gd name="T11" fmla="*/ 183 h 280"/>
                  <a:gd name="T12" fmla="*/ 137 w 275"/>
                  <a:gd name="T13" fmla="*/ 252 h 280"/>
                  <a:gd name="T14" fmla="*/ 111 w 275"/>
                  <a:gd name="T15" fmla="*/ 280 h 280"/>
                  <a:gd name="T16" fmla="*/ 0 w 275"/>
                  <a:gd name="T17" fmla="*/ 180 h 280"/>
                  <a:gd name="T18" fmla="*/ 164 w 275"/>
                  <a:gd name="T19" fmla="*/ 0 h 280"/>
                  <a:gd name="T20" fmla="*/ 275 w 275"/>
                  <a:gd name="T21" fmla="*/ 100 h 280"/>
                  <a:gd name="T22" fmla="*/ 248 w 275"/>
                  <a:gd name="T23" fmla="*/ 129 h 280"/>
                  <a:gd name="T24" fmla="*/ 172 w 275"/>
                  <a:gd name="T25" fmla="*/ 6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5" h="280">
                    <a:moveTo>
                      <a:pt x="172" y="60"/>
                    </a:moveTo>
                    <a:lnTo>
                      <a:pt x="133" y="102"/>
                    </a:lnTo>
                    <a:lnTo>
                      <a:pt x="204" y="168"/>
                    </a:lnTo>
                    <a:lnTo>
                      <a:pt x="179" y="196"/>
                    </a:lnTo>
                    <a:lnTo>
                      <a:pt x="107" y="131"/>
                    </a:lnTo>
                    <a:lnTo>
                      <a:pt x="60" y="183"/>
                    </a:lnTo>
                    <a:lnTo>
                      <a:pt x="137" y="252"/>
                    </a:lnTo>
                    <a:lnTo>
                      <a:pt x="111" y="280"/>
                    </a:lnTo>
                    <a:lnTo>
                      <a:pt x="0" y="180"/>
                    </a:lnTo>
                    <a:lnTo>
                      <a:pt x="164" y="0"/>
                    </a:lnTo>
                    <a:lnTo>
                      <a:pt x="275" y="100"/>
                    </a:lnTo>
                    <a:lnTo>
                      <a:pt x="248" y="129"/>
                    </a:lnTo>
                    <a:lnTo>
                      <a:pt x="172" y="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8" name="Freeform 104"/>
              <p:cNvSpPr>
                <a:spLocks noEditPoints="1"/>
              </p:cNvSpPr>
              <p:nvPr/>
            </p:nvSpPr>
            <p:spPr bwMode="auto">
              <a:xfrm>
                <a:off x="3579" y="877"/>
                <a:ext cx="271" cy="294"/>
              </a:xfrm>
              <a:custGeom>
                <a:avLst/>
                <a:gdLst>
                  <a:gd name="T0" fmla="*/ 87 w 200"/>
                  <a:gd name="T1" fmla="*/ 108 h 217"/>
                  <a:gd name="T2" fmla="*/ 76 w 200"/>
                  <a:gd name="T3" fmla="*/ 93 h 217"/>
                  <a:gd name="T4" fmla="*/ 20 w 200"/>
                  <a:gd name="T5" fmla="*/ 133 h 217"/>
                  <a:gd name="T6" fmla="*/ 0 w 200"/>
                  <a:gd name="T7" fmla="*/ 106 h 217"/>
                  <a:gd name="T8" fmla="*/ 145 w 200"/>
                  <a:gd name="T9" fmla="*/ 0 h 217"/>
                  <a:gd name="T10" fmla="*/ 187 w 200"/>
                  <a:gd name="T11" fmla="*/ 58 h 217"/>
                  <a:gd name="T12" fmla="*/ 199 w 200"/>
                  <a:gd name="T13" fmla="*/ 85 h 217"/>
                  <a:gd name="T14" fmla="*/ 195 w 200"/>
                  <a:gd name="T15" fmla="*/ 112 h 217"/>
                  <a:gd name="T16" fmla="*/ 175 w 200"/>
                  <a:gd name="T17" fmla="*/ 135 h 217"/>
                  <a:gd name="T18" fmla="*/ 141 w 200"/>
                  <a:gd name="T19" fmla="*/ 147 h 217"/>
                  <a:gd name="T20" fmla="*/ 109 w 200"/>
                  <a:gd name="T21" fmla="*/ 135 h 217"/>
                  <a:gd name="T22" fmla="*/ 81 w 200"/>
                  <a:gd name="T23" fmla="*/ 217 h 217"/>
                  <a:gd name="T24" fmla="*/ 57 w 200"/>
                  <a:gd name="T25" fmla="*/ 184 h 217"/>
                  <a:gd name="T26" fmla="*/ 87 w 200"/>
                  <a:gd name="T27" fmla="*/ 108 h 217"/>
                  <a:gd name="T28" fmla="*/ 97 w 200"/>
                  <a:gd name="T29" fmla="*/ 77 h 217"/>
                  <a:gd name="T30" fmla="*/ 115 w 200"/>
                  <a:gd name="T31" fmla="*/ 101 h 217"/>
                  <a:gd name="T32" fmla="*/ 134 w 200"/>
                  <a:gd name="T33" fmla="*/ 114 h 217"/>
                  <a:gd name="T34" fmla="*/ 155 w 200"/>
                  <a:gd name="T35" fmla="*/ 108 h 217"/>
                  <a:gd name="T36" fmla="*/ 168 w 200"/>
                  <a:gd name="T37" fmla="*/ 89 h 217"/>
                  <a:gd name="T38" fmla="*/ 161 w 200"/>
                  <a:gd name="T39" fmla="*/ 68 h 217"/>
                  <a:gd name="T40" fmla="*/ 143 w 200"/>
                  <a:gd name="T41" fmla="*/ 43 h 217"/>
                  <a:gd name="T42" fmla="*/ 97 w 200"/>
                  <a:gd name="T43" fmla="*/ 7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0" h="217">
                    <a:moveTo>
                      <a:pt x="87" y="108"/>
                    </a:moveTo>
                    <a:cubicBezTo>
                      <a:pt x="76" y="93"/>
                      <a:pt x="76" y="93"/>
                      <a:pt x="76" y="93"/>
                    </a:cubicBezTo>
                    <a:cubicBezTo>
                      <a:pt x="20" y="133"/>
                      <a:pt x="20" y="133"/>
                      <a:pt x="20" y="133"/>
                    </a:cubicBezTo>
                    <a:cubicBezTo>
                      <a:pt x="0" y="106"/>
                      <a:pt x="0" y="106"/>
                      <a:pt x="0" y="106"/>
                    </a:cubicBezTo>
                    <a:cubicBezTo>
                      <a:pt x="145" y="0"/>
                      <a:pt x="145" y="0"/>
                      <a:pt x="145" y="0"/>
                    </a:cubicBezTo>
                    <a:cubicBezTo>
                      <a:pt x="187" y="58"/>
                      <a:pt x="187" y="58"/>
                      <a:pt x="187" y="58"/>
                    </a:cubicBezTo>
                    <a:cubicBezTo>
                      <a:pt x="194" y="67"/>
                      <a:pt x="198" y="76"/>
                      <a:pt x="199" y="85"/>
                    </a:cubicBezTo>
                    <a:cubicBezTo>
                      <a:pt x="200" y="95"/>
                      <a:pt x="199" y="104"/>
                      <a:pt x="195" y="112"/>
                    </a:cubicBezTo>
                    <a:cubicBezTo>
                      <a:pt x="190" y="121"/>
                      <a:pt x="184" y="129"/>
                      <a:pt x="175" y="135"/>
                    </a:cubicBezTo>
                    <a:cubicBezTo>
                      <a:pt x="164" y="143"/>
                      <a:pt x="152" y="147"/>
                      <a:pt x="141" y="147"/>
                    </a:cubicBezTo>
                    <a:cubicBezTo>
                      <a:pt x="129" y="147"/>
                      <a:pt x="118" y="143"/>
                      <a:pt x="109" y="135"/>
                    </a:cubicBezTo>
                    <a:cubicBezTo>
                      <a:pt x="81" y="217"/>
                      <a:pt x="81" y="217"/>
                      <a:pt x="81" y="217"/>
                    </a:cubicBezTo>
                    <a:cubicBezTo>
                      <a:pt x="57" y="184"/>
                      <a:pt x="57" y="184"/>
                      <a:pt x="57" y="184"/>
                    </a:cubicBezTo>
                    <a:lnTo>
                      <a:pt x="87" y="108"/>
                    </a:lnTo>
                    <a:close/>
                    <a:moveTo>
                      <a:pt x="97" y="77"/>
                    </a:moveTo>
                    <a:cubicBezTo>
                      <a:pt x="115" y="101"/>
                      <a:pt x="115" y="101"/>
                      <a:pt x="115" y="101"/>
                    </a:cubicBezTo>
                    <a:cubicBezTo>
                      <a:pt x="120" y="109"/>
                      <a:pt x="127" y="113"/>
                      <a:pt x="134" y="114"/>
                    </a:cubicBezTo>
                    <a:cubicBezTo>
                      <a:pt x="140" y="115"/>
                      <a:pt x="148" y="113"/>
                      <a:pt x="155" y="108"/>
                    </a:cubicBezTo>
                    <a:cubicBezTo>
                      <a:pt x="163" y="102"/>
                      <a:pt x="167" y="96"/>
                      <a:pt x="168" y="89"/>
                    </a:cubicBezTo>
                    <a:cubicBezTo>
                      <a:pt x="169" y="82"/>
                      <a:pt x="167" y="75"/>
                      <a:pt x="161" y="68"/>
                    </a:cubicBezTo>
                    <a:cubicBezTo>
                      <a:pt x="143" y="43"/>
                      <a:pt x="143" y="43"/>
                      <a:pt x="143" y="43"/>
                    </a:cubicBezTo>
                    <a:lnTo>
                      <a:pt x="97" y="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09" name="Freeform 105"/>
              <p:cNvSpPr/>
              <p:nvPr/>
            </p:nvSpPr>
            <p:spPr bwMode="auto">
              <a:xfrm>
                <a:off x="3708" y="1099"/>
                <a:ext cx="255" cy="215"/>
              </a:xfrm>
              <a:custGeom>
                <a:avLst/>
                <a:gdLst>
                  <a:gd name="T0" fmla="*/ 107 w 189"/>
                  <a:gd name="T1" fmla="*/ 6 h 159"/>
                  <a:gd name="T2" fmla="*/ 135 w 189"/>
                  <a:gd name="T3" fmla="*/ 1 h 159"/>
                  <a:gd name="T4" fmla="*/ 160 w 189"/>
                  <a:gd name="T5" fmla="*/ 13 h 159"/>
                  <a:gd name="T6" fmla="*/ 180 w 189"/>
                  <a:gd name="T7" fmla="*/ 41 h 159"/>
                  <a:gd name="T8" fmla="*/ 188 w 189"/>
                  <a:gd name="T9" fmla="*/ 81 h 159"/>
                  <a:gd name="T10" fmla="*/ 171 w 189"/>
                  <a:gd name="T11" fmla="*/ 112 h 159"/>
                  <a:gd name="T12" fmla="*/ 148 w 189"/>
                  <a:gd name="T13" fmla="*/ 93 h 159"/>
                  <a:gd name="T14" fmla="*/ 158 w 189"/>
                  <a:gd name="T15" fmla="*/ 75 h 159"/>
                  <a:gd name="T16" fmla="*/ 154 w 189"/>
                  <a:gd name="T17" fmla="*/ 54 h 159"/>
                  <a:gd name="T18" fmla="*/ 140 w 189"/>
                  <a:gd name="T19" fmla="*/ 36 h 159"/>
                  <a:gd name="T20" fmla="*/ 122 w 189"/>
                  <a:gd name="T21" fmla="*/ 36 h 159"/>
                  <a:gd name="T22" fmla="*/ 111 w 189"/>
                  <a:gd name="T23" fmla="*/ 49 h 159"/>
                  <a:gd name="T24" fmla="*/ 114 w 189"/>
                  <a:gd name="T25" fmla="*/ 77 h 159"/>
                  <a:gd name="T26" fmla="*/ 115 w 189"/>
                  <a:gd name="T27" fmla="*/ 126 h 159"/>
                  <a:gd name="T28" fmla="*/ 87 w 189"/>
                  <a:gd name="T29" fmla="*/ 154 h 159"/>
                  <a:gd name="T30" fmla="*/ 58 w 189"/>
                  <a:gd name="T31" fmla="*/ 158 h 159"/>
                  <a:gd name="T32" fmla="*/ 31 w 189"/>
                  <a:gd name="T33" fmla="*/ 144 h 159"/>
                  <a:gd name="T34" fmla="*/ 10 w 189"/>
                  <a:gd name="T35" fmla="*/ 116 h 159"/>
                  <a:gd name="T36" fmla="*/ 2 w 189"/>
                  <a:gd name="T37" fmla="*/ 72 h 159"/>
                  <a:gd name="T38" fmla="*/ 20 w 189"/>
                  <a:gd name="T39" fmla="*/ 38 h 159"/>
                  <a:gd name="T40" fmla="*/ 43 w 189"/>
                  <a:gd name="T41" fmla="*/ 57 h 159"/>
                  <a:gd name="T42" fmla="*/ 32 w 189"/>
                  <a:gd name="T43" fmla="*/ 78 h 159"/>
                  <a:gd name="T44" fmla="*/ 37 w 189"/>
                  <a:gd name="T45" fmla="*/ 104 h 159"/>
                  <a:gd name="T46" fmla="*/ 52 w 189"/>
                  <a:gd name="T47" fmla="*/ 123 h 159"/>
                  <a:gd name="T48" fmla="*/ 72 w 189"/>
                  <a:gd name="T49" fmla="*/ 123 h 159"/>
                  <a:gd name="T50" fmla="*/ 85 w 189"/>
                  <a:gd name="T51" fmla="*/ 108 h 159"/>
                  <a:gd name="T52" fmla="*/ 82 w 189"/>
                  <a:gd name="T53" fmla="*/ 76 h 159"/>
                  <a:gd name="T54" fmla="*/ 81 w 189"/>
                  <a:gd name="T55" fmla="*/ 32 h 159"/>
                  <a:gd name="T56" fmla="*/ 107 w 189"/>
                  <a:gd name="T57" fmla="*/ 6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9" h="159">
                    <a:moveTo>
                      <a:pt x="107" y="6"/>
                    </a:moveTo>
                    <a:cubicBezTo>
                      <a:pt x="116" y="2"/>
                      <a:pt x="125" y="0"/>
                      <a:pt x="135" y="1"/>
                    </a:cubicBezTo>
                    <a:cubicBezTo>
                      <a:pt x="144" y="3"/>
                      <a:pt x="152" y="7"/>
                      <a:pt x="160" y="13"/>
                    </a:cubicBezTo>
                    <a:cubicBezTo>
                      <a:pt x="168" y="20"/>
                      <a:pt x="175" y="29"/>
                      <a:pt x="180" y="41"/>
                    </a:cubicBezTo>
                    <a:cubicBezTo>
                      <a:pt x="187" y="56"/>
                      <a:pt x="189" y="69"/>
                      <a:pt x="188" y="81"/>
                    </a:cubicBezTo>
                    <a:cubicBezTo>
                      <a:pt x="186" y="93"/>
                      <a:pt x="181" y="104"/>
                      <a:pt x="171" y="112"/>
                    </a:cubicBezTo>
                    <a:cubicBezTo>
                      <a:pt x="148" y="93"/>
                      <a:pt x="148" y="93"/>
                      <a:pt x="148" y="93"/>
                    </a:cubicBezTo>
                    <a:cubicBezTo>
                      <a:pt x="154" y="87"/>
                      <a:pt x="157" y="82"/>
                      <a:pt x="158" y="75"/>
                    </a:cubicBezTo>
                    <a:cubicBezTo>
                      <a:pt x="159" y="69"/>
                      <a:pt x="158" y="62"/>
                      <a:pt x="154" y="54"/>
                    </a:cubicBezTo>
                    <a:cubicBezTo>
                      <a:pt x="150" y="45"/>
                      <a:pt x="145" y="39"/>
                      <a:pt x="140" y="36"/>
                    </a:cubicBezTo>
                    <a:cubicBezTo>
                      <a:pt x="135" y="33"/>
                      <a:pt x="129" y="33"/>
                      <a:pt x="122" y="36"/>
                    </a:cubicBezTo>
                    <a:cubicBezTo>
                      <a:pt x="116" y="39"/>
                      <a:pt x="112" y="43"/>
                      <a:pt x="111" y="49"/>
                    </a:cubicBezTo>
                    <a:cubicBezTo>
                      <a:pt x="110" y="56"/>
                      <a:pt x="111" y="65"/>
                      <a:pt x="114" y="77"/>
                    </a:cubicBezTo>
                    <a:cubicBezTo>
                      <a:pt x="119" y="97"/>
                      <a:pt x="120" y="114"/>
                      <a:pt x="115" y="126"/>
                    </a:cubicBezTo>
                    <a:cubicBezTo>
                      <a:pt x="111" y="138"/>
                      <a:pt x="102" y="147"/>
                      <a:pt x="87" y="154"/>
                    </a:cubicBezTo>
                    <a:cubicBezTo>
                      <a:pt x="78" y="158"/>
                      <a:pt x="68" y="159"/>
                      <a:pt x="58" y="158"/>
                    </a:cubicBezTo>
                    <a:cubicBezTo>
                      <a:pt x="48" y="156"/>
                      <a:pt x="39" y="152"/>
                      <a:pt x="31" y="144"/>
                    </a:cubicBezTo>
                    <a:cubicBezTo>
                      <a:pt x="23" y="137"/>
                      <a:pt x="16" y="128"/>
                      <a:pt x="10" y="116"/>
                    </a:cubicBezTo>
                    <a:cubicBezTo>
                      <a:pt x="3" y="100"/>
                      <a:pt x="0" y="85"/>
                      <a:pt x="2" y="72"/>
                    </a:cubicBezTo>
                    <a:cubicBezTo>
                      <a:pt x="4" y="58"/>
                      <a:pt x="10" y="47"/>
                      <a:pt x="20" y="38"/>
                    </a:cubicBezTo>
                    <a:cubicBezTo>
                      <a:pt x="43" y="57"/>
                      <a:pt x="43" y="57"/>
                      <a:pt x="43" y="57"/>
                    </a:cubicBezTo>
                    <a:cubicBezTo>
                      <a:pt x="37" y="63"/>
                      <a:pt x="33" y="70"/>
                      <a:pt x="32" y="78"/>
                    </a:cubicBezTo>
                    <a:cubicBezTo>
                      <a:pt x="31" y="86"/>
                      <a:pt x="32" y="95"/>
                      <a:pt x="37" y="104"/>
                    </a:cubicBezTo>
                    <a:cubicBezTo>
                      <a:pt x="41" y="114"/>
                      <a:pt x="46" y="120"/>
                      <a:pt x="52" y="123"/>
                    </a:cubicBezTo>
                    <a:cubicBezTo>
                      <a:pt x="58" y="126"/>
                      <a:pt x="65" y="126"/>
                      <a:pt x="72" y="123"/>
                    </a:cubicBezTo>
                    <a:cubicBezTo>
                      <a:pt x="79" y="120"/>
                      <a:pt x="83" y="115"/>
                      <a:pt x="85" y="108"/>
                    </a:cubicBezTo>
                    <a:cubicBezTo>
                      <a:pt x="86" y="101"/>
                      <a:pt x="86" y="90"/>
                      <a:pt x="82" y="76"/>
                    </a:cubicBezTo>
                    <a:cubicBezTo>
                      <a:pt x="77" y="58"/>
                      <a:pt x="77" y="43"/>
                      <a:pt x="81" y="32"/>
                    </a:cubicBezTo>
                    <a:cubicBezTo>
                      <a:pt x="85" y="20"/>
                      <a:pt x="94" y="12"/>
                      <a:pt x="10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10" name="Freeform 106"/>
              <p:cNvSpPr/>
              <p:nvPr/>
            </p:nvSpPr>
            <p:spPr bwMode="auto">
              <a:xfrm>
                <a:off x="3767" y="1295"/>
                <a:ext cx="246" cy="111"/>
              </a:xfrm>
              <a:custGeom>
                <a:avLst/>
                <a:gdLst>
                  <a:gd name="T0" fmla="*/ 246 w 246"/>
                  <a:gd name="T1" fmla="*/ 44 h 111"/>
                  <a:gd name="T2" fmla="*/ 12 w 246"/>
                  <a:gd name="T3" fmla="*/ 111 h 111"/>
                  <a:gd name="T4" fmla="*/ 0 w 246"/>
                  <a:gd name="T5" fmla="*/ 67 h 111"/>
                  <a:gd name="T6" fmla="*/ 233 w 246"/>
                  <a:gd name="T7" fmla="*/ 0 h 111"/>
                  <a:gd name="T8" fmla="*/ 246 w 246"/>
                  <a:gd name="T9" fmla="*/ 44 h 111"/>
                </a:gdLst>
                <a:ahLst/>
                <a:cxnLst>
                  <a:cxn ang="0">
                    <a:pos x="T0" y="T1"/>
                  </a:cxn>
                  <a:cxn ang="0">
                    <a:pos x="T2" y="T3"/>
                  </a:cxn>
                  <a:cxn ang="0">
                    <a:pos x="T4" y="T5"/>
                  </a:cxn>
                  <a:cxn ang="0">
                    <a:pos x="T6" y="T7"/>
                  </a:cxn>
                  <a:cxn ang="0">
                    <a:pos x="T8" y="T9"/>
                  </a:cxn>
                </a:cxnLst>
                <a:rect l="0" t="0" r="r" b="b"/>
                <a:pathLst>
                  <a:path w="246" h="111">
                    <a:moveTo>
                      <a:pt x="246" y="44"/>
                    </a:moveTo>
                    <a:lnTo>
                      <a:pt x="12" y="111"/>
                    </a:lnTo>
                    <a:lnTo>
                      <a:pt x="0" y="67"/>
                    </a:lnTo>
                    <a:lnTo>
                      <a:pt x="233" y="0"/>
                    </a:lnTo>
                    <a:lnTo>
                      <a:pt x="246" y="4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11" name="Freeform 107"/>
              <p:cNvSpPr/>
              <p:nvPr/>
            </p:nvSpPr>
            <p:spPr bwMode="auto">
              <a:xfrm>
                <a:off x="3798" y="1398"/>
                <a:ext cx="255" cy="179"/>
              </a:xfrm>
              <a:custGeom>
                <a:avLst/>
                <a:gdLst>
                  <a:gd name="T0" fmla="*/ 217 w 255"/>
                  <a:gd name="T1" fmla="*/ 179 h 179"/>
                  <a:gd name="T2" fmla="*/ 209 w 255"/>
                  <a:gd name="T3" fmla="*/ 115 h 179"/>
                  <a:gd name="T4" fmla="*/ 6 w 255"/>
                  <a:gd name="T5" fmla="*/ 142 h 179"/>
                  <a:gd name="T6" fmla="*/ 0 w 255"/>
                  <a:gd name="T7" fmla="*/ 96 h 179"/>
                  <a:gd name="T8" fmla="*/ 202 w 255"/>
                  <a:gd name="T9" fmla="*/ 69 h 179"/>
                  <a:gd name="T10" fmla="*/ 194 w 255"/>
                  <a:gd name="T11" fmla="*/ 6 h 179"/>
                  <a:gd name="T12" fmla="*/ 232 w 255"/>
                  <a:gd name="T13" fmla="*/ 0 h 179"/>
                  <a:gd name="T14" fmla="*/ 255 w 255"/>
                  <a:gd name="T15" fmla="*/ 173 h 179"/>
                  <a:gd name="T16" fmla="*/ 217 w 255"/>
                  <a:gd name="T17" fmla="*/ 17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 h="179">
                    <a:moveTo>
                      <a:pt x="217" y="179"/>
                    </a:moveTo>
                    <a:lnTo>
                      <a:pt x="209" y="115"/>
                    </a:lnTo>
                    <a:lnTo>
                      <a:pt x="6" y="142"/>
                    </a:lnTo>
                    <a:lnTo>
                      <a:pt x="0" y="96"/>
                    </a:lnTo>
                    <a:lnTo>
                      <a:pt x="202" y="69"/>
                    </a:lnTo>
                    <a:lnTo>
                      <a:pt x="194" y="6"/>
                    </a:lnTo>
                    <a:lnTo>
                      <a:pt x="232" y="0"/>
                    </a:lnTo>
                    <a:lnTo>
                      <a:pt x="255" y="173"/>
                    </a:lnTo>
                    <a:lnTo>
                      <a:pt x="21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12" name="Freeform 108"/>
              <p:cNvSpPr/>
              <p:nvPr/>
            </p:nvSpPr>
            <p:spPr bwMode="auto">
              <a:xfrm>
                <a:off x="3804" y="1623"/>
                <a:ext cx="253" cy="211"/>
              </a:xfrm>
              <a:custGeom>
                <a:avLst/>
                <a:gdLst>
                  <a:gd name="T0" fmla="*/ 96 w 253"/>
                  <a:gd name="T1" fmla="*/ 117 h 211"/>
                  <a:gd name="T2" fmla="*/ 0 w 253"/>
                  <a:gd name="T3" fmla="*/ 109 h 211"/>
                  <a:gd name="T4" fmla="*/ 4 w 253"/>
                  <a:gd name="T5" fmla="*/ 63 h 211"/>
                  <a:gd name="T6" fmla="*/ 100 w 253"/>
                  <a:gd name="T7" fmla="*/ 71 h 211"/>
                  <a:gd name="T8" fmla="*/ 253 w 253"/>
                  <a:gd name="T9" fmla="*/ 0 h 211"/>
                  <a:gd name="T10" fmla="*/ 249 w 253"/>
                  <a:gd name="T11" fmla="*/ 51 h 211"/>
                  <a:gd name="T12" fmla="*/ 134 w 253"/>
                  <a:gd name="T13" fmla="*/ 97 h 211"/>
                  <a:gd name="T14" fmla="*/ 241 w 253"/>
                  <a:gd name="T15" fmla="*/ 161 h 211"/>
                  <a:gd name="T16" fmla="*/ 237 w 253"/>
                  <a:gd name="T17" fmla="*/ 211 h 211"/>
                  <a:gd name="T18" fmla="*/ 96 w 253"/>
                  <a:gd name="T19" fmla="*/ 1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3" h="211">
                    <a:moveTo>
                      <a:pt x="96" y="117"/>
                    </a:moveTo>
                    <a:lnTo>
                      <a:pt x="0" y="109"/>
                    </a:lnTo>
                    <a:lnTo>
                      <a:pt x="4" y="63"/>
                    </a:lnTo>
                    <a:lnTo>
                      <a:pt x="100" y="71"/>
                    </a:lnTo>
                    <a:lnTo>
                      <a:pt x="253" y="0"/>
                    </a:lnTo>
                    <a:lnTo>
                      <a:pt x="249" y="51"/>
                    </a:lnTo>
                    <a:lnTo>
                      <a:pt x="134" y="97"/>
                    </a:lnTo>
                    <a:lnTo>
                      <a:pt x="241" y="161"/>
                    </a:lnTo>
                    <a:lnTo>
                      <a:pt x="237" y="211"/>
                    </a:lnTo>
                    <a:lnTo>
                      <a:pt x="96" y="1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13" name="Freeform 109"/>
              <p:cNvSpPr/>
              <p:nvPr/>
            </p:nvSpPr>
            <p:spPr bwMode="auto">
              <a:xfrm>
                <a:off x="2609" y="2605"/>
                <a:ext cx="73" cy="191"/>
              </a:xfrm>
              <a:custGeom>
                <a:avLst/>
                <a:gdLst>
                  <a:gd name="T0" fmla="*/ 73 w 73"/>
                  <a:gd name="T1" fmla="*/ 191 h 191"/>
                  <a:gd name="T2" fmla="*/ 39 w 73"/>
                  <a:gd name="T3" fmla="*/ 191 h 191"/>
                  <a:gd name="T4" fmla="*/ 39 w 73"/>
                  <a:gd name="T5" fmla="*/ 40 h 191"/>
                  <a:gd name="T6" fmla="*/ 0 w 73"/>
                  <a:gd name="T7" fmla="*/ 63 h 191"/>
                  <a:gd name="T8" fmla="*/ 0 w 73"/>
                  <a:gd name="T9" fmla="*/ 27 h 191"/>
                  <a:gd name="T10" fmla="*/ 48 w 73"/>
                  <a:gd name="T11" fmla="*/ 0 h 191"/>
                  <a:gd name="T12" fmla="*/ 73 w 73"/>
                  <a:gd name="T13" fmla="*/ 0 h 191"/>
                  <a:gd name="T14" fmla="*/ 73 w 73"/>
                  <a:gd name="T15" fmla="*/ 191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191">
                    <a:moveTo>
                      <a:pt x="73" y="191"/>
                    </a:moveTo>
                    <a:lnTo>
                      <a:pt x="39" y="191"/>
                    </a:lnTo>
                    <a:lnTo>
                      <a:pt x="39" y="40"/>
                    </a:lnTo>
                    <a:lnTo>
                      <a:pt x="0" y="63"/>
                    </a:lnTo>
                    <a:lnTo>
                      <a:pt x="0" y="27"/>
                    </a:lnTo>
                    <a:lnTo>
                      <a:pt x="48" y="0"/>
                    </a:lnTo>
                    <a:lnTo>
                      <a:pt x="73" y="0"/>
                    </a:lnTo>
                    <a:lnTo>
                      <a:pt x="73" y="1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14" name="Freeform 110"/>
              <p:cNvSpPr>
                <a:spLocks noEditPoints="1"/>
              </p:cNvSpPr>
              <p:nvPr/>
            </p:nvSpPr>
            <p:spPr bwMode="auto">
              <a:xfrm>
                <a:off x="2724" y="2601"/>
                <a:ext cx="130" cy="195"/>
              </a:xfrm>
              <a:custGeom>
                <a:avLst/>
                <a:gdLst>
                  <a:gd name="T0" fmla="*/ 96 w 96"/>
                  <a:gd name="T1" fmla="*/ 48 h 144"/>
                  <a:gd name="T2" fmla="*/ 91 w 96"/>
                  <a:gd name="T3" fmla="*/ 77 h 144"/>
                  <a:gd name="T4" fmla="*/ 75 w 96"/>
                  <a:gd name="T5" fmla="*/ 107 h 144"/>
                  <a:gd name="T6" fmla="*/ 50 w 96"/>
                  <a:gd name="T7" fmla="*/ 144 h 144"/>
                  <a:gd name="T8" fmla="*/ 22 w 96"/>
                  <a:gd name="T9" fmla="*/ 144 h 144"/>
                  <a:gd name="T10" fmla="*/ 52 w 96"/>
                  <a:gd name="T11" fmla="*/ 102 h 144"/>
                  <a:gd name="T12" fmla="*/ 62 w 96"/>
                  <a:gd name="T13" fmla="*/ 86 h 144"/>
                  <a:gd name="T14" fmla="*/ 43 w 96"/>
                  <a:gd name="T15" fmla="*/ 91 h 144"/>
                  <a:gd name="T16" fmla="*/ 21 w 96"/>
                  <a:gd name="T17" fmla="*/ 85 h 144"/>
                  <a:gd name="T18" fmla="*/ 6 w 96"/>
                  <a:gd name="T19" fmla="*/ 69 h 144"/>
                  <a:gd name="T20" fmla="*/ 0 w 96"/>
                  <a:gd name="T21" fmla="*/ 46 h 144"/>
                  <a:gd name="T22" fmla="*/ 6 w 96"/>
                  <a:gd name="T23" fmla="*/ 22 h 144"/>
                  <a:gd name="T24" fmla="*/ 23 w 96"/>
                  <a:gd name="T25" fmla="*/ 6 h 144"/>
                  <a:gd name="T26" fmla="*/ 48 w 96"/>
                  <a:gd name="T27" fmla="*/ 0 h 144"/>
                  <a:gd name="T28" fmla="*/ 73 w 96"/>
                  <a:gd name="T29" fmla="*/ 6 h 144"/>
                  <a:gd name="T30" fmla="*/ 90 w 96"/>
                  <a:gd name="T31" fmla="*/ 23 h 144"/>
                  <a:gd name="T32" fmla="*/ 96 w 96"/>
                  <a:gd name="T33" fmla="*/ 48 h 144"/>
                  <a:gd name="T34" fmla="*/ 48 w 96"/>
                  <a:gd name="T35" fmla="*/ 70 h 144"/>
                  <a:gd name="T36" fmla="*/ 65 w 96"/>
                  <a:gd name="T37" fmla="*/ 64 h 144"/>
                  <a:gd name="T38" fmla="*/ 72 w 96"/>
                  <a:gd name="T39" fmla="*/ 48 h 144"/>
                  <a:gd name="T40" fmla="*/ 72 w 96"/>
                  <a:gd name="T41" fmla="*/ 46 h 144"/>
                  <a:gd name="T42" fmla="*/ 65 w 96"/>
                  <a:gd name="T43" fmla="*/ 28 h 144"/>
                  <a:gd name="T44" fmla="*/ 48 w 96"/>
                  <a:gd name="T45" fmla="*/ 21 h 144"/>
                  <a:gd name="T46" fmla="*/ 31 w 96"/>
                  <a:gd name="T47" fmla="*/ 28 h 144"/>
                  <a:gd name="T48" fmla="*/ 25 w 96"/>
                  <a:gd name="T49" fmla="*/ 46 h 144"/>
                  <a:gd name="T50" fmla="*/ 31 w 96"/>
                  <a:gd name="T51" fmla="*/ 63 h 144"/>
                  <a:gd name="T52" fmla="*/ 48 w 96"/>
                  <a:gd name="T53" fmla="*/ 7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6" h="144">
                    <a:moveTo>
                      <a:pt x="96" y="48"/>
                    </a:moveTo>
                    <a:cubicBezTo>
                      <a:pt x="96" y="58"/>
                      <a:pt x="95" y="67"/>
                      <a:pt x="91" y="77"/>
                    </a:cubicBezTo>
                    <a:cubicBezTo>
                      <a:pt x="88" y="86"/>
                      <a:pt x="82" y="96"/>
                      <a:pt x="75" y="107"/>
                    </a:cubicBezTo>
                    <a:cubicBezTo>
                      <a:pt x="50" y="144"/>
                      <a:pt x="50" y="144"/>
                      <a:pt x="50" y="144"/>
                    </a:cubicBezTo>
                    <a:cubicBezTo>
                      <a:pt x="22" y="144"/>
                      <a:pt x="22" y="144"/>
                      <a:pt x="22" y="144"/>
                    </a:cubicBezTo>
                    <a:cubicBezTo>
                      <a:pt x="52" y="102"/>
                      <a:pt x="52" y="102"/>
                      <a:pt x="52" y="102"/>
                    </a:cubicBezTo>
                    <a:cubicBezTo>
                      <a:pt x="57" y="96"/>
                      <a:pt x="60" y="90"/>
                      <a:pt x="62" y="86"/>
                    </a:cubicBezTo>
                    <a:cubicBezTo>
                      <a:pt x="57" y="89"/>
                      <a:pt x="50" y="91"/>
                      <a:pt x="43" y="91"/>
                    </a:cubicBezTo>
                    <a:cubicBezTo>
                      <a:pt x="35" y="91"/>
                      <a:pt x="27" y="89"/>
                      <a:pt x="21" y="85"/>
                    </a:cubicBezTo>
                    <a:cubicBezTo>
                      <a:pt x="14" y="81"/>
                      <a:pt x="9" y="76"/>
                      <a:pt x="6" y="69"/>
                    </a:cubicBezTo>
                    <a:cubicBezTo>
                      <a:pt x="2" y="62"/>
                      <a:pt x="0" y="54"/>
                      <a:pt x="0" y="46"/>
                    </a:cubicBezTo>
                    <a:cubicBezTo>
                      <a:pt x="0" y="37"/>
                      <a:pt x="2" y="29"/>
                      <a:pt x="6" y="22"/>
                    </a:cubicBezTo>
                    <a:cubicBezTo>
                      <a:pt x="10" y="15"/>
                      <a:pt x="16" y="10"/>
                      <a:pt x="23" y="6"/>
                    </a:cubicBezTo>
                    <a:cubicBezTo>
                      <a:pt x="31" y="2"/>
                      <a:pt x="39" y="0"/>
                      <a:pt x="48" y="0"/>
                    </a:cubicBezTo>
                    <a:cubicBezTo>
                      <a:pt x="58" y="0"/>
                      <a:pt x="66" y="2"/>
                      <a:pt x="73" y="6"/>
                    </a:cubicBezTo>
                    <a:cubicBezTo>
                      <a:pt x="81" y="10"/>
                      <a:pt x="86" y="16"/>
                      <a:pt x="90" y="23"/>
                    </a:cubicBezTo>
                    <a:cubicBezTo>
                      <a:pt x="94" y="30"/>
                      <a:pt x="96" y="39"/>
                      <a:pt x="96" y="48"/>
                    </a:cubicBezTo>
                    <a:close/>
                    <a:moveTo>
                      <a:pt x="48" y="70"/>
                    </a:moveTo>
                    <a:cubicBezTo>
                      <a:pt x="55" y="70"/>
                      <a:pt x="61" y="68"/>
                      <a:pt x="65" y="64"/>
                    </a:cubicBezTo>
                    <a:cubicBezTo>
                      <a:pt x="69" y="60"/>
                      <a:pt x="71" y="55"/>
                      <a:pt x="72" y="48"/>
                    </a:cubicBezTo>
                    <a:cubicBezTo>
                      <a:pt x="72" y="46"/>
                      <a:pt x="72" y="46"/>
                      <a:pt x="72" y="46"/>
                    </a:cubicBezTo>
                    <a:cubicBezTo>
                      <a:pt x="72" y="38"/>
                      <a:pt x="70" y="32"/>
                      <a:pt x="65" y="28"/>
                    </a:cubicBezTo>
                    <a:cubicBezTo>
                      <a:pt x="61" y="23"/>
                      <a:pt x="55" y="21"/>
                      <a:pt x="48" y="21"/>
                    </a:cubicBezTo>
                    <a:cubicBezTo>
                      <a:pt x="41" y="21"/>
                      <a:pt x="36" y="23"/>
                      <a:pt x="31" y="28"/>
                    </a:cubicBezTo>
                    <a:cubicBezTo>
                      <a:pt x="27" y="32"/>
                      <a:pt x="25" y="38"/>
                      <a:pt x="25" y="46"/>
                    </a:cubicBezTo>
                    <a:cubicBezTo>
                      <a:pt x="25" y="53"/>
                      <a:pt x="27" y="59"/>
                      <a:pt x="31" y="63"/>
                    </a:cubicBezTo>
                    <a:cubicBezTo>
                      <a:pt x="35" y="68"/>
                      <a:pt x="41" y="70"/>
                      <a:pt x="48"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15" name="Freeform 111"/>
              <p:cNvSpPr>
                <a:spLocks noEditPoints="1"/>
              </p:cNvSpPr>
              <p:nvPr/>
            </p:nvSpPr>
            <p:spPr bwMode="auto">
              <a:xfrm>
                <a:off x="2878"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1 w 99"/>
                  <a:gd name="T23" fmla="*/ 19 h 146"/>
                  <a:gd name="T24" fmla="*/ 26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7 w 99"/>
                  <a:gd name="T37" fmla="*/ 67 h 146"/>
                  <a:gd name="T38" fmla="*/ 93 w 99"/>
                  <a:gd name="T39" fmla="*/ 81 h 146"/>
                  <a:gd name="T40" fmla="*/ 99 w 99"/>
                  <a:gd name="T41" fmla="*/ 102 h 146"/>
                  <a:gd name="T42" fmla="*/ 75 w 99"/>
                  <a:gd name="T43" fmla="*/ 101 h 146"/>
                  <a:gd name="T44" fmla="*/ 68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8 w 99"/>
                  <a:gd name="T57" fmla="*/ 119 h 146"/>
                  <a:gd name="T58" fmla="*/ 75 w 99"/>
                  <a:gd name="T59" fmla="*/ 101 h 146"/>
                  <a:gd name="T60" fmla="*/ 29 w 99"/>
                  <a:gd name="T61" fmla="*/ 39 h 146"/>
                  <a:gd name="T62" fmla="*/ 35 w 99"/>
                  <a:gd name="T63" fmla="*/ 53 h 146"/>
                  <a:gd name="T64" fmla="*/ 50 w 99"/>
                  <a:gd name="T65" fmla="*/ 58 h 146"/>
                  <a:gd name="T66" fmla="*/ 65 w 99"/>
                  <a:gd name="T67" fmla="*/ 53 h 146"/>
                  <a:gd name="T68" fmla="*/ 70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59" y="146"/>
                      <a:pt x="50" y="146"/>
                    </a:cubicBezTo>
                    <a:cubicBezTo>
                      <a:pt x="40" y="146"/>
                      <a:pt x="31" y="144"/>
                      <a:pt x="24" y="140"/>
                    </a:cubicBezTo>
                    <a:cubicBezTo>
                      <a:pt x="16" y="137"/>
                      <a:pt x="10"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7" y="50"/>
                      <a:pt x="6" y="45"/>
                      <a:pt x="6" y="39"/>
                    </a:cubicBezTo>
                    <a:cubicBezTo>
                      <a:pt x="6" y="32"/>
                      <a:pt x="8" y="25"/>
                      <a:pt x="11" y="19"/>
                    </a:cubicBezTo>
                    <a:cubicBezTo>
                      <a:pt x="15" y="13"/>
                      <a:pt x="20" y="9"/>
                      <a:pt x="26" y="5"/>
                    </a:cubicBezTo>
                    <a:cubicBezTo>
                      <a:pt x="33" y="2"/>
                      <a:pt x="41" y="0"/>
                      <a:pt x="50" y="0"/>
                    </a:cubicBezTo>
                    <a:cubicBezTo>
                      <a:pt x="58" y="0"/>
                      <a:pt x="66" y="2"/>
                      <a:pt x="73" y="5"/>
                    </a:cubicBezTo>
                    <a:cubicBezTo>
                      <a:pt x="79" y="9"/>
                      <a:pt x="84" y="13"/>
                      <a:pt x="88" y="19"/>
                    </a:cubicBezTo>
                    <a:cubicBezTo>
                      <a:pt x="91" y="25"/>
                      <a:pt x="93" y="32"/>
                      <a:pt x="93" y="39"/>
                    </a:cubicBezTo>
                    <a:cubicBezTo>
                      <a:pt x="93" y="45"/>
                      <a:pt x="92" y="50"/>
                      <a:pt x="89" y="55"/>
                    </a:cubicBezTo>
                    <a:cubicBezTo>
                      <a:pt x="86" y="60"/>
                      <a:pt x="82" y="64"/>
                      <a:pt x="77" y="67"/>
                    </a:cubicBezTo>
                    <a:cubicBezTo>
                      <a:pt x="84" y="70"/>
                      <a:pt x="89" y="75"/>
                      <a:pt x="93" y="81"/>
                    </a:cubicBezTo>
                    <a:cubicBezTo>
                      <a:pt x="97" y="87"/>
                      <a:pt x="99" y="94"/>
                      <a:pt x="99" y="102"/>
                    </a:cubicBezTo>
                    <a:close/>
                    <a:moveTo>
                      <a:pt x="75" y="101"/>
                    </a:moveTo>
                    <a:cubicBezTo>
                      <a:pt x="75" y="94"/>
                      <a:pt x="73" y="88"/>
                      <a:pt x="68" y="83"/>
                    </a:cubicBezTo>
                    <a:cubicBezTo>
                      <a:pt x="64" y="79"/>
                      <a:pt x="58" y="76"/>
                      <a:pt x="50" y="76"/>
                    </a:cubicBezTo>
                    <a:cubicBezTo>
                      <a:pt x="42" y="76"/>
                      <a:pt x="35" y="79"/>
                      <a:pt x="31" y="83"/>
                    </a:cubicBezTo>
                    <a:cubicBezTo>
                      <a:pt x="26" y="88"/>
                      <a:pt x="24" y="94"/>
                      <a:pt x="24" y="101"/>
                    </a:cubicBezTo>
                    <a:cubicBezTo>
                      <a:pt x="24" y="109"/>
                      <a:pt x="26" y="115"/>
                      <a:pt x="31" y="119"/>
                    </a:cubicBezTo>
                    <a:cubicBezTo>
                      <a:pt x="35" y="124"/>
                      <a:pt x="42" y="126"/>
                      <a:pt x="50" y="126"/>
                    </a:cubicBezTo>
                    <a:cubicBezTo>
                      <a:pt x="58" y="126"/>
                      <a:pt x="64" y="124"/>
                      <a:pt x="68" y="119"/>
                    </a:cubicBezTo>
                    <a:cubicBezTo>
                      <a:pt x="73" y="115"/>
                      <a:pt x="75" y="109"/>
                      <a:pt x="75" y="101"/>
                    </a:cubicBezTo>
                    <a:close/>
                    <a:moveTo>
                      <a:pt x="29" y="39"/>
                    </a:moveTo>
                    <a:cubicBezTo>
                      <a:pt x="29" y="44"/>
                      <a:pt x="31" y="49"/>
                      <a:pt x="35" y="53"/>
                    </a:cubicBezTo>
                    <a:cubicBezTo>
                      <a:pt x="38" y="56"/>
                      <a:pt x="43" y="58"/>
                      <a:pt x="50" y="58"/>
                    </a:cubicBezTo>
                    <a:cubicBezTo>
                      <a:pt x="56" y="58"/>
                      <a:pt x="61" y="56"/>
                      <a:pt x="65" y="53"/>
                    </a:cubicBezTo>
                    <a:cubicBezTo>
                      <a:pt x="68" y="49"/>
                      <a:pt x="70" y="44"/>
                      <a:pt x="70" y="39"/>
                    </a:cubicBezTo>
                    <a:cubicBezTo>
                      <a:pt x="70" y="33"/>
                      <a:pt x="68" y="28"/>
                      <a:pt x="65" y="24"/>
                    </a:cubicBezTo>
                    <a:cubicBezTo>
                      <a:pt x="61" y="21"/>
                      <a:pt x="56" y="19"/>
                      <a:pt x="50" y="19"/>
                    </a:cubicBezTo>
                    <a:cubicBezTo>
                      <a:pt x="43" y="19"/>
                      <a:pt x="38"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sp>
            <p:nvSpPr>
              <p:cNvPr id="116" name="Freeform 112"/>
              <p:cNvSpPr>
                <a:spLocks noEditPoints="1"/>
              </p:cNvSpPr>
              <p:nvPr/>
            </p:nvSpPr>
            <p:spPr bwMode="auto">
              <a:xfrm>
                <a:off x="3034"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2 w 99"/>
                  <a:gd name="T23" fmla="*/ 19 h 146"/>
                  <a:gd name="T24" fmla="*/ 27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8 w 99"/>
                  <a:gd name="T37" fmla="*/ 67 h 146"/>
                  <a:gd name="T38" fmla="*/ 94 w 99"/>
                  <a:gd name="T39" fmla="*/ 81 h 146"/>
                  <a:gd name="T40" fmla="*/ 99 w 99"/>
                  <a:gd name="T41" fmla="*/ 102 h 146"/>
                  <a:gd name="T42" fmla="*/ 76 w 99"/>
                  <a:gd name="T43" fmla="*/ 101 h 146"/>
                  <a:gd name="T44" fmla="*/ 69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9 w 99"/>
                  <a:gd name="T57" fmla="*/ 119 h 146"/>
                  <a:gd name="T58" fmla="*/ 76 w 99"/>
                  <a:gd name="T59" fmla="*/ 101 h 146"/>
                  <a:gd name="T60" fmla="*/ 29 w 99"/>
                  <a:gd name="T61" fmla="*/ 39 h 146"/>
                  <a:gd name="T62" fmla="*/ 35 w 99"/>
                  <a:gd name="T63" fmla="*/ 53 h 146"/>
                  <a:gd name="T64" fmla="*/ 50 w 99"/>
                  <a:gd name="T65" fmla="*/ 58 h 146"/>
                  <a:gd name="T66" fmla="*/ 65 w 99"/>
                  <a:gd name="T67" fmla="*/ 53 h 146"/>
                  <a:gd name="T68" fmla="*/ 71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60" y="146"/>
                      <a:pt x="50" y="146"/>
                    </a:cubicBezTo>
                    <a:cubicBezTo>
                      <a:pt x="40" y="146"/>
                      <a:pt x="31" y="144"/>
                      <a:pt x="24" y="140"/>
                    </a:cubicBezTo>
                    <a:cubicBezTo>
                      <a:pt x="16" y="137"/>
                      <a:pt x="11"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8" y="50"/>
                      <a:pt x="6" y="45"/>
                      <a:pt x="6" y="39"/>
                    </a:cubicBezTo>
                    <a:cubicBezTo>
                      <a:pt x="6" y="32"/>
                      <a:pt x="8" y="25"/>
                      <a:pt x="12" y="19"/>
                    </a:cubicBezTo>
                    <a:cubicBezTo>
                      <a:pt x="15" y="13"/>
                      <a:pt x="20" y="9"/>
                      <a:pt x="27" y="5"/>
                    </a:cubicBezTo>
                    <a:cubicBezTo>
                      <a:pt x="33" y="2"/>
                      <a:pt x="41" y="0"/>
                      <a:pt x="50" y="0"/>
                    </a:cubicBezTo>
                    <a:cubicBezTo>
                      <a:pt x="59" y="0"/>
                      <a:pt x="66" y="2"/>
                      <a:pt x="73" y="5"/>
                    </a:cubicBezTo>
                    <a:cubicBezTo>
                      <a:pt x="80" y="9"/>
                      <a:pt x="85" y="13"/>
                      <a:pt x="88" y="19"/>
                    </a:cubicBezTo>
                    <a:cubicBezTo>
                      <a:pt x="92" y="25"/>
                      <a:pt x="93" y="32"/>
                      <a:pt x="93" y="39"/>
                    </a:cubicBezTo>
                    <a:cubicBezTo>
                      <a:pt x="93" y="45"/>
                      <a:pt x="92" y="50"/>
                      <a:pt x="89" y="55"/>
                    </a:cubicBezTo>
                    <a:cubicBezTo>
                      <a:pt x="87" y="60"/>
                      <a:pt x="83" y="64"/>
                      <a:pt x="78" y="67"/>
                    </a:cubicBezTo>
                    <a:cubicBezTo>
                      <a:pt x="84" y="70"/>
                      <a:pt x="90" y="75"/>
                      <a:pt x="94" y="81"/>
                    </a:cubicBezTo>
                    <a:cubicBezTo>
                      <a:pt x="98" y="87"/>
                      <a:pt x="99" y="94"/>
                      <a:pt x="99" y="102"/>
                    </a:cubicBezTo>
                    <a:close/>
                    <a:moveTo>
                      <a:pt x="76" y="101"/>
                    </a:moveTo>
                    <a:cubicBezTo>
                      <a:pt x="76" y="94"/>
                      <a:pt x="73" y="88"/>
                      <a:pt x="69" y="83"/>
                    </a:cubicBezTo>
                    <a:cubicBezTo>
                      <a:pt x="64" y="79"/>
                      <a:pt x="58" y="76"/>
                      <a:pt x="50" y="76"/>
                    </a:cubicBezTo>
                    <a:cubicBezTo>
                      <a:pt x="42" y="76"/>
                      <a:pt x="36" y="79"/>
                      <a:pt x="31" y="83"/>
                    </a:cubicBezTo>
                    <a:cubicBezTo>
                      <a:pt x="26" y="88"/>
                      <a:pt x="24" y="94"/>
                      <a:pt x="24" y="101"/>
                    </a:cubicBezTo>
                    <a:cubicBezTo>
                      <a:pt x="24" y="109"/>
                      <a:pt x="26" y="115"/>
                      <a:pt x="31" y="119"/>
                    </a:cubicBezTo>
                    <a:cubicBezTo>
                      <a:pt x="36" y="124"/>
                      <a:pt x="42" y="126"/>
                      <a:pt x="50" y="126"/>
                    </a:cubicBezTo>
                    <a:cubicBezTo>
                      <a:pt x="58" y="126"/>
                      <a:pt x="64" y="124"/>
                      <a:pt x="69" y="119"/>
                    </a:cubicBezTo>
                    <a:cubicBezTo>
                      <a:pt x="73" y="115"/>
                      <a:pt x="76" y="109"/>
                      <a:pt x="76" y="101"/>
                    </a:cubicBezTo>
                    <a:close/>
                    <a:moveTo>
                      <a:pt x="29" y="39"/>
                    </a:moveTo>
                    <a:cubicBezTo>
                      <a:pt x="29" y="44"/>
                      <a:pt x="31" y="49"/>
                      <a:pt x="35" y="53"/>
                    </a:cubicBezTo>
                    <a:cubicBezTo>
                      <a:pt x="39" y="56"/>
                      <a:pt x="44" y="58"/>
                      <a:pt x="50" y="58"/>
                    </a:cubicBezTo>
                    <a:cubicBezTo>
                      <a:pt x="56" y="58"/>
                      <a:pt x="61" y="56"/>
                      <a:pt x="65" y="53"/>
                    </a:cubicBezTo>
                    <a:cubicBezTo>
                      <a:pt x="69" y="49"/>
                      <a:pt x="71" y="44"/>
                      <a:pt x="71" y="39"/>
                    </a:cubicBezTo>
                    <a:cubicBezTo>
                      <a:pt x="71" y="33"/>
                      <a:pt x="69" y="28"/>
                      <a:pt x="65" y="24"/>
                    </a:cubicBezTo>
                    <a:cubicBezTo>
                      <a:pt x="61" y="21"/>
                      <a:pt x="56" y="19"/>
                      <a:pt x="50" y="19"/>
                    </a:cubicBezTo>
                    <a:cubicBezTo>
                      <a:pt x="44" y="19"/>
                      <a:pt x="39"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endParaRPr>
              </a:p>
            </p:txBody>
          </p:sp>
        </p:grpSp>
        <p:sp>
          <p:nvSpPr>
            <p:cNvPr id="83" name="矩形 82"/>
            <p:cNvSpPr/>
            <p:nvPr/>
          </p:nvSpPr>
          <p:spPr bwMode="auto">
            <a:xfrm>
              <a:off x="257511" y="2808121"/>
              <a:ext cx="3608258" cy="1276281"/>
            </a:xfrm>
            <a:prstGeom prst="rect">
              <a:avLst/>
            </a:prstGeom>
          </p:spPr>
          <p:txBody>
            <a:bodyPr wrap="none">
              <a:spAutoFit/>
            </a:bodyPr>
            <a:lstStyle/>
            <a:p>
              <a:pPr algn="ctr"/>
              <a:r>
                <a:rPr lang="zh-CN" altLang="en-US" sz="800" kern="100">
                  <a:solidFill>
                    <a:schemeClr val="bg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金山大学</a:t>
              </a:r>
              <a:endParaRPr lang="zh-CN" altLang="en-US" sz="800" kern="100">
                <a:solidFill>
                  <a:schemeClr val="bg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endParaRPr>
            </a:p>
          </p:txBody>
        </p:sp>
      </p:grpSp>
      <p:sp>
        <p:nvSpPr>
          <p:cNvPr id="129" name="椭圆 128"/>
          <p:cNvSpPr/>
          <p:nvPr/>
        </p:nvSpPr>
        <p:spPr>
          <a:xfrm>
            <a:off x="4811860" y="1457474"/>
            <a:ext cx="1595798" cy="1595795"/>
          </a:xfrm>
          <a:prstGeom prst="ellipse">
            <a:avLst/>
          </a:prstGeom>
          <a:noFill/>
          <a:ln w="9525" cap="rnd">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chemeClr val="accent1">
                  <a:lumMod val="20000"/>
                  <a:lumOff val="80000"/>
                </a:schemeClr>
              </a:solidFill>
              <a:latin typeface="汉仪旗黑-50S" panose="00020600040101010101" charset="-122"/>
              <a:ea typeface="汉仪旗黑-50S" panose="00020600040101010101" charset="-122"/>
            </a:endParaRPr>
          </a:p>
        </p:txBody>
      </p:sp>
      <p:sp>
        <p:nvSpPr>
          <p:cNvPr id="130" name="椭圆 129"/>
          <p:cNvSpPr/>
          <p:nvPr/>
        </p:nvSpPr>
        <p:spPr>
          <a:xfrm>
            <a:off x="2709448" y="1457474"/>
            <a:ext cx="1595798" cy="1595795"/>
          </a:xfrm>
          <a:prstGeom prst="ellipse">
            <a:avLst/>
          </a:prstGeom>
          <a:noFill/>
          <a:ln w="9525" cap="rnd">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dirty="0">
              <a:solidFill>
                <a:schemeClr val="accent1">
                  <a:lumMod val="20000"/>
                  <a:lumOff val="80000"/>
                </a:schemeClr>
              </a:solidFill>
              <a:latin typeface="汉仪旗黑-50S" panose="00020600040101010101" charset="-122"/>
              <a:ea typeface="汉仪旗黑-50S" panose="00020600040101010101" charset="-122"/>
            </a:endParaRPr>
          </a:p>
        </p:txBody>
      </p:sp>
      <p:sp>
        <p:nvSpPr>
          <p:cNvPr id="131" name="椭圆 130"/>
          <p:cNvSpPr/>
          <p:nvPr/>
        </p:nvSpPr>
        <p:spPr>
          <a:xfrm>
            <a:off x="607036" y="1457474"/>
            <a:ext cx="1595798" cy="1595795"/>
          </a:xfrm>
          <a:prstGeom prst="ellipse">
            <a:avLst/>
          </a:prstGeom>
          <a:noFill/>
          <a:ln w="9525" cap="rnd">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chemeClr val="accent1">
                  <a:lumMod val="20000"/>
                  <a:lumOff val="80000"/>
                </a:schemeClr>
              </a:solidFill>
              <a:latin typeface="汉仪旗黑-50S" panose="00020600040101010101" charset="-122"/>
              <a:ea typeface="汉仪旗黑-50S" panose="00020600040101010101" charset="-122"/>
            </a:endParaRPr>
          </a:p>
        </p:txBody>
      </p:sp>
      <p:sp>
        <p:nvSpPr>
          <p:cNvPr id="132" name="椭圆 131"/>
          <p:cNvSpPr/>
          <p:nvPr/>
        </p:nvSpPr>
        <p:spPr>
          <a:xfrm>
            <a:off x="6914273" y="1457474"/>
            <a:ext cx="1595798" cy="1595795"/>
          </a:xfrm>
          <a:prstGeom prst="ellipse">
            <a:avLst/>
          </a:prstGeom>
          <a:noFill/>
          <a:ln w="9525" cap="rnd">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chemeClr val="accent1">
                  <a:lumMod val="20000"/>
                  <a:lumOff val="80000"/>
                </a:schemeClr>
              </a:solidFill>
              <a:latin typeface="汉仪旗黑-50S" panose="00020600040101010101" charset="-122"/>
              <a:ea typeface="汉仪旗黑-50S" panose="00020600040101010101" charset="-122"/>
            </a:endParaRPr>
          </a:p>
        </p:txBody>
      </p:sp>
      <p:sp>
        <p:nvSpPr>
          <p:cNvPr id="133" name="矩形 132"/>
          <p:cNvSpPr/>
          <p:nvPr/>
        </p:nvSpPr>
        <p:spPr>
          <a:xfrm>
            <a:off x="5594310" y="1221777"/>
            <a:ext cx="780984" cy="1338828"/>
          </a:xfrm>
          <a:prstGeom prst="rect">
            <a:avLst/>
          </a:prstGeom>
        </p:spPr>
        <p:txBody>
          <a:bodyPr wrap="none">
            <a:spAutoFit/>
          </a:bodyPr>
          <a:lstStyle/>
          <a:p>
            <a:pPr algn="ctr">
              <a:defRPr/>
            </a:pPr>
            <a:r>
              <a:rPr lang="en-US" altLang="zh-CN" sz="8100" dirty="0">
                <a:solidFill>
                  <a:schemeClr val="accent1">
                    <a:lumMod val="20000"/>
                    <a:lumOff val="80000"/>
                  </a:schemeClr>
                </a:solidFill>
                <a:latin typeface="汉仪旗黑-50S" panose="00020600040101010101" charset="-122"/>
                <a:ea typeface="汉仪旗黑-50S" panose="00020600040101010101" charset="-122"/>
              </a:rPr>
              <a:t>3</a:t>
            </a:r>
            <a:endParaRPr lang="zh-CN" altLang="en-US" sz="8100" dirty="0">
              <a:solidFill>
                <a:schemeClr val="accent1">
                  <a:lumMod val="20000"/>
                  <a:lumOff val="80000"/>
                </a:schemeClr>
              </a:solidFill>
              <a:latin typeface="汉仪旗黑-50S" panose="00020600040101010101" charset="-122"/>
              <a:ea typeface="汉仪旗黑-50S" panose="00020600040101010101" charset="-122"/>
            </a:endParaRPr>
          </a:p>
        </p:txBody>
      </p:sp>
      <p:sp>
        <p:nvSpPr>
          <p:cNvPr id="134" name="椭圆 133"/>
          <p:cNvSpPr/>
          <p:nvPr/>
        </p:nvSpPr>
        <p:spPr>
          <a:xfrm>
            <a:off x="5196140" y="1841753"/>
            <a:ext cx="827238" cy="827237"/>
          </a:xfrm>
          <a:prstGeom prst="ellipse">
            <a:avLst/>
          </a:prstGeom>
          <a:solidFill>
            <a:schemeClr val="accent1"/>
          </a:solidFill>
          <a:ln w="9525" cap="rnd">
            <a:noFill/>
            <a:prstDash val="solid"/>
          </a:ln>
          <a:effectLst>
            <a:outerShdw blurRad="342900" dist="469900" dir="5400000" sx="75000" sy="75000" algn="t" rotWithShape="0">
              <a:schemeClr val="accent1">
                <a:lumMod val="50000"/>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汉仪旗黑-50S" panose="00020600040101010101" charset="-122"/>
              <a:ea typeface="汉仪旗黑-50S" panose="00020600040101010101" charset="-122"/>
            </a:endParaRPr>
          </a:p>
        </p:txBody>
      </p:sp>
      <p:sp>
        <p:nvSpPr>
          <p:cNvPr id="135" name="矩形 134"/>
          <p:cNvSpPr/>
          <p:nvPr/>
        </p:nvSpPr>
        <p:spPr>
          <a:xfrm>
            <a:off x="3497159" y="1221777"/>
            <a:ext cx="780984" cy="1338828"/>
          </a:xfrm>
          <a:prstGeom prst="rect">
            <a:avLst/>
          </a:prstGeom>
        </p:spPr>
        <p:txBody>
          <a:bodyPr wrap="none">
            <a:spAutoFit/>
          </a:bodyPr>
          <a:lstStyle/>
          <a:p>
            <a:pPr algn="ctr">
              <a:defRPr/>
            </a:pPr>
            <a:r>
              <a:rPr lang="en-US" altLang="zh-CN" sz="8100" dirty="0">
                <a:solidFill>
                  <a:schemeClr val="accent1">
                    <a:lumMod val="20000"/>
                    <a:lumOff val="80000"/>
                  </a:schemeClr>
                </a:solidFill>
                <a:latin typeface="汉仪旗黑-50S" panose="00020600040101010101" charset="-122"/>
                <a:ea typeface="汉仪旗黑-50S" panose="00020600040101010101" charset="-122"/>
              </a:rPr>
              <a:t>2</a:t>
            </a:r>
            <a:endParaRPr lang="zh-CN" altLang="en-US" sz="8100" dirty="0">
              <a:solidFill>
                <a:schemeClr val="accent1">
                  <a:lumMod val="20000"/>
                  <a:lumOff val="80000"/>
                </a:schemeClr>
              </a:solidFill>
              <a:latin typeface="汉仪旗黑-50S" panose="00020600040101010101" charset="-122"/>
              <a:ea typeface="汉仪旗黑-50S" panose="00020600040101010101" charset="-122"/>
            </a:endParaRPr>
          </a:p>
        </p:txBody>
      </p:sp>
      <p:sp>
        <p:nvSpPr>
          <p:cNvPr id="136" name="椭圆 135"/>
          <p:cNvSpPr/>
          <p:nvPr/>
        </p:nvSpPr>
        <p:spPr>
          <a:xfrm>
            <a:off x="3093729" y="1841753"/>
            <a:ext cx="827238" cy="827237"/>
          </a:xfrm>
          <a:prstGeom prst="ellipse">
            <a:avLst/>
          </a:prstGeom>
          <a:solidFill>
            <a:schemeClr val="accent1"/>
          </a:solidFill>
          <a:ln w="9525" cap="rnd">
            <a:noFill/>
            <a:prstDash val="solid"/>
          </a:ln>
          <a:effectLst>
            <a:outerShdw blurRad="342900" dist="469900" dir="5400000" sx="75000" sy="75000" algn="t" rotWithShape="0">
              <a:schemeClr val="accent1">
                <a:lumMod val="50000"/>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dirty="0">
              <a:solidFill>
                <a:prstClr val="white"/>
              </a:solidFill>
              <a:latin typeface="汉仪旗黑-50S" panose="00020600040101010101" charset="-122"/>
              <a:ea typeface="汉仪旗黑-50S" panose="00020600040101010101" charset="-122"/>
            </a:endParaRPr>
          </a:p>
        </p:txBody>
      </p:sp>
      <p:sp>
        <p:nvSpPr>
          <p:cNvPr id="137" name="矩形 136"/>
          <p:cNvSpPr/>
          <p:nvPr/>
        </p:nvSpPr>
        <p:spPr>
          <a:xfrm>
            <a:off x="1400007" y="1221777"/>
            <a:ext cx="780984" cy="1338828"/>
          </a:xfrm>
          <a:prstGeom prst="rect">
            <a:avLst/>
          </a:prstGeom>
        </p:spPr>
        <p:txBody>
          <a:bodyPr wrap="none">
            <a:spAutoFit/>
          </a:bodyPr>
          <a:lstStyle/>
          <a:p>
            <a:pPr algn="ctr">
              <a:defRPr/>
            </a:pPr>
            <a:r>
              <a:rPr lang="en-US" altLang="zh-CN" sz="8100" dirty="0">
                <a:solidFill>
                  <a:schemeClr val="accent1">
                    <a:lumMod val="20000"/>
                    <a:lumOff val="80000"/>
                  </a:schemeClr>
                </a:solidFill>
                <a:latin typeface="汉仪旗黑-50S" panose="00020600040101010101" charset="-122"/>
                <a:ea typeface="汉仪旗黑-50S" panose="00020600040101010101" charset="-122"/>
              </a:rPr>
              <a:t>1</a:t>
            </a:r>
            <a:endParaRPr lang="zh-CN" altLang="en-US" sz="8100" dirty="0">
              <a:solidFill>
                <a:schemeClr val="accent1">
                  <a:lumMod val="20000"/>
                  <a:lumOff val="80000"/>
                </a:schemeClr>
              </a:solidFill>
              <a:latin typeface="汉仪旗黑-50S" panose="00020600040101010101" charset="-122"/>
              <a:ea typeface="汉仪旗黑-50S" panose="00020600040101010101" charset="-122"/>
            </a:endParaRPr>
          </a:p>
        </p:txBody>
      </p:sp>
      <p:sp>
        <p:nvSpPr>
          <p:cNvPr id="138" name="椭圆 137"/>
          <p:cNvSpPr/>
          <p:nvPr/>
        </p:nvSpPr>
        <p:spPr>
          <a:xfrm>
            <a:off x="991317" y="1841753"/>
            <a:ext cx="827238" cy="827237"/>
          </a:xfrm>
          <a:prstGeom prst="ellipse">
            <a:avLst/>
          </a:prstGeom>
          <a:solidFill>
            <a:schemeClr val="accent1"/>
          </a:solidFill>
          <a:ln w="9525" cap="rnd">
            <a:noFill/>
            <a:prstDash val="solid"/>
          </a:ln>
          <a:effectLst>
            <a:outerShdw blurRad="342900" dist="469900" dir="5400000" sx="75000" sy="75000" algn="t" rotWithShape="0">
              <a:schemeClr val="accent1">
                <a:lumMod val="50000"/>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汉仪旗黑-50S" panose="00020600040101010101" charset="-122"/>
              <a:ea typeface="汉仪旗黑-50S" panose="00020600040101010101" charset="-122"/>
            </a:endParaRPr>
          </a:p>
        </p:txBody>
      </p:sp>
      <p:sp>
        <p:nvSpPr>
          <p:cNvPr id="139" name="矩形 138"/>
          <p:cNvSpPr/>
          <p:nvPr/>
        </p:nvSpPr>
        <p:spPr>
          <a:xfrm>
            <a:off x="7691464" y="1221777"/>
            <a:ext cx="780984" cy="1338828"/>
          </a:xfrm>
          <a:prstGeom prst="rect">
            <a:avLst/>
          </a:prstGeom>
        </p:spPr>
        <p:txBody>
          <a:bodyPr wrap="none">
            <a:spAutoFit/>
          </a:bodyPr>
          <a:lstStyle/>
          <a:p>
            <a:pPr algn="ctr">
              <a:defRPr/>
            </a:pPr>
            <a:r>
              <a:rPr lang="en-US" altLang="zh-CN" sz="8100" dirty="0">
                <a:solidFill>
                  <a:schemeClr val="accent1">
                    <a:lumMod val="20000"/>
                    <a:lumOff val="80000"/>
                  </a:schemeClr>
                </a:solidFill>
                <a:latin typeface="汉仪旗黑-50S" panose="00020600040101010101" charset="-122"/>
                <a:ea typeface="汉仪旗黑-50S" panose="00020600040101010101" charset="-122"/>
              </a:rPr>
              <a:t>4</a:t>
            </a:r>
            <a:endParaRPr lang="zh-CN" altLang="en-US" sz="8100" dirty="0">
              <a:solidFill>
                <a:schemeClr val="accent1">
                  <a:lumMod val="20000"/>
                  <a:lumOff val="80000"/>
                </a:schemeClr>
              </a:solidFill>
              <a:latin typeface="汉仪旗黑-50S" panose="00020600040101010101" charset="-122"/>
              <a:ea typeface="汉仪旗黑-50S" panose="00020600040101010101" charset="-122"/>
            </a:endParaRPr>
          </a:p>
        </p:txBody>
      </p:sp>
      <p:sp>
        <p:nvSpPr>
          <p:cNvPr id="140" name="椭圆 139"/>
          <p:cNvSpPr/>
          <p:nvPr/>
        </p:nvSpPr>
        <p:spPr>
          <a:xfrm>
            <a:off x="7298554" y="1841753"/>
            <a:ext cx="827238" cy="827237"/>
          </a:xfrm>
          <a:prstGeom prst="ellipse">
            <a:avLst/>
          </a:prstGeom>
          <a:solidFill>
            <a:schemeClr val="accent1"/>
          </a:solidFill>
          <a:ln w="9525" cap="rnd">
            <a:noFill/>
            <a:prstDash val="solid"/>
          </a:ln>
          <a:effectLst>
            <a:outerShdw blurRad="342900" dist="469900" dir="5400000" sx="75000" sy="75000" algn="t" rotWithShape="0">
              <a:schemeClr val="accent1">
                <a:lumMod val="50000"/>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汉仪旗黑-50S" panose="00020600040101010101" charset="-122"/>
              <a:ea typeface="汉仪旗黑-50S" panose="00020600040101010101" charset="-122"/>
            </a:endParaRPr>
          </a:p>
        </p:txBody>
      </p:sp>
      <p:sp>
        <p:nvSpPr>
          <p:cNvPr id="141" name="矩形 140"/>
          <p:cNvSpPr/>
          <p:nvPr/>
        </p:nvSpPr>
        <p:spPr>
          <a:xfrm>
            <a:off x="362507" y="3595100"/>
            <a:ext cx="1981270" cy="1036759"/>
          </a:xfrm>
          <a:prstGeom prst="rect">
            <a:avLst/>
          </a:prstGeom>
        </p:spPr>
        <p:txBody>
          <a:bodyPr wrap="square">
            <a:spAutoFit/>
          </a:bodyPr>
          <a:lstStyle/>
          <a:p>
            <a:pPr algn="ctr">
              <a:lnSpc>
                <a:spcPct val="150000"/>
              </a:lnSpc>
            </a:pPr>
            <a:r>
              <a:rPr lang="en-US" altLang="zh-CN" sz="1050" kern="0">
                <a:solidFill>
                  <a:schemeClr val="tx1">
                    <a:lumMod val="75000"/>
                    <a:lumOff val="25000"/>
                  </a:schemeClr>
                </a:solidFill>
                <a:latin typeface="汉仪旗黑-50S" panose="00020600040101010101" charset="-122"/>
              </a:rPr>
              <a:t>Lorem ipsum dolor sit amet, consectetuer adipiscing elit. Aenean commodo ligula eget dolor. </a:t>
            </a:r>
            <a:endParaRPr lang="en-US" altLang="zh-CN" sz="1050" kern="0">
              <a:solidFill>
                <a:schemeClr val="tx1">
                  <a:lumMod val="75000"/>
                  <a:lumOff val="25000"/>
                </a:schemeClr>
              </a:solidFill>
              <a:latin typeface="汉仪旗黑-50S" panose="00020600040101010101" charset="-122"/>
            </a:endParaRPr>
          </a:p>
        </p:txBody>
      </p:sp>
      <p:sp>
        <p:nvSpPr>
          <p:cNvPr id="142" name="矩形 141"/>
          <p:cNvSpPr/>
          <p:nvPr/>
        </p:nvSpPr>
        <p:spPr>
          <a:xfrm>
            <a:off x="718578" y="3250171"/>
            <a:ext cx="1344850" cy="338554"/>
          </a:xfrm>
          <a:prstGeom prst="rect">
            <a:avLst/>
          </a:prstGeom>
        </p:spPr>
        <p:txBody>
          <a:bodyPr wrap="square">
            <a:spAutoFit/>
          </a:bodyPr>
          <a:lstStyle/>
          <a:p>
            <a:pPr algn="ctr"/>
            <a:r>
              <a:rPr lang="zh-CN" altLang="en-US" sz="1600">
                <a:solidFill>
                  <a:schemeClr val="accent1"/>
                </a:solidFill>
                <a:latin typeface="+mj-ea"/>
                <a:ea typeface="+mj-ea"/>
              </a:rPr>
              <a:t>论文总结</a:t>
            </a:r>
            <a:endParaRPr lang="zh-CN" altLang="en-US" sz="1600">
              <a:solidFill>
                <a:schemeClr val="accent1"/>
              </a:solidFill>
              <a:latin typeface="+mj-ea"/>
              <a:ea typeface="+mj-ea"/>
            </a:endParaRPr>
          </a:p>
        </p:txBody>
      </p:sp>
      <p:sp>
        <p:nvSpPr>
          <p:cNvPr id="143" name="矩形 142"/>
          <p:cNvSpPr/>
          <p:nvPr/>
        </p:nvSpPr>
        <p:spPr>
          <a:xfrm>
            <a:off x="2473695" y="3595100"/>
            <a:ext cx="1981270" cy="1036759"/>
          </a:xfrm>
          <a:prstGeom prst="rect">
            <a:avLst/>
          </a:prstGeom>
        </p:spPr>
        <p:txBody>
          <a:bodyPr wrap="square">
            <a:spAutoFit/>
          </a:bodyPr>
          <a:lstStyle/>
          <a:p>
            <a:pPr algn="ctr">
              <a:lnSpc>
                <a:spcPct val="150000"/>
              </a:lnSpc>
            </a:pPr>
            <a:r>
              <a:rPr lang="en-US" altLang="zh-CN" sz="1050" kern="0">
                <a:solidFill>
                  <a:schemeClr val="tx1">
                    <a:lumMod val="75000"/>
                    <a:lumOff val="25000"/>
                  </a:schemeClr>
                </a:solidFill>
                <a:latin typeface="汉仪旗黑-50S" panose="00020600040101010101" charset="-122"/>
              </a:rPr>
              <a:t>Lorem ipsum dolor sit amet, consectetuer adipiscing elit. Aenean commodo ligula eget dolor. </a:t>
            </a:r>
            <a:endParaRPr lang="en-US" altLang="zh-CN" sz="1050" kern="0">
              <a:solidFill>
                <a:schemeClr val="tx1">
                  <a:lumMod val="75000"/>
                  <a:lumOff val="25000"/>
                </a:schemeClr>
              </a:solidFill>
              <a:latin typeface="汉仪旗黑-50S" panose="00020600040101010101" charset="-122"/>
            </a:endParaRPr>
          </a:p>
        </p:txBody>
      </p:sp>
      <p:sp>
        <p:nvSpPr>
          <p:cNvPr id="144" name="矩形 143"/>
          <p:cNvSpPr/>
          <p:nvPr/>
        </p:nvSpPr>
        <p:spPr>
          <a:xfrm>
            <a:off x="2829766" y="3250171"/>
            <a:ext cx="1344850" cy="338554"/>
          </a:xfrm>
          <a:prstGeom prst="rect">
            <a:avLst/>
          </a:prstGeom>
        </p:spPr>
        <p:txBody>
          <a:bodyPr wrap="square">
            <a:spAutoFit/>
          </a:bodyPr>
          <a:lstStyle/>
          <a:p>
            <a:pPr algn="ctr"/>
            <a:r>
              <a:rPr lang="zh-CN" altLang="en-US" sz="1600">
                <a:solidFill>
                  <a:schemeClr val="accent1"/>
                </a:solidFill>
                <a:latin typeface="+mj-ea"/>
                <a:ea typeface="+mj-ea"/>
              </a:rPr>
              <a:t>论文总结</a:t>
            </a:r>
            <a:endParaRPr lang="zh-CN" altLang="en-US" sz="1600">
              <a:solidFill>
                <a:schemeClr val="accent1"/>
              </a:solidFill>
              <a:latin typeface="+mj-ea"/>
              <a:ea typeface="+mj-ea"/>
            </a:endParaRPr>
          </a:p>
        </p:txBody>
      </p:sp>
      <p:sp>
        <p:nvSpPr>
          <p:cNvPr id="145" name="矩形 144"/>
          <p:cNvSpPr/>
          <p:nvPr/>
        </p:nvSpPr>
        <p:spPr>
          <a:xfrm>
            <a:off x="4584883" y="3595100"/>
            <a:ext cx="1981270" cy="1036759"/>
          </a:xfrm>
          <a:prstGeom prst="rect">
            <a:avLst/>
          </a:prstGeom>
        </p:spPr>
        <p:txBody>
          <a:bodyPr wrap="square">
            <a:spAutoFit/>
          </a:bodyPr>
          <a:lstStyle/>
          <a:p>
            <a:pPr algn="ctr">
              <a:lnSpc>
                <a:spcPct val="150000"/>
              </a:lnSpc>
            </a:pPr>
            <a:r>
              <a:rPr lang="en-US" altLang="zh-CN" sz="1050" kern="0">
                <a:solidFill>
                  <a:schemeClr val="tx1">
                    <a:lumMod val="75000"/>
                    <a:lumOff val="25000"/>
                  </a:schemeClr>
                </a:solidFill>
                <a:latin typeface="汉仪旗黑-50S" panose="00020600040101010101" charset="-122"/>
              </a:rPr>
              <a:t>Lorem ipsum dolor sit amet, consectetuer adipiscing elit. Aenean commodo ligula eget dolor. </a:t>
            </a:r>
            <a:endParaRPr lang="en-US" altLang="zh-CN" sz="1050" kern="0">
              <a:solidFill>
                <a:schemeClr val="tx1">
                  <a:lumMod val="75000"/>
                  <a:lumOff val="25000"/>
                </a:schemeClr>
              </a:solidFill>
              <a:latin typeface="汉仪旗黑-50S" panose="00020600040101010101" charset="-122"/>
            </a:endParaRPr>
          </a:p>
        </p:txBody>
      </p:sp>
      <p:sp>
        <p:nvSpPr>
          <p:cNvPr id="146" name="矩形 145"/>
          <p:cNvSpPr/>
          <p:nvPr/>
        </p:nvSpPr>
        <p:spPr>
          <a:xfrm>
            <a:off x="4940954" y="3250171"/>
            <a:ext cx="1344850" cy="338554"/>
          </a:xfrm>
          <a:prstGeom prst="rect">
            <a:avLst/>
          </a:prstGeom>
        </p:spPr>
        <p:txBody>
          <a:bodyPr wrap="square">
            <a:spAutoFit/>
          </a:bodyPr>
          <a:lstStyle/>
          <a:p>
            <a:pPr algn="ctr"/>
            <a:r>
              <a:rPr lang="zh-CN" altLang="en-US" sz="1600">
                <a:solidFill>
                  <a:schemeClr val="accent1"/>
                </a:solidFill>
                <a:latin typeface="+mj-ea"/>
                <a:ea typeface="+mj-ea"/>
              </a:rPr>
              <a:t>论文总结</a:t>
            </a:r>
            <a:endParaRPr lang="zh-CN" altLang="en-US" sz="1600">
              <a:solidFill>
                <a:schemeClr val="accent1"/>
              </a:solidFill>
              <a:latin typeface="+mj-ea"/>
              <a:ea typeface="+mj-ea"/>
            </a:endParaRPr>
          </a:p>
        </p:txBody>
      </p:sp>
      <p:sp>
        <p:nvSpPr>
          <p:cNvPr id="147" name="矩形 146"/>
          <p:cNvSpPr/>
          <p:nvPr/>
        </p:nvSpPr>
        <p:spPr>
          <a:xfrm>
            <a:off x="6696072" y="3595100"/>
            <a:ext cx="1981270" cy="1036759"/>
          </a:xfrm>
          <a:prstGeom prst="rect">
            <a:avLst/>
          </a:prstGeom>
        </p:spPr>
        <p:txBody>
          <a:bodyPr wrap="square">
            <a:spAutoFit/>
          </a:bodyPr>
          <a:lstStyle/>
          <a:p>
            <a:pPr algn="ctr">
              <a:lnSpc>
                <a:spcPct val="150000"/>
              </a:lnSpc>
            </a:pPr>
            <a:r>
              <a:rPr lang="en-US" altLang="zh-CN" sz="1050" kern="0">
                <a:solidFill>
                  <a:schemeClr val="tx1">
                    <a:lumMod val="75000"/>
                    <a:lumOff val="25000"/>
                  </a:schemeClr>
                </a:solidFill>
                <a:latin typeface="汉仪旗黑-50S" panose="00020600040101010101" charset="-122"/>
              </a:rPr>
              <a:t>Lorem ipsum dolor sit amet, consectetuer adipiscing elit. Aenean commodo ligula eget dolor. </a:t>
            </a:r>
            <a:endParaRPr lang="en-US" altLang="zh-CN" sz="1050" kern="0">
              <a:solidFill>
                <a:schemeClr val="tx1">
                  <a:lumMod val="75000"/>
                  <a:lumOff val="25000"/>
                </a:schemeClr>
              </a:solidFill>
              <a:latin typeface="汉仪旗黑-50S" panose="00020600040101010101" charset="-122"/>
            </a:endParaRPr>
          </a:p>
        </p:txBody>
      </p:sp>
      <p:sp>
        <p:nvSpPr>
          <p:cNvPr id="148" name="矩形 147"/>
          <p:cNvSpPr/>
          <p:nvPr/>
        </p:nvSpPr>
        <p:spPr>
          <a:xfrm>
            <a:off x="7052143" y="3250171"/>
            <a:ext cx="1344850" cy="338554"/>
          </a:xfrm>
          <a:prstGeom prst="rect">
            <a:avLst/>
          </a:prstGeom>
        </p:spPr>
        <p:txBody>
          <a:bodyPr wrap="square">
            <a:spAutoFit/>
          </a:bodyPr>
          <a:lstStyle/>
          <a:p>
            <a:pPr algn="ctr"/>
            <a:r>
              <a:rPr lang="zh-CN" altLang="en-US" sz="1600">
                <a:solidFill>
                  <a:schemeClr val="accent1"/>
                </a:solidFill>
                <a:latin typeface="+mj-ea"/>
                <a:ea typeface="+mj-ea"/>
              </a:rPr>
              <a:t>论文总结</a:t>
            </a:r>
            <a:endParaRPr lang="zh-CN" altLang="en-US" sz="1600">
              <a:solidFill>
                <a:schemeClr val="accent1"/>
              </a:solidFill>
              <a:latin typeface="+mj-ea"/>
              <a:ea typeface="+mj-ea"/>
            </a:endParaRPr>
          </a:p>
        </p:txBody>
      </p:sp>
      <p:pic>
        <p:nvPicPr>
          <p:cNvPr id="149" name="图片 3" descr="32313538383938393b32313538373837323bb9abb8e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99477" y="2060268"/>
            <a:ext cx="390207" cy="390207"/>
          </a:xfrm>
          <a:prstGeom prst="rect">
            <a:avLst/>
          </a:prstGeom>
        </p:spPr>
      </p:pic>
      <p:pic>
        <p:nvPicPr>
          <p:cNvPr id="150" name="图片 5" descr="32313538383938393b32313538373837363bb6d4bbb0"/>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97145" y="2060268"/>
            <a:ext cx="390207" cy="390207"/>
          </a:xfrm>
          <a:prstGeom prst="rect">
            <a:avLst/>
          </a:prstGeom>
        </p:spPr>
      </p:pic>
      <p:pic>
        <p:nvPicPr>
          <p:cNvPr id="151" name="图片 8" descr="32313538383938393b32313538373837393bb9a4d7f7cad6b2e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84687" y="2060268"/>
            <a:ext cx="390207" cy="390207"/>
          </a:xfrm>
          <a:prstGeom prst="rect">
            <a:avLst/>
          </a:prstGeom>
        </p:spPr>
      </p:pic>
      <p:pic>
        <p:nvPicPr>
          <p:cNvPr id="152" name="图片 13" descr="32313538383938393b32313538373838343bb2e9d5d2b7a8b9e6"/>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01330" y="2060268"/>
            <a:ext cx="390207" cy="39020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 name="矩形 3"/>
          <p:cNvSpPr/>
          <p:nvPr/>
        </p:nvSpPr>
        <p:spPr>
          <a:xfrm>
            <a:off x="299259" y="257204"/>
            <a:ext cx="8545483" cy="4629092"/>
          </a:xfrm>
          <a:prstGeom prst="rect">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旗黑-50S" panose="00020600040101010101" charset="-122"/>
              <a:ea typeface="汉仪旗黑-50S" panose="00020600040101010101" charset="-122"/>
              <a:cs typeface="汉仪旗黑-50S" panose="00020600040101010101" charset="-122"/>
              <a:sym typeface="汉仪旗黑-50S" panose="00020600040101010101" charset="-122"/>
            </a:endParaRPr>
          </a:p>
        </p:txBody>
      </p:sp>
      <p:sp>
        <p:nvSpPr>
          <p:cNvPr id="5" name="TextBox 38"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txBox="1"/>
          <p:nvPr/>
        </p:nvSpPr>
        <p:spPr>
          <a:xfrm>
            <a:off x="3815915" y="558800"/>
            <a:ext cx="1512168" cy="769441"/>
          </a:xfrm>
          <a:prstGeom prst="rect">
            <a:avLst/>
          </a:prstGeom>
          <a:noFill/>
        </p:spPr>
        <p:txBody>
          <a:bodyPr wrap="square" rtlCol="0">
            <a:spAutoFit/>
          </a:bodyPr>
          <a:lstStyle/>
          <a:p>
            <a:pPr algn="ctr"/>
            <a:r>
              <a:rPr lang="zh-CN" altLang="en-US" sz="4400">
                <a:ln w="6350">
                  <a:noFill/>
                </a:ln>
                <a:solidFill>
                  <a:schemeClr val="bg1"/>
                </a:solidFill>
                <a:latin typeface="+mj-ea"/>
                <a:ea typeface="+mj-ea"/>
                <a:cs typeface="汉仪旗黑-50S" panose="00020600040101010101" charset="-122"/>
                <a:sym typeface="汉仪旗黑-50S" panose="00020600040101010101" charset="-122"/>
              </a:rPr>
              <a:t>致 谢</a:t>
            </a:r>
            <a:endParaRPr lang="en-US" altLang="zh-CN" sz="4400" dirty="0">
              <a:ln w="6350">
                <a:noFill/>
              </a:ln>
              <a:solidFill>
                <a:schemeClr val="bg1"/>
              </a:solidFill>
              <a:latin typeface="+mj-ea"/>
              <a:ea typeface="+mj-ea"/>
              <a:cs typeface="汉仪旗黑-50S" panose="00020600040101010101" charset="-122"/>
              <a:sym typeface="汉仪旗黑-50S" panose="00020600040101010101" charset="-122"/>
            </a:endParaRPr>
          </a:p>
        </p:txBody>
      </p:sp>
      <p:sp>
        <p:nvSpPr>
          <p:cNvPr id="6" name="矩形 5"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p:nvPr/>
        </p:nvSpPr>
        <p:spPr>
          <a:xfrm>
            <a:off x="887278" y="1845383"/>
            <a:ext cx="7369444" cy="2192331"/>
          </a:xfrm>
          <a:prstGeom prst="rect">
            <a:avLst/>
          </a:prstGeom>
        </p:spPr>
        <p:txBody>
          <a:bodyPr wrap="square">
            <a:spAutoFit/>
          </a:bodyPr>
          <a:lstStyle/>
          <a:p>
            <a:pPr algn="ctr">
              <a:lnSpc>
                <a:spcPct val="200000"/>
              </a:lnSpc>
            </a:pPr>
            <a:r>
              <a:rPr lang="zh-CN" altLang="en-US" sz="1400">
                <a:solidFill>
                  <a:schemeClr val="bg1"/>
                </a:solidFill>
                <a:latin typeface="汉仪旗黑-50S" panose="00020600040101010101" charset="-122"/>
                <a:cs typeface="汉仪旗黑-50S" panose="00020600040101010101" charset="-122"/>
                <a:sym typeface="汉仪旗黑-50S" panose="00020600040101010101" charset="-122"/>
              </a:rPr>
              <a:t>这次的毕业论文设计总结是在我的指导老师熊猫老师亲切关怀和悉心指导下完成的。从毕业设计选题到设计完成，熊猫老师给予了我耐心指导与细心关怀，有了熊猫老师耐心指导与细心关怀我才不会在设计的过程中迷失方向，失去前进动力。猫老师有严肃的科学态度，严谨的治学精神和精益求精的工作作风，这些都是我所需要学习的，感谢熊猫老师给予了我这样一个学习机会，谢谢</a:t>
            </a:r>
            <a:r>
              <a:rPr lang="en-US" altLang="zh-CN" sz="1400">
                <a:solidFill>
                  <a:schemeClr val="bg1"/>
                </a:solidFill>
                <a:latin typeface="汉仪旗黑-50S" panose="00020600040101010101" charset="-122"/>
                <a:cs typeface="汉仪旗黑-50S" panose="00020600040101010101" charset="-122"/>
                <a:sym typeface="汉仪旗黑-50S" panose="00020600040101010101" charset="-122"/>
              </a:rPr>
              <a:t>!</a:t>
            </a:r>
            <a:endParaRPr lang="en-US" altLang="zh-CN" sz="1400">
              <a:solidFill>
                <a:schemeClr val="bg1"/>
              </a:solidFill>
              <a:latin typeface="汉仪旗黑-50S" panose="00020600040101010101" charset="-122"/>
              <a:cs typeface="汉仪旗黑-50S" panose="00020600040101010101" charset="-122"/>
              <a:sym typeface="汉仪旗黑-50S" panose="00020600040101010101" charset="-122"/>
            </a:endParaRPr>
          </a:p>
        </p:txBody>
      </p:sp>
      <p:cxnSp>
        <p:nvCxnSpPr>
          <p:cNvPr id="7" name="直接连接符 6"/>
          <p:cNvCxnSpPr/>
          <p:nvPr/>
        </p:nvCxnSpPr>
        <p:spPr>
          <a:xfrm>
            <a:off x="4443131" y="1660672"/>
            <a:ext cx="25773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3531583" y="1255294"/>
            <a:ext cx="2080833" cy="261610"/>
          </a:xfrm>
          <a:prstGeom prst="rect">
            <a:avLst/>
          </a:prstGeom>
        </p:spPr>
        <p:txBody>
          <a:bodyPr wrap="square">
            <a:spAutoFit/>
          </a:bodyPr>
          <a:lstStyle/>
          <a:p>
            <a:pPr lvl="0" algn="dist"/>
            <a:r>
              <a:rPr lang="en-US" altLang="zh-CN" sz="1050">
                <a:ln w="6350">
                  <a:noFill/>
                </a:ln>
                <a:solidFill>
                  <a:prstClr val="white"/>
                </a:solidFill>
                <a:latin typeface="汉仪旗黑-50S" panose="00020600040101010101" charset="-122"/>
                <a:ea typeface="汉仪旗黑-50S" panose="00020600040101010101" charset="-122"/>
                <a:cs typeface="Arial" panose="020B0604020202020204" pitchFamily="34" charset="0"/>
                <a:sym typeface="汉仪旗黑-50S" panose="00020600040101010101" charset="-122"/>
              </a:rPr>
              <a:t>THANK YOU</a:t>
            </a:r>
            <a:endParaRPr lang="zh-CN" altLang="en-US" sz="1050" dirty="0">
              <a:ln w="6350">
                <a:noFill/>
              </a:ln>
              <a:solidFill>
                <a:prstClr val="white"/>
              </a:solidFill>
              <a:latin typeface="汉仪旗黑-50S" panose="00020600040101010101" charset="-122"/>
              <a:ea typeface="汉仪旗黑-50S" panose="00020600040101010101" charset="-122"/>
              <a:cs typeface="Arial" panose="020B0604020202020204" pitchFamily="34" charset="0"/>
              <a:sym typeface="汉仪旗黑-50S" panose="0002060004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
            <a:lum/>
          </a:blip>
          <a:srcRect/>
          <a:stretch>
            <a:fillRect/>
          </a:stretch>
        </a:blipFill>
        <a:effectLst/>
      </p:bgPr>
    </p:bg>
    <p:spTree>
      <p:nvGrpSpPr>
        <p:cNvPr id="1" name=""/>
        <p:cNvGrpSpPr/>
        <p:nvPr/>
      </p:nvGrpSpPr>
      <p:grpSpPr>
        <a:xfrm>
          <a:off x="0" y="0"/>
          <a:ext cx="0" cy="0"/>
          <a:chOff x="0" y="0"/>
          <a:chExt cx="0" cy="0"/>
        </a:xfrm>
      </p:grpSpPr>
      <p:sp>
        <p:nvSpPr>
          <p:cNvPr id="91" name="矩形 90"/>
          <p:cNvSpPr/>
          <p:nvPr/>
        </p:nvSpPr>
        <p:spPr>
          <a:xfrm>
            <a:off x="6726531" y="4672112"/>
            <a:ext cx="2318262" cy="276999"/>
          </a:xfrm>
          <a:prstGeom prst="rect">
            <a:avLst/>
          </a:prstGeom>
        </p:spPr>
        <p:txBody>
          <a:bodyPr wrap="none">
            <a:spAutoFit/>
          </a:bodyPr>
          <a:lstStyle/>
          <a:p>
            <a:pPr marL="0" marR="0" lvl="0" indent="0" algn="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a:ln>
                  <a:noFill/>
                </a:ln>
                <a:solidFill>
                  <a:srgbClr val="304371"/>
                </a:solidFill>
                <a:effectLst/>
                <a:uLnTx/>
                <a:uFillTx/>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信息科学技术学院 </a:t>
            </a:r>
            <a:r>
              <a:rPr kumimoji="0" lang="en-US" altLang="zh-CN" sz="1200" b="0" i="0" u="none" strike="noStrike" kern="100" cap="none" spc="0" normalizeH="0" baseline="0" noProof="0">
                <a:ln>
                  <a:noFill/>
                </a:ln>
                <a:solidFill>
                  <a:srgbClr val="304371"/>
                </a:solidFill>
                <a:effectLst/>
                <a:uLnTx/>
                <a:uFillTx/>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20XX</a:t>
            </a:r>
            <a:r>
              <a:rPr kumimoji="0" lang="zh-CN" altLang="en-US" sz="1200" b="0" i="0" u="none" strike="noStrike" kern="100" cap="none" spc="0" normalizeH="0" baseline="0" noProof="0">
                <a:ln>
                  <a:noFill/>
                </a:ln>
                <a:solidFill>
                  <a:srgbClr val="304371"/>
                </a:solidFill>
                <a:effectLst/>
                <a:uLnTx/>
                <a:uFillTx/>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级 </a:t>
            </a:r>
            <a:r>
              <a:rPr kumimoji="0" lang="en-US" altLang="zh-CN" sz="1200" b="0" i="0" u="none" strike="noStrike" kern="100" cap="none" spc="0" normalizeH="0" baseline="0" noProof="0">
                <a:ln>
                  <a:noFill/>
                </a:ln>
                <a:solidFill>
                  <a:srgbClr val="304371"/>
                </a:solidFill>
                <a:effectLst/>
                <a:uLnTx/>
                <a:uFillTx/>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4</a:t>
            </a:r>
            <a:r>
              <a:rPr kumimoji="0" lang="zh-CN" altLang="en-US" sz="1200" b="0" i="0" u="none" strike="noStrike" kern="100" cap="none" spc="0" normalizeH="0" baseline="0" noProof="0">
                <a:ln>
                  <a:noFill/>
                </a:ln>
                <a:solidFill>
                  <a:srgbClr val="304371"/>
                </a:solidFill>
                <a:effectLst/>
                <a:uLnTx/>
                <a:uFillTx/>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班</a:t>
            </a:r>
            <a:endParaRPr kumimoji="0" lang="en-US" altLang="zh-CN" sz="1200" b="0" i="0" u="none" strike="noStrike" kern="100" cap="none" spc="0" normalizeH="0" baseline="0" noProof="0">
              <a:ln>
                <a:noFill/>
              </a:ln>
              <a:solidFill>
                <a:srgbClr val="304371"/>
              </a:solidFill>
              <a:effectLst/>
              <a:uLnTx/>
              <a:uFillTx/>
              <a:latin typeface="汉仪雅酷黑 65W" panose="020B0604020202020204" charset="-122"/>
              <a:ea typeface="汉仪雅酷黑 65W" panose="020B0604020202020204" charset="-122"/>
              <a:cs typeface="汉仪旗黑-50S" panose="00020600040101010101" charset="-122"/>
              <a:sym typeface="汉仪旗黑-50S" panose="00020600040101010101" charset="-122"/>
            </a:endParaRPr>
          </a:p>
        </p:txBody>
      </p:sp>
      <p:sp>
        <p:nvSpPr>
          <p:cNvPr id="93" name="矩形 92"/>
          <p:cNvSpPr/>
          <p:nvPr/>
        </p:nvSpPr>
        <p:spPr bwMode="auto">
          <a:xfrm>
            <a:off x="136419" y="4672112"/>
            <a:ext cx="800219" cy="276999"/>
          </a:xfrm>
          <a:prstGeom prst="rect">
            <a:avLst/>
          </a:prstGeom>
        </p:spPr>
        <p:txBody>
          <a:bodyPr wrap="none">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a:ln>
                  <a:noFill/>
                </a:ln>
                <a:solidFill>
                  <a:srgbClr val="304371"/>
                </a:solidFill>
                <a:effectLst/>
                <a:uLnTx/>
                <a:uFillTx/>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金山大学</a:t>
            </a:r>
            <a:endParaRPr kumimoji="0" lang="zh-CN" altLang="en-US" sz="1200" b="0" i="0" u="none" strike="noStrike" kern="100" cap="none" spc="0" normalizeH="0" baseline="0" noProof="0">
              <a:ln>
                <a:noFill/>
              </a:ln>
              <a:solidFill>
                <a:srgbClr val="304371"/>
              </a:solidFill>
              <a:effectLst/>
              <a:uLnTx/>
              <a:uFillTx/>
              <a:latin typeface="汉仪雅酷黑 65W" panose="020B0604020202020204" charset="-122"/>
              <a:ea typeface="汉仪雅酷黑 65W" panose="020B0604020202020204" charset="-122"/>
              <a:cs typeface="汉仪旗黑-50S" panose="00020600040101010101" charset="-122"/>
              <a:sym typeface="汉仪旗黑-50S" panose="00020600040101010101" charset="-122"/>
            </a:endParaRPr>
          </a:p>
        </p:txBody>
      </p:sp>
      <p:sp>
        <p:nvSpPr>
          <p:cNvPr id="54" name="矩形 53"/>
          <p:cNvSpPr/>
          <p:nvPr/>
        </p:nvSpPr>
        <p:spPr>
          <a:xfrm>
            <a:off x="1337982"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solidFill>
              <a:effectLst/>
              <a:uLnTx/>
              <a:uFillTx/>
              <a:latin typeface="汉仪雅酷黑 65W" panose="020B0604020202020204" charset="-122"/>
              <a:ea typeface="汉仪雅酷黑 65W" panose="020B0604020202020204" charset="-122"/>
              <a:cs typeface="+mn-cs"/>
            </a:endParaRPr>
          </a:p>
        </p:txBody>
      </p:sp>
      <p:sp>
        <p:nvSpPr>
          <p:cNvPr id="55" name="矩形 54"/>
          <p:cNvSpPr/>
          <p:nvPr/>
        </p:nvSpPr>
        <p:spPr>
          <a:xfrm>
            <a:off x="3289486"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solidFill>
              <a:effectLst/>
              <a:uLnTx/>
              <a:uFillTx/>
              <a:latin typeface="汉仪雅酷黑 65W" panose="020B0604020202020204" charset="-122"/>
              <a:ea typeface="汉仪雅酷黑 65W" panose="020B0604020202020204" charset="-122"/>
              <a:cs typeface="+mn-cs"/>
            </a:endParaRPr>
          </a:p>
        </p:txBody>
      </p:sp>
      <p:sp>
        <p:nvSpPr>
          <p:cNvPr id="56" name="矩形 55"/>
          <p:cNvSpPr/>
          <p:nvPr/>
        </p:nvSpPr>
        <p:spPr>
          <a:xfrm>
            <a:off x="5240991"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solidFill>
              <a:effectLst/>
              <a:uLnTx/>
              <a:uFillTx/>
              <a:latin typeface="汉仪雅酷黑 65W" panose="020B0604020202020204" charset="-122"/>
              <a:ea typeface="汉仪雅酷黑 65W" panose="020B0604020202020204" charset="-122"/>
              <a:cs typeface="+mn-cs"/>
            </a:endParaRPr>
          </a:p>
        </p:txBody>
      </p:sp>
      <p:sp>
        <p:nvSpPr>
          <p:cNvPr id="57" name="矩形 56"/>
          <p:cNvSpPr/>
          <p:nvPr/>
        </p:nvSpPr>
        <p:spPr>
          <a:xfrm>
            <a:off x="7192495" y="0"/>
            <a:ext cx="1951504" cy="554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solidFill>
              <a:effectLst/>
              <a:uLnTx/>
              <a:uFillTx/>
              <a:latin typeface="汉仪雅酷黑 65W" panose="020B0604020202020204" charset="-122"/>
              <a:ea typeface="汉仪雅酷黑 65W" panose="020B0604020202020204" charset="-122"/>
              <a:cs typeface="+mn-cs"/>
            </a:endParaRPr>
          </a:p>
        </p:txBody>
      </p:sp>
      <p:grpSp>
        <p:nvGrpSpPr>
          <p:cNvPr id="58" name="组合 57"/>
          <p:cNvGrpSpPr/>
          <p:nvPr/>
        </p:nvGrpSpPr>
        <p:grpSpPr>
          <a:xfrm>
            <a:off x="1428163" y="138724"/>
            <a:ext cx="7549958" cy="276999"/>
            <a:chOff x="105638" y="107946"/>
            <a:chExt cx="8844051" cy="276999"/>
          </a:xfrm>
        </p:grpSpPr>
        <p:sp>
          <p:nvSpPr>
            <p:cNvPr id="59" name="矩形 58"/>
            <p:cNvSpPr/>
            <p:nvPr/>
          </p:nvSpPr>
          <p:spPr bwMode="auto">
            <a:xfrm>
              <a:off x="105638" y="107946"/>
              <a:ext cx="2102019" cy="276999"/>
            </a:xfrm>
            <a:prstGeom prst="rect">
              <a:avLst/>
            </a:prstGeom>
            <a:noFill/>
          </p:spPr>
          <p:txBody>
            <a:bodyPr wrap="none">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a:ln>
                    <a:noFill/>
                  </a:ln>
                  <a:solidFill>
                    <a:prstClr val="white"/>
                  </a:solidFill>
                  <a:effectLst/>
                  <a:uLnTx/>
                  <a:uFillTx/>
                  <a:latin typeface="汉仪雅酷黑 65W" panose="020B0604020202020204" charset="-122"/>
                  <a:ea typeface="汉仪雅酷黑 65W" panose="020B0604020202020204" charset="-122"/>
                  <a:cs typeface="汉仪旗黑-50S" panose="00020600040101010101" charset="-122"/>
                </a:rPr>
                <a:t>选题的背景与意义</a:t>
              </a:r>
              <a:endParaRPr kumimoji="0" lang="zh-CN" altLang="en-US" sz="1200" b="0" i="0" u="none" strike="noStrike" kern="100" cap="none" spc="0" normalizeH="0" baseline="0" noProof="0">
                <a:ln>
                  <a:noFill/>
                </a:ln>
                <a:solidFill>
                  <a:prstClr val="white"/>
                </a:solidFill>
                <a:effectLst/>
                <a:uLnTx/>
                <a:uFillTx/>
                <a:latin typeface="汉仪雅酷黑 65W" panose="020B0604020202020204" charset="-122"/>
                <a:ea typeface="汉仪雅酷黑 65W" panose="020B0604020202020204" charset="-122"/>
                <a:cs typeface="汉仪旗黑-50S" panose="00020600040101010101" charset="-122"/>
              </a:endParaRPr>
            </a:p>
          </p:txBody>
        </p:sp>
        <p:sp>
          <p:nvSpPr>
            <p:cNvPr id="60" name="矩形 59"/>
            <p:cNvSpPr/>
            <p:nvPr/>
          </p:nvSpPr>
          <p:spPr bwMode="auto">
            <a:xfrm>
              <a:off x="2492229" y="107946"/>
              <a:ext cx="1873539" cy="276999"/>
            </a:xfrm>
            <a:prstGeom prst="rect">
              <a:avLst/>
            </a:prstGeom>
            <a:noFill/>
          </p:spPr>
          <p:txBody>
            <a:bodyPr wrap="none">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a:ln>
                    <a:noFill/>
                  </a:ln>
                  <a:solidFill>
                    <a:prstClr val="white"/>
                  </a:solidFill>
                  <a:effectLst/>
                  <a:uLnTx/>
                  <a:uFillTx/>
                  <a:latin typeface="汉仪雅酷黑 65W" panose="020B0604020202020204" charset="-122"/>
                  <a:ea typeface="汉仪雅酷黑 65W" panose="020B0604020202020204" charset="-122"/>
                  <a:cs typeface="汉仪旗黑-50S" panose="00020600040101010101" charset="-122"/>
                </a:rPr>
                <a:t>研究方法及过程</a:t>
              </a:r>
              <a:endParaRPr kumimoji="0" lang="zh-CN" altLang="en-US" sz="1200" b="0" i="0" u="none" strike="noStrike" kern="100" cap="none" spc="0" normalizeH="0" baseline="0" noProof="0">
                <a:ln>
                  <a:noFill/>
                </a:ln>
                <a:solidFill>
                  <a:prstClr val="white"/>
                </a:solidFill>
                <a:effectLst/>
                <a:uLnTx/>
                <a:uFillTx/>
                <a:latin typeface="汉仪雅酷黑 65W" panose="020B0604020202020204" charset="-122"/>
                <a:ea typeface="汉仪雅酷黑 65W" panose="020B0604020202020204" charset="-122"/>
                <a:cs typeface="汉仪旗黑-50S" panose="00020600040101010101" charset="-122"/>
              </a:endParaRPr>
            </a:p>
          </p:txBody>
        </p:sp>
        <p:sp>
          <p:nvSpPr>
            <p:cNvPr id="61" name="矩形 60"/>
            <p:cNvSpPr/>
            <p:nvPr/>
          </p:nvSpPr>
          <p:spPr bwMode="auto">
            <a:xfrm>
              <a:off x="4549750" y="107946"/>
              <a:ext cx="2330499" cy="276999"/>
            </a:xfrm>
            <a:prstGeom prst="rect">
              <a:avLst/>
            </a:prstGeom>
            <a:noFill/>
          </p:spPr>
          <p:txBody>
            <a:bodyPr wrap="none">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a:ln>
                    <a:noFill/>
                  </a:ln>
                  <a:solidFill>
                    <a:prstClr val="white"/>
                  </a:solidFill>
                  <a:effectLst/>
                  <a:uLnTx/>
                  <a:uFillTx/>
                  <a:latin typeface="汉仪雅酷黑 65W" panose="020B0604020202020204" charset="-122"/>
                  <a:ea typeface="汉仪雅酷黑 65W" panose="020B0604020202020204" charset="-122"/>
                  <a:cs typeface="汉仪旗黑-50S" panose="00020600040101010101" charset="-122"/>
                </a:rPr>
                <a:t>研究成果展示及应用</a:t>
              </a:r>
              <a:endParaRPr kumimoji="0" lang="zh-CN" altLang="en-US" sz="1200" b="0" i="0" u="none" strike="noStrike" kern="100" cap="none" spc="0" normalizeH="0" baseline="0" noProof="0">
                <a:ln>
                  <a:noFill/>
                </a:ln>
                <a:solidFill>
                  <a:prstClr val="white"/>
                </a:solidFill>
                <a:effectLst/>
                <a:uLnTx/>
                <a:uFillTx/>
                <a:latin typeface="汉仪雅酷黑 65W" panose="020B0604020202020204" charset="-122"/>
                <a:ea typeface="汉仪雅酷黑 65W" panose="020B0604020202020204" charset="-122"/>
                <a:cs typeface="汉仪旗黑-50S" panose="00020600040101010101" charset="-122"/>
              </a:endParaRPr>
            </a:p>
          </p:txBody>
        </p:sp>
        <p:sp>
          <p:nvSpPr>
            <p:cNvPr id="63" name="矩形 62"/>
            <p:cNvSpPr/>
            <p:nvPr/>
          </p:nvSpPr>
          <p:spPr bwMode="auto">
            <a:xfrm>
              <a:off x="7076150" y="107946"/>
              <a:ext cx="1873539" cy="276999"/>
            </a:xfrm>
            <a:prstGeom prst="rect">
              <a:avLst/>
            </a:prstGeom>
            <a:noFill/>
          </p:spPr>
          <p:txBody>
            <a:bodyPr wrap="none">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a:ln>
                    <a:noFill/>
                  </a:ln>
                  <a:solidFill>
                    <a:prstClr val="white"/>
                  </a:solidFill>
                  <a:effectLst/>
                  <a:uLnTx/>
                  <a:uFillTx/>
                  <a:latin typeface="汉仪雅酷黑 65W" panose="020B0604020202020204" charset="-122"/>
                  <a:ea typeface="汉仪雅酷黑 65W" panose="020B0604020202020204" charset="-122"/>
                  <a:cs typeface="汉仪旗黑-50S" panose="00020600040101010101" charset="-122"/>
                </a:rPr>
                <a:t>论文总结与致谢</a:t>
              </a:r>
              <a:endParaRPr kumimoji="0" lang="zh-CN" altLang="en-US" sz="1200" b="0" i="0" u="none" strike="noStrike" kern="100" cap="none" spc="0" normalizeH="0" baseline="0" noProof="0">
                <a:ln>
                  <a:noFill/>
                </a:ln>
                <a:solidFill>
                  <a:prstClr val="white"/>
                </a:solidFill>
                <a:effectLst/>
                <a:uLnTx/>
                <a:uFillTx/>
                <a:latin typeface="汉仪雅酷黑 65W" panose="020B0604020202020204" charset="-122"/>
                <a:ea typeface="汉仪雅酷黑 65W" panose="020B0604020202020204" charset="-122"/>
                <a:cs typeface="汉仪旗黑-50S" panose="00020600040101010101" charset="-122"/>
              </a:endParaRPr>
            </a:p>
          </p:txBody>
        </p:sp>
      </p:grpSp>
      <p:sp>
        <p:nvSpPr>
          <p:cNvPr id="4" name="矩形 3"/>
          <p:cNvSpPr/>
          <p:nvPr/>
        </p:nvSpPr>
        <p:spPr>
          <a:xfrm>
            <a:off x="0" y="23"/>
            <a:ext cx="1337982" cy="5544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汉仪旗黑-50S" panose="00020600040101010101" charset="-122"/>
              <a:ea typeface="汉仪旗黑-50S" panose="00020600040101010101" charset="-122"/>
              <a:cs typeface="+mn-cs"/>
            </a:endParaRPr>
          </a:p>
        </p:txBody>
      </p:sp>
      <p:grpSp>
        <p:nvGrpSpPr>
          <p:cNvPr id="64" name="组合 63"/>
          <p:cNvGrpSpPr/>
          <p:nvPr/>
        </p:nvGrpSpPr>
        <p:grpSpPr>
          <a:xfrm>
            <a:off x="371474" y="40845"/>
            <a:ext cx="595035" cy="472756"/>
            <a:chOff x="257511" y="1283815"/>
            <a:chExt cx="3608258" cy="2800587"/>
          </a:xfrm>
        </p:grpSpPr>
        <p:grpSp>
          <p:nvGrpSpPr>
            <p:cNvPr id="65" name="Group 79"/>
            <p:cNvGrpSpPr>
              <a:grpSpLocks noChangeAspect="1"/>
            </p:cNvGrpSpPr>
            <p:nvPr/>
          </p:nvGrpSpPr>
          <p:grpSpPr bwMode="auto">
            <a:xfrm>
              <a:off x="1235639" y="1283815"/>
              <a:ext cx="1621531" cy="1625508"/>
              <a:chOff x="1247" y="-15"/>
              <a:chExt cx="3263" cy="3271"/>
            </a:xfrm>
            <a:solidFill>
              <a:sysClr val="window" lastClr="FFFFFF"/>
            </a:solidFill>
          </p:grpSpPr>
          <p:sp>
            <p:nvSpPr>
              <p:cNvPr id="67" name="Freeform 80"/>
              <p:cNvSpPr/>
              <p:nvPr/>
            </p:nvSpPr>
            <p:spPr bwMode="auto">
              <a:xfrm>
                <a:off x="1722" y="1892"/>
                <a:ext cx="207" cy="199"/>
              </a:xfrm>
              <a:custGeom>
                <a:avLst/>
                <a:gdLst>
                  <a:gd name="T0" fmla="*/ 104 w 207"/>
                  <a:gd name="T1" fmla="*/ 0 h 199"/>
                  <a:gd name="T2" fmla="*/ 136 w 207"/>
                  <a:gd name="T3" fmla="*/ 66 h 199"/>
                  <a:gd name="T4" fmla="*/ 207 w 207"/>
                  <a:gd name="T5" fmla="*/ 77 h 199"/>
                  <a:gd name="T6" fmla="*/ 157 w 207"/>
                  <a:gd name="T7" fmla="*/ 126 h 199"/>
                  <a:gd name="T8" fmla="*/ 169 w 207"/>
                  <a:gd name="T9" fmla="*/ 199 h 199"/>
                  <a:gd name="T10" fmla="*/ 104 w 207"/>
                  <a:gd name="T11" fmla="*/ 165 h 199"/>
                  <a:gd name="T12" fmla="*/ 41 w 207"/>
                  <a:gd name="T13" fmla="*/ 199 h 199"/>
                  <a:gd name="T14" fmla="*/ 52 w 207"/>
                  <a:gd name="T15" fmla="*/ 126 h 199"/>
                  <a:gd name="T16" fmla="*/ 0 w 207"/>
                  <a:gd name="T17" fmla="*/ 77 h 199"/>
                  <a:gd name="T18" fmla="*/ 72 w 207"/>
                  <a:gd name="T19" fmla="*/ 66 h 199"/>
                  <a:gd name="T20" fmla="*/ 104 w 207"/>
                  <a:gd name="T21" fmla="*/ 0 h 199"/>
                  <a:gd name="T22" fmla="*/ 104 w 207"/>
                  <a:gd name="T23" fmla="*/ 0 h 199"/>
                  <a:gd name="T24" fmla="*/ 104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4" y="0"/>
                    </a:moveTo>
                    <a:lnTo>
                      <a:pt x="136" y="66"/>
                    </a:lnTo>
                    <a:lnTo>
                      <a:pt x="207" y="77"/>
                    </a:lnTo>
                    <a:lnTo>
                      <a:pt x="157" y="126"/>
                    </a:lnTo>
                    <a:lnTo>
                      <a:pt x="169" y="199"/>
                    </a:lnTo>
                    <a:lnTo>
                      <a:pt x="104" y="165"/>
                    </a:lnTo>
                    <a:lnTo>
                      <a:pt x="41" y="199"/>
                    </a:lnTo>
                    <a:lnTo>
                      <a:pt x="52" y="126"/>
                    </a:lnTo>
                    <a:lnTo>
                      <a:pt x="0" y="77"/>
                    </a:lnTo>
                    <a:lnTo>
                      <a:pt x="72" y="66"/>
                    </a:lnTo>
                    <a:lnTo>
                      <a:pt x="104" y="0"/>
                    </a:lnTo>
                    <a:lnTo>
                      <a:pt x="104" y="0"/>
                    </a:lnTo>
                    <a:lnTo>
                      <a:pt x="10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68" name="Freeform 81"/>
              <p:cNvSpPr/>
              <p:nvPr/>
            </p:nvSpPr>
            <p:spPr bwMode="auto">
              <a:xfrm>
                <a:off x="3779" y="1892"/>
                <a:ext cx="207" cy="199"/>
              </a:xfrm>
              <a:custGeom>
                <a:avLst/>
                <a:gdLst>
                  <a:gd name="T0" fmla="*/ 105 w 207"/>
                  <a:gd name="T1" fmla="*/ 0 h 199"/>
                  <a:gd name="T2" fmla="*/ 136 w 207"/>
                  <a:gd name="T3" fmla="*/ 66 h 199"/>
                  <a:gd name="T4" fmla="*/ 207 w 207"/>
                  <a:gd name="T5" fmla="*/ 77 h 199"/>
                  <a:gd name="T6" fmla="*/ 157 w 207"/>
                  <a:gd name="T7" fmla="*/ 126 h 199"/>
                  <a:gd name="T8" fmla="*/ 170 w 207"/>
                  <a:gd name="T9" fmla="*/ 199 h 199"/>
                  <a:gd name="T10" fmla="*/ 105 w 207"/>
                  <a:gd name="T11" fmla="*/ 165 h 199"/>
                  <a:gd name="T12" fmla="*/ 41 w 207"/>
                  <a:gd name="T13" fmla="*/ 199 h 199"/>
                  <a:gd name="T14" fmla="*/ 52 w 207"/>
                  <a:gd name="T15" fmla="*/ 126 h 199"/>
                  <a:gd name="T16" fmla="*/ 0 w 207"/>
                  <a:gd name="T17" fmla="*/ 77 h 199"/>
                  <a:gd name="T18" fmla="*/ 72 w 207"/>
                  <a:gd name="T19" fmla="*/ 66 h 199"/>
                  <a:gd name="T20" fmla="*/ 105 w 207"/>
                  <a:gd name="T21" fmla="*/ 0 h 199"/>
                  <a:gd name="T22" fmla="*/ 105 w 207"/>
                  <a:gd name="T23" fmla="*/ 0 h 199"/>
                  <a:gd name="T24" fmla="*/ 105 w 207"/>
                  <a:gd name="T25"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199">
                    <a:moveTo>
                      <a:pt x="105" y="0"/>
                    </a:moveTo>
                    <a:lnTo>
                      <a:pt x="136" y="66"/>
                    </a:lnTo>
                    <a:lnTo>
                      <a:pt x="207" y="77"/>
                    </a:lnTo>
                    <a:lnTo>
                      <a:pt x="157" y="126"/>
                    </a:lnTo>
                    <a:lnTo>
                      <a:pt x="170" y="199"/>
                    </a:lnTo>
                    <a:lnTo>
                      <a:pt x="105" y="165"/>
                    </a:lnTo>
                    <a:lnTo>
                      <a:pt x="41" y="199"/>
                    </a:lnTo>
                    <a:lnTo>
                      <a:pt x="52" y="126"/>
                    </a:lnTo>
                    <a:lnTo>
                      <a:pt x="0" y="77"/>
                    </a:lnTo>
                    <a:lnTo>
                      <a:pt x="72" y="66"/>
                    </a:lnTo>
                    <a:lnTo>
                      <a:pt x="105" y="0"/>
                    </a:lnTo>
                    <a:lnTo>
                      <a:pt x="105" y="0"/>
                    </a:lnTo>
                    <a:lnTo>
                      <a:pt x="10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69" name="Freeform 82"/>
              <p:cNvSpPr>
                <a:spLocks noEditPoints="1"/>
              </p:cNvSpPr>
              <p:nvPr/>
            </p:nvSpPr>
            <p:spPr bwMode="auto">
              <a:xfrm>
                <a:off x="1247" y="-15"/>
                <a:ext cx="3263" cy="3271"/>
              </a:xfrm>
              <a:custGeom>
                <a:avLst/>
                <a:gdLst>
                  <a:gd name="T0" fmla="*/ 2378 w 2411"/>
                  <a:gd name="T1" fmla="*/ 1061 h 2417"/>
                  <a:gd name="T2" fmla="*/ 2354 w 2411"/>
                  <a:gd name="T3" fmla="*/ 1453 h 2417"/>
                  <a:gd name="T4" fmla="*/ 2203 w 2411"/>
                  <a:gd name="T5" fmla="*/ 1825 h 2417"/>
                  <a:gd name="T6" fmla="*/ 1932 w 2411"/>
                  <a:gd name="T7" fmla="*/ 2133 h 2417"/>
                  <a:gd name="T8" fmla="*/ 1575 w 2411"/>
                  <a:gd name="T9" fmla="*/ 2325 h 2417"/>
                  <a:gd name="T10" fmla="*/ 1169 w 2411"/>
                  <a:gd name="T11" fmla="*/ 2387 h 2417"/>
                  <a:gd name="T12" fmla="*/ 771 w 2411"/>
                  <a:gd name="T13" fmla="*/ 2302 h 2417"/>
                  <a:gd name="T14" fmla="*/ 432 w 2411"/>
                  <a:gd name="T15" fmla="*/ 2089 h 2417"/>
                  <a:gd name="T16" fmla="*/ 176 w 2411"/>
                  <a:gd name="T17" fmla="*/ 1768 h 2417"/>
                  <a:gd name="T18" fmla="*/ 49 w 2411"/>
                  <a:gd name="T19" fmla="*/ 1383 h 2417"/>
                  <a:gd name="T20" fmla="*/ 59 w 2411"/>
                  <a:gd name="T21" fmla="*/ 973 h 2417"/>
                  <a:gd name="T22" fmla="*/ 210 w 2411"/>
                  <a:gd name="T23" fmla="*/ 585 h 2417"/>
                  <a:gd name="T24" fmla="*/ 484 w 2411"/>
                  <a:gd name="T25" fmla="*/ 278 h 2417"/>
                  <a:gd name="T26" fmla="*/ 844 w 2411"/>
                  <a:gd name="T27" fmla="*/ 87 h 2417"/>
                  <a:gd name="T28" fmla="*/ 1247 w 2411"/>
                  <a:gd name="T29" fmla="*/ 31 h 2417"/>
                  <a:gd name="T30" fmla="*/ 1644 w 2411"/>
                  <a:gd name="T31" fmla="*/ 115 h 2417"/>
                  <a:gd name="T32" fmla="*/ 1988 w 2411"/>
                  <a:gd name="T33" fmla="*/ 331 h 2417"/>
                  <a:gd name="T34" fmla="*/ 2242 w 2411"/>
                  <a:gd name="T35" fmla="*/ 655 h 2417"/>
                  <a:gd name="T36" fmla="*/ 2250 w 2411"/>
                  <a:gd name="T37" fmla="*/ 785 h 2417"/>
                  <a:gd name="T38" fmla="*/ 2050 w 2411"/>
                  <a:gd name="T39" fmla="*/ 488 h 2417"/>
                  <a:gd name="T40" fmla="*/ 1752 w 2411"/>
                  <a:gd name="T41" fmla="*/ 240 h 2417"/>
                  <a:gd name="T42" fmla="*/ 1393 w 2411"/>
                  <a:gd name="T43" fmla="*/ 113 h 2417"/>
                  <a:gd name="T44" fmla="*/ 1007 w 2411"/>
                  <a:gd name="T45" fmla="*/ 115 h 2417"/>
                  <a:gd name="T46" fmla="*/ 650 w 2411"/>
                  <a:gd name="T47" fmla="*/ 249 h 2417"/>
                  <a:gd name="T48" fmla="*/ 356 w 2411"/>
                  <a:gd name="T49" fmla="*/ 499 h 2417"/>
                  <a:gd name="T50" fmla="*/ 169 w 2411"/>
                  <a:gd name="T51" fmla="*/ 831 h 2417"/>
                  <a:gd name="T52" fmla="*/ 102 w 2411"/>
                  <a:gd name="T53" fmla="*/ 1210 h 2417"/>
                  <a:gd name="T54" fmla="*/ 168 w 2411"/>
                  <a:gd name="T55" fmla="*/ 1589 h 2417"/>
                  <a:gd name="T56" fmla="*/ 362 w 2411"/>
                  <a:gd name="T57" fmla="*/ 1928 h 2417"/>
                  <a:gd name="T58" fmla="*/ 658 w 2411"/>
                  <a:gd name="T59" fmla="*/ 2176 h 2417"/>
                  <a:gd name="T60" fmla="*/ 1017 w 2411"/>
                  <a:gd name="T61" fmla="*/ 2303 h 2417"/>
                  <a:gd name="T62" fmla="*/ 1404 w 2411"/>
                  <a:gd name="T63" fmla="*/ 2303 h 2417"/>
                  <a:gd name="T64" fmla="*/ 1766 w 2411"/>
                  <a:gd name="T65" fmla="*/ 2170 h 2417"/>
                  <a:gd name="T66" fmla="*/ 2065 w 2411"/>
                  <a:gd name="T67" fmla="*/ 1916 h 2417"/>
                  <a:gd name="T68" fmla="*/ 2253 w 2411"/>
                  <a:gd name="T69" fmla="*/ 1577 h 2417"/>
                  <a:gd name="T70" fmla="*/ 2314 w 2411"/>
                  <a:gd name="T71" fmla="*/ 1196 h 2417"/>
                  <a:gd name="T72" fmla="*/ 2250 w 2411"/>
                  <a:gd name="T73" fmla="*/ 785 h 2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11" h="2417">
                    <a:moveTo>
                      <a:pt x="2317" y="808"/>
                    </a:moveTo>
                    <a:cubicBezTo>
                      <a:pt x="2298" y="899"/>
                      <a:pt x="2323" y="981"/>
                      <a:pt x="2378" y="1061"/>
                    </a:cubicBezTo>
                    <a:cubicBezTo>
                      <a:pt x="2411" y="1110"/>
                      <a:pt x="2411" y="1169"/>
                      <a:pt x="2382" y="1222"/>
                    </a:cubicBezTo>
                    <a:cubicBezTo>
                      <a:pt x="2342" y="1296"/>
                      <a:pt x="2334" y="1371"/>
                      <a:pt x="2354" y="1453"/>
                    </a:cubicBezTo>
                    <a:cubicBezTo>
                      <a:pt x="2371" y="1523"/>
                      <a:pt x="2353" y="1585"/>
                      <a:pt x="2297" y="1635"/>
                    </a:cubicBezTo>
                    <a:cubicBezTo>
                      <a:pt x="2241" y="1685"/>
                      <a:pt x="2209" y="1749"/>
                      <a:pt x="2203" y="1825"/>
                    </a:cubicBezTo>
                    <a:cubicBezTo>
                      <a:pt x="2198" y="1900"/>
                      <a:pt x="2159" y="1954"/>
                      <a:pt x="2089" y="1983"/>
                    </a:cubicBezTo>
                    <a:cubicBezTo>
                      <a:pt x="2016" y="2012"/>
                      <a:pt x="1964" y="2062"/>
                      <a:pt x="1932" y="2133"/>
                    </a:cubicBezTo>
                    <a:cubicBezTo>
                      <a:pt x="1901" y="2200"/>
                      <a:pt x="1848" y="2236"/>
                      <a:pt x="1774" y="2239"/>
                    </a:cubicBezTo>
                    <a:cubicBezTo>
                      <a:pt x="1695" y="2242"/>
                      <a:pt x="1630" y="2270"/>
                      <a:pt x="1575" y="2325"/>
                    </a:cubicBezTo>
                    <a:cubicBezTo>
                      <a:pt x="1523" y="2379"/>
                      <a:pt x="1461" y="2395"/>
                      <a:pt x="1391" y="2372"/>
                    </a:cubicBezTo>
                    <a:cubicBezTo>
                      <a:pt x="1314" y="2347"/>
                      <a:pt x="1241" y="2352"/>
                      <a:pt x="1169" y="2387"/>
                    </a:cubicBezTo>
                    <a:cubicBezTo>
                      <a:pt x="1104" y="2417"/>
                      <a:pt x="1041" y="2410"/>
                      <a:pt x="984" y="2366"/>
                    </a:cubicBezTo>
                    <a:cubicBezTo>
                      <a:pt x="921" y="2316"/>
                      <a:pt x="851" y="2295"/>
                      <a:pt x="771" y="2302"/>
                    </a:cubicBezTo>
                    <a:cubicBezTo>
                      <a:pt x="695" y="2308"/>
                      <a:pt x="638" y="2277"/>
                      <a:pt x="598" y="2212"/>
                    </a:cubicBezTo>
                    <a:cubicBezTo>
                      <a:pt x="559" y="2150"/>
                      <a:pt x="504" y="2108"/>
                      <a:pt x="432" y="2089"/>
                    </a:cubicBezTo>
                    <a:cubicBezTo>
                      <a:pt x="356" y="2069"/>
                      <a:pt x="310" y="2022"/>
                      <a:pt x="294" y="1944"/>
                    </a:cubicBezTo>
                    <a:cubicBezTo>
                      <a:pt x="278" y="1870"/>
                      <a:pt x="239" y="1811"/>
                      <a:pt x="176" y="1768"/>
                    </a:cubicBezTo>
                    <a:cubicBezTo>
                      <a:pt x="114" y="1725"/>
                      <a:pt x="88" y="1665"/>
                      <a:pt x="98" y="1590"/>
                    </a:cubicBezTo>
                    <a:cubicBezTo>
                      <a:pt x="109" y="1514"/>
                      <a:pt x="93" y="1445"/>
                      <a:pt x="49" y="1383"/>
                    </a:cubicBezTo>
                    <a:cubicBezTo>
                      <a:pt x="4" y="1319"/>
                      <a:pt x="0" y="1253"/>
                      <a:pt x="37" y="1184"/>
                    </a:cubicBezTo>
                    <a:cubicBezTo>
                      <a:pt x="72" y="1116"/>
                      <a:pt x="80" y="1046"/>
                      <a:pt x="59" y="973"/>
                    </a:cubicBezTo>
                    <a:cubicBezTo>
                      <a:pt x="38" y="899"/>
                      <a:pt x="58" y="837"/>
                      <a:pt x="114" y="786"/>
                    </a:cubicBezTo>
                    <a:cubicBezTo>
                      <a:pt x="173" y="732"/>
                      <a:pt x="204" y="665"/>
                      <a:pt x="210" y="585"/>
                    </a:cubicBezTo>
                    <a:cubicBezTo>
                      <a:pt x="216" y="516"/>
                      <a:pt x="253" y="465"/>
                      <a:pt x="316" y="439"/>
                    </a:cubicBezTo>
                    <a:cubicBezTo>
                      <a:pt x="394" y="407"/>
                      <a:pt x="449" y="355"/>
                      <a:pt x="484" y="278"/>
                    </a:cubicBezTo>
                    <a:cubicBezTo>
                      <a:pt x="513" y="216"/>
                      <a:pt x="566" y="182"/>
                      <a:pt x="636" y="179"/>
                    </a:cubicBezTo>
                    <a:cubicBezTo>
                      <a:pt x="718" y="177"/>
                      <a:pt x="786" y="146"/>
                      <a:pt x="844" y="87"/>
                    </a:cubicBezTo>
                    <a:cubicBezTo>
                      <a:pt x="892" y="38"/>
                      <a:pt x="953" y="24"/>
                      <a:pt x="1019" y="45"/>
                    </a:cubicBezTo>
                    <a:cubicBezTo>
                      <a:pt x="1097" y="70"/>
                      <a:pt x="1172" y="66"/>
                      <a:pt x="1247" y="31"/>
                    </a:cubicBezTo>
                    <a:cubicBezTo>
                      <a:pt x="1309" y="0"/>
                      <a:pt x="1371" y="8"/>
                      <a:pt x="1425" y="50"/>
                    </a:cubicBezTo>
                    <a:cubicBezTo>
                      <a:pt x="1491" y="101"/>
                      <a:pt x="1562" y="123"/>
                      <a:pt x="1644" y="115"/>
                    </a:cubicBezTo>
                    <a:cubicBezTo>
                      <a:pt x="1715" y="108"/>
                      <a:pt x="1771" y="138"/>
                      <a:pt x="1810" y="199"/>
                    </a:cubicBezTo>
                    <a:cubicBezTo>
                      <a:pt x="1852" y="267"/>
                      <a:pt x="1910" y="311"/>
                      <a:pt x="1988" y="331"/>
                    </a:cubicBezTo>
                    <a:cubicBezTo>
                      <a:pt x="2057" y="349"/>
                      <a:pt x="2102" y="395"/>
                      <a:pt x="2116" y="465"/>
                    </a:cubicBezTo>
                    <a:cubicBezTo>
                      <a:pt x="2133" y="545"/>
                      <a:pt x="2174" y="608"/>
                      <a:pt x="2242" y="655"/>
                    </a:cubicBezTo>
                    <a:cubicBezTo>
                      <a:pt x="2294" y="690"/>
                      <a:pt x="2316" y="742"/>
                      <a:pt x="2317" y="808"/>
                    </a:cubicBezTo>
                    <a:close/>
                    <a:moveTo>
                      <a:pt x="2250" y="785"/>
                    </a:moveTo>
                    <a:cubicBezTo>
                      <a:pt x="2237" y="767"/>
                      <a:pt x="2219" y="729"/>
                      <a:pt x="2191" y="707"/>
                    </a:cubicBezTo>
                    <a:cubicBezTo>
                      <a:pt x="2119" y="648"/>
                      <a:pt x="2068" y="579"/>
                      <a:pt x="2050" y="488"/>
                    </a:cubicBezTo>
                    <a:cubicBezTo>
                      <a:pt x="2040" y="440"/>
                      <a:pt x="2013" y="409"/>
                      <a:pt x="1966" y="397"/>
                    </a:cubicBezTo>
                    <a:cubicBezTo>
                      <a:pt x="1874" y="374"/>
                      <a:pt x="1803" y="321"/>
                      <a:pt x="1752" y="240"/>
                    </a:cubicBezTo>
                    <a:cubicBezTo>
                      <a:pt x="1727" y="199"/>
                      <a:pt x="1691" y="181"/>
                      <a:pt x="1643" y="186"/>
                    </a:cubicBezTo>
                    <a:cubicBezTo>
                      <a:pt x="1550" y="195"/>
                      <a:pt x="1466" y="170"/>
                      <a:pt x="1393" y="113"/>
                    </a:cubicBezTo>
                    <a:cubicBezTo>
                      <a:pt x="1353" y="82"/>
                      <a:pt x="1312" y="77"/>
                      <a:pt x="1266" y="99"/>
                    </a:cubicBezTo>
                    <a:cubicBezTo>
                      <a:pt x="1182" y="138"/>
                      <a:pt x="1095" y="144"/>
                      <a:pt x="1007" y="115"/>
                    </a:cubicBezTo>
                    <a:cubicBezTo>
                      <a:pt x="959" y="99"/>
                      <a:pt x="919" y="110"/>
                      <a:pt x="883" y="146"/>
                    </a:cubicBezTo>
                    <a:cubicBezTo>
                      <a:pt x="820" y="212"/>
                      <a:pt x="740" y="246"/>
                      <a:pt x="650" y="249"/>
                    </a:cubicBezTo>
                    <a:cubicBezTo>
                      <a:pt x="596" y="251"/>
                      <a:pt x="562" y="275"/>
                      <a:pt x="540" y="323"/>
                    </a:cubicBezTo>
                    <a:cubicBezTo>
                      <a:pt x="502" y="405"/>
                      <a:pt x="440" y="465"/>
                      <a:pt x="356" y="499"/>
                    </a:cubicBezTo>
                    <a:cubicBezTo>
                      <a:pt x="305" y="519"/>
                      <a:pt x="281" y="554"/>
                      <a:pt x="277" y="606"/>
                    </a:cubicBezTo>
                    <a:cubicBezTo>
                      <a:pt x="271" y="695"/>
                      <a:pt x="234" y="771"/>
                      <a:pt x="169" y="831"/>
                    </a:cubicBezTo>
                    <a:cubicBezTo>
                      <a:pt x="126" y="869"/>
                      <a:pt x="115" y="911"/>
                      <a:pt x="130" y="966"/>
                    </a:cubicBezTo>
                    <a:cubicBezTo>
                      <a:pt x="152" y="1050"/>
                      <a:pt x="144" y="1133"/>
                      <a:pt x="102" y="1210"/>
                    </a:cubicBezTo>
                    <a:cubicBezTo>
                      <a:pt x="76" y="1258"/>
                      <a:pt x="77" y="1301"/>
                      <a:pt x="109" y="1346"/>
                    </a:cubicBezTo>
                    <a:cubicBezTo>
                      <a:pt x="161" y="1419"/>
                      <a:pt x="181" y="1501"/>
                      <a:pt x="168" y="1589"/>
                    </a:cubicBezTo>
                    <a:cubicBezTo>
                      <a:pt x="161" y="1643"/>
                      <a:pt x="177" y="1683"/>
                      <a:pt x="222" y="1715"/>
                    </a:cubicBezTo>
                    <a:cubicBezTo>
                      <a:pt x="297" y="1767"/>
                      <a:pt x="344" y="1839"/>
                      <a:pt x="362" y="1928"/>
                    </a:cubicBezTo>
                    <a:cubicBezTo>
                      <a:pt x="372" y="1978"/>
                      <a:pt x="400" y="2008"/>
                      <a:pt x="449" y="2021"/>
                    </a:cubicBezTo>
                    <a:cubicBezTo>
                      <a:pt x="539" y="2044"/>
                      <a:pt x="609" y="2096"/>
                      <a:pt x="658" y="2176"/>
                    </a:cubicBezTo>
                    <a:cubicBezTo>
                      <a:pt x="685" y="2219"/>
                      <a:pt x="722" y="2238"/>
                      <a:pt x="773" y="2232"/>
                    </a:cubicBezTo>
                    <a:cubicBezTo>
                      <a:pt x="864" y="2223"/>
                      <a:pt x="946" y="2247"/>
                      <a:pt x="1017" y="2303"/>
                    </a:cubicBezTo>
                    <a:cubicBezTo>
                      <a:pt x="1059" y="2336"/>
                      <a:pt x="1101" y="2341"/>
                      <a:pt x="1149" y="2319"/>
                    </a:cubicBezTo>
                    <a:cubicBezTo>
                      <a:pt x="1232" y="2280"/>
                      <a:pt x="1317" y="2275"/>
                      <a:pt x="1404" y="2303"/>
                    </a:cubicBezTo>
                    <a:cubicBezTo>
                      <a:pt x="1452" y="2318"/>
                      <a:pt x="1492" y="2310"/>
                      <a:pt x="1528" y="2273"/>
                    </a:cubicBezTo>
                    <a:cubicBezTo>
                      <a:pt x="1593" y="2207"/>
                      <a:pt x="1672" y="2172"/>
                      <a:pt x="1766" y="2170"/>
                    </a:cubicBezTo>
                    <a:cubicBezTo>
                      <a:pt x="1814" y="2168"/>
                      <a:pt x="1848" y="2147"/>
                      <a:pt x="1868" y="2103"/>
                    </a:cubicBezTo>
                    <a:cubicBezTo>
                      <a:pt x="1909" y="2014"/>
                      <a:pt x="1974" y="1952"/>
                      <a:pt x="2065" y="1916"/>
                    </a:cubicBezTo>
                    <a:cubicBezTo>
                      <a:pt x="2106" y="1900"/>
                      <a:pt x="2128" y="1869"/>
                      <a:pt x="2132" y="1825"/>
                    </a:cubicBezTo>
                    <a:cubicBezTo>
                      <a:pt x="2140" y="1727"/>
                      <a:pt x="2183" y="1647"/>
                      <a:pt x="2253" y="1577"/>
                    </a:cubicBezTo>
                    <a:cubicBezTo>
                      <a:pt x="2276" y="1553"/>
                      <a:pt x="2291" y="1502"/>
                      <a:pt x="2284" y="1470"/>
                    </a:cubicBezTo>
                    <a:cubicBezTo>
                      <a:pt x="2262" y="1373"/>
                      <a:pt x="2274" y="1285"/>
                      <a:pt x="2314" y="1196"/>
                    </a:cubicBezTo>
                    <a:cubicBezTo>
                      <a:pt x="2327" y="1165"/>
                      <a:pt x="2328" y="1116"/>
                      <a:pt x="2311" y="1089"/>
                    </a:cubicBezTo>
                    <a:cubicBezTo>
                      <a:pt x="2255" y="1001"/>
                      <a:pt x="2228" y="909"/>
                      <a:pt x="2250" y="7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70" name="Freeform 83"/>
              <p:cNvSpPr/>
              <p:nvPr/>
            </p:nvSpPr>
            <p:spPr bwMode="auto">
              <a:xfrm>
                <a:off x="3318" y="2439"/>
                <a:ext cx="327" cy="222"/>
              </a:xfrm>
              <a:custGeom>
                <a:avLst/>
                <a:gdLst>
                  <a:gd name="T0" fmla="*/ 77 w 242"/>
                  <a:gd name="T1" fmla="*/ 122 h 164"/>
                  <a:gd name="T2" fmla="*/ 104 w 242"/>
                  <a:gd name="T3" fmla="*/ 82 h 164"/>
                  <a:gd name="T4" fmla="*/ 112 w 242"/>
                  <a:gd name="T5" fmla="*/ 88 h 164"/>
                  <a:gd name="T6" fmla="*/ 92 w 242"/>
                  <a:gd name="T7" fmla="*/ 119 h 164"/>
                  <a:gd name="T8" fmla="*/ 242 w 242"/>
                  <a:gd name="T9" fmla="*/ 124 h 164"/>
                  <a:gd name="T10" fmla="*/ 161 w 242"/>
                  <a:gd name="T11" fmla="*/ 161 h 164"/>
                  <a:gd name="T12" fmla="*/ 99 w 242"/>
                  <a:gd name="T13" fmla="*/ 153 h 164"/>
                  <a:gd name="T14" fmla="*/ 38 w 242"/>
                  <a:gd name="T15" fmla="*/ 164 h 164"/>
                  <a:gd name="T16" fmla="*/ 29 w 242"/>
                  <a:gd name="T17" fmla="*/ 126 h 164"/>
                  <a:gd name="T18" fmla="*/ 32 w 242"/>
                  <a:gd name="T19" fmla="*/ 0 h 164"/>
                  <a:gd name="T20" fmla="*/ 77 w 242"/>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164">
                    <a:moveTo>
                      <a:pt x="77" y="122"/>
                    </a:moveTo>
                    <a:cubicBezTo>
                      <a:pt x="86" y="109"/>
                      <a:pt x="95" y="96"/>
                      <a:pt x="104" y="82"/>
                    </a:cubicBezTo>
                    <a:cubicBezTo>
                      <a:pt x="107" y="84"/>
                      <a:pt x="109" y="86"/>
                      <a:pt x="112" y="88"/>
                    </a:cubicBezTo>
                    <a:cubicBezTo>
                      <a:pt x="107" y="95"/>
                      <a:pt x="102" y="103"/>
                      <a:pt x="92" y="119"/>
                    </a:cubicBezTo>
                    <a:cubicBezTo>
                      <a:pt x="148" y="90"/>
                      <a:pt x="193" y="98"/>
                      <a:pt x="242" y="124"/>
                    </a:cubicBezTo>
                    <a:cubicBezTo>
                      <a:pt x="218" y="148"/>
                      <a:pt x="192" y="161"/>
                      <a:pt x="161" y="161"/>
                    </a:cubicBezTo>
                    <a:cubicBezTo>
                      <a:pt x="140" y="161"/>
                      <a:pt x="118" y="160"/>
                      <a:pt x="99" y="153"/>
                    </a:cubicBezTo>
                    <a:cubicBezTo>
                      <a:pt x="73" y="143"/>
                      <a:pt x="53" y="143"/>
                      <a:pt x="38" y="164"/>
                    </a:cubicBezTo>
                    <a:cubicBezTo>
                      <a:pt x="35" y="151"/>
                      <a:pt x="36" y="137"/>
                      <a:pt x="29" y="126"/>
                    </a:cubicBezTo>
                    <a:cubicBezTo>
                      <a:pt x="0" y="75"/>
                      <a:pt x="0" y="46"/>
                      <a:pt x="32" y="0"/>
                    </a:cubicBezTo>
                    <a:cubicBezTo>
                      <a:pt x="72" y="14"/>
                      <a:pt x="85" y="53"/>
                      <a:pt x="77"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71" name="Freeform 84"/>
              <p:cNvSpPr/>
              <p:nvPr/>
            </p:nvSpPr>
            <p:spPr bwMode="auto">
              <a:xfrm>
                <a:off x="3417" y="2308"/>
                <a:ext cx="339" cy="217"/>
              </a:xfrm>
              <a:custGeom>
                <a:avLst/>
                <a:gdLst>
                  <a:gd name="T0" fmla="*/ 251 w 251"/>
                  <a:gd name="T1" fmla="*/ 92 h 161"/>
                  <a:gd name="T2" fmla="*/ 65 w 251"/>
                  <a:gd name="T3" fmla="*/ 138 h 161"/>
                  <a:gd name="T4" fmla="*/ 29 w 251"/>
                  <a:gd name="T5" fmla="*/ 0 h 161"/>
                  <a:gd name="T6" fmla="*/ 87 w 251"/>
                  <a:gd name="T7" fmla="*/ 118 h 161"/>
                  <a:gd name="T8" fmla="*/ 251 w 251"/>
                  <a:gd name="T9" fmla="*/ 92 h 161"/>
                </a:gdLst>
                <a:ahLst/>
                <a:cxnLst>
                  <a:cxn ang="0">
                    <a:pos x="T0" y="T1"/>
                  </a:cxn>
                  <a:cxn ang="0">
                    <a:pos x="T2" y="T3"/>
                  </a:cxn>
                  <a:cxn ang="0">
                    <a:pos x="T4" y="T5"/>
                  </a:cxn>
                  <a:cxn ang="0">
                    <a:pos x="T6" y="T7"/>
                  </a:cxn>
                  <a:cxn ang="0">
                    <a:pos x="T8" y="T9"/>
                  </a:cxn>
                </a:cxnLst>
                <a:rect l="0" t="0" r="r" b="b"/>
                <a:pathLst>
                  <a:path w="251" h="161">
                    <a:moveTo>
                      <a:pt x="251" y="92"/>
                    </a:moveTo>
                    <a:cubicBezTo>
                      <a:pt x="205" y="161"/>
                      <a:pt x="133" y="134"/>
                      <a:pt x="65" y="138"/>
                    </a:cubicBezTo>
                    <a:cubicBezTo>
                      <a:pt x="8" y="81"/>
                      <a:pt x="0" y="53"/>
                      <a:pt x="29" y="0"/>
                    </a:cubicBezTo>
                    <a:cubicBezTo>
                      <a:pt x="75" y="19"/>
                      <a:pt x="90" y="48"/>
                      <a:pt x="87" y="118"/>
                    </a:cubicBezTo>
                    <a:cubicBezTo>
                      <a:pt x="139" y="83"/>
                      <a:pt x="191" y="61"/>
                      <a:pt x="251"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72" name="Freeform 85"/>
              <p:cNvSpPr/>
              <p:nvPr/>
            </p:nvSpPr>
            <p:spPr bwMode="auto">
              <a:xfrm>
                <a:off x="3561" y="2259"/>
                <a:ext cx="114" cy="141"/>
              </a:xfrm>
              <a:custGeom>
                <a:avLst/>
                <a:gdLst>
                  <a:gd name="T0" fmla="*/ 17 w 84"/>
                  <a:gd name="T1" fmla="*/ 104 h 104"/>
                  <a:gd name="T2" fmla="*/ 66 w 84"/>
                  <a:gd name="T3" fmla="*/ 0 h 104"/>
                  <a:gd name="T4" fmla="*/ 17 w 84"/>
                  <a:gd name="T5" fmla="*/ 104 h 104"/>
                </a:gdLst>
                <a:ahLst/>
                <a:cxnLst>
                  <a:cxn ang="0">
                    <a:pos x="T0" y="T1"/>
                  </a:cxn>
                  <a:cxn ang="0">
                    <a:pos x="T2" y="T3"/>
                  </a:cxn>
                  <a:cxn ang="0">
                    <a:pos x="T4" y="T5"/>
                  </a:cxn>
                </a:cxnLst>
                <a:rect l="0" t="0" r="r" b="b"/>
                <a:pathLst>
                  <a:path w="84" h="104">
                    <a:moveTo>
                      <a:pt x="17" y="104"/>
                    </a:moveTo>
                    <a:cubicBezTo>
                      <a:pt x="0" y="56"/>
                      <a:pt x="17" y="22"/>
                      <a:pt x="66" y="0"/>
                    </a:cubicBezTo>
                    <a:cubicBezTo>
                      <a:pt x="84" y="48"/>
                      <a:pt x="73" y="74"/>
                      <a:pt x="1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73" name="Freeform 86"/>
              <p:cNvSpPr/>
              <p:nvPr/>
            </p:nvSpPr>
            <p:spPr bwMode="auto">
              <a:xfrm>
                <a:off x="2161" y="2439"/>
                <a:ext cx="329" cy="222"/>
              </a:xfrm>
              <a:custGeom>
                <a:avLst/>
                <a:gdLst>
                  <a:gd name="T0" fmla="*/ 166 w 243"/>
                  <a:gd name="T1" fmla="*/ 122 h 164"/>
                  <a:gd name="T2" fmla="*/ 138 w 243"/>
                  <a:gd name="T3" fmla="*/ 82 h 164"/>
                  <a:gd name="T4" fmla="*/ 131 w 243"/>
                  <a:gd name="T5" fmla="*/ 88 h 164"/>
                  <a:gd name="T6" fmla="*/ 151 w 243"/>
                  <a:gd name="T7" fmla="*/ 119 h 164"/>
                  <a:gd name="T8" fmla="*/ 0 w 243"/>
                  <a:gd name="T9" fmla="*/ 124 h 164"/>
                  <a:gd name="T10" fmla="*/ 82 w 243"/>
                  <a:gd name="T11" fmla="*/ 161 h 164"/>
                  <a:gd name="T12" fmla="*/ 144 w 243"/>
                  <a:gd name="T13" fmla="*/ 153 h 164"/>
                  <a:gd name="T14" fmla="*/ 205 w 243"/>
                  <a:gd name="T15" fmla="*/ 164 h 164"/>
                  <a:gd name="T16" fmla="*/ 213 w 243"/>
                  <a:gd name="T17" fmla="*/ 126 h 164"/>
                  <a:gd name="T18" fmla="*/ 210 w 243"/>
                  <a:gd name="T19" fmla="*/ 0 h 164"/>
                  <a:gd name="T20" fmla="*/ 166 w 243"/>
                  <a:gd name="T21"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3" h="164">
                    <a:moveTo>
                      <a:pt x="166" y="122"/>
                    </a:moveTo>
                    <a:cubicBezTo>
                      <a:pt x="156" y="109"/>
                      <a:pt x="147" y="96"/>
                      <a:pt x="138" y="82"/>
                    </a:cubicBezTo>
                    <a:cubicBezTo>
                      <a:pt x="136" y="84"/>
                      <a:pt x="134" y="86"/>
                      <a:pt x="131" y="88"/>
                    </a:cubicBezTo>
                    <a:cubicBezTo>
                      <a:pt x="136" y="95"/>
                      <a:pt x="140" y="103"/>
                      <a:pt x="151" y="119"/>
                    </a:cubicBezTo>
                    <a:cubicBezTo>
                      <a:pt x="95" y="90"/>
                      <a:pt x="50" y="98"/>
                      <a:pt x="0" y="124"/>
                    </a:cubicBezTo>
                    <a:cubicBezTo>
                      <a:pt x="24" y="148"/>
                      <a:pt x="51" y="161"/>
                      <a:pt x="82" y="161"/>
                    </a:cubicBezTo>
                    <a:cubicBezTo>
                      <a:pt x="102" y="161"/>
                      <a:pt x="124" y="160"/>
                      <a:pt x="144" y="153"/>
                    </a:cubicBezTo>
                    <a:cubicBezTo>
                      <a:pt x="169" y="143"/>
                      <a:pt x="190" y="143"/>
                      <a:pt x="205" y="164"/>
                    </a:cubicBezTo>
                    <a:cubicBezTo>
                      <a:pt x="207" y="151"/>
                      <a:pt x="207" y="137"/>
                      <a:pt x="213" y="126"/>
                    </a:cubicBezTo>
                    <a:cubicBezTo>
                      <a:pt x="243" y="75"/>
                      <a:pt x="243" y="46"/>
                      <a:pt x="210" y="0"/>
                    </a:cubicBezTo>
                    <a:cubicBezTo>
                      <a:pt x="170" y="14"/>
                      <a:pt x="157" y="53"/>
                      <a:pt x="16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74" name="Freeform 87"/>
              <p:cNvSpPr/>
              <p:nvPr/>
            </p:nvSpPr>
            <p:spPr bwMode="auto">
              <a:xfrm>
                <a:off x="2051" y="2308"/>
                <a:ext cx="340" cy="217"/>
              </a:xfrm>
              <a:custGeom>
                <a:avLst/>
                <a:gdLst>
                  <a:gd name="T0" fmla="*/ 0 w 251"/>
                  <a:gd name="T1" fmla="*/ 92 h 161"/>
                  <a:gd name="T2" fmla="*/ 186 w 251"/>
                  <a:gd name="T3" fmla="*/ 138 h 161"/>
                  <a:gd name="T4" fmla="*/ 222 w 251"/>
                  <a:gd name="T5" fmla="*/ 0 h 161"/>
                  <a:gd name="T6" fmla="*/ 164 w 251"/>
                  <a:gd name="T7" fmla="*/ 118 h 161"/>
                  <a:gd name="T8" fmla="*/ 0 w 251"/>
                  <a:gd name="T9" fmla="*/ 92 h 161"/>
                </a:gdLst>
                <a:ahLst/>
                <a:cxnLst>
                  <a:cxn ang="0">
                    <a:pos x="T0" y="T1"/>
                  </a:cxn>
                  <a:cxn ang="0">
                    <a:pos x="T2" y="T3"/>
                  </a:cxn>
                  <a:cxn ang="0">
                    <a:pos x="T4" y="T5"/>
                  </a:cxn>
                  <a:cxn ang="0">
                    <a:pos x="T6" y="T7"/>
                  </a:cxn>
                  <a:cxn ang="0">
                    <a:pos x="T8" y="T9"/>
                  </a:cxn>
                </a:cxnLst>
                <a:rect l="0" t="0" r="r" b="b"/>
                <a:pathLst>
                  <a:path w="251" h="161">
                    <a:moveTo>
                      <a:pt x="0" y="92"/>
                    </a:moveTo>
                    <a:cubicBezTo>
                      <a:pt x="45" y="161"/>
                      <a:pt x="118" y="134"/>
                      <a:pt x="186" y="138"/>
                    </a:cubicBezTo>
                    <a:cubicBezTo>
                      <a:pt x="243" y="81"/>
                      <a:pt x="251" y="53"/>
                      <a:pt x="222" y="0"/>
                    </a:cubicBezTo>
                    <a:cubicBezTo>
                      <a:pt x="175" y="19"/>
                      <a:pt x="160" y="48"/>
                      <a:pt x="164" y="118"/>
                    </a:cubicBezTo>
                    <a:cubicBezTo>
                      <a:pt x="112" y="83"/>
                      <a:pt x="60" y="61"/>
                      <a:pt x="0"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75" name="Freeform 88"/>
              <p:cNvSpPr/>
              <p:nvPr/>
            </p:nvSpPr>
            <p:spPr bwMode="auto">
              <a:xfrm>
                <a:off x="2132" y="2259"/>
                <a:ext cx="113" cy="141"/>
              </a:xfrm>
              <a:custGeom>
                <a:avLst/>
                <a:gdLst>
                  <a:gd name="T0" fmla="*/ 66 w 83"/>
                  <a:gd name="T1" fmla="*/ 104 h 104"/>
                  <a:gd name="T2" fmla="*/ 18 w 83"/>
                  <a:gd name="T3" fmla="*/ 0 h 104"/>
                  <a:gd name="T4" fmla="*/ 66 w 83"/>
                  <a:gd name="T5" fmla="*/ 104 h 104"/>
                </a:gdLst>
                <a:ahLst/>
                <a:cxnLst>
                  <a:cxn ang="0">
                    <a:pos x="T0" y="T1"/>
                  </a:cxn>
                  <a:cxn ang="0">
                    <a:pos x="T2" y="T3"/>
                  </a:cxn>
                  <a:cxn ang="0">
                    <a:pos x="T4" y="T5"/>
                  </a:cxn>
                </a:cxnLst>
                <a:rect l="0" t="0" r="r" b="b"/>
                <a:pathLst>
                  <a:path w="83" h="104">
                    <a:moveTo>
                      <a:pt x="66" y="104"/>
                    </a:moveTo>
                    <a:cubicBezTo>
                      <a:pt x="83" y="56"/>
                      <a:pt x="67" y="22"/>
                      <a:pt x="18" y="0"/>
                    </a:cubicBezTo>
                    <a:cubicBezTo>
                      <a:pt x="0" y="48"/>
                      <a:pt x="11" y="74"/>
                      <a:pt x="66"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76" name="Freeform 89"/>
              <p:cNvSpPr>
                <a:spLocks noEditPoints="1"/>
              </p:cNvSpPr>
              <p:nvPr/>
            </p:nvSpPr>
            <p:spPr bwMode="auto">
              <a:xfrm>
                <a:off x="1383" y="115"/>
                <a:ext cx="3004" cy="3013"/>
              </a:xfrm>
              <a:custGeom>
                <a:avLst/>
                <a:gdLst>
                  <a:gd name="T0" fmla="*/ 96 w 2220"/>
                  <a:gd name="T1" fmla="*/ 1479 h 2226"/>
                  <a:gd name="T2" fmla="*/ 31 w 2220"/>
                  <a:gd name="T3" fmla="*/ 1240 h 2226"/>
                  <a:gd name="T4" fmla="*/ 22 w 2220"/>
                  <a:gd name="T5" fmla="*/ 1129 h 2226"/>
                  <a:gd name="T6" fmla="*/ 52 w 2220"/>
                  <a:gd name="T7" fmla="*/ 860 h 2226"/>
                  <a:gd name="T8" fmla="*/ 83 w 2220"/>
                  <a:gd name="T9" fmla="*/ 753 h 2226"/>
                  <a:gd name="T10" fmla="*/ 206 w 2220"/>
                  <a:gd name="T11" fmla="*/ 505 h 2226"/>
                  <a:gd name="T12" fmla="*/ 260 w 2220"/>
                  <a:gd name="T13" fmla="*/ 428 h 2226"/>
                  <a:gd name="T14" fmla="*/ 469 w 2220"/>
                  <a:gd name="T15" fmla="*/ 229 h 2226"/>
                  <a:gd name="T16" fmla="*/ 547 w 2220"/>
                  <a:gd name="T17" fmla="*/ 176 h 2226"/>
                  <a:gd name="T18" fmla="*/ 810 w 2220"/>
                  <a:gd name="T19" fmla="*/ 59 h 2226"/>
                  <a:gd name="T20" fmla="*/ 902 w 2220"/>
                  <a:gd name="T21" fmla="*/ 39 h 2226"/>
                  <a:gd name="T22" fmla="*/ 1183 w 2220"/>
                  <a:gd name="T23" fmla="*/ 18 h 2226"/>
                  <a:gd name="T24" fmla="*/ 1283 w 2220"/>
                  <a:gd name="T25" fmla="*/ 31 h 2226"/>
                  <a:gd name="T26" fmla="*/ 1548 w 2220"/>
                  <a:gd name="T27" fmla="*/ 110 h 2226"/>
                  <a:gd name="T28" fmla="*/ 1639 w 2220"/>
                  <a:gd name="T29" fmla="*/ 153 h 2226"/>
                  <a:gd name="T30" fmla="*/ 1865 w 2220"/>
                  <a:gd name="T31" fmla="*/ 321 h 2226"/>
                  <a:gd name="T32" fmla="*/ 1934 w 2220"/>
                  <a:gd name="T33" fmla="*/ 396 h 2226"/>
                  <a:gd name="T34" fmla="*/ 2086 w 2220"/>
                  <a:gd name="T35" fmla="*/ 626 h 2226"/>
                  <a:gd name="T36" fmla="*/ 2128 w 2220"/>
                  <a:gd name="T37" fmla="*/ 724 h 2226"/>
                  <a:gd name="T38" fmla="*/ 2194 w 2220"/>
                  <a:gd name="T39" fmla="*/ 998 h 2226"/>
                  <a:gd name="T40" fmla="*/ 2200 w 2220"/>
                  <a:gd name="T41" fmla="*/ 1093 h 2226"/>
                  <a:gd name="T42" fmla="*/ 2168 w 2220"/>
                  <a:gd name="T43" fmla="*/ 1379 h 2226"/>
                  <a:gd name="T44" fmla="*/ 2140 w 2220"/>
                  <a:gd name="T45" fmla="*/ 1470 h 2226"/>
                  <a:gd name="T46" fmla="*/ 2018 w 2220"/>
                  <a:gd name="T47" fmla="*/ 1723 h 2226"/>
                  <a:gd name="T48" fmla="*/ 1958 w 2220"/>
                  <a:gd name="T49" fmla="*/ 1805 h 2226"/>
                  <a:gd name="T50" fmla="*/ 1757 w 2220"/>
                  <a:gd name="T51" fmla="*/ 1996 h 2226"/>
                  <a:gd name="T52" fmla="*/ 1669 w 2220"/>
                  <a:gd name="T53" fmla="*/ 2055 h 2226"/>
                  <a:gd name="T54" fmla="*/ 1421 w 2220"/>
                  <a:gd name="T55" fmla="*/ 2163 h 2226"/>
                  <a:gd name="T56" fmla="*/ 1314 w 2220"/>
                  <a:gd name="T57" fmla="*/ 2190 h 2226"/>
                  <a:gd name="T58" fmla="*/ 1049 w 2220"/>
                  <a:gd name="T59" fmla="*/ 2206 h 2226"/>
                  <a:gd name="T60" fmla="*/ 933 w 2220"/>
                  <a:gd name="T61" fmla="*/ 2194 h 2226"/>
                  <a:gd name="T62" fmla="*/ 679 w 2220"/>
                  <a:gd name="T63" fmla="*/ 2118 h 2226"/>
                  <a:gd name="T64" fmla="*/ 575 w 2220"/>
                  <a:gd name="T65" fmla="*/ 2065 h 2226"/>
                  <a:gd name="T66" fmla="*/ 366 w 2220"/>
                  <a:gd name="T67" fmla="*/ 1910 h 2226"/>
                  <a:gd name="T68" fmla="*/ 285 w 2220"/>
                  <a:gd name="T69" fmla="*/ 1827 h 2226"/>
                  <a:gd name="T70" fmla="*/ 160 w 2220"/>
                  <a:gd name="T71" fmla="*/ 1622 h 2226"/>
                  <a:gd name="T72" fmla="*/ 96 w 2220"/>
                  <a:gd name="T73" fmla="*/ 1479 h 2226"/>
                  <a:gd name="T74" fmla="*/ 1109 w 2220"/>
                  <a:gd name="T75" fmla="*/ 2139 h 2226"/>
                  <a:gd name="T76" fmla="*/ 1271 w 2220"/>
                  <a:gd name="T77" fmla="*/ 2122 h 2226"/>
                  <a:gd name="T78" fmla="*/ 2069 w 2220"/>
                  <a:gd name="T79" fmla="*/ 851 h 2226"/>
                  <a:gd name="T80" fmla="*/ 964 w 2220"/>
                  <a:gd name="T81" fmla="*/ 103 h 2226"/>
                  <a:gd name="T82" fmla="*/ 123 w 2220"/>
                  <a:gd name="T83" fmla="*/ 1029 h 2226"/>
                  <a:gd name="T84" fmla="*/ 1109 w 2220"/>
                  <a:gd name="T85" fmla="*/ 2139 h 2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220" h="2226">
                    <a:moveTo>
                      <a:pt x="96" y="1479"/>
                    </a:moveTo>
                    <a:cubicBezTo>
                      <a:pt x="98" y="1387"/>
                      <a:pt x="79" y="1309"/>
                      <a:pt x="31" y="1240"/>
                    </a:cubicBezTo>
                    <a:cubicBezTo>
                      <a:pt x="4" y="1203"/>
                      <a:pt x="0" y="1170"/>
                      <a:pt x="22" y="1129"/>
                    </a:cubicBezTo>
                    <a:cubicBezTo>
                      <a:pt x="67" y="1044"/>
                      <a:pt x="76" y="953"/>
                      <a:pt x="52" y="860"/>
                    </a:cubicBezTo>
                    <a:cubicBezTo>
                      <a:pt x="42" y="817"/>
                      <a:pt x="50" y="784"/>
                      <a:pt x="83" y="753"/>
                    </a:cubicBezTo>
                    <a:cubicBezTo>
                      <a:pt x="155" y="686"/>
                      <a:pt x="192" y="602"/>
                      <a:pt x="206" y="505"/>
                    </a:cubicBezTo>
                    <a:cubicBezTo>
                      <a:pt x="210" y="476"/>
                      <a:pt x="235" y="440"/>
                      <a:pt x="260" y="428"/>
                    </a:cubicBezTo>
                    <a:cubicBezTo>
                      <a:pt x="353" y="383"/>
                      <a:pt x="420" y="318"/>
                      <a:pt x="469" y="229"/>
                    </a:cubicBezTo>
                    <a:cubicBezTo>
                      <a:pt x="482" y="203"/>
                      <a:pt x="519" y="178"/>
                      <a:pt x="547" y="176"/>
                    </a:cubicBezTo>
                    <a:cubicBezTo>
                      <a:pt x="649" y="166"/>
                      <a:pt x="734" y="128"/>
                      <a:pt x="810" y="59"/>
                    </a:cubicBezTo>
                    <a:cubicBezTo>
                      <a:pt x="831" y="41"/>
                      <a:pt x="875" y="32"/>
                      <a:pt x="902" y="39"/>
                    </a:cubicBezTo>
                    <a:cubicBezTo>
                      <a:pt x="999" y="64"/>
                      <a:pt x="1092" y="61"/>
                      <a:pt x="1183" y="18"/>
                    </a:cubicBezTo>
                    <a:cubicBezTo>
                      <a:pt x="1221" y="0"/>
                      <a:pt x="1251" y="6"/>
                      <a:pt x="1283" y="31"/>
                    </a:cubicBezTo>
                    <a:cubicBezTo>
                      <a:pt x="1361" y="92"/>
                      <a:pt x="1450" y="118"/>
                      <a:pt x="1548" y="110"/>
                    </a:cubicBezTo>
                    <a:cubicBezTo>
                      <a:pt x="1589" y="107"/>
                      <a:pt x="1617" y="119"/>
                      <a:pt x="1639" y="153"/>
                    </a:cubicBezTo>
                    <a:cubicBezTo>
                      <a:pt x="1693" y="239"/>
                      <a:pt x="1768" y="295"/>
                      <a:pt x="1865" y="321"/>
                    </a:cubicBezTo>
                    <a:cubicBezTo>
                      <a:pt x="1905" y="332"/>
                      <a:pt x="1925" y="356"/>
                      <a:pt x="1934" y="396"/>
                    </a:cubicBezTo>
                    <a:cubicBezTo>
                      <a:pt x="1955" y="492"/>
                      <a:pt x="2005" y="570"/>
                      <a:pt x="2086" y="626"/>
                    </a:cubicBezTo>
                    <a:cubicBezTo>
                      <a:pt x="2121" y="651"/>
                      <a:pt x="2133" y="681"/>
                      <a:pt x="2128" y="724"/>
                    </a:cubicBezTo>
                    <a:cubicBezTo>
                      <a:pt x="2116" y="824"/>
                      <a:pt x="2141" y="913"/>
                      <a:pt x="2194" y="998"/>
                    </a:cubicBezTo>
                    <a:cubicBezTo>
                      <a:pt x="2209" y="1022"/>
                      <a:pt x="2212" y="1067"/>
                      <a:pt x="2200" y="1093"/>
                    </a:cubicBezTo>
                    <a:cubicBezTo>
                      <a:pt x="2156" y="1186"/>
                      <a:pt x="2149" y="1279"/>
                      <a:pt x="2168" y="1379"/>
                    </a:cubicBezTo>
                    <a:cubicBezTo>
                      <a:pt x="2173" y="1407"/>
                      <a:pt x="2160" y="1449"/>
                      <a:pt x="2140" y="1470"/>
                    </a:cubicBezTo>
                    <a:cubicBezTo>
                      <a:pt x="2071" y="1542"/>
                      <a:pt x="2026" y="1623"/>
                      <a:pt x="2018" y="1723"/>
                    </a:cubicBezTo>
                    <a:cubicBezTo>
                      <a:pt x="2014" y="1763"/>
                      <a:pt x="1996" y="1790"/>
                      <a:pt x="1958" y="1805"/>
                    </a:cubicBezTo>
                    <a:cubicBezTo>
                      <a:pt x="1866" y="1843"/>
                      <a:pt x="1799" y="1907"/>
                      <a:pt x="1757" y="1996"/>
                    </a:cubicBezTo>
                    <a:cubicBezTo>
                      <a:pt x="1739" y="2035"/>
                      <a:pt x="1713" y="2053"/>
                      <a:pt x="1669" y="2055"/>
                    </a:cubicBezTo>
                    <a:cubicBezTo>
                      <a:pt x="1573" y="2059"/>
                      <a:pt x="1489" y="2095"/>
                      <a:pt x="1421" y="2163"/>
                    </a:cubicBezTo>
                    <a:cubicBezTo>
                      <a:pt x="1389" y="2195"/>
                      <a:pt x="1357" y="2205"/>
                      <a:pt x="1314" y="2190"/>
                    </a:cubicBezTo>
                    <a:cubicBezTo>
                      <a:pt x="1224" y="2160"/>
                      <a:pt x="1134" y="2166"/>
                      <a:pt x="1049" y="2206"/>
                    </a:cubicBezTo>
                    <a:cubicBezTo>
                      <a:pt x="1005" y="2226"/>
                      <a:pt x="971" y="2223"/>
                      <a:pt x="933" y="2194"/>
                    </a:cubicBezTo>
                    <a:cubicBezTo>
                      <a:pt x="859" y="2136"/>
                      <a:pt x="773" y="2110"/>
                      <a:pt x="679" y="2118"/>
                    </a:cubicBezTo>
                    <a:cubicBezTo>
                      <a:pt x="631" y="2122"/>
                      <a:pt x="600" y="2106"/>
                      <a:pt x="575" y="2065"/>
                    </a:cubicBezTo>
                    <a:cubicBezTo>
                      <a:pt x="526" y="1987"/>
                      <a:pt x="455" y="1934"/>
                      <a:pt x="366" y="1910"/>
                    </a:cubicBezTo>
                    <a:cubicBezTo>
                      <a:pt x="321" y="1897"/>
                      <a:pt x="296" y="1875"/>
                      <a:pt x="285" y="1827"/>
                    </a:cubicBezTo>
                    <a:cubicBezTo>
                      <a:pt x="269" y="1745"/>
                      <a:pt x="228" y="1671"/>
                      <a:pt x="160" y="1622"/>
                    </a:cubicBezTo>
                    <a:cubicBezTo>
                      <a:pt x="105" y="1582"/>
                      <a:pt x="76" y="1539"/>
                      <a:pt x="96" y="1479"/>
                    </a:cubicBezTo>
                    <a:close/>
                    <a:moveTo>
                      <a:pt x="1109" y="2139"/>
                    </a:moveTo>
                    <a:cubicBezTo>
                      <a:pt x="1163" y="2134"/>
                      <a:pt x="1218" y="2131"/>
                      <a:pt x="1271" y="2122"/>
                    </a:cubicBezTo>
                    <a:cubicBezTo>
                      <a:pt x="1851" y="2023"/>
                      <a:pt x="2220" y="1434"/>
                      <a:pt x="2069" y="851"/>
                    </a:cubicBezTo>
                    <a:cubicBezTo>
                      <a:pt x="1938" y="347"/>
                      <a:pt x="1469" y="30"/>
                      <a:pt x="964" y="103"/>
                    </a:cubicBezTo>
                    <a:cubicBezTo>
                      <a:pt x="514" y="168"/>
                      <a:pt x="168" y="550"/>
                      <a:pt x="123" y="1029"/>
                    </a:cubicBezTo>
                    <a:cubicBezTo>
                      <a:pt x="67" y="1615"/>
                      <a:pt x="530" y="2135"/>
                      <a:pt x="1109" y="21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77" name="Freeform 90"/>
              <p:cNvSpPr>
                <a:spLocks noEditPoints="1"/>
              </p:cNvSpPr>
              <p:nvPr/>
            </p:nvSpPr>
            <p:spPr bwMode="auto">
              <a:xfrm>
                <a:off x="1577" y="318"/>
                <a:ext cx="2608" cy="2607"/>
              </a:xfrm>
              <a:custGeom>
                <a:avLst/>
                <a:gdLst>
                  <a:gd name="T0" fmla="*/ 964 w 1927"/>
                  <a:gd name="T1" fmla="*/ 1926 h 1926"/>
                  <a:gd name="T2" fmla="*/ 1 w 1927"/>
                  <a:gd name="T3" fmla="*/ 962 h 1926"/>
                  <a:gd name="T4" fmla="*/ 967 w 1927"/>
                  <a:gd name="T5" fmla="*/ 1 h 1926"/>
                  <a:gd name="T6" fmla="*/ 1926 w 1927"/>
                  <a:gd name="T7" fmla="*/ 963 h 1926"/>
                  <a:gd name="T8" fmla="*/ 964 w 1927"/>
                  <a:gd name="T9" fmla="*/ 1926 h 1926"/>
                  <a:gd name="T10" fmla="*/ 962 w 1927"/>
                  <a:gd name="T11" fmla="*/ 1903 h 1926"/>
                  <a:gd name="T12" fmla="*/ 1902 w 1927"/>
                  <a:gd name="T13" fmla="*/ 969 h 1926"/>
                  <a:gd name="T14" fmla="*/ 968 w 1927"/>
                  <a:gd name="T15" fmla="*/ 26 h 1926"/>
                  <a:gd name="T16" fmla="*/ 25 w 1927"/>
                  <a:gd name="T17" fmla="*/ 961 h 1926"/>
                  <a:gd name="T18" fmla="*/ 962 w 1927"/>
                  <a:gd name="T19" fmla="*/ 1903 h 1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7" h="1926">
                    <a:moveTo>
                      <a:pt x="964" y="1926"/>
                    </a:moveTo>
                    <a:cubicBezTo>
                      <a:pt x="433" y="1926"/>
                      <a:pt x="0" y="1493"/>
                      <a:pt x="1" y="962"/>
                    </a:cubicBezTo>
                    <a:cubicBezTo>
                      <a:pt x="2" y="432"/>
                      <a:pt x="436" y="0"/>
                      <a:pt x="967" y="1"/>
                    </a:cubicBezTo>
                    <a:cubicBezTo>
                      <a:pt x="1495" y="2"/>
                      <a:pt x="1926" y="433"/>
                      <a:pt x="1926" y="963"/>
                    </a:cubicBezTo>
                    <a:cubicBezTo>
                      <a:pt x="1927" y="1495"/>
                      <a:pt x="1496" y="1926"/>
                      <a:pt x="964" y="1926"/>
                    </a:cubicBezTo>
                    <a:close/>
                    <a:moveTo>
                      <a:pt x="962" y="1903"/>
                    </a:moveTo>
                    <a:cubicBezTo>
                      <a:pt x="1477" y="1904"/>
                      <a:pt x="1899" y="1485"/>
                      <a:pt x="1902" y="969"/>
                    </a:cubicBezTo>
                    <a:cubicBezTo>
                      <a:pt x="1904" y="450"/>
                      <a:pt x="1485" y="27"/>
                      <a:pt x="968" y="26"/>
                    </a:cubicBezTo>
                    <a:cubicBezTo>
                      <a:pt x="449" y="25"/>
                      <a:pt x="28" y="443"/>
                      <a:pt x="25" y="961"/>
                    </a:cubicBezTo>
                    <a:cubicBezTo>
                      <a:pt x="23" y="1477"/>
                      <a:pt x="445" y="1902"/>
                      <a:pt x="962" y="19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78" name="Freeform 91"/>
              <p:cNvSpPr>
                <a:spLocks noEditPoints="1"/>
              </p:cNvSpPr>
              <p:nvPr/>
            </p:nvSpPr>
            <p:spPr bwMode="auto">
              <a:xfrm>
                <a:off x="2237" y="1173"/>
                <a:ext cx="1289" cy="953"/>
              </a:xfrm>
              <a:custGeom>
                <a:avLst/>
                <a:gdLst>
                  <a:gd name="T0" fmla="*/ 938 w 953"/>
                  <a:gd name="T1" fmla="*/ 198 h 704"/>
                  <a:gd name="T2" fmla="*/ 485 w 953"/>
                  <a:gd name="T3" fmla="*/ 3 h 704"/>
                  <a:gd name="T4" fmla="*/ 477 w 953"/>
                  <a:gd name="T5" fmla="*/ 0 h 704"/>
                  <a:gd name="T6" fmla="*/ 468 w 953"/>
                  <a:gd name="T7" fmla="*/ 3 h 704"/>
                  <a:gd name="T8" fmla="*/ 15 w 953"/>
                  <a:gd name="T9" fmla="*/ 198 h 704"/>
                  <a:gd name="T10" fmla="*/ 0 w 953"/>
                  <a:gd name="T11" fmla="*/ 223 h 704"/>
                  <a:gd name="T12" fmla="*/ 15 w 953"/>
                  <a:gd name="T13" fmla="*/ 249 h 704"/>
                  <a:gd name="T14" fmla="*/ 468 w 953"/>
                  <a:gd name="T15" fmla="*/ 444 h 704"/>
                  <a:gd name="T16" fmla="*/ 485 w 953"/>
                  <a:gd name="T17" fmla="*/ 444 h 704"/>
                  <a:gd name="T18" fmla="*/ 838 w 953"/>
                  <a:gd name="T19" fmla="*/ 293 h 704"/>
                  <a:gd name="T20" fmla="*/ 838 w 953"/>
                  <a:gd name="T21" fmla="*/ 448 h 704"/>
                  <a:gd name="T22" fmla="*/ 805 w 953"/>
                  <a:gd name="T23" fmla="*/ 505 h 704"/>
                  <a:gd name="T24" fmla="*/ 838 w 953"/>
                  <a:gd name="T25" fmla="*/ 562 h 704"/>
                  <a:gd name="T26" fmla="*/ 838 w 953"/>
                  <a:gd name="T27" fmla="*/ 615 h 704"/>
                  <a:gd name="T28" fmla="*/ 884 w 953"/>
                  <a:gd name="T29" fmla="*/ 615 h 704"/>
                  <a:gd name="T30" fmla="*/ 884 w 953"/>
                  <a:gd name="T31" fmla="*/ 562 h 704"/>
                  <a:gd name="T32" fmla="*/ 915 w 953"/>
                  <a:gd name="T33" fmla="*/ 505 h 704"/>
                  <a:gd name="T34" fmla="*/ 884 w 953"/>
                  <a:gd name="T35" fmla="*/ 448 h 704"/>
                  <a:gd name="T36" fmla="*/ 884 w 953"/>
                  <a:gd name="T37" fmla="*/ 272 h 704"/>
                  <a:gd name="T38" fmla="*/ 938 w 953"/>
                  <a:gd name="T39" fmla="*/ 249 h 704"/>
                  <a:gd name="T40" fmla="*/ 953 w 953"/>
                  <a:gd name="T41" fmla="*/ 223 h 704"/>
                  <a:gd name="T42" fmla="*/ 938 w 953"/>
                  <a:gd name="T43" fmla="*/ 198 h 704"/>
                  <a:gd name="T44" fmla="*/ 477 w 953"/>
                  <a:gd name="T45" fmla="*/ 483 h 704"/>
                  <a:gd name="T46" fmla="*/ 457 w 953"/>
                  <a:gd name="T47" fmla="*/ 479 h 704"/>
                  <a:gd name="T48" fmla="*/ 174 w 953"/>
                  <a:gd name="T49" fmla="*/ 358 h 704"/>
                  <a:gd name="T50" fmla="*/ 174 w 953"/>
                  <a:gd name="T51" fmla="*/ 526 h 704"/>
                  <a:gd name="T52" fmla="*/ 445 w 953"/>
                  <a:gd name="T53" fmla="*/ 704 h 704"/>
                  <a:gd name="T54" fmla="*/ 509 w 953"/>
                  <a:gd name="T55" fmla="*/ 704 h 704"/>
                  <a:gd name="T56" fmla="*/ 779 w 953"/>
                  <a:gd name="T57" fmla="*/ 526 h 704"/>
                  <a:gd name="T58" fmla="*/ 779 w 953"/>
                  <a:gd name="T59" fmla="*/ 358 h 704"/>
                  <a:gd name="T60" fmla="*/ 496 w 953"/>
                  <a:gd name="T61" fmla="*/ 479 h 704"/>
                  <a:gd name="T62" fmla="*/ 477 w 953"/>
                  <a:gd name="T63" fmla="*/ 483 h 7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53" h="704">
                    <a:moveTo>
                      <a:pt x="938" y="198"/>
                    </a:moveTo>
                    <a:cubicBezTo>
                      <a:pt x="485" y="3"/>
                      <a:pt x="485" y="3"/>
                      <a:pt x="485" y="3"/>
                    </a:cubicBezTo>
                    <a:cubicBezTo>
                      <a:pt x="483" y="2"/>
                      <a:pt x="480" y="0"/>
                      <a:pt x="477" y="0"/>
                    </a:cubicBezTo>
                    <a:cubicBezTo>
                      <a:pt x="473" y="0"/>
                      <a:pt x="470" y="2"/>
                      <a:pt x="468" y="3"/>
                    </a:cubicBezTo>
                    <a:cubicBezTo>
                      <a:pt x="15" y="198"/>
                      <a:pt x="15" y="198"/>
                      <a:pt x="15" y="198"/>
                    </a:cubicBezTo>
                    <a:cubicBezTo>
                      <a:pt x="5" y="202"/>
                      <a:pt x="0" y="211"/>
                      <a:pt x="0" y="223"/>
                    </a:cubicBezTo>
                    <a:cubicBezTo>
                      <a:pt x="0" y="234"/>
                      <a:pt x="5" y="245"/>
                      <a:pt x="15" y="249"/>
                    </a:cubicBezTo>
                    <a:cubicBezTo>
                      <a:pt x="468" y="444"/>
                      <a:pt x="468" y="444"/>
                      <a:pt x="468" y="444"/>
                    </a:cubicBezTo>
                    <a:cubicBezTo>
                      <a:pt x="473" y="447"/>
                      <a:pt x="480" y="447"/>
                      <a:pt x="485" y="444"/>
                    </a:cubicBezTo>
                    <a:cubicBezTo>
                      <a:pt x="838" y="293"/>
                      <a:pt x="838" y="293"/>
                      <a:pt x="838" y="293"/>
                    </a:cubicBezTo>
                    <a:cubicBezTo>
                      <a:pt x="838" y="448"/>
                      <a:pt x="838" y="448"/>
                      <a:pt x="838" y="448"/>
                    </a:cubicBezTo>
                    <a:cubicBezTo>
                      <a:pt x="819" y="457"/>
                      <a:pt x="805" y="479"/>
                      <a:pt x="805" y="505"/>
                    </a:cubicBezTo>
                    <a:cubicBezTo>
                      <a:pt x="805" y="530"/>
                      <a:pt x="819" y="551"/>
                      <a:pt x="838" y="562"/>
                    </a:cubicBezTo>
                    <a:cubicBezTo>
                      <a:pt x="838" y="615"/>
                      <a:pt x="838" y="615"/>
                      <a:pt x="838" y="615"/>
                    </a:cubicBezTo>
                    <a:cubicBezTo>
                      <a:pt x="884" y="615"/>
                      <a:pt x="884" y="615"/>
                      <a:pt x="884" y="615"/>
                    </a:cubicBezTo>
                    <a:cubicBezTo>
                      <a:pt x="884" y="562"/>
                      <a:pt x="884" y="562"/>
                      <a:pt x="884" y="562"/>
                    </a:cubicBezTo>
                    <a:cubicBezTo>
                      <a:pt x="903" y="551"/>
                      <a:pt x="915" y="530"/>
                      <a:pt x="915" y="505"/>
                    </a:cubicBezTo>
                    <a:cubicBezTo>
                      <a:pt x="915" y="479"/>
                      <a:pt x="903" y="457"/>
                      <a:pt x="884" y="448"/>
                    </a:cubicBezTo>
                    <a:cubicBezTo>
                      <a:pt x="884" y="272"/>
                      <a:pt x="884" y="272"/>
                      <a:pt x="884" y="272"/>
                    </a:cubicBezTo>
                    <a:cubicBezTo>
                      <a:pt x="938" y="249"/>
                      <a:pt x="938" y="249"/>
                      <a:pt x="938" y="249"/>
                    </a:cubicBezTo>
                    <a:cubicBezTo>
                      <a:pt x="948" y="245"/>
                      <a:pt x="953" y="234"/>
                      <a:pt x="953" y="223"/>
                    </a:cubicBezTo>
                    <a:cubicBezTo>
                      <a:pt x="953" y="211"/>
                      <a:pt x="948" y="202"/>
                      <a:pt x="938" y="198"/>
                    </a:cubicBezTo>
                    <a:close/>
                    <a:moveTo>
                      <a:pt x="477" y="483"/>
                    </a:moveTo>
                    <a:cubicBezTo>
                      <a:pt x="470" y="483"/>
                      <a:pt x="462" y="482"/>
                      <a:pt x="457" y="479"/>
                    </a:cubicBezTo>
                    <a:cubicBezTo>
                      <a:pt x="174" y="358"/>
                      <a:pt x="174" y="358"/>
                      <a:pt x="174" y="358"/>
                    </a:cubicBezTo>
                    <a:cubicBezTo>
                      <a:pt x="174" y="526"/>
                      <a:pt x="174" y="526"/>
                      <a:pt x="174" y="526"/>
                    </a:cubicBezTo>
                    <a:cubicBezTo>
                      <a:pt x="174" y="663"/>
                      <a:pt x="381" y="704"/>
                      <a:pt x="445" y="704"/>
                    </a:cubicBezTo>
                    <a:cubicBezTo>
                      <a:pt x="509" y="704"/>
                      <a:pt x="509" y="704"/>
                      <a:pt x="509" y="704"/>
                    </a:cubicBezTo>
                    <a:cubicBezTo>
                      <a:pt x="558" y="704"/>
                      <a:pt x="779" y="663"/>
                      <a:pt x="779" y="526"/>
                    </a:cubicBezTo>
                    <a:cubicBezTo>
                      <a:pt x="779" y="358"/>
                      <a:pt x="779" y="358"/>
                      <a:pt x="779" y="358"/>
                    </a:cubicBezTo>
                    <a:cubicBezTo>
                      <a:pt x="496" y="479"/>
                      <a:pt x="496" y="479"/>
                      <a:pt x="496" y="479"/>
                    </a:cubicBezTo>
                    <a:cubicBezTo>
                      <a:pt x="491" y="482"/>
                      <a:pt x="484" y="483"/>
                      <a:pt x="477" y="4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79" name="Freeform 92"/>
              <p:cNvSpPr/>
              <p:nvPr/>
            </p:nvSpPr>
            <p:spPr bwMode="auto">
              <a:xfrm>
                <a:off x="1702" y="1676"/>
                <a:ext cx="256" cy="138"/>
              </a:xfrm>
              <a:custGeom>
                <a:avLst/>
                <a:gdLst>
                  <a:gd name="T0" fmla="*/ 187 w 189"/>
                  <a:gd name="T1" fmla="*/ 49 h 102"/>
                  <a:gd name="T2" fmla="*/ 182 w 189"/>
                  <a:gd name="T3" fmla="*/ 84 h 102"/>
                  <a:gd name="T4" fmla="*/ 160 w 189"/>
                  <a:gd name="T5" fmla="*/ 102 h 102"/>
                  <a:gd name="T6" fmla="*/ 145 w 189"/>
                  <a:gd name="T7" fmla="*/ 78 h 102"/>
                  <a:gd name="T8" fmla="*/ 161 w 189"/>
                  <a:gd name="T9" fmla="*/ 54 h 102"/>
                  <a:gd name="T10" fmla="*/ 154 w 189"/>
                  <a:gd name="T11" fmla="*/ 39 h 102"/>
                  <a:gd name="T12" fmla="*/ 136 w 189"/>
                  <a:gd name="T13" fmla="*/ 36 h 102"/>
                  <a:gd name="T14" fmla="*/ 4 w 189"/>
                  <a:gd name="T15" fmla="*/ 49 h 102"/>
                  <a:gd name="T16" fmla="*/ 0 w 189"/>
                  <a:gd name="T17" fmla="*/ 16 h 102"/>
                  <a:gd name="T18" fmla="*/ 130 w 189"/>
                  <a:gd name="T19" fmla="*/ 2 h 102"/>
                  <a:gd name="T20" fmla="*/ 170 w 189"/>
                  <a:gd name="T21" fmla="*/ 12 h 102"/>
                  <a:gd name="T22" fmla="*/ 187 w 189"/>
                  <a:gd name="T23" fmla="*/ 4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2">
                    <a:moveTo>
                      <a:pt x="187" y="49"/>
                    </a:moveTo>
                    <a:cubicBezTo>
                      <a:pt x="189" y="63"/>
                      <a:pt x="187" y="75"/>
                      <a:pt x="182" y="84"/>
                    </a:cubicBezTo>
                    <a:cubicBezTo>
                      <a:pt x="177" y="92"/>
                      <a:pt x="169" y="99"/>
                      <a:pt x="160" y="102"/>
                    </a:cubicBezTo>
                    <a:cubicBezTo>
                      <a:pt x="145" y="78"/>
                      <a:pt x="145" y="78"/>
                      <a:pt x="145" y="78"/>
                    </a:cubicBezTo>
                    <a:cubicBezTo>
                      <a:pt x="157" y="74"/>
                      <a:pt x="162" y="66"/>
                      <a:pt x="161" y="54"/>
                    </a:cubicBezTo>
                    <a:cubicBezTo>
                      <a:pt x="160" y="47"/>
                      <a:pt x="158" y="42"/>
                      <a:pt x="154" y="39"/>
                    </a:cubicBezTo>
                    <a:cubicBezTo>
                      <a:pt x="149" y="36"/>
                      <a:pt x="144" y="35"/>
                      <a:pt x="136" y="36"/>
                    </a:cubicBezTo>
                    <a:cubicBezTo>
                      <a:pt x="4" y="49"/>
                      <a:pt x="4" y="49"/>
                      <a:pt x="4" y="49"/>
                    </a:cubicBezTo>
                    <a:cubicBezTo>
                      <a:pt x="0" y="16"/>
                      <a:pt x="0" y="16"/>
                      <a:pt x="0" y="16"/>
                    </a:cubicBezTo>
                    <a:cubicBezTo>
                      <a:pt x="130" y="2"/>
                      <a:pt x="130" y="2"/>
                      <a:pt x="130" y="2"/>
                    </a:cubicBezTo>
                    <a:cubicBezTo>
                      <a:pt x="147" y="0"/>
                      <a:pt x="160" y="4"/>
                      <a:pt x="170" y="12"/>
                    </a:cubicBezTo>
                    <a:cubicBezTo>
                      <a:pt x="180" y="20"/>
                      <a:pt x="185" y="32"/>
                      <a:pt x="187"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80" name="Freeform 93"/>
              <p:cNvSpPr/>
              <p:nvPr/>
            </p:nvSpPr>
            <p:spPr bwMode="auto">
              <a:xfrm>
                <a:off x="1702" y="1581"/>
                <a:ext cx="245" cy="54"/>
              </a:xfrm>
              <a:custGeom>
                <a:avLst/>
                <a:gdLst>
                  <a:gd name="T0" fmla="*/ 1 w 245"/>
                  <a:gd name="T1" fmla="*/ 0 h 54"/>
                  <a:gd name="T2" fmla="*/ 245 w 245"/>
                  <a:gd name="T3" fmla="*/ 8 h 54"/>
                  <a:gd name="T4" fmla="*/ 244 w 245"/>
                  <a:gd name="T5" fmla="*/ 54 h 54"/>
                  <a:gd name="T6" fmla="*/ 0 w 245"/>
                  <a:gd name="T7" fmla="*/ 46 h 54"/>
                  <a:gd name="T8" fmla="*/ 1 w 245"/>
                  <a:gd name="T9" fmla="*/ 0 h 54"/>
                </a:gdLst>
                <a:ahLst/>
                <a:cxnLst>
                  <a:cxn ang="0">
                    <a:pos x="T0" y="T1"/>
                  </a:cxn>
                  <a:cxn ang="0">
                    <a:pos x="T2" y="T3"/>
                  </a:cxn>
                  <a:cxn ang="0">
                    <a:pos x="T4" y="T5"/>
                  </a:cxn>
                  <a:cxn ang="0">
                    <a:pos x="T6" y="T7"/>
                  </a:cxn>
                  <a:cxn ang="0">
                    <a:pos x="T8" y="T9"/>
                  </a:cxn>
                </a:cxnLst>
                <a:rect l="0" t="0" r="r" b="b"/>
                <a:pathLst>
                  <a:path w="245" h="54">
                    <a:moveTo>
                      <a:pt x="1" y="0"/>
                    </a:moveTo>
                    <a:lnTo>
                      <a:pt x="245" y="8"/>
                    </a:lnTo>
                    <a:lnTo>
                      <a:pt x="244" y="54"/>
                    </a:lnTo>
                    <a:lnTo>
                      <a:pt x="0" y="46"/>
                    </a:ln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81" name="Freeform 94"/>
              <p:cNvSpPr/>
              <p:nvPr/>
            </p:nvSpPr>
            <p:spPr bwMode="auto">
              <a:xfrm>
                <a:off x="1706" y="1311"/>
                <a:ext cx="277" cy="241"/>
              </a:xfrm>
              <a:custGeom>
                <a:avLst/>
                <a:gdLst>
                  <a:gd name="T0" fmla="*/ 39 w 277"/>
                  <a:gd name="T1" fmla="*/ 0 h 241"/>
                  <a:gd name="T2" fmla="*/ 277 w 277"/>
                  <a:gd name="T3" fmla="*/ 48 h 241"/>
                  <a:gd name="T4" fmla="*/ 269 w 277"/>
                  <a:gd name="T5" fmla="*/ 88 h 241"/>
                  <a:gd name="T6" fmla="*/ 80 w 277"/>
                  <a:gd name="T7" fmla="*/ 168 h 241"/>
                  <a:gd name="T8" fmla="*/ 246 w 277"/>
                  <a:gd name="T9" fmla="*/ 201 h 241"/>
                  <a:gd name="T10" fmla="*/ 238 w 277"/>
                  <a:gd name="T11" fmla="*/ 241 h 241"/>
                  <a:gd name="T12" fmla="*/ 0 w 277"/>
                  <a:gd name="T13" fmla="*/ 194 h 241"/>
                  <a:gd name="T14" fmla="*/ 9 w 277"/>
                  <a:gd name="T15" fmla="*/ 147 h 241"/>
                  <a:gd name="T16" fmla="*/ 188 w 277"/>
                  <a:gd name="T17" fmla="*/ 72 h 241"/>
                  <a:gd name="T18" fmla="*/ 31 w 277"/>
                  <a:gd name="T19" fmla="*/ 41 h 241"/>
                  <a:gd name="T20" fmla="*/ 39 w 277"/>
                  <a:gd name="T21" fmla="*/ 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7" h="241">
                    <a:moveTo>
                      <a:pt x="39" y="0"/>
                    </a:moveTo>
                    <a:lnTo>
                      <a:pt x="277" y="48"/>
                    </a:lnTo>
                    <a:lnTo>
                      <a:pt x="269" y="88"/>
                    </a:lnTo>
                    <a:lnTo>
                      <a:pt x="80" y="168"/>
                    </a:lnTo>
                    <a:lnTo>
                      <a:pt x="246" y="201"/>
                    </a:lnTo>
                    <a:lnTo>
                      <a:pt x="238" y="241"/>
                    </a:lnTo>
                    <a:lnTo>
                      <a:pt x="0" y="194"/>
                    </a:lnTo>
                    <a:lnTo>
                      <a:pt x="9" y="147"/>
                    </a:lnTo>
                    <a:lnTo>
                      <a:pt x="188" y="72"/>
                    </a:lnTo>
                    <a:lnTo>
                      <a:pt x="31" y="41"/>
                    </a:lnTo>
                    <a:lnTo>
                      <a:pt x="3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82" name="Freeform 95"/>
              <p:cNvSpPr/>
              <p:nvPr/>
            </p:nvSpPr>
            <p:spPr bwMode="auto">
              <a:xfrm>
                <a:off x="1832" y="1015"/>
                <a:ext cx="249" cy="232"/>
              </a:xfrm>
              <a:custGeom>
                <a:avLst/>
                <a:gdLst>
                  <a:gd name="T0" fmla="*/ 27 w 184"/>
                  <a:gd name="T1" fmla="*/ 117 h 171"/>
                  <a:gd name="T2" fmla="*/ 7 w 184"/>
                  <a:gd name="T3" fmla="*/ 98 h 171"/>
                  <a:gd name="T4" fmla="*/ 1 w 184"/>
                  <a:gd name="T5" fmla="*/ 70 h 171"/>
                  <a:gd name="T6" fmla="*/ 11 w 184"/>
                  <a:gd name="T7" fmla="*/ 38 h 171"/>
                  <a:gd name="T8" fmla="*/ 39 w 184"/>
                  <a:gd name="T9" fmla="*/ 7 h 171"/>
                  <a:gd name="T10" fmla="*/ 74 w 184"/>
                  <a:gd name="T11" fmla="*/ 2 h 171"/>
                  <a:gd name="T12" fmla="*/ 72 w 184"/>
                  <a:gd name="T13" fmla="*/ 32 h 171"/>
                  <a:gd name="T14" fmla="*/ 52 w 184"/>
                  <a:gd name="T15" fmla="*/ 35 h 171"/>
                  <a:gd name="T16" fmla="*/ 37 w 184"/>
                  <a:gd name="T17" fmla="*/ 51 h 171"/>
                  <a:gd name="T18" fmla="*/ 31 w 184"/>
                  <a:gd name="T19" fmla="*/ 73 h 171"/>
                  <a:gd name="T20" fmla="*/ 42 w 184"/>
                  <a:gd name="T21" fmla="*/ 87 h 171"/>
                  <a:gd name="T22" fmla="*/ 59 w 184"/>
                  <a:gd name="T23" fmla="*/ 88 h 171"/>
                  <a:gd name="T24" fmla="*/ 80 w 184"/>
                  <a:gd name="T25" fmla="*/ 69 h 171"/>
                  <a:gd name="T26" fmla="*/ 118 w 184"/>
                  <a:gd name="T27" fmla="*/ 39 h 171"/>
                  <a:gd name="T28" fmla="*/ 157 w 184"/>
                  <a:gd name="T29" fmla="*/ 45 h 171"/>
                  <a:gd name="T30" fmla="*/ 178 w 184"/>
                  <a:gd name="T31" fmla="*/ 66 h 171"/>
                  <a:gd name="T32" fmla="*/ 183 w 184"/>
                  <a:gd name="T33" fmla="*/ 95 h 171"/>
                  <a:gd name="T34" fmla="*/ 173 w 184"/>
                  <a:gd name="T35" fmla="*/ 129 h 171"/>
                  <a:gd name="T36" fmla="*/ 142 w 184"/>
                  <a:gd name="T37" fmla="*/ 162 h 171"/>
                  <a:gd name="T38" fmla="*/ 104 w 184"/>
                  <a:gd name="T39" fmla="*/ 168 h 171"/>
                  <a:gd name="T40" fmla="*/ 106 w 184"/>
                  <a:gd name="T41" fmla="*/ 137 h 171"/>
                  <a:gd name="T42" fmla="*/ 130 w 184"/>
                  <a:gd name="T43" fmla="*/ 134 h 171"/>
                  <a:gd name="T44" fmla="*/ 148 w 184"/>
                  <a:gd name="T45" fmla="*/ 115 h 171"/>
                  <a:gd name="T46" fmla="*/ 154 w 184"/>
                  <a:gd name="T47" fmla="*/ 91 h 171"/>
                  <a:gd name="T48" fmla="*/ 141 w 184"/>
                  <a:gd name="T49" fmla="*/ 75 h 171"/>
                  <a:gd name="T50" fmla="*/ 122 w 184"/>
                  <a:gd name="T51" fmla="*/ 74 h 171"/>
                  <a:gd name="T52" fmla="*/ 98 w 184"/>
                  <a:gd name="T53" fmla="*/ 95 h 171"/>
                  <a:gd name="T54" fmla="*/ 63 w 184"/>
                  <a:gd name="T55" fmla="*/ 122 h 171"/>
                  <a:gd name="T56" fmla="*/ 27 w 184"/>
                  <a:gd name="T57" fmla="*/ 11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4" h="171">
                    <a:moveTo>
                      <a:pt x="27" y="117"/>
                    </a:moveTo>
                    <a:cubicBezTo>
                      <a:pt x="18" y="112"/>
                      <a:pt x="11" y="106"/>
                      <a:pt x="7" y="98"/>
                    </a:cubicBezTo>
                    <a:cubicBezTo>
                      <a:pt x="2" y="90"/>
                      <a:pt x="0" y="80"/>
                      <a:pt x="1" y="70"/>
                    </a:cubicBezTo>
                    <a:cubicBezTo>
                      <a:pt x="2" y="60"/>
                      <a:pt x="5" y="49"/>
                      <a:pt x="11" y="38"/>
                    </a:cubicBezTo>
                    <a:cubicBezTo>
                      <a:pt x="19" y="24"/>
                      <a:pt x="28" y="13"/>
                      <a:pt x="39" y="7"/>
                    </a:cubicBezTo>
                    <a:cubicBezTo>
                      <a:pt x="50" y="1"/>
                      <a:pt x="61" y="0"/>
                      <a:pt x="74" y="2"/>
                    </a:cubicBezTo>
                    <a:cubicBezTo>
                      <a:pt x="72" y="32"/>
                      <a:pt x="72" y="32"/>
                      <a:pt x="72" y="32"/>
                    </a:cubicBezTo>
                    <a:cubicBezTo>
                      <a:pt x="64" y="31"/>
                      <a:pt x="58" y="32"/>
                      <a:pt x="52" y="35"/>
                    </a:cubicBezTo>
                    <a:cubicBezTo>
                      <a:pt x="46" y="38"/>
                      <a:pt x="41" y="43"/>
                      <a:pt x="37" y="51"/>
                    </a:cubicBezTo>
                    <a:cubicBezTo>
                      <a:pt x="32" y="59"/>
                      <a:pt x="30" y="67"/>
                      <a:pt x="31" y="73"/>
                    </a:cubicBezTo>
                    <a:cubicBezTo>
                      <a:pt x="32" y="79"/>
                      <a:pt x="36" y="83"/>
                      <a:pt x="42" y="87"/>
                    </a:cubicBezTo>
                    <a:cubicBezTo>
                      <a:pt x="48" y="90"/>
                      <a:pt x="54" y="90"/>
                      <a:pt x="59" y="88"/>
                    </a:cubicBezTo>
                    <a:cubicBezTo>
                      <a:pt x="65" y="85"/>
                      <a:pt x="72" y="79"/>
                      <a:pt x="80" y="69"/>
                    </a:cubicBezTo>
                    <a:cubicBezTo>
                      <a:pt x="93" y="53"/>
                      <a:pt x="106" y="43"/>
                      <a:pt x="118" y="39"/>
                    </a:cubicBezTo>
                    <a:cubicBezTo>
                      <a:pt x="130" y="35"/>
                      <a:pt x="143" y="37"/>
                      <a:pt x="157" y="45"/>
                    </a:cubicBezTo>
                    <a:cubicBezTo>
                      <a:pt x="166" y="50"/>
                      <a:pt x="173" y="57"/>
                      <a:pt x="178" y="66"/>
                    </a:cubicBezTo>
                    <a:cubicBezTo>
                      <a:pt x="182" y="74"/>
                      <a:pt x="184" y="84"/>
                      <a:pt x="183" y="95"/>
                    </a:cubicBezTo>
                    <a:cubicBezTo>
                      <a:pt x="183" y="106"/>
                      <a:pt x="179" y="118"/>
                      <a:pt x="173" y="129"/>
                    </a:cubicBezTo>
                    <a:cubicBezTo>
                      <a:pt x="164" y="144"/>
                      <a:pt x="154" y="155"/>
                      <a:pt x="142" y="162"/>
                    </a:cubicBezTo>
                    <a:cubicBezTo>
                      <a:pt x="130" y="169"/>
                      <a:pt x="118" y="171"/>
                      <a:pt x="104" y="168"/>
                    </a:cubicBezTo>
                    <a:cubicBezTo>
                      <a:pt x="106" y="137"/>
                      <a:pt x="106" y="137"/>
                      <a:pt x="106" y="137"/>
                    </a:cubicBezTo>
                    <a:cubicBezTo>
                      <a:pt x="115" y="139"/>
                      <a:pt x="122" y="138"/>
                      <a:pt x="130" y="134"/>
                    </a:cubicBezTo>
                    <a:cubicBezTo>
                      <a:pt x="137" y="131"/>
                      <a:pt x="143" y="124"/>
                      <a:pt x="148" y="115"/>
                    </a:cubicBezTo>
                    <a:cubicBezTo>
                      <a:pt x="153" y="106"/>
                      <a:pt x="155" y="98"/>
                      <a:pt x="154" y="91"/>
                    </a:cubicBezTo>
                    <a:cubicBezTo>
                      <a:pt x="152" y="84"/>
                      <a:pt x="148" y="79"/>
                      <a:pt x="141" y="75"/>
                    </a:cubicBezTo>
                    <a:cubicBezTo>
                      <a:pt x="135" y="71"/>
                      <a:pt x="128" y="71"/>
                      <a:pt x="122" y="74"/>
                    </a:cubicBezTo>
                    <a:cubicBezTo>
                      <a:pt x="115" y="77"/>
                      <a:pt x="107" y="84"/>
                      <a:pt x="98" y="95"/>
                    </a:cubicBezTo>
                    <a:cubicBezTo>
                      <a:pt x="87" y="109"/>
                      <a:pt x="75" y="119"/>
                      <a:pt x="63" y="122"/>
                    </a:cubicBezTo>
                    <a:cubicBezTo>
                      <a:pt x="51" y="126"/>
                      <a:pt x="39" y="124"/>
                      <a:pt x="27" y="1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83" name="Freeform 96"/>
              <p:cNvSpPr/>
              <p:nvPr/>
            </p:nvSpPr>
            <p:spPr bwMode="auto">
              <a:xfrm>
                <a:off x="1933" y="784"/>
                <a:ext cx="314" cy="310"/>
              </a:xfrm>
              <a:custGeom>
                <a:avLst/>
                <a:gdLst>
                  <a:gd name="T0" fmla="*/ 133 w 314"/>
                  <a:gd name="T1" fmla="*/ 0 h 310"/>
                  <a:gd name="T2" fmla="*/ 314 w 314"/>
                  <a:gd name="T3" fmla="*/ 161 h 310"/>
                  <a:gd name="T4" fmla="*/ 283 w 314"/>
                  <a:gd name="T5" fmla="*/ 196 h 310"/>
                  <a:gd name="T6" fmla="*/ 203 w 314"/>
                  <a:gd name="T7" fmla="*/ 124 h 310"/>
                  <a:gd name="T8" fmla="*/ 132 w 314"/>
                  <a:gd name="T9" fmla="*/ 203 h 310"/>
                  <a:gd name="T10" fmla="*/ 213 w 314"/>
                  <a:gd name="T11" fmla="*/ 274 h 310"/>
                  <a:gd name="T12" fmla="*/ 182 w 314"/>
                  <a:gd name="T13" fmla="*/ 310 h 310"/>
                  <a:gd name="T14" fmla="*/ 0 w 314"/>
                  <a:gd name="T15" fmla="*/ 147 h 310"/>
                  <a:gd name="T16" fmla="*/ 31 w 314"/>
                  <a:gd name="T17" fmla="*/ 113 h 310"/>
                  <a:gd name="T18" fmla="*/ 103 w 314"/>
                  <a:gd name="T19" fmla="*/ 177 h 310"/>
                  <a:gd name="T20" fmla="*/ 175 w 314"/>
                  <a:gd name="T21" fmla="*/ 98 h 310"/>
                  <a:gd name="T22" fmla="*/ 102 w 314"/>
                  <a:gd name="T23" fmla="*/ 34 h 310"/>
                  <a:gd name="T24" fmla="*/ 133 w 314"/>
                  <a:gd name="T25"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4" h="310">
                    <a:moveTo>
                      <a:pt x="133" y="0"/>
                    </a:moveTo>
                    <a:lnTo>
                      <a:pt x="314" y="161"/>
                    </a:lnTo>
                    <a:lnTo>
                      <a:pt x="283" y="196"/>
                    </a:lnTo>
                    <a:lnTo>
                      <a:pt x="203" y="124"/>
                    </a:lnTo>
                    <a:lnTo>
                      <a:pt x="132" y="203"/>
                    </a:lnTo>
                    <a:lnTo>
                      <a:pt x="213" y="274"/>
                    </a:lnTo>
                    <a:lnTo>
                      <a:pt x="182" y="310"/>
                    </a:lnTo>
                    <a:lnTo>
                      <a:pt x="0" y="147"/>
                    </a:lnTo>
                    <a:lnTo>
                      <a:pt x="31" y="113"/>
                    </a:lnTo>
                    <a:lnTo>
                      <a:pt x="103" y="177"/>
                    </a:lnTo>
                    <a:lnTo>
                      <a:pt x="175" y="98"/>
                    </a:lnTo>
                    <a:lnTo>
                      <a:pt x="102" y="34"/>
                    </a:lnTo>
                    <a:lnTo>
                      <a:pt x="1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84" name="Freeform 97"/>
              <p:cNvSpPr>
                <a:spLocks noEditPoints="1"/>
              </p:cNvSpPr>
              <p:nvPr/>
            </p:nvSpPr>
            <p:spPr bwMode="auto">
              <a:xfrm>
                <a:off x="2184" y="658"/>
                <a:ext cx="251" cy="279"/>
              </a:xfrm>
              <a:custGeom>
                <a:avLst/>
                <a:gdLst>
                  <a:gd name="T0" fmla="*/ 161 w 251"/>
                  <a:gd name="T1" fmla="*/ 141 h 279"/>
                  <a:gd name="T2" fmla="*/ 90 w 251"/>
                  <a:gd name="T3" fmla="*/ 191 h 279"/>
                  <a:gd name="T4" fmla="*/ 111 w 251"/>
                  <a:gd name="T5" fmla="*/ 252 h 279"/>
                  <a:gd name="T6" fmla="*/ 71 w 251"/>
                  <a:gd name="T7" fmla="*/ 279 h 279"/>
                  <a:gd name="T8" fmla="*/ 0 w 251"/>
                  <a:gd name="T9" fmla="*/ 32 h 279"/>
                  <a:gd name="T10" fmla="*/ 47 w 251"/>
                  <a:gd name="T11" fmla="*/ 0 h 279"/>
                  <a:gd name="T12" fmla="*/ 251 w 251"/>
                  <a:gd name="T13" fmla="*/ 153 h 279"/>
                  <a:gd name="T14" fmla="*/ 211 w 251"/>
                  <a:gd name="T15" fmla="*/ 181 h 279"/>
                  <a:gd name="T16" fmla="*/ 161 w 251"/>
                  <a:gd name="T17" fmla="*/ 141 h 279"/>
                  <a:gd name="T18" fmla="*/ 130 w 251"/>
                  <a:gd name="T19" fmla="*/ 116 h 279"/>
                  <a:gd name="T20" fmla="*/ 43 w 251"/>
                  <a:gd name="T21" fmla="*/ 47 h 279"/>
                  <a:gd name="T22" fmla="*/ 78 w 251"/>
                  <a:gd name="T23" fmla="*/ 151 h 279"/>
                  <a:gd name="T24" fmla="*/ 130 w 251"/>
                  <a:gd name="T25" fmla="*/ 116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1" h="279">
                    <a:moveTo>
                      <a:pt x="161" y="141"/>
                    </a:moveTo>
                    <a:lnTo>
                      <a:pt x="90" y="191"/>
                    </a:lnTo>
                    <a:lnTo>
                      <a:pt x="111" y="252"/>
                    </a:lnTo>
                    <a:lnTo>
                      <a:pt x="71" y="279"/>
                    </a:lnTo>
                    <a:lnTo>
                      <a:pt x="0" y="32"/>
                    </a:lnTo>
                    <a:lnTo>
                      <a:pt x="47" y="0"/>
                    </a:lnTo>
                    <a:lnTo>
                      <a:pt x="251" y="153"/>
                    </a:lnTo>
                    <a:lnTo>
                      <a:pt x="211" y="181"/>
                    </a:lnTo>
                    <a:lnTo>
                      <a:pt x="161" y="141"/>
                    </a:lnTo>
                    <a:close/>
                    <a:moveTo>
                      <a:pt x="130" y="116"/>
                    </a:moveTo>
                    <a:lnTo>
                      <a:pt x="43" y="47"/>
                    </a:lnTo>
                    <a:lnTo>
                      <a:pt x="78" y="151"/>
                    </a:lnTo>
                    <a:lnTo>
                      <a:pt x="130" y="1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85" name="Freeform 98"/>
              <p:cNvSpPr/>
              <p:nvPr/>
            </p:nvSpPr>
            <p:spPr bwMode="auto">
              <a:xfrm>
                <a:off x="2360" y="509"/>
                <a:ext cx="272" cy="298"/>
              </a:xfrm>
              <a:custGeom>
                <a:avLst/>
                <a:gdLst>
                  <a:gd name="T0" fmla="*/ 184 w 272"/>
                  <a:gd name="T1" fmla="*/ 0 h 298"/>
                  <a:gd name="T2" fmla="*/ 272 w 272"/>
                  <a:gd name="T3" fmla="*/ 226 h 298"/>
                  <a:gd name="T4" fmla="*/ 232 w 272"/>
                  <a:gd name="T5" fmla="*/ 241 h 298"/>
                  <a:gd name="T6" fmla="*/ 65 w 272"/>
                  <a:gd name="T7" fmla="*/ 124 h 298"/>
                  <a:gd name="T8" fmla="*/ 127 w 272"/>
                  <a:gd name="T9" fmla="*/ 283 h 298"/>
                  <a:gd name="T10" fmla="*/ 88 w 272"/>
                  <a:gd name="T11" fmla="*/ 298 h 298"/>
                  <a:gd name="T12" fmla="*/ 0 w 272"/>
                  <a:gd name="T13" fmla="*/ 72 h 298"/>
                  <a:gd name="T14" fmla="*/ 44 w 272"/>
                  <a:gd name="T15" fmla="*/ 54 h 298"/>
                  <a:gd name="T16" fmla="*/ 204 w 272"/>
                  <a:gd name="T17" fmla="*/ 165 h 298"/>
                  <a:gd name="T18" fmla="*/ 144 w 272"/>
                  <a:gd name="T19" fmla="*/ 15 h 298"/>
                  <a:gd name="T20" fmla="*/ 184 w 272"/>
                  <a:gd name="T2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298">
                    <a:moveTo>
                      <a:pt x="184" y="0"/>
                    </a:moveTo>
                    <a:lnTo>
                      <a:pt x="272" y="226"/>
                    </a:lnTo>
                    <a:lnTo>
                      <a:pt x="232" y="241"/>
                    </a:lnTo>
                    <a:lnTo>
                      <a:pt x="65" y="124"/>
                    </a:lnTo>
                    <a:lnTo>
                      <a:pt x="127" y="283"/>
                    </a:lnTo>
                    <a:lnTo>
                      <a:pt x="88" y="298"/>
                    </a:lnTo>
                    <a:lnTo>
                      <a:pt x="0" y="72"/>
                    </a:lnTo>
                    <a:lnTo>
                      <a:pt x="44" y="54"/>
                    </a:lnTo>
                    <a:lnTo>
                      <a:pt x="204" y="165"/>
                    </a:lnTo>
                    <a:lnTo>
                      <a:pt x="144" y="15"/>
                    </a:lnTo>
                    <a:lnTo>
                      <a:pt x="18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86" name="Freeform 99"/>
              <p:cNvSpPr/>
              <p:nvPr/>
            </p:nvSpPr>
            <p:spPr bwMode="auto">
              <a:xfrm>
                <a:off x="2726" y="462"/>
                <a:ext cx="205" cy="251"/>
              </a:xfrm>
              <a:custGeom>
                <a:avLst/>
                <a:gdLst>
                  <a:gd name="T0" fmla="*/ 81 w 151"/>
                  <a:gd name="T1" fmla="*/ 185 h 186"/>
                  <a:gd name="T2" fmla="*/ 42 w 151"/>
                  <a:gd name="T3" fmla="*/ 179 h 186"/>
                  <a:gd name="T4" fmla="*/ 16 w 151"/>
                  <a:gd name="T5" fmla="*/ 156 h 186"/>
                  <a:gd name="T6" fmla="*/ 5 w 151"/>
                  <a:gd name="T7" fmla="*/ 121 h 186"/>
                  <a:gd name="T8" fmla="*/ 0 w 151"/>
                  <a:gd name="T9" fmla="*/ 6 h 186"/>
                  <a:gd name="T10" fmla="*/ 32 w 151"/>
                  <a:gd name="T11" fmla="*/ 5 h 186"/>
                  <a:gd name="T12" fmla="*/ 37 w 151"/>
                  <a:gd name="T13" fmla="*/ 117 h 186"/>
                  <a:gd name="T14" fmla="*/ 48 w 151"/>
                  <a:gd name="T15" fmla="*/ 148 h 186"/>
                  <a:gd name="T16" fmla="*/ 79 w 151"/>
                  <a:gd name="T17" fmla="*/ 158 h 186"/>
                  <a:gd name="T18" fmla="*/ 107 w 151"/>
                  <a:gd name="T19" fmla="*/ 145 h 186"/>
                  <a:gd name="T20" fmla="*/ 116 w 151"/>
                  <a:gd name="T21" fmla="*/ 113 h 186"/>
                  <a:gd name="T22" fmla="*/ 111 w 151"/>
                  <a:gd name="T23" fmla="*/ 1 h 186"/>
                  <a:gd name="T24" fmla="*/ 145 w 151"/>
                  <a:gd name="T25" fmla="*/ 0 h 186"/>
                  <a:gd name="T26" fmla="*/ 150 w 151"/>
                  <a:gd name="T27" fmla="*/ 114 h 186"/>
                  <a:gd name="T28" fmla="*/ 143 w 151"/>
                  <a:gd name="T29" fmla="*/ 151 h 186"/>
                  <a:gd name="T30" fmla="*/ 119 w 151"/>
                  <a:gd name="T31" fmla="*/ 175 h 186"/>
                  <a:gd name="T32" fmla="*/ 81 w 151"/>
                  <a:gd name="T33" fmla="*/ 18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1" h="186">
                    <a:moveTo>
                      <a:pt x="81" y="185"/>
                    </a:moveTo>
                    <a:cubicBezTo>
                      <a:pt x="66" y="186"/>
                      <a:pt x="53" y="184"/>
                      <a:pt x="42" y="179"/>
                    </a:cubicBezTo>
                    <a:cubicBezTo>
                      <a:pt x="31" y="174"/>
                      <a:pt x="22" y="166"/>
                      <a:pt x="16" y="156"/>
                    </a:cubicBezTo>
                    <a:cubicBezTo>
                      <a:pt x="9" y="146"/>
                      <a:pt x="6" y="134"/>
                      <a:pt x="5" y="121"/>
                    </a:cubicBezTo>
                    <a:cubicBezTo>
                      <a:pt x="0" y="6"/>
                      <a:pt x="0" y="6"/>
                      <a:pt x="0" y="6"/>
                    </a:cubicBezTo>
                    <a:cubicBezTo>
                      <a:pt x="32" y="5"/>
                      <a:pt x="32" y="5"/>
                      <a:pt x="32" y="5"/>
                    </a:cubicBezTo>
                    <a:cubicBezTo>
                      <a:pt x="37" y="117"/>
                      <a:pt x="37" y="117"/>
                      <a:pt x="37" y="117"/>
                    </a:cubicBezTo>
                    <a:cubicBezTo>
                      <a:pt x="37" y="131"/>
                      <a:pt x="41" y="141"/>
                      <a:pt x="48" y="148"/>
                    </a:cubicBezTo>
                    <a:cubicBezTo>
                      <a:pt x="56" y="155"/>
                      <a:pt x="66" y="158"/>
                      <a:pt x="79" y="158"/>
                    </a:cubicBezTo>
                    <a:cubicBezTo>
                      <a:pt x="91" y="157"/>
                      <a:pt x="101" y="153"/>
                      <a:pt x="107" y="145"/>
                    </a:cubicBezTo>
                    <a:cubicBezTo>
                      <a:pt x="114" y="138"/>
                      <a:pt x="117" y="127"/>
                      <a:pt x="116" y="113"/>
                    </a:cubicBezTo>
                    <a:cubicBezTo>
                      <a:pt x="111" y="1"/>
                      <a:pt x="111" y="1"/>
                      <a:pt x="111" y="1"/>
                    </a:cubicBezTo>
                    <a:cubicBezTo>
                      <a:pt x="145" y="0"/>
                      <a:pt x="145" y="0"/>
                      <a:pt x="145" y="0"/>
                    </a:cubicBezTo>
                    <a:cubicBezTo>
                      <a:pt x="150" y="114"/>
                      <a:pt x="150" y="114"/>
                      <a:pt x="150" y="114"/>
                    </a:cubicBezTo>
                    <a:cubicBezTo>
                      <a:pt x="151" y="128"/>
                      <a:pt x="149" y="140"/>
                      <a:pt x="143" y="151"/>
                    </a:cubicBezTo>
                    <a:cubicBezTo>
                      <a:pt x="138" y="161"/>
                      <a:pt x="130" y="169"/>
                      <a:pt x="119" y="175"/>
                    </a:cubicBezTo>
                    <a:cubicBezTo>
                      <a:pt x="108" y="181"/>
                      <a:pt x="96" y="184"/>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87" name="Freeform 100"/>
              <p:cNvSpPr/>
              <p:nvPr/>
            </p:nvSpPr>
            <p:spPr bwMode="auto">
              <a:xfrm>
                <a:off x="2961" y="467"/>
                <a:ext cx="242" cy="277"/>
              </a:xfrm>
              <a:custGeom>
                <a:avLst/>
                <a:gdLst>
                  <a:gd name="T0" fmla="*/ 242 w 242"/>
                  <a:gd name="T1" fmla="*/ 39 h 277"/>
                  <a:gd name="T2" fmla="*/ 194 w 242"/>
                  <a:gd name="T3" fmla="*/ 277 h 277"/>
                  <a:gd name="T4" fmla="*/ 152 w 242"/>
                  <a:gd name="T5" fmla="*/ 269 h 277"/>
                  <a:gd name="T6" fmla="*/ 74 w 242"/>
                  <a:gd name="T7" fmla="*/ 80 h 277"/>
                  <a:gd name="T8" fmla="*/ 42 w 242"/>
                  <a:gd name="T9" fmla="*/ 248 h 277"/>
                  <a:gd name="T10" fmla="*/ 0 w 242"/>
                  <a:gd name="T11" fmla="*/ 240 h 277"/>
                  <a:gd name="T12" fmla="*/ 47 w 242"/>
                  <a:gd name="T13" fmla="*/ 0 h 277"/>
                  <a:gd name="T14" fmla="*/ 96 w 242"/>
                  <a:gd name="T15" fmla="*/ 9 h 277"/>
                  <a:gd name="T16" fmla="*/ 169 w 242"/>
                  <a:gd name="T17" fmla="*/ 189 h 277"/>
                  <a:gd name="T18" fmla="*/ 201 w 242"/>
                  <a:gd name="T19" fmla="*/ 31 h 277"/>
                  <a:gd name="T20" fmla="*/ 242 w 242"/>
                  <a:gd name="T21" fmla="*/ 39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2" h="277">
                    <a:moveTo>
                      <a:pt x="242" y="39"/>
                    </a:moveTo>
                    <a:lnTo>
                      <a:pt x="194" y="277"/>
                    </a:lnTo>
                    <a:lnTo>
                      <a:pt x="152" y="269"/>
                    </a:lnTo>
                    <a:lnTo>
                      <a:pt x="74" y="80"/>
                    </a:lnTo>
                    <a:lnTo>
                      <a:pt x="42" y="248"/>
                    </a:lnTo>
                    <a:lnTo>
                      <a:pt x="0" y="240"/>
                    </a:lnTo>
                    <a:lnTo>
                      <a:pt x="47" y="0"/>
                    </a:lnTo>
                    <a:lnTo>
                      <a:pt x="96" y="9"/>
                    </a:lnTo>
                    <a:lnTo>
                      <a:pt x="169" y="189"/>
                    </a:lnTo>
                    <a:lnTo>
                      <a:pt x="201" y="31"/>
                    </a:lnTo>
                    <a:lnTo>
                      <a:pt x="242" y="3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88" name="Freeform 101"/>
              <p:cNvSpPr/>
              <p:nvPr/>
            </p:nvSpPr>
            <p:spPr bwMode="auto">
              <a:xfrm>
                <a:off x="3187" y="533"/>
                <a:ext cx="130" cy="244"/>
              </a:xfrm>
              <a:custGeom>
                <a:avLst/>
                <a:gdLst>
                  <a:gd name="T0" fmla="*/ 130 w 130"/>
                  <a:gd name="T1" fmla="*/ 17 h 244"/>
                  <a:gd name="T2" fmla="*/ 43 w 130"/>
                  <a:gd name="T3" fmla="*/ 244 h 244"/>
                  <a:gd name="T4" fmla="*/ 0 w 130"/>
                  <a:gd name="T5" fmla="*/ 228 h 244"/>
                  <a:gd name="T6" fmla="*/ 86 w 130"/>
                  <a:gd name="T7" fmla="*/ 0 h 244"/>
                  <a:gd name="T8" fmla="*/ 130 w 130"/>
                  <a:gd name="T9" fmla="*/ 17 h 244"/>
                </a:gdLst>
                <a:ahLst/>
                <a:cxnLst>
                  <a:cxn ang="0">
                    <a:pos x="T0" y="T1"/>
                  </a:cxn>
                  <a:cxn ang="0">
                    <a:pos x="T2" y="T3"/>
                  </a:cxn>
                  <a:cxn ang="0">
                    <a:pos x="T4" y="T5"/>
                  </a:cxn>
                  <a:cxn ang="0">
                    <a:pos x="T6" y="T7"/>
                  </a:cxn>
                  <a:cxn ang="0">
                    <a:pos x="T8" y="T9"/>
                  </a:cxn>
                </a:cxnLst>
                <a:rect l="0" t="0" r="r" b="b"/>
                <a:pathLst>
                  <a:path w="130" h="244">
                    <a:moveTo>
                      <a:pt x="130" y="17"/>
                    </a:moveTo>
                    <a:lnTo>
                      <a:pt x="43" y="244"/>
                    </a:lnTo>
                    <a:lnTo>
                      <a:pt x="0" y="228"/>
                    </a:lnTo>
                    <a:lnTo>
                      <a:pt x="86" y="0"/>
                    </a:lnTo>
                    <a:lnTo>
                      <a:pt x="130"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89" name="Freeform 102"/>
              <p:cNvSpPr/>
              <p:nvPr/>
            </p:nvSpPr>
            <p:spPr bwMode="auto">
              <a:xfrm>
                <a:off x="3321" y="568"/>
                <a:ext cx="240" cy="279"/>
              </a:xfrm>
              <a:custGeom>
                <a:avLst/>
                <a:gdLst>
                  <a:gd name="T0" fmla="*/ 240 w 240"/>
                  <a:gd name="T1" fmla="*/ 110 h 279"/>
                  <a:gd name="T2" fmla="*/ 48 w 240"/>
                  <a:gd name="T3" fmla="*/ 279 h 279"/>
                  <a:gd name="T4" fmla="*/ 0 w 240"/>
                  <a:gd name="T5" fmla="*/ 251 h 279"/>
                  <a:gd name="T6" fmla="*/ 51 w 240"/>
                  <a:gd name="T7" fmla="*/ 0 h 279"/>
                  <a:gd name="T8" fmla="*/ 94 w 240"/>
                  <a:gd name="T9" fmla="*/ 25 h 279"/>
                  <a:gd name="T10" fmla="*/ 44 w 240"/>
                  <a:gd name="T11" fmla="*/ 235 h 279"/>
                  <a:gd name="T12" fmla="*/ 200 w 240"/>
                  <a:gd name="T13" fmla="*/ 87 h 279"/>
                  <a:gd name="T14" fmla="*/ 240 w 240"/>
                  <a:gd name="T15" fmla="*/ 110 h 2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0" h="279">
                    <a:moveTo>
                      <a:pt x="240" y="110"/>
                    </a:moveTo>
                    <a:lnTo>
                      <a:pt x="48" y="279"/>
                    </a:lnTo>
                    <a:lnTo>
                      <a:pt x="0" y="251"/>
                    </a:lnTo>
                    <a:lnTo>
                      <a:pt x="51" y="0"/>
                    </a:lnTo>
                    <a:lnTo>
                      <a:pt x="94" y="25"/>
                    </a:lnTo>
                    <a:lnTo>
                      <a:pt x="44" y="235"/>
                    </a:lnTo>
                    <a:lnTo>
                      <a:pt x="200" y="87"/>
                    </a:lnTo>
                    <a:lnTo>
                      <a:pt x="240" y="1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90" name="Freeform 103"/>
              <p:cNvSpPr/>
              <p:nvPr/>
            </p:nvSpPr>
            <p:spPr bwMode="auto">
              <a:xfrm>
                <a:off x="3449" y="720"/>
                <a:ext cx="275" cy="280"/>
              </a:xfrm>
              <a:custGeom>
                <a:avLst/>
                <a:gdLst>
                  <a:gd name="T0" fmla="*/ 172 w 275"/>
                  <a:gd name="T1" fmla="*/ 60 h 280"/>
                  <a:gd name="T2" fmla="*/ 133 w 275"/>
                  <a:gd name="T3" fmla="*/ 102 h 280"/>
                  <a:gd name="T4" fmla="*/ 204 w 275"/>
                  <a:gd name="T5" fmla="*/ 168 h 280"/>
                  <a:gd name="T6" fmla="*/ 179 w 275"/>
                  <a:gd name="T7" fmla="*/ 196 h 280"/>
                  <a:gd name="T8" fmla="*/ 107 w 275"/>
                  <a:gd name="T9" fmla="*/ 131 h 280"/>
                  <a:gd name="T10" fmla="*/ 60 w 275"/>
                  <a:gd name="T11" fmla="*/ 183 h 280"/>
                  <a:gd name="T12" fmla="*/ 137 w 275"/>
                  <a:gd name="T13" fmla="*/ 252 h 280"/>
                  <a:gd name="T14" fmla="*/ 111 w 275"/>
                  <a:gd name="T15" fmla="*/ 280 h 280"/>
                  <a:gd name="T16" fmla="*/ 0 w 275"/>
                  <a:gd name="T17" fmla="*/ 180 h 280"/>
                  <a:gd name="T18" fmla="*/ 164 w 275"/>
                  <a:gd name="T19" fmla="*/ 0 h 280"/>
                  <a:gd name="T20" fmla="*/ 275 w 275"/>
                  <a:gd name="T21" fmla="*/ 100 h 280"/>
                  <a:gd name="T22" fmla="*/ 248 w 275"/>
                  <a:gd name="T23" fmla="*/ 129 h 280"/>
                  <a:gd name="T24" fmla="*/ 172 w 275"/>
                  <a:gd name="T25" fmla="*/ 6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5" h="280">
                    <a:moveTo>
                      <a:pt x="172" y="60"/>
                    </a:moveTo>
                    <a:lnTo>
                      <a:pt x="133" y="102"/>
                    </a:lnTo>
                    <a:lnTo>
                      <a:pt x="204" y="168"/>
                    </a:lnTo>
                    <a:lnTo>
                      <a:pt x="179" y="196"/>
                    </a:lnTo>
                    <a:lnTo>
                      <a:pt x="107" y="131"/>
                    </a:lnTo>
                    <a:lnTo>
                      <a:pt x="60" y="183"/>
                    </a:lnTo>
                    <a:lnTo>
                      <a:pt x="137" y="252"/>
                    </a:lnTo>
                    <a:lnTo>
                      <a:pt x="111" y="280"/>
                    </a:lnTo>
                    <a:lnTo>
                      <a:pt x="0" y="180"/>
                    </a:lnTo>
                    <a:lnTo>
                      <a:pt x="164" y="0"/>
                    </a:lnTo>
                    <a:lnTo>
                      <a:pt x="275" y="100"/>
                    </a:lnTo>
                    <a:lnTo>
                      <a:pt x="248" y="129"/>
                    </a:lnTo>
                    <a:lnTo>
                      <a:pt x="172" y="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92" name="Freeform 104"/>
              <p:cNvSpPr>
                <a:spLocks noEditPoints="1"/>
              </p:cNvSpPr>
              <p:nvPr/>
            </p:nvSpPr>
            <p:spPr bwMode="auto">
              <a:xfrm>
                <a:off x="3579" y="877"/>
                <a:ext cx="271" cy="294"/>
              </a:xfrm>
              <a:custGeom>
                <a:avLst/>
                <a:gdLst>
                  <a:gd name="T0" fmla="*/ 87 w 200"/>
                  <a:gd name="T1" fmla="*/ 108 h 217"/>
                  <a:gd name="T2" fmla="*/ 76 w 200"/>
                  <a:gd name="T3" fmla="*/ 93 h 217"/>
                  <a:gd name="T4" fmla="*/ 20 w 200"/>
                  <a:gd name="T5" fmla="*/ 133 h 217"/>
                  <a:gd name="T6" fmla="*/ 0 w 200"/>
                  <a:gd name="T7" fmla="*/ 106 h 217"/>
                  <a:gd name="T8" fmla="*/ 145 w 200"/>
                  <a:gd name="T9" fmla="*/ 0 h 217"/>
                  <a:gd name="T10" fmla="*/ 187 w 200"/>
                  <a:gd name="T11" fmla="*/ 58 h 217"/>
                  <a:gd name="T12" fmla="*/ 199 w 200"/>
                  <a:gd name="T13" fmla="*/ 85 h 217"/>
                  <a:gd name="T14" fmla="*/ 195 w 200"/>
                  <a:gd name="T15" fmla="*/ 112 h 217"/>
                  <a:gd name="T16" fmla="*/ 175 w 200"/>
                  <a:gd name="T17" fmla="*/ 135 h 217"/>
                  <a:gd name="T18" fmla="*/ 141 w 200"/>
                  <a:gd name="T19" fmla="*/ 147 h 217"/>
                  <a:gd name="T20" fmla="*/ 109 w 200"/>
                  <a:gd name="T21" fmla="*/ 135 h 217"/>
                  <a:gd name="T22" fmla="*/ 81 w 200"/>
                  <a:gd name="T23" fmla="*/ 217 h 217"/>
                  <a:gd name="T24" fmla="*/ 57 w 200"/>
                  <a:gd name="T25" fmla="*/ 184 h 217"/>
                  <a:gd name="T26" fmla="*/ 87 w 200"/>
                  <a:gd name="T27" fmla="*/ 108 h 217"/>
                  <a:gd name="T28" fmla="*/ 97 w 200"/>
                  <a:gd name="T29" fmla="*/ 77 h 217"/>
                  <a:gd name="T30" fmla="*/ 115 w 200"/>
                  <a:gd name="T31" fmla="*/ 101 h 217"/>
                  <a:gd name="T32" fmla="*/ 134 w 200"/>
                  <a:gd name="T33" fmla="*/ 114 h 217"/>
                  <a:gd name="T34" fmla="*/ 155 w 200"/>
                  <a:gd name="T35" fmla="*/ 108 h 217"/>
                  <a:gd name="T36" fmla="*/ 168 w 200"/>
                  <a:gd name="T37" fmla="*/ 89 h 217"/>
                  <a:gd name="T38" fmla="*/ 161 w 200"/>
                  <a:gd name="T39" fmla="*/ 68 h 217"/>
                  <a:gd name="T40" fmla="*/ 143 w 200"/>
                  <a:gd name="T41" fmla="*/ 43 h 217"/>
                  <a:gd name="T42" fmla="*/ 97 w 200"/>
                  <a:gd name="T43" fmla="*/ 7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0" h="217">
                    <a:moveTo>
                      <a:pt x="87" y="108"/>
                    </a:moveTo>
                    <a:cubicBezTo>
                      <a:pt x="76" y="93"/>
                      <a:pt x="76" y="93"/>
                      <a:pt x="76" y="93"/>
                    </a:cubicBezTo>
                    <a:cubicBezTo>
                      <a:pt x="20" y="133"/>
                      <a:pt x="20" y="133"/>
                      <a:pt x="20" y="133"/>
                    </a:cubicBezTo>
                    <a:cubicBezTo>
                      <a:pt x="0" y="106"/>
                      <a:pt x="0" y="106"/>
                      <a:pt x="0" y="106"/>
                    </a:cubicBezTo>
                    <a:cubicBezTo>
                      <a:pt x="145" y="0"/>
                      <a:pt x="145" y="0"/>
                      <a:pt x="145" y="0"/>
                    </a:cubicBezTo>
                    <a:cubicBezTo>
                      <a:pt x="187" y="58"/>
                      <a:pt x="187" y="58"/>
                      <a:pt x="187" y="58"/>
                    </a:cubicBezTo>
                    <a:cubicBezTo>
                      <a:pt x="194" y="67"/>
                      <a:pt x="198" y="76"/>
                      <a:pt x="199" y="85"/>
                    </a:cubicBezTo>
                    <a:cubicBezTo>
                      <a:pt x="200" y="95"/>
                      <a:pt x="199" y="104"/>
                      <a:pt x="195" y="112"/>
                    </a:cubicBezTo>
                    <a:cubicBezTo>
                      <a:pt x="190" y="121"/>
                      <a:pt x="184" y="129"/>
                      <a:pt x="175" y="135"/>
                    </a:cubicBezTo>
                    <a:cubicBezTo>
                      <a:pt x="164" y="143"/>
                      <a:pt x="152" y="147"/>
                      <a:pt x="141" y="147"/>
                    </a:cubicBezTo>
                    <a:cubicBezTo>
                      <a:pt x="129" y="147"/>
                      <a:pt x="118" y="143"/>
                      <a:pt x="109" y="135"/>
                    </a:cubicBezTo>
                    <a:cubicBezTo>
                      <a:pt x="81" y="217"/>
                      <a:pt x="81" y="217"/>
                      <a:pt x="81" y="217"/>
                    </a:cubicBezTo>
                    <a:cubicBezTo>
                      <a:pt x="57" y="184"/>
                      <a:pt x="57" y="184"/>
                      <a:pt x="57" y="184"/>
                    </a:cubicBezTo>
                    <a:lnTo>
                      <a:pt x="87" y="108"/>
                    </a:lnTo>
                    <a:close/>
                    <a:moveTo>
                      <a:pt x="97" y="77"/>
                    </a:moveTo>
                    <a:cubicBezTo>
                      <a:pt x="115" y="101"/>
                      <a:pt x="115" y="101"/>
                      <a:pt x="115" y="101"/>
                    </a:cubicBezTo>
                    <a:cubicBezTo>
                      <a:pt x="120" y="109"/>
                      <a:pt x="127" y="113"/>
                      <a:pt x="134" y="114"/>
                    </a:cubicBezTo>
                    <a:cubicBezTo>
                      <a:pt x="140" y="115"/>
                      <a:pt x="148" y="113"/>
                      <a:pt x="155" y="108"/>
                    </a:cubicBezTo>
                    <a:cubicBezTo>
                      <a:pt x="163" y="102"/>
                      <a:pt x="167" y="96"/>
                      <a:pt x="168" y="89"/>
                    </a:cubicBezTo>
                    <a:cubicBezTo>
                      <a:pt x="169" y="82"/>
                      <a:pt x="167" y="75"/>
                      <a:pt x="161" y="68"/>
                    </a:cubicBezTo>
                    <a:cubicBezTo>
                      <a:pt x="143" y="43"/>
                      <a:pt x="143" y="43"/>
                      <a:pt x="143" y="43"/>
                    </a:cubicBezTo>
                    <a:lnTo>
                      <a:pt x="97" y="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94" name="Freeform 105"/>
              <p:cNvSpPr/>
              <p:nvPr/>
            </p:nvSpPr>
            <p:spPr bwMode="auto">
              <a:xfrm>
                <a:off x="3708" y="1099"/>
                <a:ext cx="255" cy="215"/>
              </a:xfrm>
              <a:custGeom>
                <a:avLst/>
                <a:gdLst>
                  <a:gd name="T0" fmla="*/ 107 w 189"/>
                  <a:gd name="T1" fmla="*/ 6 h 159"/>
                  <a:gd name="T2" fmla="*/ 135 w 189"/>
                  <a:gd name="T3" fmla="*/ 1 h 159"/>
                  <a:gd name="T4" fmla="*/ 160 w 189"/>
                  <a:gd name="T5" fmla="*/ 13 h 159"/>
                  <a:gd name="T6" fmla="*/ 180 w 189"/>
                  <a:gd name="T7" fmla="*/ 41 h 159"/>
                  <a:gd name="T8" fmla="*/ 188 w 189"/>
                  <a:gd name="T9" fmla="*/ 81 h 159"/>
                  <a:gd name="T10" fmla="*/ 171 w 189"/>
                  <a:gd name="T11" fmla="*/ 112 h 159"/>
                  <a:gd name="T12" fmla="*/ 148 w 189"/>
                  <a:gd name="T13" fmla="*/ 93 h 159"/>
                  <a:gd name="T14" fmla="*/ 158 w 189"/>
                  <a:gd name="T15" fmla="*/ 75 h 159"/>
                  <a:gd name="T16" fmla="*/ 154 w 189"/>
                  <a:gd name="T17" fmla="*/ 54 h 159"/>
                  <a:gd name="T18" fmla="*/ 140 w 189"/>
                  <a:gd name="T19" fmla="*/ 36 h 159"/>
                  <a:gd name="T20" fmla="*/ 122 w 189"/>
                  <a:gd name="T21" fmla="*/ 36 h 159"/>
                  <a:gd name="T22" fmla="*/ 111 w 189"/>
                  <a:gd name="T23" fmla="*/ 49 h 159"/>
                  <a:gd name="T24" fmla="*/ 114 w 189"/>
                  <a:gd name="T25" fmla="*/ 77 h 159"/>
                  <a:gd name="T26" fmla="*/ 115 w 189"/>
                  <a:gd name="T27" fmla="*/ 126 h 159"/>
                  <a:gd name="T28" fmla="*/ 87 w 189"/>
                  <a:gd name="T29" fmla="*/ 154 h 159"/>
                  <a:gd name="T30" fmla="*/ 58 w 189"/>
                  <a:gd name="T31" fmla="*/ 158 h 159"/>
                  <a:gd name="T32" fmla="*/ 31 w 189"/>
                  <a:gd name="T33" fmla="*/ 144 h 159"/>
                  <a:gd name="T34" fmla="*/ 10 w 189"/>
                  <a:gd name="T35" fmla="*/ 116 h 159"/>
                  <a:gd name="T36" fmla="*/ 2 w 189"/>
                  <a:gd name="T37" fmla="*/ 72 h 159"/>
                  <a:gd name="T38" fmla="*/ 20 w 189"/>
                  <a:gd name="T39" fmla="*/ 38 h 159"/>
                  <a:gd name="T40" fmla="*/ 43 w 189"/>
                  <a:gd name="T41" fmla="*/ 57 h 159"/>
                  <a:gd name="T42" fmla="*/ 32 w 189"/>
                  <a:gd name="T43" fmla="*/ 78 h 159"/>
                  <a:gd name="T44" fmla="*/ 37 w 189"/>
                  <a:gd name="T45" fmla="*/ 104 h 159"/>
                  <a:gd name="T46" fmla="*/ 52 w 189"/>
                  <a:gd name="T47" fmla="*/ 123 h 159"/>
                  <a:gd name="T48" fmla="*/ 72 w 189"/>
                  <a:gd name="T49" fmla="*/ 123 h 159"/>
                  <a:gd name="T50" fmla="*/ 85 w 189"/>
                  <a:gd name="T51" fmla="*/ 108 h 159"/>
                  <a:gd name="T52" fmla="*/ 82 w 189"/>
                  <a:gd name="T53" fmla="*/ 76 h 159"/>
                  <a:gd name="T54" fmla="*/ 81 w 189"/>
                  <a:gd name="T55" fmla="*/ 32 h 159"/>
                  <a:gd name="T56" fmla="*/ 107 w 189"/>
                  <a:gd name="T57" fmla="*/ 6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9" h="159">
                    <a:moveTo>
                      <a:pt x="107" y="6"/>
                    </a:moveTo>
                    <a:cubicBezTo>
                      <a:pt x="116" y="2"/>
                      <a:pt x="125" y="0"/>
                      <a:pt x="135" y="1"/>
                    </a:cubicBezTo>
                    <a:cubicBezTo>
                      <a:pt x="144" y="3"/>
                      <a:pt x="152" y="7"/>
                      <a:pt x="160" y="13"/>
                    </a:cubicBezTo>
                    <a:cubicBezTo>
                      <a:pt x="168" y="20"/>
                      <a:pt x="175" y="29"/>
                      <a:pt x="180" y="41"/>
                    </a:cubicBezTo>
                    <a:cubicBezTo>
                      <a:pt x="187" y="56"/>
                      <a:pt x="189" y="69"/>
                      <a:pt x="188" y="81"/>
                    </a:cubicBezTo>
                    <a:cubicBezTo>
                      <a:pt x="186" y="93"/>
                      <a:pt x="181" y="104"/>
                      <a:pt x="171" y="112"/>
                    </a:cubicBezTo>
                    <a:cubicBezTo>
                      <a:pt x="148" y="93"/>
                      <a:pt x="148" y="93"/>
                      <a:pt x="148" y="93"/>
                    </a:cubicBezTo>
                    <a:cubicBezTo>
                      <a:pt x="154" y="87"/>
                      <a:pt x="157" y="82"/>
                      <a:pt x="158" y="75"/>
                    </a:cubicBezTo>
                    <a:cubicBezTo>
                      <a:pt x="159" y="69"/>
                      <a:pt x="158" y="62"/>
                      <a:pt x="154" y="54"/>
                    </a:cubicBezTo>
                    <a:cubicBezTo>
                      <a:pt x="150" y="45"/>
                      <a:pt x="145" y="39"/>
                      <a:pt x="140" y="36"/>
                    </a:cubicBezTo>
                    <a:cubicBezTo>
                      <a:pt x="135" y="33"/>
                      <a:pt x="129" y="33"/>
                      <a:pt x="122" y="36"/>
                    </a:cubicBezTo>
                    <a:cubicBezTo>
                      <a:pt x="116" y="39"/>
                      <a:pt x="112" y="43"/>
                      <a:pt x="111" y="49"/>
                    </a:cubicBezTo>
                    <a:cubicBezTo>
                      <a:pt x="110" y="56"/>
                      <a:pt x="111" y="65"/>
                      <a:pt x="114" y="77"/>
                    </a:cubicBezTo>
                    <a:cubicBezTo>
                      <a:pt x="119" y="97"/>
                      <a:pt x="120" y="114"/>
                      <a:pt x="115" y="126"/>
                    </a:cubicBezTo>
                    <a:cubicBezTo>
                      <a:pt x="111" y="138"/>
                      <a:pt x="102" y="147"/>
                      <a:pt x="87" y="154"/>
                    </a:cubicBezTo>
                    <a:cubicBezTo>
                      <a:pt x="78" y="158"/>
                      <a:pt x="68" y="159"/>
                      <a:pt x="58" y="158"/>
                    </a:cubicBezTo>
                    <a:cubicBezTo>
                      <a:pt x="48" y="156"/>
                      <a:pt x="39" y="152"/>
                      <a:pt x="31" y="144"/>
                    </a:cubicBezTo>
                    <a:cubicBezTo>
                      <a:pt x="23" y="137"/>
                      <a:pt x="16" y="128"/>
                      <a:pt x="10" y="116"/>
                    </a:cubicBezTo>
                    <a:cubicBezTo>
                      <a:pt x="3" y="100"/>
                      <a:pt x="0" y="85"/>
                      <a:pt x="2" y="72"/>
                    </a:cubicBezTo>
                    <a:cubicBezTo>
                      <a:pt x="4" y="58"/>
                      <a:pt x="10" y="47"/>
                      <a:pt x="20" y="38"/>
                    </a:cubicBezTo>
                    <a:cubicBezTo>
                      <a:pt x="43" y="57"/>
                      <a:pt x="43" y="57"/>
                      <a:pt x="43" y="57"/>
                    </a:cubicBezTo>
                    <a:cubicBezTo>
                      <a:pt x="37" y="63"/>
                      <a:pt x="33" y="70"/>
                      <a:pt x="32" y="78"/>
                    </a:cubicBezTo>
                    <a:cubicBezTo>
                      <a:pt x="31" y="86"/>
                      <a:pt x="32" y="95"/>
                      <a:pt x="37" y="104"/>
                    </a:cubicBezTo>
                    <a:cubicBezTo>
                      <a:pt x="41" y="114"/>
                      <a:pt x="46" y="120"/>
                      <a:pt x="52" y="123"/>
                    </a:cubicBezTo>
                    <a:cubicBezTo>
                      <a:pt x="58" y="126"/>
                      <a:pt x="65" y="126"/>
                      <a:pt x="72" y="123"/>
                    </a:cubicBezTo>
                    <a:cubicBezTo>
                      <a:pt x="79" y="120"/>
                      <a:pt x="83" y="115"/>
                      <a:pt x="85" y="108"/>
                    </a:cubicBezTo>
                    <a:cubicBezTo>
                      <a:pt x="86" y="101"/>
                      <a:pt x="86" y="90"/>
                      <a:pt x="82" y="76"/>
                    </a:cubicBezTo>
                    <a:cubicBezTo>
                      <a:pt x="77" y="58"/>
                      <a:pt x="77" y="43"/>
                      <a:pt x="81" y="32"/>
                    </a:cubicBezTo>
                    <a:cubicBezTo>
                      <a:pt x="85" y="20"/>
                      <a:pt x="94" y="12"/>
                      <a:pt x="10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97" name="Freeform 106"/>
              <p:cNvSpPr/>
              <p:nvPr/>
            </p:nvSpPr>
            <p:spPr bwMode="auto">
              <a:xfrm>
                <a:off x="3767" y="1295"/>
                <a:ext cx="246" cy="111"/>
              </a:xfrm>
              <a:custGeom>
                <a:avLst/>
                <a:gdLst>
                  <a:gd name="T0" fmla="*/ 246 w 246"/>
                  <a:gd name="T1" fmla="*/ 44 h 111"/>
                  <a:gd name="T2" fmla="*/ 12 w 246"/>
                  <a:gd name="T3" fmla="*/ 111 h 111"/>
                  <a:gd name="T4" fmla="*/ 0 w 246"/>
                  <a:gd name="T5" fmla="*/ 67 h 111"/>
                  <a:gd name="T6" fmla="*/ 233 w 246"/>
                  <a:gd name="T7" fmla="*/ 0 h 111"/>
                  <a:gd name="T8" fmla="*/ 246 w 246"/>
                  <a:gd name="T9" fmla="*/ 44 h 111"/>
                </a:gdLst>
                <a:ahLst/>
                <a:cxnLst>
                  <a:cxn ang="0">
                    <a:pos x="T0" y="T1"/>
                  </a:cxn>
                  <a:cxn ang="0">
                    <a:pos x="T2" y="T3"/>
                  </a:cxn>
                  <a:cxn ang="0">
                    <a:pos x="T4" y="T5"/>
                  </a:cxn>
                  <a:cxn ang="0">
                    <a:pos x="T6" y="T7"/>
                  </a:cxn>
                  <a:cxn ang="0">
                    <a:pos x="T8" y="T9"/>
                  </a:cxn>
                </a:cxnLst>
                <a:rect l="0" t="0" r="r" b="b"/>
                <a:pathLst>
                  <a:path w="246" h="111">
                    <a:moveTo>
                      <a:pt x="246" y="44"/>
                    </a:moveTo>
                    <a:lnTo>
                      <a:pt x="12" y="111"/>
                    </a:lnTo>
                    <a:lnTo>
                      <a:pt x="0" y="67"/>
                    </a:lnTo>
                    <a:lnTo>
                      <a:pt x="233" y="0"/>
                    </a:lnTo>
                    <a:lnTo>
                      <a:pt x="246" y="4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98" name="Freeform 107"/>
              <p:cNvSpPr/>
              <p:nvPr/>
            </p:nvSpPr>
            <p:spPr bwMode="auto">
              <a:xfrm>
                <a:off x="3798" y="1398"/>
                <a:ext cx="255" cy="179"/>
              </a:xfrm>
              <a:custGeom>
                <a:avLst/>
                <a:gdLst>
                  <a:gd name="T0" fmla="*/ 217 w 255"/>
                  <a:gd name="T1" fmla="*/ 179 h 179"/>
                  <a:gd name="T2" fmla="*/ 209 w 255"/>
                  <a:gd name="T3" fmla="*/ 115 h 179"/>
                  <a:gd name="T4" fmla="*/ 6 w 255"/>
                  <a:gd name="T5" fmla="*/ 142 h 179"/>
                  <a:gd name="T6" fmla="*/ 0 w 255"/>
                  <a:gd name="T7" fmla="*/ 96 h 179"/>
                  <a:gd name="T8" fmla="*/ 202 w 255"/>
                  <a:gd name="T9" fmla="*/ 69 h 179"/>
                  <a:gd name="T10" fmla="*/ 194 w 255"/>
                  <a:gd name="T11" fmla="*/ 6 h 179"/>
                  <a:gd name="T12" fmla="*/ 232 w 255"/>
                  <a:gd name="T13" fmla="*/ 0 h 179"/>
                  <a:gd name="T14" fmla="*/ 255 w 255"/>
                  <a:gd name="T15" fmla="*/ 173 h 179"/>
                  <a:gd name="T16" fmla="*/ 217 w 255"/>
                  <a:gd name="T17" fmla="*/ 17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 h="179">
                    <a:moveTo>
                      <a:pt x="217" y="179"/>
                    </a:moveTo>
                    <a:lnTo>
                      <a:pt x="209" y="115"/>
                    </a:lnTo>
                    <a:lnTo>
                      <a:pt x="6" y="142"/>
                    </a:lnTo>
                    <a:lnTo>
                      <a:pt x="0" y="96"/>
                    </a:lnTo>
                    <a:lnTo>
                      <a:pt x="202" y="69"/>
                    </a:lnTo>
                    <a:lnTo>
                      <a:pt x="194" y="6"/>
                    </a:lnTo>
                    <a:lnTo>
                      <a:pt x="232" y="0"/>
                    </a:lnTo>
                    <a:lnTo>
                      <a:pt x="255" y="173"/>
                    </a:lnTo>
                    <a:lnTo>
                      <a:pt x="21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99" name="Freeform 108"/>
              <p:cNvSpPr/>
              <p:nvPr/>
            </p:nvSpPr>
            <p:spPr bwMode="auto">
              <a:xfrm>
                <a:off x="3804" y="1623"/>
                <a:ext cx="253" cy="211"/>
              </a:xfrm>
              <a:custGeom>
                <a:avLst/>
                <a:gdLst>
                  <a:gd name="T0" fmla="*/ 96 w 253"/>
                  <a:gd name="T1" fmla="*/ 117 h 211"/>
                  <a:gd name="T2" fmla="*/ 0 w 253"/>
                  <a:gd name="T3" fmla="*/ 109 h 211"/>
                  <a:gd name="T4" fmla="*/ 4 w 253"/>
                  <a:gd name="T5" fmla="*/ 63 h 211"/>
                  <a:gd name="T6" fmla="*/ 100 w 253"/>
                  <a:gd name="T7" fmla="*/ 71 h 211"/>
                  <a:gd name="T8" fmla="*/ 253 w 253"/>
                  <a:gd name="T9" fmla="*/ 0 h 211"/>
                  <a:gd name="T10" fmla="*/ 249 w 253"/>
                  <a:gd name="T11" fmla="*/ 51 h 211"/>
                  <a:gd name="T12" fmla="*/ 134 w 253"/>
                  <a:gd name="T13" fmla="*/ 97 h 211"/>
                  <a:gd name="T14" fmla="*/ 241 w 253"/>
                  <a:gd name="T15" fmla="*/ 161 h 211"/>
                  <a:gd name="T16" fmla="*/ 237 w 253"/>
                  <a:gd name="T17" fmla="*/ 211 h 211"/>
                  <a:gd name="T18" fmla="*/ 96 w 253"/>
                  <a:gd name="T19" fmla="*/ 1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3" h="211">
                    <a:moveTo>
                      <a:pt x="96" y="117"/>
                    </a:moveTo>
                    <a:lnTo>
                      <a:pt x="0" y="109"/>
                    </a:lnTo>
                    <a:lnTo>
                      <a:pt x="4" y="63"/>
                    </a:lnTo>
                    <a:lnTo>
                      <a:pt x="100" y="71"/>
                    </a:lnTo>
                    <a:lnTo>
                      <a:pt x="253" y="0"/>
                    </a:lnTo>
                    <a:lnTo>
                      <a:pt x="249" y="51"/>
                    </a:lnTo>
                    <a:lnTo>
                      <a:pt x="134" y="97"/>
                    </a:lnTo>
                    <a:lnTo>
                      <a:pt x="241" y="161"/>
                    </a:lnTo>
                    <a:lnTo>
                      <a:pt x="237" y="211"/>
                    </a:lnTo>
                    <a:lnTo>
                      <a:pt x="96" y="1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100" name="Freeform 109"/>
              <p:cNvSpPr/>
              <p:nvPr/>
            </p:nvSpPr>
            <p:spPr bwMode="auto">
              <a:xfrm>
                <a:off x="2609" y="2605"/>
                <a:ext cx="73" cy="191"/>
              </a:xfrm>
              <a:custGeom>
                <a:avLst/>
                <a:gdLst>
                  <a:gd name="T0" fmla="*/ 73 w 73"/>
                  <a:gd name="T1" fmla="*/ 191 h 191"/>
                  <a:gd name="T2" fmla="*/ 39 w 73"/>
                  <a:gd name="T3" fmla="*/ 191 h 191"/>
                  <a:gd name="T4" fmla="*/ 39 w 73"/>
                  <a:gd name="T5" fmla="*/ 40 h 191"/>
                  <a:gd name="T6" fmla="*/ 0 w 73"/>
                  <a:gd name="T7" fmla="*/ 63 h 191"/>
                  <a:gd name="T8" fmla="*/ 0 w 73"/>
                  <a:gd name="T9" fmla="*/ 27 h 191"/>
                  <a:gd name="T10" fmla="*/ 48 w 73"/>
                  <a:gd name="T11" fmla="*/ 0 h 191"/>
                  <a:gd name="T12" fmla="*/ 73 w 73"/>
                  <a:gd name="T13" fmla="*/ 0 h 191"/>
                  <a:gd name="T14" fmla="*/ 73 w 73"/>
                  <a:gd name="T15" fmla="*/ 191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191">
                    <a:moveTo>
                      <a:pt x="73" y="191"/>
                    </a:moveTo>
                    <a:lnTo>
                      <a:pt x="39" y="191"/>
                    </a:lnTo>
                    <a:lnTo>
                      <a:pt x="39" y="40"/>
                    </a:lnTo>
                    <a:lnTo>
                      <a:pt x="0" y="63"/>
                    </a:lnTo>
                    <a:lnTo>
                      <a:pt x="0" y="27"/>
                    </a:lnTo>
                    <a:lnTo>
                      <a:pt x="48" y="0"/>
                    </a:lnTo>
                    <a:lnTo>
                      <a:pt x="73" y="0"/>
                    </a:lnTo>
                    <a:lnTo>
                      <a:pt x="73" y="1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101" name="Freeform 110"/>
              <p:cNvSpPr>
                <a:spLocks noEditPoints="1"/>
              </p:cNvSpPr>
              <p:nvPr/>
            </p:nvSpPr>
            <p:spPr bwMode="auto">
              <a:xfrm>
                <a:off x="2724" y="2601"/>
                <a:ext cx="130" cy="195"/>
              </a:xfrm>
              <a:custGeom>
                <a:avLst/>
                <a:gdLst>
                  <a:gd name="T0" fmla="*/ 96 w 96"/>
                  <a:gd name="T1" fmla="*/ 48 h 144"/>
                  <a:gd name="T2" fmla="*/ 91 w 96"/>
                  <a:gd name="T3" fmla="*/ 77 h 144"/>
                  <a:gd name="T4" fmla="*/ 75 w 96"/>
                  <a:gd name="T5" fmla="*/ 107 h 144"/>
                  <a:gd name="T6" fmla="*/ 50 w 96"/>
                  <a:gd name="T7" fmla="*/ 144 h 144"/>
                  <a:gd name="T8" fmla="*/ 22 w 96"/>
                  <a:gd name="T9" fmla="*/ 144 h 144"/>
                  <a:gd name="T10" fmla="*/ 52 w 96"/>
                  <a:gd name="T11" fmla="*/ 102 h 144"/>
                  <a:gd name="T12" fmla="*/ 62 w 96"/>
                  <a:gd name="T13" fmla="*/ 86 h 144"/>
                  <a:gd name="T14" fmla="*/ 43 w 96"/>
                  <a:gd name="T15" fmla="*/ 91 h 144"/>
                  <a:gd name="T16" fmla="*/ 21 w 96"/>
                  <a:gd name="T17" fmla="*/ 85 h 144"/>
                  <a:gd name="T18" fmla="*/ 6 w 96"/>
                  <a:gd name="T19" fmla="*/ 69 h 144"/>
                  <a:gd name="T20" fmla="*/ 0 w 96"/>
                  <a:gd name="T21" fmla="*/ 46 h 144"/>
                  <a:gd name="T22" fmla="*/ 6 w 96"/>
                  <a:gd name="T23" fmla="*/ 22 h 144"/>
                  <a:gd name="T24" fmla="*/ 23 w 96"/>
                  <a:gd name="T25" fmla="*/ 6 h 144"/>
                  <a:gd name="T26" fmla="*/ 48 w 96"/>
                  <a:gd name="T27" fmla="*/ 0 h 144"/>
                  <a:gd name="T28" fmla="*/ 73 w 96"/>
                  <a:gd name="T29" fmla="*/ 6 h 144"/>
                  <a:gd name="T30" fmla="*/ 90 w 96"/>
                  <a:gd name="T31" fmla="*/ 23 h 144"/>
                  <a:gd name="T32" fmla="*/ 96 w 96"/>
                  <a:gd name="T33" fmla="*/ 48 h 144"/>
                  <a:gd name="T34" fmla="*/ 48 w 96"/>
                  <a:gd name="T35" fmla="*/ 70 h 144"/>
                  <a:gd name="T36" fmla="*/ 65 w 96"/>
                  <a:gd name="T37" fmla="*/ 64 h 144"/>
                  <a:gd name="T38" fmla="*/ 72 w 96"/>
                  <a:gd name="T39" fmla="*/ 48 h 144"/>
                  <a:gd name="T40" fmla="*/ 72 w 96"/>
                  <a:gd name="T41" fmla="*/ 46 h 144"/>
                  <a:gd name="T42" fmla="*/ 65 w 96"/>
                  <a:gd name="T43" fmla="*/ 28 h 144"/>
                  <a:gd name="T44" fmla="*/ 48 w 96"/>
                  <a:gd name="T45" fmla="*/ 21 h 144"/>
                  <a:gd name="T46" fmla="*/ 31 w 96"/>
                  <a:gd name="T47" fmla="*/ 28 h 144"/>
                  <a:gd name="T48" fmla="*/ 25 w 96"/>
                  <a:gd name="T49" fmla="*/ 46 h 144"/>
                  <a:gd name="T50" fmla="*/ 31 w 96"/>
                  <a:gd name="T51" fmla="*/ 63 h 144"/>
                  <a:gd name="T52" fmla="*/ 48 w 96"/>
                  <a:gd name="T53" fmla="*/ 7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6" h="144">
                    <a:moveTo>
                      <a:pt x="96" y="48"/>
                    </a:moveTo>
                    <a:cubicBezTo>
                      <a:pt x="96" y="58"/>
                      <a:pt x="95" y="67"/>
                      <a:pt x="91" y="77"/>
                    </a:cubicBezTo>
                    <a:cubicBezTo>
                      <a:pt x="88" y="86"/>
                      <a:pt x="82" y="96"/>
                      <a:pt x="75" y="107"/>
                    </a:cubicBezTo>
                    <a:cubicBezTo>
                      <a:pt x="50" y="144"/>
                      <a:pt x="50" y="144"/>
                      <a:pt x="50" y="144"/>
                    </a:cubicBezTo>
                    <a:cubicBezTo>
                      <a:pt x="22" y="144"/>
                      <a:pt x="22" y="144"/>
                      <a:pt x="22" y="144"/>
                    </a:cubicBezTo>
                    <a:cubicBezTo>
                      <a:pt x="52" y="102"/>
                      <a:pt x="52" y="102"/>
                      <a:pt x="52" y="102"/>
                    </a:cubicBezTo>
                    <a:cubicBezTo>
                      <a:pt x="57" y="96"/>
                      <a:pt x="60" y="90"/>
                      <a:pt x="62" y="86"/>
                    </a:cubicBezTo>
                    <a:cubicBezTo>
                      <a:pt x="57" y="89"/>
                      <a:pt x="50" y="91"/>
                      <a:pt x="43" y="91"/>
                    </a:cubicBezTo>
                    <a:cubicBezTo>
                      <a:pt x="35" y="91"/>
                      <a:pt x="27" y="89"/>
                      <a:pt x="21" y="85"/>
                    </a:cubicBezTo>
                    <a:cubicBezTo>
                      <a:pt x="14" y="81"/>
                      <a:pt x="9" y="76"/>
                      <a:pt x="6" y="69"/>
                    </a:cubicBezTo>
                    <a:cubicBezTo>
                      <a:pt x="2" y="62"/>
                      <a:pt x="0" y="54"/>
                      <a:pt x="0" y="46"/>
                    </a:cubicBezTo>
                    <a:cubicBezTo>
                      <a:pt x="0" y="37"/>
                      <a:pt x="2" y="29"/>
                      <a:pt x="6" y="22"/>
                    </a:cubicBezTo>
                    <a:cubicBezTo>
                      <a:pt x="10" y="15"/>
                      <a:pt x="16" y="10"/>
                      <a:pt x="23" y="6"/>
                    </a:cubicBezTo>
                    <a:cubicBezTo>
                      <a:pt x="31" y="2"/>
                      <a:pt x="39" y="0"/>
                      <a:pt x="48" y="0"/>
                    </a:cubicBezTo>
                    <a:cubicBezTo>
                      <a:pt x="58" y="0"/>
                      <a:pt x="66" y="2"/>
                      <a:pt x="73" y="6"/>
                    </a:cubicBezTo>
                    <a:cubicBezTo>
                      <a:pt x="81" y="10"/>
                      <a:pt x="86" y="16"/>
                      <a:pt x="90" y="23"/>
                    </a:cubicBezTo>
                    <a:cubicBezTo>
                      <a:pt x="94" y="30"/>
                      <a:pt x="96" y="39"/>
                      <a:pt x="96" y="48"/>
                    </a:cubicBezTo>
                    <a:close/>
                    <a:moveTo>
                      <a:pt x="48" y="70"/>
                    </a:moveTo>
                    <a:cubicBezTo>
                      <a:pt x="55" y="70"/>
                      <a:pt x="61" y="68"/>
                      <a:pt x="65" y="64"/>
                    </a:cubicBezTo>
                    <a:cubicBezTo>
                      <a:pt x="69" y="60"/>
                      <a:pt x="71" y="55"/>
                      <a:pt x="72" y="48"/>
                    </a:cubicBezTo>
                    <a:cubicBezTo>
                      <a:pt x="72" y="46"/>
                      <a:pt x="72" y="46"/>
                      <a:pt x="72" y="46"/>
                    </a:cubicBezTo>
                    <a:cubicBezTo>
                      <a:pt x="72" y="38"/>
                      <a:pt x="70" y="32"/>
                      <a:pt x="65" y="28"/>
                    </a:cubicBezTo>
                    <a:cubicBezTo>
                      <a:pt x="61" y="23"/>
                      <a:pt x="55" y="21"/>
                      <a:pt x="48" y="21"/>
                    </a:cubicBezTo>
                    <a:cubicBezTo>
                      <a:pt x="41" y="21"/>
                      <a:pt x="36" y="23"/>
                      <a:pt x="31" y="28"/>
                    </a:cubicBezTo>
                    <a:cubicBezTo>
                      <a:pt x="27" y="32"/>
                      <a:pt x="25" y="38"/>
                      <a:pt x="25" y="46"/>
                    </a:cubicBezTo>
                    <a:cubicBezTo>
                      <a:pt x="25" y="53"/>
                      <a:pt x="27" y="59"/>
                      <a:pt x="31" y="63"/>
                    </a:cubicBezTo>
                    <a:cubicBezTo>
                      <a:pt x="35" y="68"/>
                      <a:pt x="41" y="70"/>
                      <a:pt x="48"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102" name="Freeform 111"/>
              <p:cNvSpPr>
                <a:spLocks noEditPoints="1"/>
              </p:cNvSpPr>
              <p:nvPr/>
            </p:nvSpPr>
            <p:spPr bwMode="auto">
              <a:xfrm>
                <a:off x="2878"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1 w 99"/>
                  <a:gd name="T23" fmla="*/ 19 h 146"/>
                  <a:gd name="T24" fmla="*/ 26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7 w 99"/>
                  <a:gd name="T37" fmla="*/ 67 h 146"/>
                  <a:gd name="T38" fmla="*/ 93 w 99"/>
                  <a:gd name="T39" fmla="*/ 81 h 146"/>
                  <a:gd name="T40" fmla="*/ 99 w 99"/>
                  <a:gd name="T41" fmla="*/ 102 h 146"/>
                  <a:gd name="T42" fmla="*/ 75 w 99"/>
                  <a:gd name="T43" fmla="*/ 101 h 146"/>
                  <a:gd name="T44" fmla="*/ 68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8 w 99"/>
                  <a:gd name="T57" fmla="*/ 119 h 146"/>
                  <a:gd name="T58" fmla="*/ 75 w 99"/>
                  <a:gd name="T59" fmla="*/ 101 h 146"/>
                  <a:gd name="T60" fmla="*/ 29 w 99"/>
                  <a:gd name="T61" fmla="*/ 39 h 146"/>
                  <a:gd name="T62" fmla="*/ 35 w 99"/>
                  <a:gd name="T63" fmla="*/ 53 h 146"/>
                  <a:gd name="T64" fmla="*/ 50 w 99"/>
                  <a:gd name="T65" fmla="*/ 58 h 146"/>
                  <a:gd name="T66" fmla="*/ 65 w 99"/>
                  <a:gd name="T67" fmla="*/ 53 h 146"/>
                  <a:gd name="T68" fmla="*/ 70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59" y="146"/>
                      <a:pt x="50" y="146"/>
                    </a:cubicBezTo>
                    <a:cubicBezTo>
                      <a:pt x="40" y="146"/>
                      <a:pt x="31" y="144"/>
                      <a:pt x="24" y="140"/>
                    </a:cubicBezTo>
                    <a:cubicBezTo>
                      <a:pt x="16" y="137"/>
                      <a:pt x="10"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7" y="50"/>
                      <a:pt x="6" y="45"/>
                      <a:pt x="6" y="39"/>
                    </a:cubicBezTo>
                    <a:cubicBezTo>
                      <a:pt x="6" y="32"/>
                      <a:pt x="8" y="25"/>
                      <a:pt x="11" y="19"/>
                    </a:cubicBezTo>
                    <a:cubicBezTo>
                      <a:pt x="15" y="13"/>
                      <a:pt x="20" y="9"/>
                      <a:pt x="26" y="5"/>
                    </a:cubicBezTo>
                    <a:cubicBezTo>
                      <a:pt x="33" y="2"/>
                      <a:pt x="41" y="0"/>
                      <a:pt x="50" y="0"/>
                    </a:cubicBezTo>
                    <a:cubicBezTo>
                      <a:pt x="58" y="0"/>
                      <a:pt x="66" y="2"/>
                      <a:pt x="73" y="5"/>
                    </a:cubicBezTo>
                    <a:cubicBezTo>
                      <a:pt x="79" y="9"/>
                      <a:pt x="84" y="13"/>
                      <a:pt x="88" y="19"/>
                    </a:cubicBezTo>
                    <a:cubicBezTo>
                      <a:pt x="91" y="25"/>
                      <a:pt x="93" y="32"/>
                      <a:pt x="93" y="39"/>
                    </a:cubicBezTo>
                    <a:cubicBezTo>
                      <a:pt x="93" y="45"/>
                      <a:pt x="92" y="50"/>
                      <a:pt x="89" y="55"/>
                    </a:cubicBezTo>
                    <a:cubicBezTo>
                      <a:pt x="86" y="60"/>
                      <a:pt x="82" y="64"/>
                      <a:pt x="77" y="67"/>
                    </a:cubicBezTo>
                    <a:cubicBezTo>
                      <a:pt x="84" y="70"/>
                      <a:pt x="89" y="75"/>
                      <a:pt x="93" y="81"/>
                    </a:cubicBezTo>
                    <a:cubicBezTo>
                      <a:pt x="97" y="87"/>
                      <a:pt x="99" y="94"/>
                      <a:pt x="99" y="102"/>
                    </a:cubicBezTo>
                    <a:close/>
                    <a:moveTo>
                      <a:pt x="75" y="101"/>
                    </a:moveTo>
                    <a:cubicBezTo>
                      <a:pt x="75" y="94"/>
                      <a:pt x="73" y="88"/>
                      <a:pt x="68" y="83"/>
                    </a:cubicBezTo>
                    <a:cubicBezTo>
                      <a:pt x="64" y="79"/>
                      <a:pt x="58" y="76"/>
                      <a:pt x="50" y="76"/>
                    </a:cubicBezTo>
                    <a:cubicBezTo>
                      <a:pt x="42" y="76"/>
                      <a:pt x="35" y="79"/>
                      <a:pt x="31" y="83"/>
                    </a:cubicBezTo>
                    <a:cubicBezTo>
                      <a:pt x="26" y="88"/>
                      <a:pt x="24" y="94"/>
                      <a:pt x="24" y="101"/>
                    </a:cubicBezTo>
                    <a:cubicBezTo>
                      <a:pt x="24" y="109"/>
                      <a:pt x="26" y="115"/>
                      <a:pt x="31" y="119"/>
                    </a:cubicBezTo>
                    <a:cubicBezTo>
                      <a:pt x="35" y="124"/>
                      <a:pt x="42" y="126"/>
                      <a:pt x="50" y="126"/>
                    </a:cubicBezTo>
                    <a:cubicBezTo>
                      <a:pt x="58" y="126"/>
                      <a:pt x="64" y="124"/>
                      <a:pt x="68" y="119"/>
                    </a:cubicBezTo>
                    <a:cubicBezTo>
                      <a:pt x="73" y="115"/>
                      <a:pt x="75" y="109"/>
                      <a:pt x="75" y="101"/>
                    </a:cubicBezTo>
                    <a:close/>
                    <a:moveTo>
                      <a:pt x="29" y="39"/>
                    </a:moveTo>
                    <a:cubicBezTo>
                      <a:pt x="29" y="44"/>
                      <a:pt x="31" y="49"/>
                      <a:pt x="35" y="53"/>
                    </a:cubicBezTo>
                    <a:cubicBezTo>
                      <a:pt x="38" y="56"/>
                      <a:pt x="43" y="58"/>
                      <a:pt x="50" y="58"/>
                    </a:cubicBezTo>
                    <a:cubicBezTo>
                      <a:pt x="56" y="58"/>
                      <a:pt x="61" y="56"/>
                      <a:pt x="65" y="53"/>
                    </a:cubicBezTo>
                    <a:cubicBezTo>
                      <a:pt x="68" y="49"/>
                      <a:pt x="70" y="44"/>
                      <a:pt x="70" y="39"/>
                    </a:cubicBezTo>
                    <a:cubicBezTo>
                      <a:pt x="70" y="33"/>
                      <a:pt x="68" y="28"/>
                      <a:pt x="65" y="24"/>
                    </a:cubicBezTo>
                    <a:cubicBezTo>
                      <a:pt x="61" y="21"/>
                      <a:pt x="56" y="19"/>
                      <a:pt x="50" y="19"/>
                    </a:cubicBezTo>
                    <a:cubicBezTo>
                      <a:pt x="43" y="19"/>
                      <a:pt x="38"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sp>
            <p:nvSpPr>
              <p:cNvPr id="103" name="Freeform 112"/>
              <p:cNvSpPr>
                <a:spLocks noEditPoints="1"/>
              </p:cNvSpPr>
              <p:nvPr/>
            </p:nvSpPr>
            <p:spPr bwMode="auto">
              <a:xfrm>
                <a:off x="3034" y="2601"/>
                <a:ext cx="134" cy="198"/>
              </a:xfrm>
              <a:custGeom>
                <a:avLst/>
                <a:gdLst>
                  <a:gd name="T0" fmla="*/ 99 w 99"/>
                  <a:gd name="T1" fmla="*/ 102 h 146"/>
                  <a:gd name="T2" fmla="*/ 93 w 99"/>
                  <a:gd name="T3" fmla="*/ 125 h 146"/>
                  <a:gd name="T4" fmla="*/ 76 w 99"/>
                  <a:gd name="T5" fmla="*/ 140 h 146"/>
                  <a:gd name="T6" fmla="*/ 50 w 99"/>
                  <a:gd name="T7" fmla="*/ 146 h 146"/>
                  <a:gd name="T8" fmla="*/ 24 w 99"/>
                  <a:gd name="T9" fmla="*/ 140 h 146"/>
                  <a:gd name="T10" fmla="*/ 6 w 99"/>
                  <a:gd name="T11" fmla="*/ 125 h 146"/>
                  <a:gd name="T12" fmla="*/ 0 w 99"/>
                  <a:gd name="T13" fmla="*/ 102 h 146"/>
                  <a:gd name="T14" fmla="*/ 6 w 99"/>
                  <a:gd name="T15" fmla="*/ 81 h 146"/>
                  <a:gd name="T16" fmla="*/ 22 w 99"/>
                  <a:gd name="T17" fmla="*/ 67 h 146"/>
                  <a:gd name="T18" fmla="*/ 10 w 99"/>
                  <a:gd name="T19" fmla="*/ 55 h 146"/>
                  <a:gd name="T20" fmla="*/ 6 w 99"/>
                  <a:gd name="T21" fmla="*/ 39 h 146"/>
                  <a:gd name="T22" fmla="*/ 12 w 99"/>
                  <a:gd name="T23" fmla="*/ 19 h 146"/>
                  <a:gd name="T24" fmla="*/ 27 w 99"/>
                  <a:gd name="T25" fmla="*/ 5 h 146"/>
                  <a:gd name="T26" fmla="*/ 50 w 99"/>
                  <a:gd name="T27" fmla="*/ 0 h 146"/>
                  <a:gd name="T28" fmla="*/ 73 w 99"/>
                  <a:gd name="T29" fmla="*/ 5 h 146"/>
                  <a:gd name="T30" fmla="*/ 88 w 99"/>
                  <a:gd name="T31" fmla="*/ 19 h 146"/>
                  <a:gd name="T32" fmla="*/ 93 w 99"/>
                  <a:gd name="T33" fmla="*/ 39 h 146"/>
                  <a:gd name="T34" fmla="*/ 89 w 99"/>
                  <a:gd name="T35" fmla="*/ 55 h 146"/>
                  <a:gd name="T36" fmla="*/ 78 w 99"/>
                  <a:gd name="T37" fmla="*/ 67 h 146"/>
                  <a:gd name="T38" fmla="*/ 94 w 99"/>
                  <a:gd name="T39" fmla="*/ 81 h 146"/>
                  <a:gd name="T40" fmla="*/ 99 w 99"/>
                  <a:gd name="T41" fmla="*/ 102 h 146"/>
                  <a:gd name="T42" fmla="*/ 76 w 99"/>
                  <a:gd name="T43" fmla="*/ 101 h 146"/>
                  <a:gd name="T44" fmla="*/ 69 w 99"/>
                  <a:gd name="T45" fmla="*/ 83 h 146"/>
                  <a:gd name="T46" fmla="*/ 50 w 99"/>
                  <a:gd name="T47" fmla="*/ 76 h 146"/>
                  <a:gd name="T48" fmla="*/ 31 w 99"/>
                  <a:gd name="T49" fmla="*/ 83 h 146"/>
                  <a:gd name="T50" fmla="*/ 24 w 99"/>
                  <a:gd name="T51" fmla="*/ 101 h 146"/>
                  <a:gd name="T52" fmla="*/ 31 w 99"/>
                  <a:gd name="T53" fmla="*/ 119 h 146"/>
                  <a:gd name="T54" fmla="*/ 50 w 99"/>
                  <a:gd name="T55" fmla="*/ 126 h 146"/>
                  <a:gd name="T56" fmla="*/ 69 w 99"/>
                  <a:gd name="T57" fmla="*/ 119 h 146"/>
                  <a:gd name="T58" fmla="*/ 76 w 99"/>
                  <a:gd name="T59" fmla="*/ 101 h 146"/>
                  <a:gd name="T60" fmla="*/ 29 w 99"/>
                  <a:gd name="T61" fmla="*/ 39 h 146"/>
                  <a:gd name="T62" fmla="*/ 35 w 99"/>
                  <a:gd name="T63" fmla="*/ 53 h 146"/>
                  <a:gd name="T64" fmla="*/ 50 w 99"/>
                  <a:gd name="T65" fmla="*/ 58 h 146"/>
                  <a:gd name="T66" fmla="*/ 65 w 99"/>
                  <a:gd name="T67" fmla="*/ 53 h 146"/>
                  <a:gd name="T68" fmla="*/ 71 w 99"/>
                  <a:gd name="T69" fmla="*/ 39 h 146"/>
                  <a:gd name="T70" fmla="*/ 65 w 99"/>
                  <a:gd name="T71" fmla="*/ 24 h 146"/>
                  <a:gd name="T72" fmla="*/ 50 w 99"/>
                  <a:gd name="T73" fmla="*/ 19 h 146"/>
                  <a:gd name="T74" fmla="*/ 35 w 99"/>
                  <a:gd name="T75" fmla="*/ 24 h 146"/>
                  <a:gd name="T76" fmla="*/ 29 w 99"/>
                  <a:gd name="T77"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 h="146">
                    <a:moveTo>
                      <a:pt x="99" y="102"/>
                    </a:moveTo>
                    <a:cubicBezTo>
                      <a:pt x="99" y="110"/>
                      <a:pt x="97" y="118"/>
                      <a:pt x="93" y="125"/>
                    </a:cubicBezTo>
                    <a:cubicBezTo>
                      <a:pt x="89" y="132"/>
                      <a:pt x="83" y="137"/>
                      <a:pt x="76" y="140"/>
                    </a:cubicBezTo>
                    <a:cubicBezTo>
                      <a:pt x="68" y="144"/>
                      <a:pt x="60" y="146"/>
                      <a:pt x="50" y="146"/>
                    </a:cubicBezTo>
                    <a:cubicBezTo>
                      <a:pt x="40" y="146"/>
                      <a:pt x="31" y="144"/>
                      <a:pt x="24" y="140"/>
                    </a:cubicBezTo>
                    <a:cubicBezTo>
                      <a:pt x="16" y="137"/>
                      <a:pt x="11" y="132"/>
                      <a:pt x="6" y="125"/>
                    </a:cubicBezTo>
                    <a:cubicBezTo>
                      <a:pt x="2" y="118"/>
                      <a:pt x="0" y="110"/>
                      <a:pt x="0" y="102"/>
                    </a:cubicBezTo>
                    <a:cubicBezTo>
                      <a:pt x="0" y="94"/>
                      <a:pt x="2" y="87"/>
                      <a:pt x="6" y="81"/>
                    </a:cubicBezTo>
                    <a:cubicBezTo>
                      <a:pt x="10" y="75"/>
                      <a:pt x="15" y="70"/>
                      <a:pt x="22" y="67"/>
                    </a:cubicBezTo>
                    <a:cubicBezTo>
                      <a:pt x="17" y="64"/>
                      <a:pt x="13" y="60"/>
                      <a:pt x="10" y="55"/>
                    </a:cubicBezTo>
                    <a:cubicBezTo>
                      <a:pt x="8" y="50"/>
                      <a:pt x="6" y="45"/>
                      <a:pt x="6" y="39"/>
                    </a:cubicBezTo>
                    <a:cubicBezTo>
                      <a:pt x="6" y="32"/>
                      <a:pt x="8" y="25"/>
                      <a:pt x="12" y="19"/>
                    </a:cubicBezTo>
                    <a:cubicBezTo>
                      <a:pt x="15" y="13"/>
                      <a:pt x="20" y="9"/>
                      <a:pt x="27" y="5"/>
                    </a:cubicBezTo>
                    <a:cubicBezTo>
                      <a:pt x="33" y="2"/>
                      <a:pt x="41" y="0"/>
                      <a:pt x="50" y="0"/>
                    </a:cubicBezTo>
                    <a:cubicBezTo>
                      <a:pt x="59" y="0"/>
                      <a:pt x="66" y="2"/>
                      <a:pt x="73" y="5"/>
                    </a:cubicBezTo>
                    <a:cubicBezTo>
                      <a:pt x="80" y="9"/>
                      <a:pt x="85" y="13"/>
                      <a:pt x="88" y="19"/>
                    </a:cubicBezTo>
                    <a:cubicBezTo>
                      <a:pt x="92" y="25"/>
                      <a:pt x="93" y="32"/>
                      <a:pt x="93" y="39"/>
                    </a:cubicBezTo>
                    <a:cubicBezTo>
                      <a:pt x="93" y="45"/>
                      <a:pt x="92" y="50"/>
                      <a:pt x="89" y="55"/>
                    </a:cubicBezTo>
                    <a:cubicBezTo>
                      <a:pt x="87" y="60"/>
                      <a:pt x="83" y="64"/>
                      <a:pt x="78" y="67"/>
                    </a:cubicBezTo>
                    <a:cubicBezTo>
                      <a:pt x="84" y="70"/>
                      <a:pt x="90" y="75"/>
                      <a:pt x="94" y="81"/>
                    </a:cubicBezTo>
                    <a:cubicBezTo>
                      <a:pt x="98" y="87"/>
                      <a:pt x="99" y="94"/>
                      <a:pt x="99" y="102"/>
                    </a:cubicBezTo>
                    <a:close/>
                    <a:moveTo>
                      <a:pt x="76" y="101"/>
                    </a:moveTo>
                    <a:cubicBezTo>
                      <a:pt x="76" y="94"/>
                      <a:pt x="73" y="88"/>
                      <a:pt x="69" y="83"/>
                    </a:cubicBezTo>
                    <a:cubicBezTo>
                      <a:pt x="64" y="79"/>
                      <a:pt x="58" y="76"/>
                      <a:pt x="50" y="76"/>
                    </a:cubicBezTo>
                    <a:cubicBezTo>
                      <a:pt x="42" y="76"/>
                      <a:pt x="36" y="79"/>
                      <a:pt x="31" y="83"/>
                    </a:cubicBezTo>
                    <a:cubicBezTo>
                      <a:pt x="26" y="88"/>
                      <a:pt x="24" y="94"/>
                      <a:pt x="24" y="101"/>
                    </a:cubicBezTo>
                    <a:cubicBezTo>
                      <a:pt x="24" y="109"/>
                      <a:pt x="26" y="115"/>
                      <a:pt x="31" y="119"/>
                    </a:cubicBezTo>
                    <a:cubicBezTo>
                      <a:pt x="36" y="124"/>
                      <a:pt x="42" y="126"/>
                      <a:pt x="50" y="126"/>
                    </a:cubicBezTo>
                    <a:cubicBezTo>
                      <a:pt x="58" y="126"/>
                      <a:pt x="64" y="124"/>
                      <a:pt x="69" y="119"/>
                    </a:cubicBezTo>
                    <a:cubicBezTo>
                      <a:pt x="73" y="115"/>
                      <a:pt x="76" y="109"/>
                      <a:pt x="76" y="101"/>
                    </a:cubicBezTo>
                    <a:close/>
                    <a:moveTo>
                      <a:pt x="29" y="39"/>
                    </a:moveTo>
                    <a:cubicBezTo>
                      <a:pt x="29" y="44"/>
                      <a:pt x="31" y="49"/>
                      <a:pt x="35" y="53"/>
                    </a:cubicBezTo>
                    <a:cubicBezTo>
                      <a:pt x="39" y="56"/>
                      <a:pt x="44" y="58"/>
                      <a:pt x="50" y="58"/>
                    </a:cubicBezTo>
                    <a:cubicBezTo>
                      <a:pt x="56" y="58"/>
                      <a:pt x="61" y="56"/>
                      <a:pt x="65" y="53"/>
                    </a:cubicBezTo>
                    <a:cubicBezTo>
                      <a:pt x="69" y="49"/>
                      <a:pt x="71" y="44"/>
                      <a:pt x="71" y="39"/>
                    </a:cubicBezTo>
                    <a:cubicBezTo>
                      <a:pt x="71" y="33"/>
                      <a:pt x="69" y="28"/>
                      <a:pt x="65" y="24"/>
                    </a:cubicBezTo>
                    <a:cubicBezTo>
                      <a:pt x="61" y="21"/>
                      <a:pt x="56" y="19"/>
                      <a:pt x="50" y="19"/>
                    </a:cubicBezTo>
                    <a:cubicBezTo>
                      <a:pt x="44" y="19"/>
                      <a:pt x="39" y="21"/>
                      <a:pt x="35" y="24"/>
                    </a:cubicBezTo>
                    <a:cubicBezTo>
                      <a:pt x="31" y="28"/>
                      <a:pt x="29" y="33"/>
                      <a:pt x="2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black"/>
                  </a:solidFill>
                  <a:effectLst/>
                  <a:uLnTx/>
                  <a:uFillTx/>
                  <a:latin typeface="汉仪旗黑-50S" panose="00020600040101010101" charset="-122"/>
                  <a:ea typeface="汉仪旗黑-50S" panose="00020600040101010101" charset="-122"/>
                  <a:cs typeface="+mn-cs"/>
                </a:endParaRPr>
              </a:p>
            </p:txBody>
          </p:sp>
        </p:grpSp>
        <p:sp>
          <p:nvSpPr>
            <p:cNvPr id="66" name="矩形 65"/>
            <p:cNvSpPr/>
            <p:nvPr/>
          </p:nvSpPr>
          <p:spPr bwMode="auto">
            <a:xfrm>
              <a:off x="257511" y="2808121"/>
              <a:ext cx="3608258" cy="1276281"/>
            </a:xfrm>
            <a:prstGeom prst="rect">
              <a:avLst/>
            </a:prstGeom>
          </p:spPr>
          <p:txBody>
            <a:bodyPr wrap="none">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800" b="0" i="0" u="none" strike="noStrike" kern="100" cap="none" spc="0" normalizeH="0" baseline="0" noProof="0">
                  <a:ln>
                    <a:noFill/>
                  </a:ln>
                  <a:solidFill>
                    <a:prstClr val="white"/>
                  </a:solidFill>
                  <a:effectLst/>
                  <a:uLnTx/>
                  <a:uFillTx/>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金山大学</a:t>
              </a:r>
              <a:endParaRPr kumimoji="0" lang="zh-CN" altLang="en-US" sz="800" b="0" i="0" u="none" strike="noStrike" kern="100" cap="none" spc="0" normalizeH="0" baseline="0" noProof="0">
                <a:ln>
                  <a:noFill/>
                </a:ln>
                <a:solidFill>
                  <a:prstClr val="white"/>
                </a:solidFill>
                <a:effectLst/>
                <a:uLnTx/>
                <a:uFillTx/>
                <a:latin typeface="汉仪雅酷黑 65W" panose="020B0604020202020204" charset="-122"/>
                <a:ea typeface="汉仪雅酷黑 65W" panose="020B0604020202020204" charset="-122"/>
                <a:cs typeface="汉仪旗黑-50S" panose="00020600040101010101" charset="-122"/>
                <a:sym typeface="汉仪旗黑-50S" panose="00020600040101010101" charset="-122"/>
              </a:endParaRPr>
            </a:p>
          </p:txBody>
        </p:sp>
      </p:grpSp>
      <p:sp>
        <p:nvSpPr>
          <p:cNvPr id="62" name="矩形 61"/>
          <p:cNvSpPr/>
          <p:nvPr/>
        </p:nvSpPr>
        <p:spPr bwMode="auto">
          <a:xfrm>
            <a:off x="1401901" y="1808258"/>
            <a:ext cx="6340198" cy="830997"/>
          </a:xfrm>
          <a:prstGeom prst="rect">
            <a:avLst/>
          </a:prstGeom>
        </p:spPr>
        <p:txBody>
          <a:bodyPr wrap="none">
            <a:spAutoFit/>
          </a:bodyPr>
          <a:lstStyle/>
          <a:p>
            <a:pPr algn="ctr"/>
            <a:r>
              <a:rPr lang="zh-CN" altLang="en-US" sz="4800" kern="100">
                <a:solidFill>
                  <a:schemeClr val="accent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rPr>
              <a:t>感谢各位专家批评指正</a:t>
            </a:r>
            <a:endParaRPr lang="zh-CN" altLang="en-US" sz="4800" kern="100">
              <a:solidFill>
                <a:schemeClr val="accent1"/>
              </a:solidFill>
              <a:latin typeface="汉仪雅酷黑 65W" panose="020B0604020202020204" charset="-122"/>
              <a:ea typeface="汉仪雅酷黑 65W" panose="020B0604020202020204" charset="-122"/>
              <a:cs typeface="汉仪旗黑-50S" panose="00020600040101010101" charset="-122"/>
              <a:sym typeface="汉仪旗黑-50S" panose="00020600040101010101" charset="-122"/>
            </a:endParaRPr>
          </a:p>
        </p:txBody>
      </p:sp>
      <p:sp>
        <p:nvSpPr>
          <p:cNvPr id="95" name="矩形 94"/>
          <p:cNvSpPr/>
          <p:nvPr/>
        </p:nvSpPr>
        <p:spPr>
          <a:xfrm>
            <a:off x="1576667" y="1471295"/>
            <a:ext cx="5990666" cy="338554"/>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normalizeH="0" baseline="0" noProof="0">
                <a:ln>
                  <a:noFill/>
                </a:ln>
                <a:solidFill>
                  <a:schemeClr val="accent1"/>
                </a:solidFill>
                <a:effectLst/>
                <a:uLnTx/>
                <a:uFillTx/>
                <a:latin typeface="汉仪旗黑-50S" panose="00020600040101010101" charset="-122"/>
                <a:ea typeface="汉仪旗黑-50S" panose="00020600040101010101" charset="-122"/>
                <a:cs typeface="+mn-cs"/>
                <a:sym typeface="汉仪旗黑-50S" panose="00020600040101010101" charset="-122"/>
              </a:rPr>
              <a:t>THANK YOU FOR YOUR CRITICISM AND CORRECTION</a:t>
            </a:r>
            <a:endParaRPr kumimoji="0" lang="zh-CN" altLang="en-US" sz="1600" b="1" i="0" u="none" strike="noStrike" kern="1200" cap="none" normalizeH="0" baseline="0" noProof="0">
              <a:ln>
                <a:noFill/>
              </a:ln>
              <a:solidFill>
                <a:schemeClr val="accent1"/>
              </a:solidFill>
              <a:effectLst/>
              <a:uLnTx/>
              <a:uFillTx/>
              <a:latin typeface="汉仪旗黑-50S" panose="00020600040101010101" charset="-122"/>
              <a:ea typeface="汉仪旗黑-50S" panose="00020600040101010101" charset="-122"/>
              <a:cs typeface="+mn-cs"/>
              <a:sym typeface="汉仪旗黑-50S" panose="00020600040101010101" charset="-122"/>
            </a:endParaRPr>
          </a:p>
        </p:txBody>
      </p:sp>
      <p:grpSp>
        <p:nvGrpSpPr>
          <p:cNvPr id="96" name="组合 95"/>
          <p:cNvGrpSpPr/>
          <p:nvPr/>
        </p:nvGrpSpPr>
        <p:grpSpPr>
          <a:xfrm>
            <a:off x="3136692" y="3387777"/>
            <a:ext cx="2870616" cy="262330"/>
            <a:chOff x="3136692" y="3177914"/>
            <a:chExt cx="2870616" cy="262330"/>
          </a:xfrm>
        </p:grpSpPr>
        <p:sp>
          <p:nvSpPr>
            <p:cNvPr id="105" name="矩形: 圆角 104"/>
            <p:cNvSpPr/>
            <p:nvPr/>
          </p:nvSpPr>
          <p:spPr>
            <a:xfrm>
              <a:off x="3136692" y="3177914"/>
              <a:ext cx="2870616" cy="262330"/>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06" name="文本框 105"/>
            <p:cNvSpPr txBox="1"/>
            <p:nvPr/>
          </p:nvSpPr>
          <p:spPr>
            <a:xfrm>
              <a:off x="3258450" y="3196807"/>
              <a:ext cx="2627100" cy="230832"/>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a:ln>
                    <a:noFill/>
                  </a:ln>
                  <a:solidFill>
                    <a:schemeClr val="bg1"/>
                  </a:solidFill>
                  <a:effectLst/>
                  <a:uLnTx/>
                  <a:uFillTx/>
                  <a:latin typeface="+mj-ea"/>
                  <a:ea typeface="+mj-ea"/>
                  <a:cs typeface="+mn-cs"/>
                  <a:sym typeface="汉仪旗黑-50S" panose="00020600040101010101" charset="-122"/>
                </a:rPr>
                <a:t>答辩学生：熊猫达人      指导老师：熊猫老师      </a:t>
              </a:r>
              <a:endParaRPr kumimoji="0" lang="en-US" altLang="zh-CN" sz="900" b="0" i="0" u="none" strike="noStrike" kern="1200" cap="none" spc="0" normalizeH="0" baseline="0" noProof="0">
                <a:ln>
                  <a:noFill/>
                </a:ln>
                <a:solidFill>
                  <a:schemeClr val="bg1"/>
                </a:solidFill>
                <a:effectLst/>
                <a:uLnTx/>
                <a:uFillTx/>
                <a:latin typeface="+mj-ea"/>
                <a:ea typeface="+mj-ea"/>
                <a:cs typeface="+mn-cs"/>
                <a:sym typeface="汉仪旗黑-50S" panose="00020600040101010101" charset="-122"/>
              </a:endParaRPr>
            </a:p>
          </p:txBody>
        </p:sp>
      </p:grpSp>
      <p:sp>
        <p:nvSpPr>
          <p:cNvPr id="107" name="矩形 106"/>
          <p:cNvSpPr/>
          <p:nvPr/>
        </p:nvSpPr>
        <p:spPr>
          <a:xfrm>
            <a:off x="1017457" y="2622654"/>
            <a:ext cx="7109085" cy="556434"/>
          </a:xfrm>
          <a:prstGeom prst="rect">
            <a:avLst/>
          </a:prstGeom>
        </p:spPr>
        <p:txBody>
          <a:bodyPr wrap="square">
            <a:spAutoFit/>
          </a:bodyPr>
          <a:lstStyle/>
          <a:p>
            <a:pPr algn="ctr">
              <a:lnSpc>
                <a:spcPct val="150000"/>
              </a:lnSpc>
            </a:pPr>
            <a:r>
              <a:rPr lang="en-US" altLang="zh-CN" sz="1050" kern="0">
                <a:solidFill>
                  <a:schemeClr val="tx1">
                    <a:lumMod val="75000"/>
                    <a:lumOff val="25000"/>
                  </a:schemeClr>
                </a:solidFill>
                <a:latin typeface="汉仪旗黑-50S" panose="00020600040101010101" charset="-122"/>
                <a:sym typeface="汉仪旗黑-50S" panose="00020600040101010101" charset="-122"/>
              </a:rPr>
              <a:t>Lorem ipsum dolor sit amet, consectetuer adipiscing elit. Aenean commodo ligula eget dolor. Lorem ipsum dolor sit amet, consectetuer adipiscing elit. Aenean commodo ligula eget dolor. </a:t>
            </a:r>
            <a:endParaRPr lang="en-US" altLang="zh-CN" sz="1050" kern="0">
              <a:solidFill>
                <a:schemeClr val="tx1">
                  <a:lumMod val="75000"/>
                  <a:lumOff val="25000"/>
                </a:schemeClr>
              </a:solidFill>
              <a:latin typeface="汉仪旗黑-50S" panose="00020600040101010101" charset="-122"/>
              <a:sym typeface="汉仪旗黑-50S" panose="0002060004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grpSp>
        <p:nvGrpSpPr>
          <p:cNvPr id="2" name="组合 1"/>
          <p:cNvGrpSpPr/>
          <p:nvPr/>
        </p:nvGrpSpPr>
        <p:grpSpPr>
          <a:xfrm>
            <a:off x="0" y="410052"/>
            <a:ext cx="5872163" cy="350996"/>
            <a:chOff x="0" y="861"/>
            <a:chExt cx="12330" cy="737"/>
          </a:xfrm>
        </p:grpSpPr>
        <p:sp>
          <p:nvSpPr>
            <p:cNvPr id="3" name="矩形 2"/>
            <p:cNvSpPr/>
            <p:nvPr/>
          </p:nvSpPr>
          <p:spPr>
            <a:xfrm>
              <a:off x="0" y="861"/>
              <a:ext cx="170" cy="737"/>
            </a:xfrm>
            <a:prstGeom prst="rect">
              <a:avLst/>
            </a:prstGeom>
            <a:solidFill>
              <a:srgbClr val="FF28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4" name="文本框 3"/>
            <p:cNvSpPr txBox="1"/>
            <p:nvPr/>
          </p:nvSpPr>
          <p:spPr>
            <a:xfrm>
              <a:off x="166" y="869"/>
              <a:ext cx="6631" cy="724"/>
            </a:xfrm>
            <a:prstGeom prst="rect">
              <a:avLst/>
            </a:prstGeom>
            <a:noFill/>
          </p:spPr>
          <p:txBody>
            <a:bodyPr wrap="square" rtlCol="0">
              <a:noAutofit/>
            </a:bodyPr>
            <a:lstStyle/>
            <a:p>
              <a:r>
                <a:rPr lang="zh-CN" altLang="en-US" sz="1800" b="1">
                  <a:solidFill>
                    <a:srgbClr val="222222"/>
                  </a:solidFill>
                  <a:latin typeface="汉仪旗黑-50S" panose="00020600040101010101" charset="-122"/>
                  <a:ea typeface="汉仪旗黑-50S" panose="00020600040101010101" charset="-122"/>
                  <a:cs typeface="汉仪旗黑-50S" panose="00020600040101010101" charset="-122"/>
                </a:rPr>
                <a:t>稻壳儿</a:t>
              </a:r>
              <a:r>
                <a:rPr lang="en-US" altLang="zh-CN" sz="1800" b="1">
                  <a:solidFill>
                    <a:srgbClr val="222222"/>
                  </a:solidFill>
                  <a:latin typeface="汉仪旗黑-50S" panose="00020600040101010101" charset="-122"/>
                  <a:ea typeface="汉仪旗黑-50S" panose="00020600040101010101" charset="-122"/>
                  <a:cs typeface="汉仪旗黑-50S" panose="00020600040101010101" charset="-122"/>
                </a:rPr>
                <a:t>PPT</a:t>
              </a:r>
              <a:r>
                <a:rPr lang="zh-CN" altLang="en-US" sz="1800" b="1">
                  <a:solidFill>
                    <a:srgbClr val="222222"/>
                  </a:solidFill>
                  <a:latin typeface="汉仪旗黑-50S" panose="00020600040101010101" charset="-122"/>
                  <a:ea typeface="汉仪旗黑-50S" panose="00020600040101010101" charset="-122"/>
                  <a:cs typeface="汉仪旗黑-50S" panose="00020600040101010101" charset="-122"/>
                </a:rPr>
                <a:t>模板使用说明</a:t>
              </a:r>
              <a:endParaRPr lang="zh-CN" altLang="en-US" sz="1800" b="1">
                <a:solidFill>
                  <a:srgbClr val="222222"/>
                </a:solidFill>
                <a:latin typeface="汉仪旗黑-50S" panose="00020600040101010101" charset="-122"/>
                <a:ea typeface="汉仪旗黑-50S" panose="00020600040101010101" charset="-122"/>
                <a:cs typeface="汉仪旗黑-50S" panose="00020600040101010101" charset="-122"/>
              </a:endParaRPr>
            </a:p>
          </p:txBody>
        </p:sp>
        <p:sp>
          <p:nvSpPr>
            <p:cNvPr id="5" name="文本框 4"/>
            <p:cNvSpPr txBox="1"/>
            <p:nvPr/>
          </p:nvSpPr>
          <p:spPr>
            <a:xfrm>
              <a:off x="5474" y="1013"/>
              <a:ext cx="6856" cy="485"/>
            </a:xfrm>
            <a:prstGeom prst="rect">
              <a:avLst/>
            </a:prstGeom>
            <a:noFill/>
          </p:spPr>
          <p:txBody>
            <a:bodyPr wrap="square" rtlCol="0">
              <a:spAutoFit/>
            </a:bodyPr>
            <a:lstStyle/>
            <a:p>
              <a:r>
                <a:rPr lang="zh-CN" altLang="en-US" sz="900" spc="75">
                  <a:solidFill>
                    <a:srgbClr val="222222">
                      <a:alpha val="60000"/>
                    </a:srgbClr>
                  </a:solidFill>
                  <a:latin typeface="汉仪旗黑-50S" panose="00020600040101010101" charset="-122"/>
                  <a:ea typeface="汉仪旗黑-50S" panose="00020600040101010101" charset="-122"/>
                </a:rPr>
                <a:t>（本页为说明页，用户使用模板时可删除本页内容）</a:t>
              </a:r>
              <a:endParaRPr lang="zh-CN" altLang="en-US" sz="900" spc="75">
                <a:solidFill>
                  <a:srgbClr val="222222">
                    <a:alpha val="60000"/>
                  </a:srgbClr>
                </a:solidFill>
                <a:latin typeface="汉仪旗黑-50S" panose="00020600040101010101" charset="-122"/>
                <a:ea typeface="汉仪旗黑-50S" panose="00020600040101010101" charset="-122"/>
              </a:endParaRPr>
            </a:p>
          </p:txBody>
        </p:sp>
      </p:grpSp>
      <p:sp>
        <p:nvSpPr>
          <p:cNvPr id="6" name="文本框 5"/>
          <p:cNvSpPr txBox="1"/>
          <p:nvPr/>
        </p:nvSpPr>
        <p:spPr>
          <a:xfrm>
            <a:off x="488157" y="1052513"/>
            <a:ext cx="740569" cy="507831"/>
          </a:xfrm>
          <a:prstGeom prst="rect">
            <a:avLst/>
          </a:prstGeom>
          <a:noFill/>
        </p:spPr>
        <p:txBody>
          <a:bodyPr wrap="square" rtlCol="0">
            <a:spAutoFit/>
          </a:bodyPr>
          <a:lstStyle/>
          <a:p>
            <a:r>
              <a:rPr lang="en-US" sz="2700" b="1">
                <a:solidFill>
                  <a:srgbClr val="FF2832"/>
                </a:solidFill>
                <a:latin typeface="汉仪旗黑-50S" panose="00020600040101010101" charset="-122"/>
                <a:ea typeface="汉仪旗黑-50S" panose="00020600040101010101" charset="-122"/>
                <a:cs typeface="汉仪旗黑-50S" panose="00020600040101010101" charset="-122"/>
              </a:rPr>
              <a:t>01</a:t>
            </a:r>
            <a:endParaRPr lang="en-US" sz="2700" b="1">
              <a:solidFill>
                <a:srgbClr val="FF2832"/>
              </a:solidFill>
              <a:latin typeface="汉仪旗黑-50S" panose="00020600040101010101" charset="-122"/>
              <a:ea typeface="汉仪旗黑-50S" panose="00020600040101010101" charset="-122"/>
              <a:cs typeface="汉仪旗黑-50S" panose="00020600040101010101" charset="-122"/>
            </a:endParaRPr>
          </a:p>
        </p:txBody>
      </p:sp>
      <p:sp>
        <p:nvSpPr>
          <p:cNvPr id="7" name="文本框 6"/>
          <p:cNvSpPr txBox="1"/>
          <p:nvPr/>
        </p:nvSpPr>
        <p:spPr>
          <a:xfrm>
            <a:off x="473392" y="4344353"/>
            <a:ext cx="2473643" cy="437043"/>
          </a:xfrm>
          <a:prstGeom prst="rect">
            <a:avLst/>
          </a:prstGeom>
          <a:noFill/>
        </p:spPr>
        <p:txBody>
          <a:bodyPr wrap="square" rtlCol="0">
            <a:spAutoFit/>
          </a:bodyPr>
          <a:lstStyle/>
          <a:p>
            <a:pPr algn="l" fontAlgn="auto">
              <a:lnSpc>
                <a:spcPct val="150000"/>
              </a:lnSpc>
            </a:pPr>
            <a:r>
              <a:rPr lang="zh-CN" altLang="en-US" sz="525">
                <a:solidFill>
                  <a:srgbClr val="222222">
                    <a:alpha val="60000"/>
                  </a:srgbClr>
                </a:solidFill>
                <a:latin typeface="汉仪旗黑-50S" panose="00020600040101010101" charset="-122"/>
                <a:ea typeface="汉仪旗黑-50S" panose="00020600040101010101" charset="-122"/>
                <a:cs typeface="汉仪旗黑-50S" panose="00020600040101010101" charset="-122"/>
              </a:rPr>
              <a:t>【说明】</a:t>
            </a:r>
            <a:endParaRPr lang="zh-CN" altLang="en-US" sz="525">
              <a:solidFill>
                <a:srgbClr val="222222">
                  <a:alpha val="60000"/>
                </a:srgbClr>
              </a:solidFill>
              <a:latin typeface="汉仪旗黑-50S" panose="00020600040101010101" charset="-122"/>
              <a:ea typeface="汉仪旗黑-50S" panose="00020600040101010101" charset="-122"/>
              <a:cs typeface="汉仪旗黑-50S" panose="00020600040101010101" charset="-122"/>
            </a:endParaRPr>
          </a:p>
          <a:p>
            <a:pPr marL="29845">
              <a:lnSpc>
                <a:spcPct val="150000"/>
              </a:lnSpc>
            </a:pPr>
            <a:r>
              <a:rPr sz="525">
                <a:solidFill>
                  <a:srgbClr val="222222">
                    <a:alpha val="60000"/>
                  </a:srgbClr>
                </a:solidFill>
                <a:latin typeface="汉仪旗黑-50S" panose="00020600040101010101" charset="-122"/>
                <a:ea typeface="汉仪旗黑-50S" panose="00020600040101010101" charset="-122"/>
                <a:cs typeface="汉仪旗黑-50S" panose="00020600040101010101" charset="-122"/>
                <a:sym typeface="+mn-ea"/>
              </a:rPr>
              <a:t>模板中使用的字体仅限于个人学习、研究或欣赏目的使用，如需商用请您自行向版权方购买、获取商用版权。</a:t>
            </a:r>
            <a:endParaRPr sz="525">
              <a:solidFill>
                <a:srgbClr val="222222">
                  <a:alpha val="60000"/>
                </a:srgbClr>
              </a:solidFill>
              <a:latin typeface="汉仪旗黑-50S" panose="00020600040101010101" charset="-122"/>
              <a:ea typeface="汉仪旗黑-50S" panose="00020600040101010101" charset="-122"/>
              <a:cs typeface="汉仪旗黑-50S" panose="00020600040101010101" charset="-122"/>
              <a:sym typeface="+mn-ea"/>
            </a:endParaRPr>
          </a:p>
        </p:txBody>
      </p:sp>
      <p:cxnSp>
        <p:nvCxnSpPr>
          <p:cNvPr id="8" name="直接连接符 7"/>
          <p:cNvCxnSpPr/>
          <p:nvPr/>
        </p:nvCxnSpPr>
        <p:spPr>
          <a:xfrm>
            <a:off x="3134678" y="1536383"/>
            <a:ext cx="0" cy="3239929"/>
          </a:xfrm>
          <a:prstGeom prst="line">
            <a:avLst/>
          </a:prstGeom>
          <a:ln w="9525">
            <a:solidFill>
              <a:srgbClr val="222222">
                <a:alpha val="8000"/>
              </a:srgbClr>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3360420" y="1052513"/>
            <a:ext cx="740569" cy="507831"/>
          </a:xfrm>
          <a:prstGeom prst="rect">
            <a:avLst/>
          </a:prstGeom>
          <a:noFill/>
        </p:spPr>
        <p:txBody>
          <a:bodyPr wrap="square" rtlCol="0">
            <a:spAutoFit/>
          </a:bodyPr>
          <a:lstStyle/>
          <a:p>
            <a:r>
              <a:rPr lang="en-US" sz="2700" b="1">
                <a:solidFill>
                  <a:srgbClr val="FF2832"/>
                </a:solidFill>
                <a:latin typeface="汉仪旗黑-50S" panose="00020600040101010101" charset="-122"/>
                <a:ea typeface="汉仪旗黑-50S" panose="00020600040101010101" charset="-122"/>
                <a:cs typeface="汉仪旗黑-50S" panose="00020600040101010101" charset="-122"/>
              </a:rPr>
              <a:t>02</a:t>
            </a:r>
            <a:endParaRPr lang="en-US" sz="2700" b="1">
              <a:solidFill>
                <a:srgbClr val="FF2832"/>
              </a:solidFill>
              <a:latin typeface="汉仪旗黑-50S" panose="00020600040101010101" charset="-122"/>
              <a:ea typeface="汉仪旗黑-50S" panose="00020600040101010101" charset="-122"/>
              <a:cs typeface="汉仪旗黑-50S" panose="00020600040101010101" charset="-122"/>
            </a:endParaRPr>
          </a:p>
        </p:txBody>
      </p:sp>
      <p:grpSp>
        <p:nvGrpSpPr>
          <p:cNvPr id="10" name="组合 9"/>
          <p:cNvGrpSpPr/>
          <p:nvPr/>
        </p:nvGrpSpPr>
        <p:grpSpPr>
          <a:xfrm>
            <a:off x="3360420" y="1688306"/>
            <a:ext cx="2423160" cy="563880"/>
            <a:chOff x="7197" y="3533"/>
            <a:chExt cx="5088" cy="1184"/>
          </a:xfrm>
        </p:grpSpPr>
        <p:sp>
          <p:nvSpPr>
            <p:cNvPr id="11" name="文本框 10"/>
            <p:cNvSpPr txBox="1"/>
            <p:nvPr/>
          </p:nvSpPr>
          <p:spPr>
            <a:xfrm>
              <a:off x="7197" y="3533"/>
              <a:ext cx="1287" cy="436"/>
            </a:xfrm>
            <a:prstGeom prst="rect">
              <a:avLst/>
            </a:prstGeom>
            <a:noFill/>
          </p:spPr>
          <p:txBody>
            <a:bodyPr wrap="square" rtlCol="0">
              <a:spAutoFit/>
            </a:bodyPr>
            <a:lstStyle/>
            <a:p>
              <a:pPr algn="l"/>
              <a:r>
                <a:rPr lang="zh-CN" altLang="en-US" sz="750" b="1">
                  <a:solidFill>
                    <a:srgbClr val="222222"/>
                  </a:solidFill>
                  <a:latin typeface="汉仪旗黑-50S" panose="00020600040101010101" charset="-122"/>
                  <a:ea typeface="汉仪旗黑-50S" panose="00020600040101010101" charset="-122"/>
                </a:rPr>
                <a:t>图片：</a:t>
              </a:r>
              <a:endParaRPr lang="zh-CN" altLang="en-US" sz="750" b="1">
                <a:solidFill>
                  <a:srgbClr val="222222"/>
                </a:solidFill>
                <a:latin typeface="汉仪旗黑-50S" panose="00020600040101010101" charset="-122"/>
                <a:ea typeface="汉仪旗黑-50S" panose="00020600040101010101" charset="-122"/>
              </a:endParaRPr>
            </a:p>
          </p:txBody>
        </p:sp>
        <p:sp>
          <p:nvSpPr>
            <p:cNvPr id="12" name="文本框 11"/>
            <p:cNvSpPr txBox="1"/>
            <p:nvPr/>
          </p:nvSpPr>
          <p:spPr>
            <a:xfrm>
              <a:off x="7197" y="3977"/>
              <a:ext cx="5088" cy="740"/>
            </a:xfrm>
            <a:prstGeom prst="rect">
              <a:avLst/>
            </a:prstGeom>
            <a:noFill/>
          </p:spPr>
          <p:txBody>
            <a:bodyPr wrap="square" rtlCol="0">
              <a:spAutoFit/>
            </a:bodyPr>
            <a:lstStyle/>
            <a:p>
              <a:pPr>
                <a:lnSpc>
                  <a:spcPts val="1050"/>
                </a:lnSpc>
              </a:pPr>
              <a:r>
                <a:rPr lang="zh-CN" altLang="en-US" sz="600">
                  <a:solidFill>
                    <a:srgbClr val="222222">
                      <a:alpha val="60000"/>
                    </a:srgbClr>
                  </a:solidFill>
                  <a:latin typeface="汉仪旗黑-50S" panose="00020600040101010101" charset="-122"/>
                  <a:ea typeface="汉仪旗黑-50S" panose="00020600040101010101" charset="-122"/>
                  <a:sym typeface="+mn-ea"/>
                </a:rPr>
                <a:t>模板中使用的图片来源于</a:t>
              </a:r>
              <a:r>
                <a:rPr lang="en-US" altLang="zh-CN" sz="600">
                  <a:solidFill>
                    <a:srgbClr val="222222">
                      <a:alpha val="60000"/>
                    </a:srgbClr>
                  </a:solidFill>
                  <a:latin typeface="汉仪旗黑-50S" panose="00020600040101010101" charset="-122"/>
                  <a:ea typeface="汉仪旗黑-50S" panose="00020600040101010101" charset="-122"/>
                  <a:sym typeface="+mn-ea"/>
                </a:rPr>
                <a:t>【unsplash】</a:t>
              </a:r>
              <a:r>
                <a:rPr lang="zh-CN" altLang="en-US" sz="600">
                  <a:solidFill>
                    <a:srgbClr val="222222">
                      <a:alpha val="60000"/>
                    </a:srgbClr>
                  </a:solidFill>
                  <a:latin typeface="汉仪旗黑-50S" panose="00020600040101010101" charset="-122"/>
                  <a:ea typeface="汉仪旗黑-50S" panose="00020600040101010101" charset="-122"/>
                  <a:sym typeface="+mn-ea"/>
                </a:rPr>
                <a:t>，该素材具有</a:t>
              </a:r>
              <a:r>
                <a:rPr lang="en-US" altLang="zh-CN" sz="600">
                  <a:solidFill>
                    <a:srgbClr val="222222">
                      <a:alpha val="60000"/>
                    </a:srgbClr>
                  </a:solidFill>
                  <a:latin typeface="汉仪旗黑-50S" panose="00020600040101010101" charset="-122"/>
                  <a:ea typeface="汉仪旗黑-50S" panose="00020600040101010101" charset="-122"/>
                  <a:sym typeface="+mn-ea"/>
                </a:rPr>
                <a:t>CC0</a:t>
              </a:r>
              <a:r>
                <a:rPr lang="zh-CN" altLang="en-US" sz="600">
                  <a:solidFill>
                    <a:srgbClr val="222222">
                      <a:alpha val="60000"/>
                    </a:srgbClr>
                  </a:solidFill>
                  <a:latin typeface="汉仪旗黑-50S" panose="00020600040101010101" charset="-122"/>
                  <a:ea typeface="汉仪旗黑-50S" panose="00020600040101010101" charset="-122"/>
                  <a:sym typeface="+mn-ea"/>
                </a:rPr>
                <a:t>共享协议，您可在遵循</a:t>
              </a:r>
              <a:r>
                <a:rPr lang="en-US" altLang="zh-CN" sz="600">
                  <a:solidFill>
                    <a:srgbClr val="222222">
                      <a:alpha val="60000"/>
                    </a:srgbClr>
                  </a:solidFill>
                  <a:latin typeface="汉仪旗黑-50S" panose="00020600040101010101" charset="-122"/>
                  <a:ea typeface="汉仪旗黑-50S" panose="00020600040101010101" charset="-122"/>
                  <a:sym typeface="+mn-ea"/>
                </a:rPr>
                <a:t>CC0</a:t>
              </a:r>
              <a:r>
                <a:rPr lang="zh-CN" altLang="en-US" sz="600">
                  <a:solidFill>
                    <a:srgbClr val="222222">
                      <a:alpha val="60000"/>
                    </a:srgbClr>
                  </a:solidFill>
                  <a:latin typeface="汉仪旗黑-50S" panose="00020600040101010101" charset="-122"/>
                  <a:ea typeface="汉仪旗黑-50S" panose="00020600040101010101" charset="-122"/>
                  <a:sym typeface="+mn-ea"/>
                </a:rPr>
                <a:t>共享协议的情况下使用。</a:t>
              </a:r>
              <a:endParaRPr lang="zh-CN" altLang="en-US" sz="600">
                <a:solidFill>
                  <a:srgbClr val="222222">
                    <a:alpha val="60000"/>
                  </a:srgbClr>
                </a:solidFill>
                <a:latin typeface="汉仪旗黑-50S" panose="00020600040101010101" charset="-122"/>
                <a:ea typeface="汉仪旗黑-50S" panose="00020600040101010101" charset="-122"/>
                <a:sym typeface="+mn-ea"/>
              </a:endParaRPr>
            </a:p>
          </p:txBody>
        </p:sp>
      </p:grpSp>
      <p:cxnSp>
        <p:nvCxnSpPr>
          <p:cNvPr id="13" name="直接连接符 12"/>
          <p:cNvCxnSpPr/>
          <p:nvPr/>
        </p:nvCxnSpPr>
        <p:spPr>
          <a:xfrm>
            <a:off x="6001226" y="1536383"/>
            <a:ext cx="0" cy="3239929"/>
          </a:xfrm>
          <a:prstGeom prst="line">
            <a:avLst/>
          </a:prstGeom>
          <a:ln w="9525">
            <a:solidFill>
              <a:srgbClr val="222222">
                <a:alpha val="8000"/>
              </a:srgbClr>
            </a:solidFill>
          </a:ln>
        </p:spPr>
        <p:style>
          <a:lnRef idx="1">
            <a:schemeClr val="accent1"/>
          </a:lnRef>
          <a:fillRef idx="0">
            <a:schemeClr val="accent1"/>
          </a:fillRef>
          <a:effectRef idx="0">
            <a:schemeClr val="accent1"/>
          </a:effectRef>
          <a:fontRef idx="minor">
            <a:schemeClr val="tx1"/>
          </a:fontRef>
        </p:style>
      </p:cxnSp>
      <p:grpSp>
        <p:nvGrpSpPr>
          <p:cNvPr id="14" name="组合 13"/>
          <p:cNvGrpSpPr/>
          <p:nvPr/>
        </p:nvGrpSpPr>
        <p:grpSpPr>
          <a:xfrm>
            <a:off x="6218397" y="1052513"/>
            <a:ext cx="2439829" cy="3274219"/>
            <a:chOff x="13198" y="2210"/>
            <a:chExt cx="5123" cy="6875"/>
          </a:xfrm>
        </p:grpSpPr>
        <p:grpSp>
          <p:nvGrpSpPr>
            <p:cNvPr id="15" name="组合 14"/>
            <p:cNvGrpSpPr/>
            <p:nvPr/>
          </p:nvGrpSpPr>
          <p:grpSpPr>
            <a:xfrm>
              <a:off x="13198" y="2210"/>
              <a:ext cx="3253" cy="1066"/>
              <a:chOff x="1213" y="2210"/>
              <a:chExt cx="3253" cy="1066"/>
            </a:xfrm>
          </p:grpSpPr>
          <p:sp>
            <p:nvSpPr>
              <p:cNvPr id="19" name="文本框 18"/>
              <p:cNvSpPr txBox="1"/>
              <p:nvPr/>
            </p:nvSpPr>
            <p:spPr>
              <a:xfrm>
                <a:off x="1213" y="2210"/>
                <a:ext cx="1555" cy="1066"/>
              </a:xfrm>
              <a:prstGeom prst="rect">
                <a:avLst/>
              </a:prstGeom>
              <a:noFill/>
            </p:spPr>
            <p:txBody>
              <a:bodyPr wrap="square" rtlCol="0">
                <a:spAutoFit/>
              </a:bodyPr>
              <a:lstStyle/>
              <a:p>
                <a:r>
                  <a:rPr lang="en-US" sz="2700" b="1">
                    <a:solidFill>
                      <a:srgbClr val="FF2832"/>
                    </a:solidFill>
                    <a:latin typeface="汉仪旗黑-50S" panose="00020600040101010101" charset="-122"/>
                    <a:ea typeface="汉仪旗黑-50S" panose="00020600040101010101" charset="-122"/>
                    <a:cs typeface="汉仪旗黑-50S" panose="00020600040101010101" charset="-122"/>
                  </a:rPr>
                  <a:t>03</a:t>
                </a:r>
                <a:endParaRPr lang="en-US" sz="2700" b="1">
                  <a:solidFill>
                    <a:srgbClr val="FF2832"/>
                  </a:solidFill>
                  <a:latin typeface="汉仪旗黑-50S" panose="00020600040101010101" charset="-122"/>
                  <a:ea typeface="汉仪旗黑-50S" panose="00020600040101010101" charset="-122"/>
                  <a:cs typeface="汉仪旗黑-50S" panose="00020600040101010101" charset="-122"/>
                </a:endParaRPr>
              </a:p>
            </p:txBody>
          </p:sp>
          <p:sp>
            <p:nvSpPr>
              <p:cNvPr id="20" name="文本框 19"/>
              <p:cNvSpPr txBox="1"/>
              <p:nvPr/>
            </p:nvSpPr>
            <p:spPr>
              <a:xfrm>
                <a:off x="2180" y="2404"/>
                <a:ext cx="2286" cy="679"/>
              </a:xfrm>
              <a:prstGeom prst="rect">
                <a:avLst/>
              </a:prstGeom>
              <a:noFill/>
            </p:spPr>
            <p:txBody>
              <a:bodyPr wrap="square" rtlCol="0">
                <a:spAutoFit/>
              </a:bodyPr>
              <a:lstStyle/>
              <a:p>
                <a:r>
                  <a:rPr lang="zh-CN" altLang="en-US" sz="1500" b="1">
                    <a:solidFill>
                      <a:srgbClr val="222222"/>
                    </a:solidFill>
                    <a:latin typeface="汉仪旗黑-50S" panose="00020600040101010101" charset="-122"/>
                    <a:ea typeface="汉仪旗黑-50S" panose="00020600040101010101" charset="-122"/>
                    <a:cs typeface="汉仪旗黑-50S" panose="00020600040101010101" charset="-122"/>
                  </a:rPr>
                  <a:t>母版说明</a:t>
                </a:r>
                <a:endParaRPr lang="zh-CN" altLang="en-US" sz="1500" b="1">
                  <a:solidFill>
                    <a:srgbClr val="222222"/>
                  </a:solidFill>
                  <a:latin typeface="汉仪旗黑-50S" panose="00020600040101010101" charset="-122"/>
                  <a:ea typeface="汉仪旗黑-50S" panose="00020600040101010101" charset="-122"/>
                  <a:cs typeface="汉仪旗黑-50S" panose="00020600040101010101" charset="-122"/>
                </a:endParaRPr>
              </a:p>
            </p:txBody>
          </p:sp>
        </p:grpSp>
        <p:sp>
          <p:nvSpPr>
            <p:cNvPr id="16" name="文本框 15"/>
            <p:cNvSpPr txBox="1"/>
            <p:nvPr/>
          </p:nvSpPr>
          <p:spPr>
            <a:xfrm>
              <a:off x="13233" y="3478"/>
              <a:ext cx="5088" cy="692"/>
            </a:xfrm>
            <a:prstGeom prst="rect">
              <a:avLst/>
            </a:prstGeom>
            <a:noFill/>
          </p:spPr>
          <p:txBody>
            <a:bodyPr wrap="square" rtlCol="0">
              <a:spAutoFit/>
            </a:bodyPr>
            <a:lstStyle/>
            <a:p>
              <a:pPr>
                <a:lnSpc>
                  <a:spcPts val="975"/>
                </a:lnSpc>
              </a:pPr>
              <a:r>
                <a:rPr lang="zh-CN" altLang="en-US" sz="600">
                  <a:solidFill>
                    <a:srgbClr val="222222">
                      <a:alpha val="60000"/>
                    </a:srgbClr>
                  </a:solidFill>
                  <a:latin typeface="汉仪旗黑-50S" panose="00020600040101010101" charset="-122"/>
                  <a:ea typeface="汉仪旗黑-50S" panose="00020600040101010101" charset="-122"/>
                  <a:cs typeface="汉仪旗黑-50S" panose="00020600040101010101" charset="-122"/>
                  <a:sym typeface="+mn-ea"/>
                </a:rPr>
                <a:t>使用本套PPT模板时，若在操作界面鼠标不可选取的内容，可以在幻灯片母版中进行查看和编辑，具体操作如下：</a:t>
              </a:r>
              <a:endParaRPr lang="zh-CN" altLang="en-US" sz="600">
                <a:solidFill>
                  <a:srgbClr val="222222">
                    <a:alpha val="60000"/>
                  </a:srgbClr>
                </a:solidFill>
                <a:latin typeface="汉仪旗黑-50S" panose="00020600040101010101" charset="-122"/>
                <a:ea typeface="汉仪旗黑-50S" panose="00020600040101010101" charset="-122"/>
                <a:cs typeface="汉仪旗黑-50S" panose="00020600040101010101" charset="-122"/>
                <a:sym typeface="+mn-ea"/>
              </a:endParaRPr>
            </a:p>
          </p:txBody>
        </p:sp>
        <p:sp>
          <p:nvSpPr>
            <p:cNvPr id="17" name="文本框 16"/>
            <p:cNvSpPr txBox="1"/>
            <p:nvPr/>
          </p:nvSpPr>
          <p:spPr>
            <a:xfrm>
              <a:off x="13199" y="4314"/>
              <a:ext cx="5088" cy="1036"/>
            </a:xfrm>
            <a:prstGeom prst="rect">
              <a:avLst/>
            </a:prstGeom>
            <a:noFill/>
          </p:spPr>
          <p:txBody>
            <a:bodyPr wrap="square" rtlCol="0">
              <a:spAutoFit/>
            </a:bodyPr>
            <a:lstStyle/>
            <a:p>
              <a:pPr>
                <a:lnSpc>
                  <a:spcPts val="1050"/>
                </a:lnSpc>
              </a:pPr>
              <a:r>
                <a:rPr lang="zh-CN" altLang="en-US" sz="600" b="1">
                  <a:solidFill>
                    <a:srgbClr val="222222"/>
                  </a:solidFill>
                  <a:latin typeface="汉仪旗黑-50S" panose="00020600040101010101" charset="-122"/>
                  <a:ea typeface="汉仪旗黑-50S" panose="00020600040101010101" charset="-122"/>
                  <a:cs typeface="汉仪旗黑-50S" panose="00020600040101010101" charset="-122"/>
                  <a:sym typeface="+mn-ea"/>
                </a:rPr>
                <a:t>1、点击【视图】</a:t>
              </a:r>
              <a:endParaRPr lang="zh-CN" altLang="en-US" sz="600" b="1">
                <a:solidFill>
                  <a:srgbClr val="222222"/>
                </a:solidFill>
                <a:latin typeface="汉仪旗黑-50S" panose="00020600040101010101" charset="-122"/>
                <a:ea typeface="汉仪旗黑-50S" panose="00020600040101010101" charset="-122"/>
                <a:cs typeface="汉仪旗黑-50S" panose="00020600040101010101" charset="-122"/>
                <a:sym typeface="+mn-ea"/>
              </a:endParaRPr>
            </a:p>
            <a:p>
              <a:pPr>
                <a:lnSpc>
                  <a:spcPts val="1050"/>
                </a:lnSpc>
              </a:pPr>
              <a:r>
                <a:rPr lang="zh-CN" altLang="en-US" sz="600" b="1">
                  <a:solidFill>
                    <a:srgbClr val="222222"/>
                  </a:solidFill>
                  <a:latin typeface="汉仪旗黑-50S" panose="00020600040101010101" charset="-122"/>
                  <a:ea typeface="汉仪旗黑-50S" panose="00020600040101010101" charset="-122"/>
                  <a:cs typeface="汉仪旗黑-50S" panose="00020600040101010101" charset="-122"/>
                  <a:sym typeface="+mn-ea"/>
                </a:rPr>
                <a:t>2、选择【幻灯片母版】，即可查看母版内容</a:t>
              </a:r>
              <a:endParaRPr lang="zh-CN" altLang="en-US" sz="600" b="1">
                <a:solidFill>
                  <a:srgbClr val="222222"/>
                </a:solidFill>
                <a:latin typeface="汉仪旗黑-50S" panose="00020600040101010101" charset="-122"/>
                <a:ea typeface="汉仪旗黑-50S" panose="00020600040101010101" charset="-122"/>
                <a:cs typeface="汉仪旗黑-50S" panose="00020600040101010101" charset="-122"/>
                <a:sym typeface="+mn-ea"/>
              </a:endParaRPr>
            </a:p>
            <a:p>
              <a:pPr>
                <a:lnSpc>
                  <a:spcPts val="1050"/>
                </a:lnSpc>
              </a:pPr>
              <a:r>
                <a:rPr lang="zh-CN" altLang="en-US" sz="600" b="1">
                  <a:solidFill>
                    <a:srgbClr val="222222"/>
                  </a:solidFill>
                  <a:latin typeface="汉仪旗黑-50S" panose="00020600040101010101" charset="-122"/>
                  <a:ea typeface="汉仪旗黑-50S" panose="00020600040101010101" charset="-122"/>
                  <a:cs typeface="汉仪旗黑-50S" panose="00020600040101010101" charset="-122"/>
                  <a:sym typeface="+mn-ea"/>
                </a:rPr>
                <a:t>3、查看/编辑完成后，点击【关闭】即可</a:t>
              </a:r>
              <a:endParaRPr lang="zh-CN" altLang="en-US" sz="600" b="1">
                <a:solidFill>
                  <a:srgbClr val="222222"/>
                </a:solidFill>
                <a:latin typeface="汉仪旗黑-50S" panose="00020600040101010101" charset="-122"/>
                <a:ea typeface="汉仪旗黑-50S" panose="00020600040101010101" charset="-122"/>
                <a:cs typeface="汉仪旗黑-50S" panose="00020600040101010101" charset="-122"/>
                <a:sym typeface="+mn-ea"/>
              </a:endParaRPr>
            </a:p>
          </p:txBody>
        </p:sp>
        <p:pic>
          <p:nvPicPr>
            <p:cNvPr id="18" name="图片 17" descr="母版说明配图"/>
            <p:cNvPicPr>
              <a:picLocks noChangeAspect="1"/>
            </p:cNvPicPr>
            <p:nvPr/>
          </p:nvPicPr>
          <p:blipFill>
            <a:blip r:embed="rId1"/>
            <a:stretch>
              <a:fillRect/>
            </a:stretch>
          </p:blipFill>
          <p:spPr>
            <a:xfrm>
              <a:off x="13347" y="5578"/>
              <a:ext cx="4825" cy="3507"/>
            </a:xfrm>
            <a:prstGeom prst="rect">
              <a:avLst/>
            </a:prstGeom>
          </p:spPr>
        </p:pic>
      </p:grpSp>
      <p:sp>
        <p:nvSpPr>
          <p:cNvPr id="21" name="文本框 20"/>
          <p:cNvSpPr txBox="1"/>
          <p:nvPr/>
        </p:nvSpPr>
        <p:spPr>
          <a:xfrm>
            <a:off x="891064" y="1144905"/>
            <a:ext cx="1088708" cy="323165"/>
          </a:xfrm>
          <a:prstGeom prst="rect">
            <a:avLst/>
          </a:prstGeom>
          <a:noFill/>
        </p:spPr>
        <p:txBody>
          <a:bodyPr wrap="square" rtlCol="0">
            <a:spAutoFit/>
          </a:bodyPr>
          <a:lstStyle/>
          <a:p>
            <a:r>
              <a:rPr lang="zh-CN" altLang="en-US" sz="1500" b="1">
                <a:solidFill>
                  <a:srgbClr val="222222"/>
                </a:solidFill>
                <a:latin typeface="汉仪旗黑-50S" panose="00020600040101010101" charset="-122"/>
                <a:ea typeface="汉仪旗黑-50S" panose="00020600040101010101" charset="-122"/>
                <a:cs typeface="汉仪旗黑-50S" panose="00020600040101010101" charset="-122"/>
              </a:rPr>
              <a:t>字体说明</a:t>
            </a:r>
            <a:endParaRPr lang="zh-CN" altLang="en-US" sz="1500" b="1">
              <a:solidFill>
                <a:srgbClr val="222222"/>
              </a:solidFill>
              <a:latin typeface="汉仪旗黑-50S" panose="00020600040101010101" charset="-122"/>
              <a:ea typeface="汉仪旗黑-50S" panose="00020600040101010101" charset="-122"/>
              <a:cs typeface="汉仪旗黑-50S" panose="00020600040101010101" charset="-122"/>
            </a:endParaRPr>
          </a:p>
        </p:txBody>
      </p:sp>
      <p:sp>
        <p:nvSpPr>
          <p:cNvPr id="22" name="文本框 21"/>
          <p:cNvSpPr txBox="1"/>
          <p:nvPr/>
        </p:nvSpPr>
        <p:spPr>
          <a:xfrm>
            <a:off x="3810476" y="1144905"/>
            <a:ext cx="1088708" cy="323165"/>
          </a:xfrm>
          <a:prstGeom prst="rect">
            <a:avLst/>
          </a:prstGeom>
          <a:noFill/>
        </p:spPr>
        <p:txBody>
          <a:bodyPr wrap="square" rtlCol="0">
            <a:spAutoFit/>
          </a:bodyPr>
          <a:lstStyle/>
          <a:p>
            <a:r>
              <a:rPr lang="zh-CN" altLang="en-US" sz="1500" b="1">
                <a:solidFill>
                  <a:srgbClr val="222222"/>
                </a:solidFill>
                <a:latin typeface="汉仪旗黑-50S" panose="00020600040101010101" charset="-122"/>
                <a:ea typeface="汉仪旗黑-50S" panose="00020600040101010101" charset="-122"/>
                <a:cs typeface="汉仪旗黑-50S" panose="00020600040101010101" charset="-122"/>
              </a:rPr>
              <a:t>素材说明</a:t>
            </a:r>
            <a:endParaRPr lang="zh-CN" altLang="en-US" sz="1500" b="1">
              <a:solidFill>
                <a:srgbClr val="222222"/>
              </a:solidFill>
              <a:latin typeface="汉仪旗黑-50S" panose="00020600040101010101" charset="-122"/>
              <a:ea typeface="汉仪旗黑-50S" panose="00020600040101010101" charset="-122"/>
              <a:cs typeface="汉仪旗黑-50S" panose="00020600040101010101" charset="-122"/>
            </a:endParaRPr>
          </a:p>
        </p:txBody>
      </p:sp>
      <p:sp>
        <p:nvSpPr>
          <p:cNvPr id="23" name="文本框 22"/>
          <p:cNvSpPr txBox="1"/>
          <p:nvPr/>
        </p:nvSpPr>
        <p:spPr>
          <a:xfrm>
            <a:off x="505778" y="2366009"/>
            <a:ext cx="1089660" cy="18478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a:ln>
                  <a:noFill/>
                </a:ln>
                <a:solidFill>
                  <a:srgbClr val="222222">
                    <a:alpha val="60000"/>
                  </a:srgbClr>
                </a:solidFill>
                <a:effectLst/>
                <a:uLnTx/>
                <a:uFillTx/>
                <a:latin typeface="汉仪旗黑-50S" panose="00020600040101010101" charset="-122"/>
                <a:ea typeface="汉仪旗黑-50S" panose="00020600040101010101" charset="-122"/>
              </a:rPr>
              <a:t>中文｜汉仪旗黑</a:t>
            </a:r>
            <a:endParaRPr kumimoji="0" lang="zh-CN" altLang="en-US" sz="600" b="0" i="0" u="none" strike="noStrike" kern="1200" cap="none" spc="0" normalizeH="0" baseline="0" noProof="0">
              <a:ln>
                <a:noFill/>
              </a:ln>
              <a:solidFill>
                <a:srgbClr val="222222">
                  <a:alpha val="60000"/>
                </a:srgbClr>
              </a:solidFill>
              <a:effectLst/>
              <a:uLnTx/>
              <a:uFillTx/>
              <a:latin typeface="汉仪旗黑-50S" panose="00020600040101010101" charset="-122"/>
              <a:ea typeface="汉仪旗黑-50S" panose="00020600040101010101" charset="-122"/>
            </a:endParaRPr>
          </a:p>
        </p:txBody>
      </p:sp>
      <p:sp>
        <p:nvSpPr>
          <p:cNvPr id="24" name="文本框 23"/>
          <p:cNvSpPr txBox="1"/>
          <p:nvPr/>
        </p:nvSpPr>
        <p:spPr>
          <a:xfrm>
            <a:off x="491490" y="2545555"/>
            <a:ext cx="2367915" cy="323373"/>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a:ln>
                  <a:noFill/>
                </a:ln>
                <a:solidFill>
                  <a:srgbClr val="222222"/>
                </a:solidFill>
                <a:effectLst/>
                <a:uLnTx/>
                <a:uFillTx/>
                <a:latin typeface="汉仪旗黑-50S" panose="00020600040101010101" charset="-122"/>
                <a:ea typeface="汉仪旗黑-50S" panose="00020600040101010101" charset="-122"/>
                <a:sym typeface="+mn-ea"/>
              </a:rPr>
              <a:t>汉仪旗黑</a:t>
            </a:r>
            <a:r>
              <a:rPr kumimoji="0" lang="en-US" altLang="zh-CN" sz="1500" b="0" i="0" u="none" strike="noStrike" kern="1200" cap="none" spc="0" normalizeH="0" baseline="0" noProof="0">
                <a:ln>
                  <a:noFill/>
                </a:ln>
                <a:solidFill>
                  <a:srgbClr val="222222"/>
                </a:solidFill>
                <a:effectLst/>
                <a:uLnTx/>
                <a:uFillTx/>
                <a:latin typeface="汉仪旗黑-50S" panose="00020600040101010101" charset="-122"/>
                <a:ea typeface="汉仪旗黑-50S" panose="00020600040101010101" charset="-122"/>
                <a:sym typeface="+mn-ea"/>
              </a:rPr>
              <a:t>-</a:t>
            </a:r>
            <a:r>
              <a:rPr lang="en-US" altLang="zh-CN" sz="1500">
                <a:solidFill>
                  <a:srgbClr val="222222"/>
                </a:solidFill>
                <a:latin typeface="汉仪旗黑-50S" panose="00020600040101010101" charset="-122"/>
                <a:ea typeface="汉仪旗黑-50S" panose="00020600040101010101" charset="-122"/>
                <a:sym typeface="+mn-ea"/>
              </a:rPr>
              <a:t>50</a:t>
            </a:r>
            <a:r>
              <a:rPr kumimoji="0" lang="en-US" altLang="zh-CN" sz="1500" b="0" i="0" u="none" strike="noStrike" kern="1200" cap="none" spc="0" normalizeH="0" baseline="0" noProof="0">
                <a:ln>
                  <a:noFill/>
                </a:ln>
                <a:solidFill>
                  <a:srgbClr val="222222"/>
                </a:solidFill>
                <a:effectLst/>
                <a:uLnTx/>
                <a:uFillTx/>
                <a:latin typeface="汉仪旗黑-50S" panose="00020600040101010101" charset="-122"/>
                <a:ea typeface="汉仪旗黑-50S" panose="00020600040101010101" charset="-122"/>
                <a:sym typeface="+mn-ea"/>
              </a:rPr>
              <a:t>S</a:t>
            </a:r>
            <a:endParaRPr kumimoji="0" lang="zh-CN" altLang="en-US" sz="1500" b="0" i="0" u="none" strike="noStrike" kern="1200" cap="none" spc="0" normalizeH="0" baseline="0" noProof="0">
              <a:ln>
                <a:noFill/>
              </a:ln>
              <a:solidFill>
                <a:srgbClr val="222222"/>
              </a:solidFill>
              <a:effectLst/>
              <a:uLnTx/>
              <a:uFillTx/>
              <a:latin typeface="汉仪旗黑-50S" panose="00020600040101010101" charset="-122"/>
              <a:ea typeface="汉仪旗黑-50S" panose="00020600040101010101" charset="-122"/>
              <a:cs typeface="汉仪旗黑-50S" panose="00020600040101010101" charset="-122"/>
              <a:sym typeface="+mn-ea"/>
            </a:endParaRPr>
          </a:p>
        </p:txBody>
      </p:sp>
      <p:cxnSp>
        <p:nvCxnSpPr>
          <p:cNvPr id="25" name="直接连接符 24"/>
          <p:cNvCxnSpPr/>
          <p:nvPr/>
        </p:nvCxnSpPr>
        <p:spPr>
          <a:xfrm>
            <a:off x="567690" y="2845116"/>
            <a:ext cx="2295049" cy="0"/>
          </a:xfrm>
          <a:prstGeom prst="line">
            <a:avLst/>
          </a:prstGeom>
          <a:ln w="9525">
            <a:solidFill>
              <a:srgbClr val="222222">
                <a:alpha val="8000"/>
              </a:srgbClr>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501015" y="1719741"/>
            <a:ext cx="810578" cy="163830"/>
          </a:xfrm>
          <a:prstGeom prst="rect">
            <a:avLst/>
          </a:prstGeom>
          <a:noFill/>
        </p:spPr>
        <p:txBody>
          <a:bodyPr wrap="square" rtlCol="0">
            <a:noAutofit/>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a:ln>
                  <a:noFill/>
                </a:ln>
                <a:solidFill>
                  <a:srgbClr val="222222">
                    <a:alpha val="60000"/>
                  </a:srgbClr>
                </a:solidFill>
                <a:effectLst/>
                <a:uLnTx/>
                <a:uFillTx/>
                <a:latin typeface="汉仪旗黑-50S" panose="00020600040101010101" charset="-122"/>
                <a:ea typeface="汉仪旗黑-50S" panose="00020600040101010101" charset="-122"/>
              </a:rPr>
              <a:t>中文｜汉仪雅酷黑 </a:t>
            </a:r>
            <a:endParaRPr kumimoji="0" lang="zh-CN" altLang="en-US" sz="600" b="0" i="0" u="none" strike="noStrike" kern="1200" cap="none" spc="0" normalizeH="0" baseline="0" noProof="0">
              <a:ln>
                <a:noFill/>
              </a:ln>
              <a:solidFill>
                <a:srgbClr val="222222">
                  <a:alpha val="60000"/>
                </a:srgbClr>
              </a:solidFill>
              <a:effectLst/>
              <a:uLnTx/>
              <a:uFillTx/>
              <a:latin typeface="汉仪旗黑-50S" panose="00020600040101010101" charset="-122"/>
              <a:ea typeface="汉仪旗黑-50S" panose="00020600040101010101" charset="-122"/>
            </a:endParaRPr>
          </a:p>
        </p:txBody>
      </p:sp>
      <p:sp>
        <p:nvSpPr>
          <p:cNvPr id="27" name="文本框 26"/>
          <p:cNvSpPr txBox="1"/>
          <p:nvPr/>
        </p:nvSpPr>
        <p:spPr>
          <a:xfrm>
            <a:off x="487204" y="1900240"/>
            <a:ext cx="2367915" cy="32316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a:ln>
                  <a:noFill/>
                </a:ln>
                <a:solidFill>
                  <a:srgbClr val="222222"/>
                </a:solidFill>
                <a:effectLst/>
                <a:uLnTx/>
                <a:uFillTx/>
                <a:latin typeface="汉仪旗黑-50S" panose="00020600040101010101" charset="-122"/>
                <a:ea typeface="汉仪旗黑-50S" panose="00020600040101010101" charset="-122"/>
                <a:cs typeface="汉仪旗黑-50S" panose="00020600040101010101" charset="-122"/>
                <a:sym typeface="+mn-ea"/>
              </a:rPr>
              <a:t>汉仪雅酷黑</a:t>
            </a:r>
            <a:r>
              <a:rPr lang="en-US" altLang="zh-CN" sz="1500">
                <a:solidFill>
                  <a:srgbClr val="222222"/>
                </a:solidFill>
                <a:latin typeface="汉仪旗黑-50S" panose="00020600040101010101" charset="-122"/>
                <a:ea typeface="汉仪旗黑-50S" panose="00020600040101010101" charset="-122"/>
                <a:cs typeface="汉仪旗黑-50S" panose="00020600040101010101" charset="-122"/>
                <a:sym typeface="+mn-ea"/>
              </a:rPr>
              <a:t>65</a:t>
            </a:r>
            <a:r>
              <a:rPr kumimoji="0" lang="en-US" altLang="zh-CN" sz="1500" b="0" i="0" u="none" strike="noStrike" kern="1200" cap="none" spc="0" normalizeH="0" baseline="0" noProof="0">
                <a:ln>
                  <a:noFill/>
                </a:ln>
                <a:solidFill>
                  <a:srgbClr val="222222"/>
                </a:solidFill>
                <a:effectLst/>
                <a:uLnTx/>
                <a:uFillTx/>
                <a:latin typeface="汉仪旗黑-50S" panose="00020600040101010101" charset="-122"/>
                <a:ea typeface="汉仪旗黑-50S" panose="00020600040101010101" charset="-122"/>
                <a:cs typeface="汉仪旗黑-50S" panose="00020600040101010101" charset="-122"/>
                <a:sym typeface="+mn-ea"/>
              </a:rPr>
              <a:t>W</a:t>
            </a:r>
            <a:endParaRPr kumimoji="0" lang="zh-CN" altLang="en-US" sz="1500" b="0" i="0" u="none" strike="noStrike" kern="1200" cap="none" spc="0" normalizeH="0" baseline="0" noProof="0">
              <a:ln>
                <a:noFill/>
              </a:ln>
              <a:solidFill>
                <a:srgbClr val="222222"/>
              </a:solidFill>
              <a:effectLst/>
              <a:uLnTx/>
              <a:uFillTx/>
              <a:latin typeface="汉仪旗黑-50S" panose="00020600040101010101" charset="-122"/>
              <a:ea typeface="汉仪旗黑-50S" panose="00020600040101010101" charset="-122"/>
              <a:cs typeface="汉仪旗黑-50S" panose="00020600040101010101" charset="-122"/>
              <a:sym typeface="+mn-ea"/>
            </a:endParaRPr>
          </a:p>
        </p:txBody>
      </p:sp>
      <p:cxnSp>
        <p:nvCxnSpPr>
          <p:cNvPr id="28" name="直接连接符 27"/>
          <p:cNvCxnSpPr/>
          <p:nvPr/>
        </p:nvCxnSpPr>
        <p:spPr>
          <a:xfrm>
            <a:off x="563404" y="2199801"/>
            <a:ext cx="2295049" cy="0"/>
          </a:xfrm>
          <a:prstGeom prst="line">
            <a:avLst/>
          </a:prstGeom>
          <a:ln w="9525">
            <a:solidFill>
              <a:srgbClr val="222222">
                <a:alpha val="8000"/>
              </a:srgbClr>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501016" y="3011328"/>
            <a:ext cx="1236694" cy="184666"/>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a:ln>
                  <a:noFill/>
                </a:ln>
                <a:solidFill>
                  <a:srgbClr val="222222">
                    <a:alpha val="60000"/>
                  </a:srgbClr>
                </a:solidFill>
                <a:effectLst/>
                <a:uLnTx/>
                <a:uFillTx/>
                <a:latin typeface="汉仪旗黑-50S" panose="00020600040101010101" charset="-122"/>
                <a:ea typeface="汉仪旗黑-50S" panose="00020600040101010101" charset="-122"/>
              </a:rPr>
              <a:t>英文｜汉仪旗黑</a:t>
            </a:r>
            <a:endParaRPr kumimoji="0" lang="zh-CN" altLang="en-US" sz="600" b="0" i="0" u="none" strike="noStrike" kern="1200" cap="none" spc="0" normalizeH="0" baseline="0" noProof="0">
              <a:ln>
                <a:noFill/>
              </a:ln>
              <a:solidFill>
                <a:srgbClr val="222222">
                  <a:alpha val="60000"/>
                </a:srgbClr>
              </a:solidFill>
              <a:effectLst/>
              <a:uLnTx/>
              <a:uFillTx/>
              <a:latin typeface="汉仪旗黑-50S" panose="00020600040101010101" charset="-122"/>
              <a:ea typeface="汉仪旗黑-50S" panose="00020600040101010101" charset="-122"/>
            </a:endParaRPr>
          </a:p>
        </p:txBody>
      </p:sp>
      <p:sp>
        <p:nvSpPr>
          <p:cNvPr id="30" name="文本框 29"/>
          <p:cNvSpPr txBox="1"/>
          <p:nvPr/>
        </p:nvSpPr>
        <p:spPr>
          <a:xfrm>
            <a:off x="486728" y="3190874"/>
            <a:ext cx="2367915" cy="323373"/>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a:ln>
                  <a:noFill/>
                </a:ln>
                <a:solidFill>
                  <a:srgbClr val="222222"/>
                </a:solidFill>
                <a:effectLst/>
                <a:uLnTx/>
                <a:uFillTx/>
                <a:latin typeface="汉仪旗黑-50S" panose="00020600040101010101" charset="-122"/>
                <a:ea typeface="汉仪旗黑-50S" panose="00020600040101010101" charset="-122"/>
                <a:sym typeface="+mn-ea"/>
              </a:rPr>
              <a:t>汉仪旗黑</a:t>
            </a:r>
            <a:r>
              <a:rPr kumimoji="0" lang="en-US" altLang="zh-CN" sz="1500" b="0" i="0" u="none" strike="noStrike" kern="1200" cap="none" spc="0" normalizeH="0" baseline="0" noProof="0">
                <a:ln>
                  <a:noFill/>
                </a:ln>
                <a:solidFill>
                  <a:srgbClr val="222222"/>
                </a:solidFill>
                <a:effectLst/>
                <a:uLnTx/>
                <a:uFillTx/>
                <a:latin typeface="汉仪旗黑-50S" panose="00020600040101010101" charset="-122"/>
                <a:ea typeface="汉仪旗黑-50S" panose="00020600040101010101" charset="-122"/>
                <a:sym typeface="+mn-ea"/>
              </a:rPr>
              <a:t>-</a:t>
            </a:r>
            <a:r>
              <a:rPr lang="en-US" altLang="zh-CN" sz="1500">
                <a:solidFill>
                  <a:srgbClr val="222222"/>
                </a:solidFill>
                <a:latin typeface="汉仪旗黑-50S" panose="00020600040101010101" charset="-122"/>
                <a:ea typeface="汉仪旗黑-50S" panose="00020600040101010101" charset="-122"/>
                <a:sym typeface="+mn-ea"/>
              </a:rPr>
              <a:t>50</a:t>
            </a:r>
            <a:r>
              <a:rPr kumimoji="0" lang="en-US" altLang="zh-CN" sz="1500" b="0" i="0" u="none" strike="noStrike" kern="1200" cap="none" spc="0" normalizeH="0" baseline="0" noProof="0">
                <a:ln>
                  <a:noFill/>
                </a:ln>
                <a:solidFill>
                  <a:srgbClr val="222222"/>
                </a:solidFill>
                <a:effectLst/>
                <a:uLnTx/>
                <a:uFillTx/>
                <a:latin typeface="汉仪旗黑-50S" panose="00020600040101010101" charset="-122"/>
                <a:ea typeface="汉仪旗黑-50S" panose="00020600040101010101" charset="-122"/>
                <a:sym typeface="+mn-ea"/>
              </a:rPr>
              <a:t>S</a:t>
            </a:r>
            <a:endParaRPr kumimoji="0" lang="en-US" altLang="zh-CN" sz="1500" b="0" i="0" u="none" strike="noStrike" kern="1200" cap="none" spc="0" normalizeH="0" baseline="0" noProof="0">
              <a:ln>
                <a:noFill/>
              </a:ln>
              <a:solidFill>
                <a:srgbClr val="222222"/>
              </a:solidFill>
              <a:effectLst/>
              <a:uLnTx/>
              <a:uFillTx/>
              <a:latin typeface="汉仪旗黑-50S" panose="00020600040101010101" charset="-122"/>
              <a:ea typeface="汉仪旗黑-50S" panose="00020600040101010101" charset="-122"/>
              <a:sym typeface="+mn-ea"/>
            </a:endParaRPr>
          </a:p>
        </p:txBody>
      </p:sp>
      <p:cxnSp>
        <p:nvCxnSpPr>
          <p:cNvPr id="31" name="直接连接符 30"/>
          <p:cNvCxnSpPr/>
          <p:nvPr/>
        </p:nvCxnSpPr>
        <p:spPr>
          <a:xfrm>
            <a:off x="562928" y="3490435"/>
            <a:ext cx="2295049" cy="0"/>
          </a:xfrm>
          <a:prstGeom prst="line">
            <a:avLst/>
          </a:prstGeom>
          <a:ln w="9525">
            <a:solidFill>
              <a:srgbClr val="222222">
                <a:alpha val="8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tags/tag1.xml><?xml version="1.0" encoding="utf-8"?>
<p:tagLst xmlns:p="http://schemas.openxmlformats.org/presentationml/2006/main">
  <p:tag name="ISLIDE.GUIDESSETTING" val="{&quot;Id&quot;:&quot;GuidesStyle_Narrow&quot;,&quot;Name&quot;:&quot;较窄&quot;,&quot;Kind&quot;:&quot;System&quot;,&quot;OldGuidesSetting&quot;:{&quot;HeaderHeight&quot;:10.0,&quot;FooterHeight&quot;:5.0,&quot;SideMargin&quot;:2.5,&quot;TopMargin&quot;:0.0,&quot;BottomMargin&quot;:0.0,&quot;IntervalMargin&quot;:1.0}}"/>
</p:tagLst>
</file>

<file path=ppt/theme/theme1.xml><?xml version="1.0" encoding="utf-8"?>
<a:theme xmlns:a="http://schemas.openxmlformats.org/drawingml/2006/main" name="1_Office 主题">
  <a:themeElements>
    <a:clrScheme name="蓝色清新答辩1">
      <a:dk1>
        <a:sysClr val="windowText" lastClr="000000"/>
      </a:dk1>
      <a:lt1>
        <a:sysClr val="window" lastClr="FFFFFF"/>
      </a:lt1>
      <a:dk2>
        <a:srgbClr val="EEF2F5"/>
      </a:dk2>
      <a:lt2>
        <a:srgbClr val="E7E6E6"/>
      </a:lt2>
      <a:accent1>
        <a:srgbClr val="304371"/>
      </a:accent1>
      <a:accent2>
        <a:srgbClr val="ED7D31"/>
      </a:accent2>
      <a:accent3>
        <a:srgbClr val="A5A5A5"/>
      </a:accent3>
      <a:accent4>
        <a:srgbClr val="FFC000"/>
      </a:accent4>
      <a:accent5>
        <a:srgbClr val="4472C4"/>
      </a:accent5>
      <a:accent6>
        <a:srgbClr val="70AD47"/>
      </a:accent6>
      <a:hlink>
        <a:srgbClr val="000000"/>
      </a:hlink>
      <a:folHlink>
        <a:srgbClr val="954F72"/>
      </a:folHlink>
    </a:clrScheme>
    <a:fontScheme name="汉仪雅酷黑 65W">
      <a:majorFont>
        <a:latin typeface="汉仪旗黑-50S"/>
        <a:ea typeface="汉仪雅酷黑 65W"/>
        <a:cs typeface=""/>
      </a:majorFont>
      <a:minorFont>
        <a:latin typeface="汉仪旗黑-50S"/>
        <a:ea typeface="汉仪旗黑-50S"/>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汉仪旗黑-50S"/>
        <a:ea typeface=""/>
        <a:cs typeface=""/>
        <a:font script="Jpan" typeface="ＭＳ Ｐゴシック"/>
        <a:font script="Hang" typeface="맑은 고딕"/>
        <a:font script="Hans" typeface="汉仪旗黑-50S"/>
        <a:font script="Hant" typeface="新細明體"/>
        <a:font script="Arab" typeface="汉仪旗黑-50S"/>
        <a:font script="Hebr" typeface="汉仪旗黑-50S"/>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汉仪旗黑-50S"/>
        <a:font script="Uigh" typeface="Microsoft Uighur"/>
        <a:font script="Geor" typeface="Sylfaen"/>
      </a:majorFont>
      <a:minorFont>
        <a:latin typeface="汉仪旗黑-50S"/>
        <a:ea typeface=""/>
        <a:cs typeface=""/>
        <a:font script="Jpan" typeface="ＭＳ Ｐゴシック"/>
        <a:font script="Hang" typeface="맑은 고딕"/>
        <a:font script="Hans" typeface="汉仪旗黑-50S"/>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汉仪旗黑-50S"/>
        <a:ea typeface=""/>
        <a:cs typeface=""/>
        <a:font script="Jpan" typeface="ＭＳ Ｐゴシック"/>
        <a:font script="Hang" typeface="맑은 고딕"/>
        <a:font script="Hans" typeface="汉仪旗黑-50S"/>
        <a:font script="Hant" typeface="新細明體"/>
        <a:font script="Arab" typeface="汉仪旗黑-50S"/>
        <a:font script="Hebr" typeface="汉仪旗黑-50S"/>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汉仪旗黑-50S"/>
        <a:font script="Uigh" typeface="Microsoft Uighur"/>
        <a:font script="Geor" typeface="Sylfaen"/>
      </a:majorFont>
      <a:minorFont>
        <a:latin typeface="汉仪旗黑-50S"/>
        <a:ea typeface=""/>
        <a:cs typeface=""/>
        <a:font script="Jpan" typeface="ＭＳ Ｐゴシック"/>
        <a:font script="Hang" typeface="맑은 고딕"/>
        <a:font script="Hans" typeface="汉仪旗黑-50S"/>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5406</Words>
  <Application>WPS 演示</Application>
  <PresentationFormat>全屏显示(16:9)</PresentationFormat>
  <Paragraphs>338</Paragraphs>
  <Slides>14</Slides>
  <Notes>0</Notes>
  <HiddenSlides>1</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14</vt:i4>
      </vt:variant>
    </vt:vector>
  </HeadingPairs>
  <TitlesOfParts>
    <vt:vector size="25" baseType="lpstr">
      <vt:lpstr>Arial</vt:lpstr>
      <vt:lpstr>宋体</vt:lpstr>
      <vt:lpstr>Wingdings</vt:lpstr>
      <vt:lpstr>汉仪旗黑-50S</vt:lpstr>
      <vt:lpstr>汉仪雅酷黑 65W</vt:lpstr>
      <vt:lpstr>Arial</vt:lpstr>
      <vt:lpstr>微软雅黑</vt:lpstr>
      <vt:lpstr>仿宋_GB2312</vt:lpstr>
      <vt:lpstr>仿宋</vt:lpstr>
      <vt:lpstr>Arial Unicode MS</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哒哒 熊猫</dc:creator>
  <cp:lastModifiedBy>Helena.</cp:lastModifiedBy>
  <cp:revision>23</cp:revision>
  <dcterms:created xsi:type="dcterms:W3CDTF">2021-12-15T02:56:00Z</dcterms:created>
  <dcterms:modified xsi:type="dcterms:W3CDTF">2026-06-10T14:20:08Z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KSOTemplateUUID">
    <vt:lpwstr>v1.0_mb_O4FtmHqLGfs3szqERafz1A==</vt:lpwstr>
  </property>
  <property fmtid="{D5CDD505-2E9C-101B-9397-08002B2CF9AE}" pid="4" name="ICV">
    <vt:lpwstr>4DC4E0157D384F38A05D150ABC405E97_11</vt:lpwstr>
  </property>
</Properties>
</file>