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4" r:id="rId2"/>
    <p:sldMasterId id="2147483687" r:id="rId3"/>
    <p:sldMasterId id="2147483776" r:id="rId4"/>
  </p:sldMasterIdLst>
  <p:notesMasterIdLst>
    <p:notesMasterId r:id="rId37"/>
  </p:notesMasterIdLst>
  <p:handoutMasterIdLst>
    <p:handoutMasterId r:id="rId38"/>
  </p:handoutMasterIdLst>
  <p:sldIdLst>
    <p:sldId id="256" r:id="rId5"/>
    <p:sldId id="325" r:id="rId6"/>
    <p:sldId id="326" r:id="rId7"/>
    <p:sldId id="350" r:id="rId8"/>
    <p:sldId id="351" r:id="rId9"/>
    <p:sldId id="352" r:id="rId10"/>
    <p:sldId id="353" r:id="rId11"/>
    <p:sldId id="354" r:id="rId12"/>
    <p:sldId id="355" r:id="rId13"/>
    <p:sldId id="356" r:id="rId14"/>
    <p:sldId id="357" r:id="rId15"/>
    <p:sldId id="358" r:id="rId16"/>
    <p:sldId id="359" r:id="rId17"/>
    <p:sldId id="360" r:id="rId18"/>
    <p:sldId id="361" r:id="rId19"/>
    <p:sldId id="362" r:id="rId20"/>
    <p:sldId id="363" r:id="rId21"/>
    <p:sldId id="381" r:id="rId22"/>
    <p:sldId id="364" r:id="rId23"/>
    <p:sldId id="365" r:id="rId24"/>
    <p:sldId id="366" r:id="rId25"/>
    <p:sldId id="367" r:id="rId26"/>
    <p:sldId id="368" r:id="rId27"/>
    <p:sldId id="369" r:id="rId28"/>
    <p:sldId id="370" r:id="rId29"/>
    <p:sldId id="371" r:id="rId30"/>
    <p:sldId id="372" r:id="rId31"/>
    <p:sldId id="373" r:id="rId32"/>
    <p:sldId id="374" r:id="rId33"/>
    <p:sldId id="375" r:id="rId34"/>
    <p:sldId id="376" r:id="rId35"/>
    <p:sldId id="320" r:id="rId36"/>
  </p:sldIdLst>
  <p:sldSz cx="9144000" cy="5143500" type="screen16x9"/>
  <p:notesSz cx="6858000" cy="9144000"/>
  <p:defaultTex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04">
          <p15:clr>
            <a:srgbClr val="A4A3A4"/>
          </p15:clr>
        </p15:guide>
        <p15:guide id="2" pos="2946">
          <p15:clr>
            <a:srgbClr val="A4A3A4"/>
          </p15:clr>
        </p15:guide>
      </p15:sldGuideLst>
    </p:ext>
    <p:ext uri="{2D200454-40CA-4A62-9FC3-DE9A4176ACB9}">
      <p15:notesGuideLst xmlns:p15="http://schemas.microsoft.com/office/powerpoint/2012/main">
        <p15:guide id="1" orient="horz" pos="3097">
          <p15:clr>
            <a:srgbClr val="A4A3A4"/>
          </p15:clr>
        </p15:guide>
        <p15:guide id="2" pos="219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53F62"/>
    <a:srgbClr val="8A141E"/>
    <a:srgbClr val="8A151F"/>
    <a:srgbClr val="52AD5B"/>
    <a:srgbClr val="0888FB"/>
    <a:srgbClr val="C00000"/>
    <a:srgbClr val="253F61"/>
    <a:srgbClr val="254060"/>
    <a:srgbClr val="243E63"/>
    <a:srgbClr val="8A142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srgbClr val="000000"/>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srgbClr val="000000"/>
        </a:fontRef>
        <a:schemeClr val="lt1"/>
      </a:tcTxStyle>
      <a:tcStyle>
        <a:tcBdr/>
        <a:fill>
          <a:solidFill>
            <a:schemeClr val="accent1"/>
          </a:solidFill>
        </a:fill>
      </a:tcStyle>
    </a:lastCol>
    <a:firstCol>
      <a:tcTxStyle b="on">
        <a:fontRef idx="minor">
          <a:srgbClr val="000000"/>
        </a:fontRef>
        <a:schemeClr val="lt1"/>
      </a:tcTxStyle>
      <a:tcStyle>
        <a:tcBdr/>
        <a:fill>
          <a:solidFill>
            <a:schemeClr val="accent1"/>
          </a:solidFill>
        </a:fill>
      </a:tcStyle>
    </a:firstCol>
    <a:lastRow>
      <a:tcTxStyle b="on">
        <a:fontRef idx="minor">
          <a:srgbClr val="000000"/>
        </a:fontRef>
        <a:schemeClr val="lt1"/>
      </a:tcTxStyle>
      <a:tcStyle>
        <a:tcBdr>
          <a:top>
            <a:ln w="38100" cmpd="sng">
              <a:solidFill>
                <a:schemeClr val="lt1"/>
              </a:solidFill>
            </a:ln>
          </a:top>
        </a:tcBdr>
        <a:fill>
          <a:solidFill>
            <a:schemeClr val="accent1"/>
          </a:solidFill>
        </a:fill>
      </a:tcStyle>
    </a:lastRow>
    <a:firstRow>
      <a:tcTxStyle b="on">
        <a:fontRef idx="minor">
          <a:srgbClr val="000000"/>
        </a:fontRef>
        <a:schemeClr val="lt1"/>
      </a:tcTxStyle>
      <a:tcStyle>
        <a:tcBdr>
          <a:bottom>
            <a:ln w="38100" cmpd="sng">
              <a:solidFill>
                <a:schemeClr val="lt1"/>
              </a:solidFill>
            </a:ln>
          </a:bottom>
        </a:tcBdr>
        <a:fill>
          <a:solidFill>
            <a:schemeClr val="accent1"/>
          </a:solidFill>
        </a:fill>
      </a:tcStyle>
    </a:firstRow>
  </a:tblStyle>
  <a:tblStyle styleId="{58542034-FE4F-4ADA-92B8-4CA66D0F0DF3}" styleName="腾讯文档-基本">
    <a:wholeTbl>
      <a:tcTxStyle>
        <a:fontRef idx="minor">
          <a:srgbClr val="000000"/>
        </a:fontRef>
        <a:srgbClr val="000000"/>
      </a:tcTxStyle>
      <a:tcStyle>
        <a:tcBdr>
          <a:left>
            <a:ln w="12700" cmpd="sng">
              <a:solidFill>
                <a:srgbClr val="999999"/>
              </a:solidFill>
            </a:ln>
          </a:left>
          <a:right>
            <a:ln w="12700" cmpd="sng">
              <a:solidFill>
                <a:srgbClr val="999999"/>
              </a:solidFill>
            </a:ln>
          </a:right>
          <a:top>
            <a:ln w="12700" cmpd="sng">
              <a:solidFill>
                <a:srgbClr val="999999"/>
              </a:solidFill>
            </a:ln>
          </a:top>
          <a:bottom>
            <a:ln w="12700" cmpd="sng">
              <a:solidFill>
                <a:srgbClr val="999999"/>
              </a:solidFill>
            </a:ln>
          </a:bottom>
          <a:insideH>
            <a:ln w="12700" cmpd="sng">
              <a:solidFill>
                <a:srgbClr val="999999"/>
              </a:solidFill>
            </a:ln>
          </a:insideH>
          <a:insideV>
            <a:ln w="12700" cmpd="sng">
              <a:solidFill>
                <a:srgbClr val="999999"/>
              </a:solidFill>
            </a:ln>
          </a:insideV>
        </a:tcBdr>
        <a:fill>
          <a:solidFill>
            <a:srgbClr val="FFFFFF"/>
          </a:solid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10" autoAdjust="0"/>
    <p:restoredTop sz="58175" autoAdjust="0"/>
  </p:normalViewPr>
  <p:slideViewPr>
    <p:cSldViewPr>
      <p:cViewPr varScale="1">
        <p:scale>
          <a:sx n="65" d="100"/>
          <a:sy n="65" d="100"/>
        </p:scale>
        <p:origin x="1978" y="48"/>
      </p:cViewPr>
      <p:guideLst>
        <p:guide orient="horz" pos="1604"/>
        <p:guide pos="2946"/>
      </p:guideLst>
    </p:cSldViewPr>
  </p:slideViewPr>
  <p:outlineViewPr>
    <p:cViewPr>
      <p:scale>
        <a:sx n="33" d="100"/>
        <a:sy n="33" d="100"/>
      </p:scale>
      <p:origin x="0" y="5236"/>
    </p:cViewPr>
  </p:outlineViewPr>
  <p:notesTextViewPr>
    <p:cViewPr>
      <p:scale>
        <a:sx n="100" d="100"/>
        <a:sy n="100" d="100"/>
      </p:scale>
      <p:origin x="0" y="0"/>
    </p:cViewPr>
  </p:notesTextViewPr>
  <p:sorterViewPr>
    <p:cViewPr>
      <p:scale>
        <a:sx n="100" d="100"/>
        <a:sy n="100" d="100"/>
      </p:scale>
      <p:origin x="0" y="-4080"/>
    </p:cViewPr>
  </p:sorterViewPr>
  <p:notesViewPr>
    <p:cSldViewPr>
      <p:cViewPr varScale="1">
        <p:scale>
          <a:sx n="53" d="100"/>
          <a:sy n="53" d="100"/>
        </p:scale>
        <p:origin x="-2706" y="-96"/>
      </p:cViewPr>
      <p:guideLst>
        <p:guide orient="horz" pos="3097"/>
        <p:guide pos="219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51275" y="0"/>
            <a:ext cx="2946400" cy="496888"/>
          </a:xfrm>
          <a:prstGeom prst="rect">
            <a:avLst/>
          </a:prstGeom>
        </p:spPr>
        <p:txBody>
          <a:bodyPr vert="horz" lIns="91440" tIns="45720" rIns="91440" bIns="45720" rtlCol="0"/>
          <a:lstStyle>
            <a:lvl1pPr algn="r">
              <a:defRPr sz="1200"/>
            </a:lvl1pPr>
          </a:lstStyle>
          <a:p>
            <a:fld id="{2FE92D19-DAB1-4875-885C-5CE9930C4D72}" type="datetimeFigureOut">
              <a:rPr lang="zh-CN" altLang="en-US" smtClean="0"/>
              <a:t>2023/10/3</a:t>
            </a:fld>
            <a:endParaRPr lang="zh-CN" altLang="en-US"/>
          </a:p>
        </p:txBody>
      </p:sp>
      <p:sp>
        <p:nvSpPr>
          <p:cNvPr id="4" name="页脚占位符 3"/>
          <p:cNvSpPr>
            <a:spLocks noGrp="1"/>
          </p:cNvSpPr>
          <p:nvPr>
            <p:ph type="ftr" sz="quarter" idx="2"/>
          </p:nvPr>
        </p:nvSpPr>
        <p:spPr>
          <a:xfrm>
            <a:off x="0" y="9431338"/>
            <a:ext cx="2946400" cy="4968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1275" y="9431338"/>
            <a:ext cx="2946400" cy="496887"/>
          </a:xfrm>
          <a:prstGeom prst="rect">
            <a:avLst/>
          </a:prstGeom>
        </p:spPr>
        <p:txBody>
          <a:bodyPr vert="horz" lIns="91440" tIns="45720" rIns="91440" bIns="45720" rtlCol="0" anchor="b"/>
          <a:lstStyle>
            <a:lvl1pPr algn="r">
              <a:defRPr sz="1200"/>
            </a:lvl1pPr>
          </a:lstStyle>
          <a:p>
            <a:fld id="{483AE0EB-002D-4EDA-9D7A-1A5304305124}"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p:nvPr>
        </p:nvSpPr>
        <p:spPr bwMode="auto">
          <a:xfrm>
            <a:off x="0" y="0"/>
            <a:ext cx="2946400" cy="496888"/>
          </a:xfrm>
          <a:prstGeom prst="rect">
            <a:avLst/>
          </a:prstGeom>
          <a:noFill/>
          <a:ln w="9525">
            <a:noFill/>
            <a:miter lim="800000"/>
          </a:ln>
        </p:spPr>
        <p:txBody>
          <a:bodyPr vert="horz" wrap="square" lIns="92172" tIns="46086" rIns="92172" bIns="46086" numCol="1" anchor="t" anchorCtr="0" compatLnSpc="1"/>
          <a:lstStyle>
            <a:lvl1pP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2051" name="日期占位符 2"/>
          <p:cNvSpPr>
            <a:spLocks noGrp="1" noChangeArrowheads="1"/>
          </p:cNvSpPr>
          <p:nvPr>
            <p:ph type="dt" idx="1"/>
          </p:nvPr>
        </p:nvSpPr>
        <p:spPr bwMode="auto">
          <a:xfrm>
            <a:off x="3851275" y="0"/>
            <a:ext cx="2946400" cy="496888"/>
          </a:xfrm>
          <a:prstGeom prst="rect">
            <a:avLst/>
          </a:prstGeom>
          <a:noFill/>
          <a:ln w="9525">
            <a:noFill/>
            <a:miter lim="800000"/>
          </a:ln>
        </p:spPr>
        <p:txBody>
          <a:bodyPr vert="horz" wrap="square" lIns="92172" tIns="46086" rIns="92172" bIns="46086" numCol="1" anchor="t" anchorCtr="0" compatLnSpc="1"/>
          <a:lstStyle>
            <a:lvl1pPr algn="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11268" name="幻灯片图像占位符 3"/>
          <p:cNvSpPr>
            <a:spLocks noGrp="1" noRot="1" noChangeAspect="1" noChangeArrowheads="1"/>
          </p:cNvSpPr>
          <p:nvPr>
            <p:ph type="sldImg" idx="4294967295"/>
          </p:nvPr>
        </p:nvSpPr>
        <p:spPr bwMode="auto">
          <a:xfrm>
            <a:off x="88900" y="744538"/>
            <a:ext cx="6621463" cy="3724275"/>
          </a:xfrm>
          <a:prstGeom prst="rect">
            <a:avLst/>
          </a:prstGeom>
          <a:noFill/>
          <a:ln w="12700">
            <a:noFill/>
            <a:miter lim="800000"/>
          </a:ln>
        </p:spPr>
      </p:sp>
      <p:sp>
        <p:nvSpPr>
          <p:cNvPr id="2053" name="备注占位符 4"/>
          <p:cNvSpPr>
            <a:spLocks noGrp="1" noChangeArrowheads="1"/>
          </p:cNvSpPr>
          <p:nvPr>
            <p:ph type="body" sz="quarter" idx="3"/>
          </p:nvPr>
        </p:nvSpPr>
        <p:spPr bwMode="auto">
          <a:xfrm>
            <a:off x="679450" y="4716463"/>
            <a:ext cx="5440363" cy="4468812"/>
          </a:xfrm>
          <a:prstGeom prst="rect">
            <a:avLst/>
          </a:prstGeom>
          <a:noFill/>
          <a:ln w="12700" cmpd="sng">
            <a:noFill/>
            <a:miter lim="800000"/>
          </a:ln>
        </p:spPr>
        <p:txBody>
          <a:bodyPr vert="horz" wrap="square" lIns="92172" tIns="46086" rIns="92172" bIns="46086" numCol="1" anchor="ctr"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054" name="页脚占位符 5"/>
          <p:cNvSpPr>
            <a:spLocks noGrp="1" noChangeArrowheads="1"/>
          </p:cNvSpPr>
          <p:nvPr>
            <p:ph type="ftr" sz="quarter" idx="4"/>
          </p:nvPr>
        </p:nvSpPr>
        <p:spPr bwMode="auto">
          <a:xfrm>
            <a:off x="0" y="9431338"/>
            <a:ext cx="2946400" cy="496887"/>
          </a:xfrm>
          <a:prstGeom prst="rect">
            <a:avLst/>
          </a:prstGeom>
          <a:noFill/>
          <a:ln w="9525">
            <a:noFill/>
            <a:miter lim="800000"/>
          </a:ln>
        </p:spPr>
        <p:txBody>
          <a:bodyPr vert="horz" wrap="square" lIns="92172" tIns="46086" rIns="92172" bIns="46086" numCol="1" anchor="b" anchorCtr="0" compatLnSpc="1"/>
          <a:lstStyle>
            <a:lvl1pP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2055" name="灯片编号占位符 6"/>
          <p:cNvSpPr>
            <a:spLocks noGrp="1" noChangeArrowheads="1"/>
          </p:cNvSpPr>
          <p:nvPr>
            <p:ph type="sldNum" sz="quarter" idx="5"/>
          </p:nvPr>
        </p:nvSpPr>
        <p:spPr bwMode="auto">
          <a:xfrm>
            <a:off x="3851275" y="9431338"/>
            <a:ext cx="2946400" cy="496887"/>
          </a:xfrm>
          <a:prstGeom prst="rect">
            <a:avLst/>
          </a:prstGeom>
          <a:noFill/>
          <a:ln w="9525">
            <a:noFill/>
            <a:miter lim="800000"/>
          </a:ln>
        </p:spPr>
        <p:txBody>
          <a:bodyPr vert="horz" wrap="square" lIns="92172" tIns="46086" rIns="92172" bIns="46086" numCol="1" anchor="b" anchorCtr="0" compatLnSpc="1"/>
          <a:lstStyle>
            <a:lvl1pPr algn="r">
              <a:defRPr sz="1200">
                <a:latin typeface="Calibri" panose="020F0502020204030204" pitchFamily="34" charset="0"/>
              </a:defRPr>
            </a:lvl1pPr>
          </a:lstStyle>
          <a:p>
            <a:fld id="{0B97B80F-142F-4A8D-AA75-D1CDF5ADA1E9}" type="slidenum">
              <a:rPr lang="zh-CN" altLang="en-US"/>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a:p>
        </p:txBody>
      </p:sp>
    </p:spTree>
    <p:extLst>
      <p:ext uri="{BB962C8B-B14F-4D97-AF65-F5344CB8AC3E}">
        <p14:creationId xmlns:p14="http://schemas.microsoft.com/office/powerpoint/2010/main" val="9399894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内存管理的基本原理和要求</a:t>
            </a:r>
          </a:p>
          <a:p>
            <a:pPr lvl="0"/>
            <a:r>
              <a:rPr lang="zh-CN" altLang="en-US" dirty="0"/>
              <a:t>内存管理（</a:t>
            </a:r>
            <a:r>
              <a:rPr lang="en-US" altLang="zh-CN" dirty="0"/>
              <a:t>Memory Management</a:t>
            </a:r>
            <a:r>
              <a:rPr lang="zh-CN" altLang="en-US" dirty="0"/>
              <a:t>）是操作系统设计中最重要和最复杂的内容之一</a:t>
            </a:r>
            <a:r>
              <a:rPr lang="en-US" altLang="zh-CN" dirty="0"/>
              <a:t>"</a:t>
            </a:r>
            <a:r>
              <a:rPr lang="zh-CN" altLang="en-US" dirty="0"/>
              <a:t>。虽然计算机硬件技术一直在飞速发展，内存容量也在不断增大，但仍然不可能将所有用户进程和系统所需要的全部程序与数据放入主存，因此操作系统必须对内存空间进行合理的划分和有效的动态分配。操作系统对内存的划分和动态分配，就是内存管理的概念。</a:t>
            </a:r>
          </a:p>
          <a:p>
            <a:pPr lvl="0"/>
            <a:r>
              <a:rPr lang="zh-CN" altLang="en-US" dirty="0"/>
              <a:t>有效的内存管理在多道程序设计中非常重要，它不仅可以方便用户使用存储器、提高内存利用率，还可以通过虚拟技术从逻辑上扩充存储器。</a:t>
            </a:r>
          </a:p>
          <a:p>
            <a:pPr lvl="0"/>
            <a:endParaRPr lang="zh-CN" altLang="en-US" dirty="0"/>
          </a:p>
          <a:p>
            <a:pPr lvl="0"/>
            <a:r>
              <a:rPr lang="zh-CN" altLang="en-US" dirty="0"/>
              <a:t>内存管理的主要功能有：</a:t>
            </a:r>
          </a:p>
          <a:p>
            <a:pPr lvl="0"/>
            <a:r>
              <a:rPr lang="en-US" altLang="zh-CN" dirty="0"/>
              <a:t>1. </a:t>
            </a:r>
            <a:r>
              <a:rPr lang="zh-CN" altLang="en-US" dirty="0"/>
              <a:t>内存空间的分配与回收。由操作系统完成主存储器空间的分配和管理，使程序员摆脱存储分配的麻烦，提高编程效率。</a:t>
            </a:r>
          </a:p>
          <a:p>
            <a:pPr lvl="0"/>
            <a:r>
              <a:rPr lang="en-US" altLang="zh-CN" dirty="0"/>
              <a:t>2. </a:t>
            </a:r>
            <a:r>
              <a:rPr lang="zh-CN" altLang="en-US" dirty="0"/>
              <a:t>地址转换。在多道程序环境下，程序中的逻辑地址与内存中的物理地址不可能一致，因此存储管理必须提供地址变换功能，把逻辑地址转换成相应的物理地址。</a:t>
            </a:r>
          </a:p>
          <a:p>
            <a:pPr lvl="0"/>
            <a:r>
              <a:rPr lang="en-US" altLang="zh-CN" dirty="0"/>
              <a:t>3. </a:t>
            </a:r>
            <a:r>
              <a:rPr lang="zh-CN" altLang="en-US" dirty="0"/>
              <a:t>内存空间的扩充。利用虚拟存储技术或自动覆盖技术，从逻辑上扩充内存。</a:t>
            </a:r>
          </a:p>
          <a:p>
            <a:pPr lvl="0"/>
            <a:r>
              <a:rPr lang="en-US" altLang="zh-CN" dirty="0"/>
              <a:t>4. </a:t>
            </a:r>
            <a:r>
              <a:rPr lang="zh-CN" altLang="en-US" dirty="0"/>
              <a:t>存储保护。保证各道作业在各自的存储空间内运行，互不干扰。</a:t>
            </a:r>
          </a:p>
          <a:p>
            <a:pPr lvl="0"/>
            <a:r>
              <a:rPr lang="zh-CN" altLang="en-US" dirty="0"/>
              <a:t>在进行具体的内存管理之前，需要了解进程运行的基本原理和要求。</a:t>
            </a:r>
            <a:endParaRPr lang="zh-CN" dirty="0"/>
          </a:p>
        </p:txBody>
      </p:sp>
    </p:spTree>
    <p:extLst>
      <p:ext uri="{BB962C8B-B14F-4D97-AF65-F5344CB8AC3E}">
        <p14:creationId xmlns:p14="http://schemas.microsoft.com/office/powerpoint/2010/main" val="2614588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创建进程首先要将程序和数据装入内存。将用户源程序变为可在内存中执行的程序，通常需要以下几个步骤：</a:t>
            </a:r>
          </a:p>
          <a:p>
            <a:pPr lvl="0"/>
            <a:r>
              <a:rPr lang="en-US" altLang="zh-CN" dirty="0"/>
              <a:t>1. </a:t>
            </a:r>
            <a:r>
              <a:rPr lang="zh-CN" altLang="en-US" dirty="0"/>
              <a:t>编译。由编译程序将用户源代码编译成若干目标模块。</a:t>
            </a:r>
          </a:p>
          <a:p>
            <a:pPr lvl="0"/>
            <a:r>
              <a:rPr lang="en-US" altLang="zh-CN" dirty="0"/>
              <a:t>2. </a:t>
            </a:r>
            <a:r>
              <a:rPr lang="zh-CN" altLang="en-US" dirty="0"/>
              <a:t>链接。由链接程序将编译后形成的一组目标模块及它们所需的库函数链接在一起，形成一个完整的装入模块。</a:t>
            </a:r>
          </a:p>
          <a:p>
            <a:pPr lvl="0"/>
            <a:r>
              <a:rPr lang="en-US" altLang="zh-CN" dirty="0"/>
              <a:t>3. </a:t>
            </a:r>
            <a:r>
              <a:rPr lang="zh-CN" altLang="en-US" dirty="0"/>
              <a:t>装入。由装入程序将装入模块装入内存运行。</a:t>
            </a:r>
            <a:endParaRPr lang="en-US" altLang="zh-CN" dirty="0"/>
          </a:p>
          <a:p>
            <a:pPr lvl="0"/>
            <a:r>
              <a:rPr lang="zh-CN" altLang="en-US" dirty="0"/>
              <a:t>这三步过程如图所示。</a:t>
            </a:r>
            <a:endParaRPr lang="zh-CN" dirty="0"/>
          </a:p>
        </p:txBody>
      </p:sp>
    </p:spTree>
    <p:extLst>
      <p:ext uri="{BB962C8B-B14F-4D97-AF65-F5344CB8AC3E}">
        <p14:creationId xmlns:p14="http://schemas.microsoft.com/office/powerpoint/2010/main" val="28706984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程序的链接有以下三种方式。</a:t>
            </a:r>
          </a:p>
          <a:p>
            <a:pPr lvl="0"/>
            <a:r>
              <a:rPr lang="en-US" altLang="zh-CN" dirty="0"/>
              <a:t>(1)</a:t>
            </a:r>
            <a:r>
              <a:rPr lang="zh-CN" altLang="en-US" dirty="0"/>
              <a:t>静态链接</a:t>
            </a:r>
          </a:p>
          <a:p>
            <a:pPr lvl="0"/>
            <a:r>
              <a:rPr lang="zh-CN" altLang="en-US" dirty="0"/>
              <a:t>在程序运行之前，先将各目标模块及它们所需的库函数链接成一个完整的装配模块，以后不再拆开。将几个目标模块装配成一个装入模块时，需要解决两个问题：①修改相对地址，编译后的所有目标模块都是从</a:t>
            </a:r>
            <a:r>
              <a:rPr lang="en-US" altLang="zh-CN" dirty="0"/>
              <a:t>0</a:t>
            </a:r>
            <a:r>
              <a:rPr lang="zh-CN" altLang="en-US" dirty="0"/>
              <a:t>开始的相对地址，当链接成一个装入模块时要修改相对地址。②变换外部调用符号，将每个模块中所用的外部调用符号也都变换为相对地址。</a:t>
            </a:r>
          </a:p>
          <a:p>
            <a:pPr lvl="0"/>
            <a:r>
              <a:rPr lang="en-US" altLang="zh-CN" dirty="0"/>
              <a:t>(2)</a:t>
            </a:r>
            <a:r>
              <a:rPr lang="zh-CN" altLang="en-US" dirty="0"/>
              <a:t>装入时动态链接</a:t>
            </a:r>
          </a:p>
          <a:p>
            <a:pPr lvl="0"/>
            <a:r>
              <a:rPr lang="zh-CN" altLang="en-US" dirty="0"/>
              <a:t>将用户源程序编译后所得到的一组目标模块，在装入内存时，采用边装入边链接的方式。其优点是便于修改和更新，便于实现对目标模块的共享。</a:t>
            </a:r>
          </a:p>
          <a:p>
            <a:pPr lvl="0"/>
            <a:r>
              <a:rPr lang="en-US" altLang="zh-CN" dirty="0"/>
              <a:t>(3)</a:t>
            </a:r>
            <a:r>
              <a:rPr lang="zh-CN" altLang="en-US" dirty="0"/>
              <a:t>运行时动态链接</a:t>
            </a:r>
          </a:p>
          <a:p>
            <a:pPr lvl="0"/>
            <a:r>
              <a:rPr lang="zh-CN" altLang="en-US" dirty="0"/>
              <a:t>对某些目标模块的链接，是在程序执行中需要该目标模块时才进行的。凡在执行过程中未被用到的目标模块，都不会被调入内存和被链接到装入模块上。其优点是能加快程序的装入过程，还可节省大量的内存空间。</a:t>
            </a:r>
            <a:endParaRPr lang="zh-CN" dirty="0"/>
          </a:p>
        </p:txBody>
      </p:sp>
    </p:spTree>
    <p:extLst>
      <p:ext uri="{BB962C8B-B14F-4D97-AF65-F5344CB8AC3E}">
        <p14:creationId xmlns:p14="http://schemas.microsoft.com/office/powerpoint/2010/main" val="1164269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内存的装入模块在装入内存时，同样有以下三种方式：</a:t>
            </a:r>
          </a:p>
          <a:p>
            <a:pPr lvl="0"/>
            <a:r>
              <a:rPr lang="en-US" altLang="zh-CN" dirty="0"/>
              <a:t>(1)</a:t>
            </a:r>
            <a:r>
              <a:rPr lang="zh-CN" altLang="en-US" dirty="0"/>
              <a:t>绝对装入</a:t>
            </a:r>
          </a:p>
          <a:p>
            <a:pPr lvl="0"/>
            <a:r>
              <a:rPr lang="zh-CN" altLang="en-US" dirty="0"/>
              <a:t>绝对装入方式只适用于单道程序环境。在编译时，若知道程序将驻留在内存的某个位置，则编译程序将产生绝对地址的目标代码。绝对装入程序按照装入模块中的地址，将程序和数据装入内存。由于程序中的逻辑地址与实际内存地址完全相同，因此不需对程序和数据的地址进行修改。</a:t>
            </a:r>
          </a:p>
          <a:p>
            <a:pPr lvl="0"/>
            <a:r>
              <a:rPr lang="zh-CN" altLang="en-US" dirty="0"/>
              <a:t>另外，程序中所用的绝对地址，可在编译或汇编时给出，也可由程序员直接赋予。而通常情况下在程序中采用的是符号地址，编译或汇编时再转换为绝对地址。</a:t>
            </a:r>
          </a:p>
          <a:p>
            <a:pPr lvl="0"/>
            <a:r>
              <a:rPr lang="en-US" altLang="zh-CN" dirty="0"/>
              <a:t>(2)</a:t>
            </a:r>
            <a:r>
              <a:rPr lang="zh-CN" altLang="en-US" dirty="0"/>
              <a:t>可重定位装入</a:t>
            </a:r>
          </a:p>
          <a:p>
            <a:pPr lvl="0"/>
            <a:r>
              <a:rPr lang="zh-CN" altLang="en-US" dirty="0"/>
              <a:t>在多道程序环境下，多个目标模块的起始地址通常都从</a:t>
            </a:r>
            <a:r>
              <a:rPr lang="en-US" altLang="zh-CN" dirty="0"/>
              <a:t>0</a:t>
            </a:r>
            <a:r>
              <a:rPr lang="zh-CN" altLang="en-US" dirty="0"/>
              <a:t>开始，程序中的其他地址都是相对于起始地址的，此时应采用可重定位装入方式。根据内存的当前情况，将装入模块装入内存的适当位置。在装入时对目标程序中指令和数据地址的修改过程称为重定位，又因为地址变换通常是在进程装入时一次完成的，故称为静态重定位，如图所示。</a:t>
            </a:r>
          </a:p>
          <a:p>
            <a:pPr lvl="0"/>
            <a:r>
              <a:rPr lang="zh-CN" altLang="en-US" dirty="0"/>
              <a:t>当一个作业装入内存时，必须给它分配要求的全部内存空间，若没有足够的内存，则无法装入。此外，作业一旦进入内存，整个运行期间就不能在内存中移动，也不能再申请内存空间。</a:t>
            </a:r>
            <a:endParaRPr lang="zh-CN" dirty="0"/>
          </a:p>
        </p:txBody>
      </p:sp>
    </p:spTree>
    <p:extLst>
      <p:ext uri="{BB962C8B-B14F-4D97-AF65-F5344CB8AC3E}">
        <p14:creationId xmlns:p14="http://schemas.microsoft.com/office/powerpoint/2010/main" val="38404338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(3)</a:t>
            </a:r>
            <a:r>
              <a:rPr lang="zh-CN" altLang="en-US" dirty="0"/>
              <a:t>动态运行时装入</a:t>
            </a:r>
          </a:p>
          <a:p>
            <a:pPr lvl="0"/>
            <a:r>
              <a:rPr lang="zh-CN" altLang="en-US" dirty="0"/>
              <a:t>也称动态重定位。程序在内存中若发生移动，则需要采用动态的装入方式。装入程序把装入模块装入内存后，并不立即把装入模块中的相对地址转换为绝对地址，而是把这种地址转换推迟</a:t>
            </a:r>
          </a:p>
          <a:p>
            <a:pPr lvl="0"/>
            <a:r>
              <a:rPr lang="zh-CN" altLang="en-US" dirty="0"/>
              <a:t>到程序真正要执行时才进行。因此，装入内存后的所有地址均为相对地址。这种方式需要一个重定位寄存器的支持，如图所示。</a:t>
            </a:r>
            <a:endParaRPr lang="en-US" altLang="zh-CN" dirty="0"/>
          </a:p>
          <a:p>
            <a:pPr lvl="0"/>
            <a:endParaRPr lang="zh-CN" altLang="en-US" dirty="0"/>
          </a:p>
          <a:p>
            <a:pPr lvl="0"/>
            <a:r>
              <a:rPr lang="zh-CN" altLang="en-US" dirty="0"/>
              <a:t>动态重定位的优点：可以将程序分配到不连续的存储区：在程序运行之前可以只装入部分代码即可投入运行，然后在程序运行期间，根据需要动态申请分配内存：便于程序段的共享。</a:t>
            </a:r>
            <a:endParaRPr lang="zh-CN" dirty="0"/>
          </a:p>
        </p:txBody>
      </p:sp>
    </p:spTree>
    <p:extLst>
      <p:ext uri="{BB962C8B-B14F-4D97-AF65-F5344CB8AC3E}">
        <p14:creationId xmlns:p14="http://schemas.microsoft.com/office/powerpoint/2010/main" val="41813823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2.</a:t>
            </a:r>
            <a:r>
              <a:rPr lang="zh-CN" altLang="en-US" dirty="0"/>
              <a:t>逻辑地址与物理地址</a:t>
            </a:r>
          </a:p>
          <a:p>
            <a:pPr lvl="0"/>
            <a:r>
              <a:rPr lang="zh-CN" altLang="en-US" dirty="0"/>
              <a:t>编译后，每个目标模块都从</a:t>
            </a:r>
            <a:r>
              <a:rPr lang="en-US" altLang="zh-CN" dirty="0"/>
              <a:t>0</a:t>
            </a:r>
            <a:r>
              <a:rPr lang="zh-CN" altLang="en-US" dirty="0"/>
              <a:t>号单元开始编址，这称为该目标模块的相对地址（或逻辑地址）。当链接程序将各个模块链接成一个完整的可执行目标程序时，链接程序顺序依次按各个模块的相对地址构成统一的从</a:t>
            </a:r>
            <a:r>
              <a:rPr lang="en-US" altLang="zh-CN" dirty="0"/>
              <a:t>0</a:t>
            </a:r>
            <a:r>
              <a:rPr lang="zh-CN" altLang="en-US" dirty="0"/>
              <a:t>号单元开始编址的逻辑地址空间（或虚拟地址空间），对于</a:t>
            </a:r>
            <a:r>
              <a:rPr lang="en-US" altLang="zh-CN" dirty="0"/>
              <a:t>32</a:t>
            </a:r>
            <a:r>
              <a:rPr lang="zh-CN" altLang="en-US" dirty="0"/>
              <a:t>位系统，逻辑地址空间的范围为</a:t>
            </a:r>
            <a:r>
              <a:rPr lang="en-US" altLang="zh-CN" dirty="0"/>
              <a:t>0~2^32-1</a:t>
            </a:r>
            <a:r>
              <a:rPr lang="zh-CN" altLang="en-US" dirty="0"/>
              <a:t>。进程在运行时，看到和使用的地址都是逻辑地址。用户程序和程序员只需知道逻辑地址，而内存管理的具体机制则是完全透明的。不同进程可以有相同的逻辑地址，因为这些相同的逻辑地址可以映射到主存的不同位置。</a:t>
            </a:r>
            <a:endParaRPr lang="en-US" altLang="zh-CN" dirty="0"/>
          </a:p>
          <a:p>
            <a:pPr lvl="0"/>
            <a:endParaRPr lang="zh-CN" altLang="en-US" dirty="0"/>
          </a:p>
          <a:p>
            <a:pPr lvl="0"/>
            <a:r>
              <a:rPr lang="zh-CN" altLang="en-US" dirty="0"/>
              <a:t>物理地址空间是指内存中物理单元的集合，它是地址转换的最终地址，进程在运行时执行指令和访问数据，最后都要通过物理地址从主存中存取。当装入程序将可执行代码装入内存时，必须通过地址转换将逻辑地址转换成物理地址，这个过程称为地址重定位。</a:t>
            </a:r>
          </a:p>
          <a:p>
            <a:pPr lvl="0"/>
            <a:r>
              <a:rPr lang="zh-CN" altLang="en-US" dirty="0"/>
              <a:t>操作系统通过内存管理部件</a:t>
            </a:r>
            <a:r>
              <a:rPr lang="en-US" altLang="zh-CN" dirty="0"/>
              <a:t>(MMU)</a:t>
            </a:r>
            <a:r>
              <a:rPr lang="zh-CN" altLang="en-US" dirty="0"/>
              <a:t>将进程使用的逻辑地址转换为物理地址。进程使用虚拟内存空间中的地址，操作系统在相关硬件的协助下，将它“转换”成真正的物理地址。逻辑地址通过页表映射到物理内存，页表由操作系统维护并被处理器引用。</a:t>
            </a:r>
            <a:endParaRPr lang="en-US" altLang="zh-CN" dirty="0"/>
          </a:p>
          <a:p>
            <a:pPr lvl="0"/>
            <a:endParaRPr lang="en-US" altLang="zh-CN" dirty="0"/>
          </a:p>
          <a:p>
            <a:pPr lvl="0"/>
            <a:r>
              <a:rPr lang="zh-CN" altLang="en-US" dirty="0"/>
              <a:t>进程的内存映像</a:t>
            </a:r>
          </a:p>
          <a:p>
            <a:pPr lvl="0"/>
            <a:r>
              <a:rPr lang="zh-CN" altLang="en-US" dirty="0"/>
              <a:t>不同于存放在硬盘上的可执行程序文件，当一个程序调入内存运行时，就构成了进程的内存映像。一个进程的内存映像一般有几个要素：</a:t>
            </a:r>
          </a:p>
          <a:p>
            <a:pPr lvl="0"/>
            <a:r>
              <a:rPr lang="en-US" altLang="zh-CN" dirty="0"/>
              <a:t>1. </a:t>
            </a:r>
            <a:r>
              <a:rPr lang="zh-CN" altLang="en-US" dirty="0"/>
              <a:t>代码段：即程序的二进制代码，代码段是只读的，可以被多个进程共享。</a:t>
            </a:r>
          </a:p>
          <a:p>
            <a:pPr lvl="0"/>
            <a:r>
              <a:rPr lang="en-US" altLang="zh-CN" dirty="0"/>
              <a:t>2. </a:t>
            </a:r>
            <a:r>
              <a:rPr lang="zh-CN" altLang="en-US" dirty="0"/>
              <a:t>数据段：即程序运行时加工处理的对象，包括全局变量和静态变量。</a:t>
            </a:r>
          </a:p>
          <a:p>
            <a:pPr lvl="0"/>
            <a:r>
              <a:rPr lang="en-US" altLang="zh-CN" dirty="0"/>
              <a:t>3. </a:t>
            </a:r>
            <a:r>
              <a:rPr lang="zh-CN" altLang="en-US" dirty="0"/>
              <a:t>进程控制块</a:t>
            </a:r>
            <a:r>
              <a:rPr lang="en-US" altLang="zh-CN" dirty="0"/>
              <a:t>(PCB):</a:t>
            </a:r>
            <a:r>
              <a:rPr lang="zh-CN" altLang="en-US" dirty="0"/>
              <a:t>存放在系统区。操作系统通过</a:t>
            </a:r>
            <a:r>
              <a:rPr lang="en-US" altLang="zh-CN" dirty="0"/>
              <a:t>PCB</a:t>
            </a:r>
            <a:r>
              <a:rPr lang="zh-CN" altLang="en-US" dirty="0"/>
              <a:t>来控制和管理进程。</a:t>
            </a:r>
          </a:p>
          <a:p>
            <a:pPr lvl="0"/>
            <a:r>
              <a:rPr lang="en-US" altLang="zh-CN" dirty="0"/>
              <a:t>4. </a:t>
            </a:r>
            <a:r>
              <a:rPr lang="zh-CN" altLang="en-US" dirty="0"/>
              <a:t>堆：用来存放动态分配的变量。通过调用</a:t>
            </a:r>
            <a:r>
              <a:rPr lang="en-US" altLang="zh-CN" dirty="0"/>
              <a:t>malloc</a:t>
            </a:r>
            <a:r>
              <a:rPr lang="zh-CN" altLang="en-US" dirty="0"/>
              <a:t>函数动态地向高地址分配空间。</a:t>
            </a:r>
          </a:p>
          <a:p>
            <a:pPr lvl="0"/>
            <a:r>
              <a:rPr lang="en-US" altLang="zh-CN" dirty="0"/>
              <a:t>5. </a:t>
            </a:r>
            <a:r>
              <a:rPr lang="zh-CN" altLang="en-US" dirty="0"/>
              <a:t>栈：用来实现函数调用。从用户空间的最大地址往低地址方向增长。</a:t>
            </a:r>
          </a:p>
          <a:p>
            <a:pPr lvl="0"/>
            <a:r>
              <a:rPr lang="zh-CN" altLang="en-US" dirty="0"/>
              <a:t>代码段和数据段在程序调入内存时就指定了大小，而堆和栈不一样。当调用像</a:t>
            </a:r>
            <a:r>
              <a:rPr lang="en-US" altLang="zh-CN" dirty="0"/>
              <a:t>malloc</a:t>
            </a:r>
            <a:r>
              <a:rPr lang="zh-CN" altLang="en-US" dirty="0"/>
              <a:t>和</a:t>
            </a:r>
            <a:r>
              <a:rPr lang="en-US" altLang="zh-CN" dirty="0"/>
              <a:t>free</a:t>
            </a:r>
            <a:r>
              <a:rPr lang="zh-CN" altLang="en-US" dirty="0"/>
              <a:t>这样的</a:t>
            </a:r>
            <a:r>
              <a:rPr lang="en-US" altLang="zh-CN" dirty="0"/>
              <a:t>C</a:t>
            </a:r>
            <a:r>
              <a:rPr lang="zh-CN" altLang="en-US" dirty="0"/>
              <a:t>标准库函数时，堆可以在运行时动态地扩展和收缩。用户栈在程序运行期间也可以动态地扩展和收缩，每次调用一个函数，栈就会增长：从一个函数返回时，栈就会收缩。</a:t>
            </a:r>
          </a:p>
          <a:p>
            <a:pPr lvl="0"/>
            <a:r>
              <a:rPr lang="zh-CN" altLang="en-US" dirty="0"/>
              <a:t>如图所示是一个进程在内存中的映像。其中，共享库用来存放进程用到的共享函数库代码，如</a:t>
            </a:r>
            <a:r>
              <a:rPr lang="en-US" altLang="zh-CN" dirty="0" err="1"/>
              <a:t>printf</a:t>
            </a:r>
            <a:r>
              <a:rPr lang="en-US" altLang="zh-CN" dirty="0"/>
              <a:t>()</a:t>
            </a:r>
            <a:r>
              <a:rPr lang="zh-CN" altLang="en-US" dirty="0"/>
              <a:t>函数等。在只读代码段中，</a:t>
            </a:r>
            <a:r>
              <a:rPr lang="en-US" altLang="zh-CN" dirty="0" err="1"/>
              <a:t>init</a:t>
            </a:r>
            <a:r>
              <a:rPr lang="zh-CN" altLang="en-US" dirty="0"/>
              <a:t>是程序初始化时调用的</a:t>
            </a:r>
            <a:r>
              <a:rPr lang="en-US" altLang="zh-CN" dirty="0" err="1"/>
              <a:t>init</a:t>
            </a:r>
            <a:r>
              <a:rPr lang="zh-CN" altLang="en-US" dirty="0"/>
              <a:t>函数；</a:t>
            </a:r>
            <a:r>
              <a:rPr lang="en-US" altLang="zh-CN" dirty="0"/>
              <a:t>text</a:t>
            </a:r>
            <a:r>
              <a:rPr lang="zh-CN" altLang="en-US" dirty="0"/>
              <a:t>是用户程序的机器代码；</a:t>
            </a:r>
            <a:r>
              <a:rPr lang="en-US" altLang="zh-CN" dirty="0" err="1"/>
              <a:t>rodata</a:t>
            </a:r>
            <a:r>
              <a:rPr lang="zh-CN" altLang="en-US" dirty="0"/>
              <a:t>是只读数据。在读</a:t>
            </a:r>
            <a:r>
              <a:rPr lang="en-US" altLang="zh-CN" dirty="0"/>
              <a:t>/</a:t>
            </a:r>
            <a:r>
              <a:rPr lang="zh-CN" altLang="en-US" dirty="0"/>
              <a:t>写数据段中，。</a:t>
            </a:r>
            <a:r>
              <a:rPr lang="en-US" altLang="zh-CN" dirty="0"/>
              <a:t>data</a:t>
            </a:r>
            <a:r>
              <a:rPr lang="zh-CN" altLang="en-US" dirty="0"/>
              <a:t>是已初始化的全局变量和静态变量；。</a:t>
            </a:r>
            <a:r>
              <a:rPr lang="en-US" altLang="zh-CN" dirty="0" err="1"/>
              <a:t>bss</a:t>
            </a:r>
            <a:r>
              <a:rPr lang="zh-CN" altLang="en-US" dirty="0"/>
              <a:t>是未初始化及所有初始化为</a:t>
            </a:r>
            <a:r>
              <a:rPr lang="en-US" altLang="zh-CN" dirty="0"/>
              <a:t>0</a:t>
            </a:r>
            <a:r>
              <a:rPr lang="zh-CN" altLang="en-US" dirty="0"/>
              <a:t>的全局变量和静态变量。</a:t>
            </a:r>
            <a:endParaRPr lang="zh-CN" dirty="0"/>
          </a:p>
        </p:txBody>
      </p:sp>
    </p:spTree>
    <p:extLst>
      <p:ext uri="{BB962C8B-B14F-4D97-AF65-F5344CB8AC3E}">
        <p14:creationId xmlns:p14="http://schemas.microsoft.com/office/powerpoint/2010/main" val="17479817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4.</a:t>
            </a:r>
            <a:r>
              <a:rPr lang="zh-CN" altLang="en-US" dirty="0"/>
              <a:t>内存保护</a:t>
            </a:r>
          </a:p>
          <a:p>
            <a:pPr lvl="0"/>
            <a:r>
              <a:rPr lang="zh-CN" altLang="en-US" dirty="0"/>
              <a:t>确保每个进程都有一个单独的内存空间。内存分配前，需要保护操作系统不受用户进程的影响，同时保护用户进程不受其他用户进程的影响。内存保护可采取两种方法：</a:t>
            </a:r>
          </a:p>
          <a:p>
            <a:pPr lvl="0"/>
            <a:r>
              <a:rPr lang="en-US" altLang="zh-CN" dirty="0"/>
              <a:t>1)</a:t>
            </a:r>
            <a:r>
              <a:rPr lang="zh-CN" altLang="en-US" dirty="0"/>
              <a:t>在</a:t>
            </a:r>
            <a:r>
              <a:rPr lang="en-US" altLang="zh-CN" dirty="0"/>
              <a:t>CPU</a:t>
            </a:r>
            <a:r>
              <a:rPr lang="zh-CN" altLang="en-US" dirty="0"/>
              <a:t>中设置一对上、下限寄存器，存放用户作业在主存中的下限和上限地址，每当</a:t>
            </a:r>
            <a:r>
              <a:rPr lang="en-US" altLang="zh-CN" dirty="0"/>
              <a:t>CPU</a:t>
            </a:r>
            <a:r>
              <a:rPr lang="zh-CN" altLang="en-US" dirty="0"/>
              <a:t>要访问一个地址时，分别和两个寄存器的值相比，判断有无越界。</a:t>
            </a:r>
            <a:endParaRPr lang="en-US" altLang="zh-CN" dirty="0"/>
          </a:p>
          <a:p>
            <a:pPr lvl="0"/>
            <a:r>
              <a:rPr lang="en-US" altLang="zh-CN" dirty="0"/>
              <a:t>2)</a:t>
            </a:r>
            <a:r>
              <a:rPr lang="zh-CN" altLang="en-US" dirty="0"/>
              <a:t>采用重定位寄存器（又称基地址寄存器）和界地址寄存器（又称限长寄存器）来实现这种保护。重定位寄存器含最小的物理地址值，界地址寄存器含逻辑地址的最大值。内存管理机构动态地将逻辑地址与界地址寄存器进行比较，若未发生地址越界，则加上重定位寄存器的值后映射成物理地址，再送交内存单元，如图所示。</a:t>
            </a:r>
            <a:endParaRPr lang="en-US" altLang="zh-CN" dirty="0"/>
          </a:p>
          <a:p>
            <a:pPr lvl="0"/>
            <a:endParaRPr lang="en-US" altLang="zh-CN" dirty="0"/>
          </a:p>
          <a:p>
            <a:pPr lvl="0"/>
            <a:r>
              <a:rPr lang="zh-CN" altLang="en-US" dirty="0"/>
              <a:t>实现内存保护需要重定位寄存器和界地址寄存器，因此要注意两者的区别。重定位寄存器是用来“加”的，逻辑地址加上重定位寄存器中的值就能得到物理地址；界地址寄存器是用来“比”的，通过比较界地址寄存器中的值与逻辑地址的值来判断是否越界。</a:t>
            </a:r>
          </a:p>
          <a:p>
            <a:pPr lvl="0"/>
            <a:r>
              <a:rPr lang="zh-CN" altLang="en-US" dirty="0"/>
              <a:t>加载重定位寄存器和界地址寄存器时必须使用特权指令，只有操作系统内核才可以加载这两个存储器。这种方案允许操作系统内核修改这两个寄存器的值，而不允许用户程序修改。</a:t>
            </a:r>
            <a:endParaRPr lang="zh-CN" dirty="0"/>
          </a:p>
        </p:txBody>
      </p:sp>
    </p:spTree>
    <p:extLst>
      <p:ext uri="{BB962C8B-B14F-4D97-AF65-F5344CB8AC3E}">
        <p14:creationId xmlns:p14="http://schemas.microsoft.com/office/powerpoint/2010/main" val="12740479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连续分配管理方式</a:t>
            </a:r>
          </a:p>
          <a:p>
            <a:pPr lvl="0"/>
            <a:r>
              <a:rPr lang="zh-CN" altLang="en-US" dirty="0"/>
              <a:t>连续分配方式是指为一个用户程序分配一个连续的内存空间，譬如某用户需要</a:t>
            </a:r>
            <a:r>
              <a:rPr lang="en-US" altLang="zh-CN" dirty="0"/>
              <a:t>100MB</a:t>
            </a:r>
            <a:r>
              <a:rPr lang="zh-CN" altLang="en-US" dirty="0"/>
              <a:t>的内存空间，连续分配方式就在内存空间中为用户分配一块连续的</a:t>
            </a:r>
            <a:r>
              <a:rPr lang="en-US" altLang="zh-CN" dirty="0"/>
              <a:t>100MB</a:t>
            </a:r>
            <a:r>
              <a:rPr lang="zh-CN" altLang="en-US" dirty="0"/>
              <a:t>空间。连续分配方式主要包括单一连续分配、固定分区分配和动态分区分配。</a:t>
            </a:r>
            <a:endParaRPr lang="en-US" altLang="zh-CN" dirty="0"/>
          </a:p>
          <a:p>
            <a:pPr lvl="0"/>
            <a:endParaRPr lang="en-US" altLang="zh-CN" dirty="0"/>
          </a:p>
          <a:p>
            <a:pPr lvl="0"/>
            <a:r>
              <a:rPr lang="en-US" altLang="zh-CN" dirty="0"/>
              <a:t>1.</a:t>
            </a:r>
            <a:r>
              <a:rPr lang="zh-CN" altLang="en-US" dirty="0"/>
              <a:t>单一连续分配</a:t>
            </a:r>
          </a:p>
          <a:p>
            <a:pPr lvl="0"/>
            <a:r>
              <a:rPr lang="zh-CN" altLang="en-US" dirty="0"/>
              <a:t>内存在此方式下分为系统区和用户区，系统区仅供操作系统使用，通常在低地址部分；在用户区内存中，仅有一道用户程序，即整个内存的用户空间由该程序独占。</a:t>
            </a:r>
          </a:p>
          <a:p>
            <a:pPr lvl="0"/>
            <a:r>
              <a:rPr lang="zh-CN" altLang="en-US" dirty="0"/>
              <a:t>这种方式的优点是简单、无外部碎片，无须进行内存保护，因为内存中永远只有一道程序。缺点是只能用于单用户、单任务的操作系统中，有内部碎片，存储器的利用率极低。</a:t>
            </a:r>
            <a:endParaRPr lang="zh-CN" dirty="0"/>
          </a:p>
        </p:txBody>
      </p:sp>
    </p:spTree>
    <p:extLst>
      <p:ext uri="{BB962C8B-B14F-4D97-AF65-F5344CB8AC3E}">
        <p14:creationId xmlns:p14="http://schemas.microsoft.com/office/powerpoint/2010/main" val="20105094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固定分区分配是最简单的一种多道程序存储管理方式，它将用户内存空间划分为若干固定大小的区域，每个分区只装入一道作业。当有空闲分区时，便可再从外存的后备作业队列中选择适当大小的作业装入该分区，如此循环。在划分分区时有两种不同的方法。</a:t>
            </a:r>
          </a:p>
          <a:p>
            <a:pPr lvl="0"/>
            <a:r>
              <a:rPr lang="en-US" altLang="zh-CN" dirty="0"/>
              <a:t>(1) </a:t>
            </a:r>
            <a:r>
              <a:rPr lang="zh-CN" altLang="en-US" dirty="0"/>
              <a:t>分区大小相等。程序太小会造成浪费，程序太大又无法装入，缺乏灵活性。</a:t>
            </a:r>
          </a:p>
          <a:p>
            <a:pPr lvl="0"/>
            <a:r>
              <a:rPr lang="en-US" altLang="zh-CN" dirty="0"/>
              <a:t>(2) </a:t>
            </a:r>
            <a:r>
              <a:rPr lang="zh-CN" altLang="en-US" dirty="0"/>
              <a:t>分区大小不等。划分为多个较小的分区、适量的中等分区和少量大分区。</a:t>
            </a:r>
          </a:p>
          <a:p>
            <a:pPr lvl="0"/>
            <a:r>
              <a:rPr lang="zh-CN" altLang="en-US" dirty="0"/>
              <a:t>为便于内存分配，通常将分区按大小排队，并为之建立一张分区说明表，其中各表项包括每个分区的始址、大小及状态，如图所示。当有用户程序要装入时，便检索该表，以找到合适的分区给予分配并将其状态置为“已分配”；未找到合适分区时，则拒绝为该程序分配内存。</a:t>
            </a:r>
            <a:endParaRPr lang="en-US" altLang="zh-CN" dirty="0"/>
          </a:p>
          <a:p>
            <a:pPr lvl="0"/>
            <a:r>
              <a:rPr lang="zh-CN" altLang="en-US" dirty="0"/>
              <a:t>这种方式存在两个问题：一是程序可能太大而放不进任何一个分区，这时就需要采用覆盖技术来使用内存空间；二是当程序小于固定分区大小时，也要占用一个完整的内存分区，这样分区内部就存在空间浪费，这种现象称为内部碎片。固定分区是可用于多道程序设计的最简单的存储分配，无外部碎片，但不能实现多进程共享一个主存区，所以存储空间利用率低。</a:t>
            </a:r>
          </a:p>
          <a:p>
            <a:pPr lvl="0"/>
            <a:r>
              <a:rPr lang="zh-CN" altLang="en-US" dirty="0"/>
              <a:t>在固定分区分配中，为了便于分配，建立一张分区使用表，通常按分区大小排队，各表项包括每个分区的起始地址、大小及状态（是否已分配）。分配内存时，检索分区使用表，找到一个能满足要求且尚未分配的分区分配给装入程序，并将对应表项的状态置为“已分配”；若找不到这样的分区，则拒绝分配。回收内存时，只需将对应表项的状态置为“未分配”即可。</a:t>
            </a:r>
            <a:endParaRPr lang="zh-CN" dirty="0"/>
          </a:p>
        </p:txBody>
      </p:sp>
    </p:spTree>
    <p:extLst>
      <p:ext uri="{BB962C8B-B14F-4D97-AF65-F5344CB8AC3E}">
        <p14:creationId xmlns:p14="http://schemas.microsoft.com/office/powerpoint/2010/main" val="3714355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3.</a:t>
            </a:r>
            <a:r>
              <a:rPr lang="zh-CN" altLang="en-US" dirty="0"/>
              <a:t>动态分区分配</a:t>
            </a:r>
          </a:p>
          <a:p>
            <a:pPr lvl="0"/>
            <a:r>
              <a:rPr lang="zh-CN" altLang="en-US" dirty="0"/>
              <a:t>又称可变分区分配，它是在进程装入内存时，根据进程的实际需要，动态地为之分配内存，并使分区的大小正好适合进程的需要。因此，系统中分区的大小和数目是可变的。</a:t>
            </a:r>
          </a:p>
          <a:p>
            <a:pPr lvl="0"/>
            <a:r>
              <a:rPr lang="zh-CN" altLang="en-US" dirty="0"/>
              <a:t>如图所示，系统有</a:t>
            </a:r>
            <a:r>
              <a:rPr lang="en-US" altLang="zh-CN" dirty="0"/>
              <a:t>64MB</a:t>
            </a:r>
            <a:r>
              <a:rPr lang="zh-CN" altLang="en-US" dirty="0"/>
              <a:t>内存空间，其中低</a:t>
            </a:r>
            <a:r>
              <a:rPr lang="en-US" altLang="zh-CN" dirty="0"/>
              <a:t>8MB</a:t>
            </a:r>
            <a:r>
              <a:rPr lang="zh-CN" altLang="en-US" dirty="0"/>
              <a:t>固定分配给操作系统，其余为用户可用内存。开始时装入前三个进程，它们分别分配到所需的空间后，内存仅剩</a:t>
            </a:r>
            <a:r>
              <a:rPr lang="en-US" altLang="zh-CN" dirty="0"/>
              <a:t>4MB</a:t>
            </a:r>
            <a:r>
              <a:rPr lang="zh-CN" altLang="en-US" dirty="0"/>
              <a:t>，进程</a:t>
            </a:r>
            <a:r>
              <a:rPr lang="en-US" altLang="zh-CN" dirty="0"/>
              <a:t>4</a:t>
            </a:r>
            <a:r>
              <a:rPr lang="zh-CN" altLang="en-US" dirty="0"/>
              <a:t>无法装入。在某个时刻，内存中没有一个就绪进程，</a:t>
            </a:r>
            <a:r>
              <a:rPr lang="en-US" altLang="zh-CN" dirty="0"/>
              <a:t>CPU</a:t>
            </a:r>
            <a:r>
              <a:rPr lang="zh-CN" altLang="en-US" dirty="0"/>
              <a:t>出现空闲，操作系统就换出进程</a:t>
            </a:r>
            <a:r>
              <a:rPr lang="en-US" altLang="zh-CN" dirty="0"/>
              <a:t>2</a:t>
            </a:r>
            <a:r>
              <a:rPr lang="zh-CN" altLang="en-US" dirty="0"/>
              <a:t>，换入进程</a:t>
            </a:r>
            <a:r>
              <a:rPr lang="en-US" altLang="zh-CN" dirty="0"/>
              <a:t>4</a:t>
            </a:r>
            <a:r>
              <a:rPr lang="zh-CN" altLang="en-US" dirty="0"/>
              <a:t>。由于进程</a:t>
            </a:r>
            <a:r>
              <a:rPr lang="en-US" altLang="zh-CN" dirty="0"/>
              <a:t>4</a:t>
            </a:r>
            <a:r>
              <a:rPr lang="zh-CN" altLang="en-US" dirty="0"/>
              <a:t>比进程</a:t>
            </a:r>
            <a:r>
              <a:rPr lang="en-US" altLang="zh-CN" dirty="0"/>
              <a:t>2</a:t>
            </a:r>
            <a:r>
              <a:rPr lang="zh-CN" altLang="en-US" dirty="0"/>
              <a:t>小，这样在主存中就产生了一个</a:t>
            </a:r>
            <a:r>
              <a:rPr lang="en-US" altLang="zh-CN" dirty="0"/>
              <a:t>6MB</a:t>
            </a:r>
            <a:r>
              <a:rPr lang="zh-CN" altLang="en-US" dirty="0"/>
              <a:t>的内存块。之后</a:t>
            </a:r>
            <a:r>
              <a:rPr lang="en-US" altLang="zh-CN" dirty="0"/>
              <a:t>CPU</a:t>
            </a:r>
            <a:r>
              <a:rPr lang="zh-CN" altLang="en-US" dirty="0"/>
              <a:t>又出现空闲，需要换入进程</a:t>
            </a:r>
            <a:r>
              <a:rPr lang="en-US" altLang="zh-CN" dirty="0"/>
              <a:t>2</a:t>
            </a:r>
            <a:r>
              <a:rPr lang="zh-CN" altLang="en-US" dirty="0"/>
              <a:t>，而主存无法容纳进程</a:t>
            </a:r>
            <a:r>
              <a:rPr lang="en-US" altLang="zh-CN" dirty="0"/>
              <a:t>2</a:t>
            </a:r>
            <a:r>
              <a:rPr lang="zh-CN" altLang="en-US" dirty="0"/>
              <a:t>，操作系统就换出进程</a:t>
            </a:r>
            <a:r>
              <a:rPr lang="en-US" altLang="zh-CN" dirty="0"/>
              <a:t>1</a:t>
            </a:r>
            <a:r>
              <a:rPr lang="zh-CN" altLang="en-US" dirty="0"/>
              <a:t>，换入进程</a:t>
            </a:r>
            <a:r>
              <a:rPr lang="en-US" altLang="zh-CN" dirty="0"/>
              <a:t>2</a:t>
            </a:r>
            <a:r>
              <a:rPr lang="zh-CN" altLang="en-US" dirty="0"/>
              <a:t>。</a:t>
            </a:r>
            <a:endParaRPr lang="en-US" altLang="zh-CN" dirty="0"/>
          </a:p>
          <a:p>
            <a:pPr lvl="0"/>
            <a:r>
              <a:rPr lang="zh-CN" altLang="en-US" dirty="0"/>
              <a:t>动态分区在开始时是很好的，但随着时间的推移，内存中会产生越来越多小的内存块，内存的利用率也随之下降。这些小的内存块称为外部碎片，它存在于所有分区的外部，这与固定分区中的内部碎片正好相对。克服外部碎片可以通过紧凑技术来解决，即操作系统不时地对进程进行移动和整理。但这需要动态重定位寄存器的支持，且相对费时。紧凑的过程实际上类似于</a:t>
            </a:r>
            <a:r>
              <a:rPr lang="en-US" altLang="zh-CN" dirty="0"/>
              <a:t>Windows</a:t>
            </a:r>
            <a:r>
              <a:rPr lang="zh-CN" altLang="en-US" dirty="0"/>
              <a:t>系统中的磁盘碎片整理程序，只不过后者是对外存空间的紧凑。</a:t>
            </a:r>
            <a:endParaRPr lang="zh-CN" dirty="0"/>
          </a:p>
        </p:txBody>
      </p:sp>
    </p:spTree>
    <p:extLst>
      <p:ext uri="{BB962C8B-B14F-4D97-AF65-F5344CB8AC3E}">
        <p14:creationId xmlns:p14="http://schemas.microsoft.com/office/powerpoint/2010/main" val="28667035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在进程装入或换入主存时，若内存中有多个足够大的空闲块，则操作系统必须确定分配哪个内存块给进程使用，这就是动态分区的分配策略。考虑以下几种算法：</a:t>
            </a:r>
          </a:p>
          <a:p>
            <a:pPr lvl="0"/>
            <a:r>
              <a:rPr lang="en-US" altLang="zh-CN" dirty="0"/>
              <a:t>1)</a:t>
            </a:r>
            <a:r>
              <a:rPr lang="zh-CN" altLang="en-US" dirty="0"/>
              <a:t>首次适应</a:t>
            </a:r>
            <a:r>
              <a:rPr lang="en-US" altLang="zh-CN" dirty="0"/>
              <a:t>(First Fit)</a:t>
            </a:r>
            <a:r>
              <a:rPr lang="zh-CN" altLang="en-US" dirty="0"/>
              <a:t>算法。空闲分区以地址递增的次序链接。分配内存时，从链首开始顺序查找，找到大小能满足要求的第一个空闲分区分配给作业。</a:t>
            </a:r>
          </a:p>
          <a:p>
            <a:pPr lvl="0"/>
            <a:r>
              <a:rPr lang="en-US" altLang="zh-CN" dirty="0"/>
              <a:t>2)</a:t>
            </a:r>
            <a:r>
              <a:rPr lang="zh-CN" altLang="en-US" dirty="0"/>
              <a:t>邻近适应</a:t>
            </a:r>
            <a:r>
              <a:rPr lang="en-US" altLang="zh-CN" dirty="0"/>
              <a:t>(Next Fit)</a:t>
            </a:r>
            <a:r>
              <a:rPr lang="zh-CN" altLang="en-US" dirty="0"/>
              <a:t>算法。又称循环首次适应算法，由首次适应算法演变而成。不同之处是，分配内存时从上次查找结束的位置开始继续查找。</a:t>
            </a:r>
          </a:p>
          <a:p>
            <a:pPr lvl="0"/>
            <a:r>
              <a:rPr lang="en-US" altLang="zh-CN" dirty="0"/>
              <a:t>3)</a:t>
            </a:r>
            <a:r>
              <a:rPr lang="zh-CN" altLang="en-US" dirty="0"/>
              <a:t>最佳适应</a:t>
            </a:r>
            <a:r>
              <a:rPr lang="en-US" altLang="zh-CN" dirty="0"/>
              <a:t>(Best Fit)</a:t>
            </a:r>
            <a:r>
              <a:rPr lang="zh-CN" altLang="en-US" dirty="0"/>
              <a:t>算法。空闲分区按容量递增的次序形成空闲分区链，找到第一个能满足要求且最小的空闲分区分配给作业，避免“大材小用”。</a:t>
            </a:r>
          </a:p>
          <a:p>
            <a:pPr lvl="0"/>
            <a:r>
              <a:rPr lang="en-US" altLang="zh-CN" dirty="0"/>
              <a:t>4)</a:t>
            </a:r>
            <a:r>
              <a:rPr lang="zh-CN" altLang="en-US" dirty="0"/>
              <a:t>最坏适应</a:t>
            </a:r>
            <a:r>
              <a:rPr lang="en-US" altLang="zh-CN" dirty="0"/>
              <a:t>(Worst Fit)</a:t>
            </a:r>
            <a:r>
              <a:rPr lang="zh-CN" altLang="en-US" dirty="0"/>
              <a:t>算法。空闲分区以容量递减的次序链接，找到第一个能满足要求的，即最大的分区，从中分割一部分存储空间给作业。</a:t>
            </a:r>
          </a:p>
          <a:p>
            <a:pPr lvl="0"/>
            <a:r>
              <a:rPr lang="zh-CN" altLang="en-US" dirty="0"/>
              <a:t>首次适应算法最简单，通常也是最好和最快的。不过，首次适应算法会使得内存的低地址部分出现很多小的空闲分区，而每次分配查找时都要经过这些分区，因此增加了开销。</a:t>
            </a:r>
          </a:p>
          <a:p>
            <a:pPr lvl="0"/>
            <a:r>
              <a:rPr lang="zh-CN" altLang="en-US" dirty="0"/>
              <a:t>邻近适应算法试图解决这个问题。但它常常导致在内存空间的尾部（因为在一遍扫描中，内存前面部分使用后再释放时，不会参与分配）分裂成小碎片。通常比首次适应算法要差。</a:t>
            </a:r>
            <a:endParaRPr lang="en-US" altLang="zh-CN" dirty="0"/>
          </a:p>
          <a:p>
            <a:pPr lvl="0"/>
            <a:r>
              <a:rPr lang="zh-CN" altLang="en-US" dirty="0"/>
              <a:t>最佳适应算法虽然称为“最佳”，但是性能通常很差，因为每次最佳的分配会留下很小的难以利用的内存块，会产生最多的外部碎片。</a:t>
            </a:r>
          </a:p>
          <a:p>
            <a:pPr lvl="0"/>
            <a:r>
              <a:rPr lang="zh-CN" altLang="en-US" dirty="0"/>
              <a:t>最坏适应算法与最佳适应算法相反，它选择最大的可用块，这看起来最不容易产生碎片，但是却把最大的连续内存划分开，会很快导致没有可用的大内存块，因此性能也非常差。</a:t>
            </a:r>
          </a:p>
          <a:p>
            <a:pPr lvl="0"/>
            <a:r>
              <a:rPr lang="zh-CN" altLang="en-US" dirty="0"/>
              <a:t>在动态分区分配中，与固定分区分配类似，设置一张空闲分区链（表），并按始址排序。分配内存时，检索空闲分区链，找到所需的分区，若其大小大于请求大小，便从该分区中按请求大小分割一块空间分配给装入进程</a:t>
            </a:r>
            <a:r>
              <a:rPr lang="en-US" altLang="zh-CN" dirty="0"/>
              <a:t>(</a:t>
            </a:r>
            <a:r>
              <a:rPr lang="zh-CN" altLang="en-US" dirty="0"/>
              <a:t>若剩余部分小到不足以划分，则无须分割</a:t>
            </a:r>
            <a:r>
              <a:rPr lang="en-US" altLang="zh-CN" dirty="0"/>
              <a:t>)</a:t>
            </a:r>
            <a:r>
              <a:rPr lang="zh-CN" altLang="en-US" dirty="0"/>
              <a:t>，余下部分仍留在空闲分区链中。回收内存时，系统根据回收分区的始址，从空闲分区链中找到相应的插入点，此时可能出现四种情况：①回收区与插入点的前一空闲分区相邻，将这两个分区合并，并修改前一分区表项的大小为两者之和：②回收区与插入点的后一空闲分区相邻，将这两个分区合并，并修</a:t>
            </a:r>
          </a:p>
          <a:p>
            <a:pPr lvl="0"/>
            <a:r>
              <a:rPr lang="zh-CN" altLang="en-US" dirty="0"/>
              <a:t>改后一分区表项的始址和大小：③回收区同时与插入点的前、后两个分区相邻，此时将这三个分区合并，修改前一分区表项的大小为三者之和，取消后一分区表项：④回收区没有相邻的空闲分区，此时应为回收区新建一个表项，填写始址和大小，并插入空闲分区链。</a:t>
            </a:r>
            <a:endParaRPr lang="en-US" altLang="zh-CN" dirty="0"/>
          </a:p>
          <a:p>
            <a:pPr lvl="0"/>
            <a:endParaRPr lang="en-US" altLang="zh-CN" dirty="0"/>
          </a:p>
          <a:p>
            <a:pPr lvl="0"/>
            <a:r>
              <a:rPr lang="zh-CN" altLang="en-US" dirty="0"/>
              <a:t>以上三种内存分区管理方法有一个共同特点，即用户程序在主存中都是连续存放的。</a:t>
            </a:r>
          </a:p>
          <a:p>
            <a:pPr lvl="0"/>
            <a:r>
              <a:rPr lang="zh-CN" altLang="en-US" dirty="0"/>
              <a:t>在连续分配方式中，我们发现，即使内存有超过</a:t>
            </a:r>
            <a:r>
              <a:rPr lang="en-US" altLang="zh-CN" dirty="0"/>
              <a:t>1GB</a:t>
            </a:r>
            <a:r>
              <a:rPr lang="zh-CN" altLang="en-US" dirty="0"/>
              <a:t>的空闲空间，但若没有连续的</a:t>
            </a:r>
            <a:r>
              <a:rPr lang="en-US" altLang="zh-CN" dirty="0"/>
              <a:t>1GB</a:t>
            </a:r>
            <a:r>
              <a:rPr lang="zh-CN" altLang="en-US" dirty="0"/>
              <a:t>空间，则需要</a:t>
            </a:r>
            <a:r>
              <a:rPr lang="en-US" altLang="zh-CN" dirty="0"/>
              <a:t>1GB</a:t>
            </a:r>
            <a:r>
              <a:rPr lang="zh-CN" altLang="en-US" dirty="0"/>
              <a:t>空间的作业仍然是无法运行的：但若采用非连续分配方式，则作业所要求的</a:t>
            </a:r>
            <a:r>
              <a:rPr lang="en-US" altLang="zh-CN" dirty="0"/>
              <a:t>1GB</a:t>
            </a:r>
            <a:r>
              <a:rPr lang="zh-CN" altLang="en-US" dirty="0"/>
              <a:t>内存空间可以分散地分配在内存的各个区域，当然，这也需要额外的空间去存储它们（分散区域）的索引，使得非连续分配方式的存储密度低于连续分配方式。非连续分配方式根据分区的大小是否固定，分为分页存储管理和分段存储管理。在分页存储管理中，又根据运行作业时是否要把作业的所有页面都装入内存才能运行，分为基本分页存储管理和请求分页存储管理。</a:t>
            </a:r>
            <a:endParaRPr lang="zh-CN" dirty="0"/>
          </a:p>
        </p:txBody>
      </p:sp>
    </p:spTree>
    <p:extLst>
      <p:ext uri="{BB962C8B-B14F-4D97-AF65-F5344CB8AC3E}">
        <p14:creationId xmlns:p14="http://schemas.microsoft.com/office/powerpoint/2010/main" val="36818348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固定分区会产生内部碎片，动态分区会产生外部碎片，这两种技术对内存的利用率都比较低。我们希望内存的使用能尽量避免碎片的产生，这就引入了分页的思想：把主存空间划分为大小相等且固定的块，块相对较小，作为主存的基本单位。每个进程也以块为单位进行划分，进程在执行时，以块为单位逐个申请主存中的块空间。</a:t>
            </a:r>
          </a:p>
          <a:p>
            <a:pPr lvl="0"/>
            <a:endParaRPr lang="zh-CN" altLang="en-US" dirty="0"/>
          </a:p>
          <a:p>
            <a:pPr lvl="0"/>
            <a:r>
              <a:rPr lang="zh-CN" altLang="en-US" dirty="0"/>
              <a:t>分页的方法从形式上看，像分区相等的固定分区技术，分页管理不会产生外部碎片。但它又有本质的不同点：块的大小相对分区要小很多，而且进程也按照块进行划分，进程运行时按块申请主存可用空间并执行。这样，进程只会在为最后一个不完整的块申请一个主存块空间时，才产生主存碎片，所以尽管会产生内部碎片，但这种碎片相对于进程来说也是很小的，每个进程平均只产生半个块大小的内部碎片（也称页内碎片）。</a:t>
            </a:r>
            <a:endParaRPr lang="zh-CN" dirty="0"/>
          </a:p>
        </p:txBody>
      </p:sp>
    </p:spTree>
    <p:extLst>
      <p:ext uri="{BB962C8B-B14F-4D97-AF65-F5344CB8AC3E}">
        <p14:creationId xmlns:p14="http://schemas.microsoft.com/office/powerpoint/2010/main" val="21472593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分页存储的几个基本概念</a:t>
            </a:r>
          </a:p>
          <a:p>
            <a:pPr lvl="0"/>
            <a:r>
              <a:rPr lang="en-US" altLang="zh-CN" dirty="0"/>
              <a:t>(1)</a:t>
            </a:r>
            <a:r>
              <a:rPr lang="zh-CN" altLang="en-US" dirty="0"/>
              <a:t>页面和页面大小</a:t>
            </a:r>
          </a:p>
          <a:p>
            <a:pPr lvl="0"/>
            <a:r>
              <a:rPr lang="zh-CN" altLang="en-US" dirty="0"/>
              <a:t>进程中的块称为页或页面</a:t>
            </a:r>
            <a:r>
              <a:rPr lang="en-US" altLang="zh-CN" dirty="0"/>
              <a:t>(Page),</a:t>
            </a:r>
            <a:r>
              <a:rPr lang="zh-CN" altLang="en-US" dirty="0"/>
              <a:t>内存中的块称为页框或页帧</a:t>
            </a:r>
            <a:r>
              <a:rPr lang="en-US" altLang="zh-CN" dirty="0"/>
              <a:t>(Page Frame)</a:t>
            </a:r>
            <a:r>
              <a:rPr lang="zh-CN" altLang="en-US" dirty="0"/>
              <a:t>。外存也以同样的单位进行划分，直接称为块或盘块</a:t>
            </a:r>
            <a:r>
              <a:rPr lang="en-US" altLang="zh-CN" dirty="0"/>
              <a:t>(Bock)</a:t>
            </a:r>
            <a:r>
              <a:rPr lang="zh-CN" altLang="en-US" dirty="0"/>
              <a:t>。进程在执行时需要申请主存空间，即要为每个页面分配主存中的可用页框，这就产生了页和页框的一一对应。</a:t>
            </a:r>
          </a:p>
          <a:p>
            <a:pPr lvl="0"/>
            <a:r>
              <a:rPr lang="zh-CN" altLang="en-US" dirty="0"/>
              <a:t>为方便地址转换，页面大小应是</a:t>
            </a:r>
            <a:r>
              <a:rPr lang="en-US" altLang="zh-CN" dirty="0"/>
              <a:t>2</a:t>
            </a:r>
            <a:r>
              <a:rPr lang="zh-CN" altLang="en-US" dirty="0"/>
              <a:t>的整数幂。同时页面大小应该适中，页面太小会使进程的页面数过多，这样页表就会过长，占用大量内存，而且也会增加硬件地址转换的开销，降低页面换入</a:t>
            </a:r>
            <a:r>
              <a:rPr lang="en-US" altLang="zh-CN" dirty="0"/>
              <a:t>/</a:t>
            </a:r>
            <a:r>
              <a:rPr lang="zh-CN" altLang="en-US" dirty="0"/>
              <a:t>换出的效率；页面过大又会使页内碎片增多，降低内存的利用率。</a:t>
            </a:r>
          </a:p>
          <a:p>
            <a:pPr lvl="0"/>
            <a:r>
              <a:rPr lang="en-US" altLang="zh-CN" dirty="0"/>
              <a:t>(2)</a:t>
            </a:r>
            <a:r>
              <a:rPr lang="zh-CN" altLang="en-US" dirty="0"/>
              <a:t>地址结构</a:t>
            </a:r>
          </a:p>
          <a:p>
            <a:pPr lvl="0"/>
            <a:r>
              <a:rPr lang="zh-CN" altLang="en-US" dirty="0"/>
              <a:t>分页存储管理的逻辑地址结构如图所示。</a:t>
            </a:r>
            <a:endParaRPr lang="en-US" altLang="zh-CN" dirty="0"/>
          </a:p>
          <a:p>
            <a:pPr lvl="0"/>
            <a:r>
              <a:rPr lang="zh-CN" altLang="en-US" dirty="0"/>
              <a:t>地址结构包含两部分：前一部分为页号</a:t>
            </a:r>
            <a:r>
              <a:rPr lang="en-US" altLang="zh-CN" dirty="0"/>
              <a:t>P,</a:t>
            </a:r>
            <a:r>
              <a:rPr lang="zh-CN" altLang="en-US" dirty="0"/>
              <a:t>后一部分为页内偏移量</a:t>
            </a:r>
            <a:r>
              <a:rPr lang="en-US" altLang="zh-CN" dirty="0"/>
              <a:t>W</a:t>
            </a:r>
            <a:r>
              <a:rPr lang="zh-CN" altLang="en-US" dirty="0"/>
              <a:t>。地址长度为</a:t>
            </a:r>
            <a:r>
              <a:rPr lang="en-US" altLang="zh-CN" dirty="0"/>
              <a:t>32</a:t>
            </a:r>
            <a:r>
              <a:rPr lang="zh-CN" altLang="en-US" dirty="0"/>
              <a:t>位，其中</a:t>
            </a:r>
            <a:r>
              <a:rPr lang="en-US" altLang="zh-CN" dirty="0"/>
              <a:t>0~11</a:t>
            </a:r>
            <a:r>
              <a:rPr lang="zh-CN" altLang="en-US" dirty="0"/>
              <a:t>位为页内地址，即每页大小为</a:t>
            </a:r>
            <a:r>
              <a:rPr lang="en-US" altLang="zh-CN" dirty="0"/>
              <a:t>4KB:12~31</a:t>
            </a:r>
            <a:r>
              <a:rPr lang="zh-CN" altLang="en-US" dirty="0"/>
              <a:t>位为页号，即最多允许</a:t>
            </a:r>
            <a:r>
              <a:rPr lang="en-US" altLang="zh-CN" dirty="0"/>
              <a:t>2^20</a:t>
            </a:r>
            <a:r>
              <a:rPr lang="zh-CN" altLang="en-US" dirty="0"/>
              <a:t>页。</a:t>
            </a:r>
          </a:p>
          <a:p>
            <a:pPr lvl="0"/>
            <a:r>
              <a:rPr lang="zh-CN" altLang="en-US" dirty="0"/>
              <a:t>注意，地址结构决定了虚拟内存的寻址空间有多大。在实际问题中，页号、页内偏移、逻辑地址可能是用十进制数给出的，若题目用二进制地址的形式给出时，读者要会转换。</a:t>
            </a:r>
            <a:endParaRPr lang="zh-CN" dirty="0"/>
          </a:p>
        </p:txBody>
      </p:sp>
    </p:spTree>
    <p:extLst>
      <p:ext uri="{BB962C8B-B14F-4D97-AF65-F5344CB8AC3E}">
        <p14:creationId xmlns:p14="http://schemas.microsoft.com/office/powerpoint/2010/main" val="38529548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(3)</a:t>
            </a:r>
            <a:r>
              <a:rPr lang="zh-CN" altLang="en-US" dirty="0"/>
              <a:t>页表</a:t>
            </a:r>
          </a:p>
          <a:p>
            <a:pPr lvl="0"/>
            <a:r>
              <a:rPr lang="zh-CN" altLang="en-US" dirty="0"/>
              <a:t>为了便于在内存中找到进程的每个页面所对应的物理块，系统为每个进程建立一张页表，它记录页面在内存中对应的物理块号，页表一般存放在内存中。</a:t>
            </a:r>
          </a:p>
          <a:p>
            <a:pPr lvl="0"/>
            <a:r>
              <a:rPr lang="zh-CN" altLang="en-US" dirty="0"/>
              <a:t>在置而表后，讲程执行时，通过查找该表，即可找到每页在内存中的物理块号。可见，页表的作用是实现从页号到物理块号的地址映射，如图所示</a:t>
            </a:r>
            <a:endParaRPr lang="en-US" altLang="zh-CN" dirty="0"/>
          </a:p>
          <a:p>
            <a:pPr lvl="0"/>
            <a:r>
              <a:rPr lang="zh-CN" altLang="en-US" dirty="0"/>
              <a:t>页表是由页表项组成的，初学者容易混淆页表项与地址结构，页表项与地址都由两部分构成，而且第一部分都是页号，但页表项的第二部分是物理内存中的块号，而地址的第二部分是页内偏移；页表项的第二部分与地址的第二部分共同组成物理地址。</a:t>
            </a:r>
            <a:endParaRPr lang="zh-CN" dirty="0"/>
          </a:p>
        </p:txBody>
      </p:sp>
    </p:spTree>
    <p:extLst>
      <p:ext uri="{BB962C8B-B14F-4D97-AF65-F5344CB8AC3E}">
        <p14:creationId xmlns:p14="http://schemas.microsoft.com/office/powerpoint/2010/main" val="11851501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2.</a:t>
            </a:r>
            <a:r>
              <a:rPr lang="zh-CN" altLang="en-US" dirty="0"/>
              <a:t>基本地址变换机构</a:t>
            </a:r>
          </a:p>
          <a:p>
            <a:pPr lvl="0"/>
            <a:r>
              <a:rPr lang="zh-CN" altLang="en-US" dirty="0"/>
              <a:t>地址变换机构的任务是将逻辑地址转换为内存中的物理地址。地址变换是借助于页表实现的。如图给出了分页存储管理系统中的地址变换机构。</a:t>
            </a:r>
            <a:endParaRPr lang="en-US" altLang="zh-CN" dirty="0"/>
          </a:p>
          <a:p>
            <a:pPr lvl="0"/>
            <a:r>
              <a:rPr lang="zh-CN" altLang="en-US" dirty="0"/>
              <a:t>在系统中通常设置一个页表寄存器</a:t>
            </a:r>
            <a:r>
              <a:rPr lang="en-US" altLang="zh-CN" dirty="0"/>
              <a:t>(PTR),</a:t>
            </a:r>
            <a:r>
              <a:rPr lang="zh-CN" altLang="en-US" dirty="0"/>
              <a:t>存放页表在内存的起始地址</a:t>
            </a:r>
            <a:r>
              <a:rPr lang="en-US" altLang="zh-CN" dirty="0"/>
              <a:t>F</a:t>
            </a:r>
            <a:r>
              <a:rPr lang="zh-CN" altLang="en-US" dirty="0"/>
              <a:t>和页表长度</a:t>
            </a:r>
            <a:r>
              <a:rPr lang="en-US" altLang="zh-CN" dirty="0"/>
              <a:t>M</a:t>
            </a:r>
            <a:r>
              <a:rPr lang="zh-CN" altLang="en-US" dirty="0"/>
              <a:t>。平时，进程未执行时，页表的始址和页表长度存放在本进程的</a:t>
            </a:r>
            <a:r>
              <a:rPr lang="en-US" altLang="zh-CN" dirty="0"/>
              <a:t>PCB</a:t>
            </a:r>
            <a:r>
              <a:rPr lang="zh-CN" altLang="en-US" dirty="0"/>
              <a:t>中，当进程被调度执行时，才将页表始址和页表长度装入页表寄存器中。设页面大小为</a:t>
            </a:r>
            <a:r>
              <a:rPr lang="en-US" altLang="zh-CN" dirty="0"/>
              <a:t>L,</a:t>
            </a:r>
            <a:r>
              <a:rPr lang="zh-CN" altLang="en-US" dirty="0"/>
              <a:t>逻辑地址</a:t>
            </a:r>
            <a:r>
              <a:rPr lang="en-US" altLang="zh-CN" dirty="0"/>
              <a:t>A</a:t>
            </a:r>
            <a:r>
              <a:rPr lang="zh-CN" altLang="en-US" dirty="0"/>
              <a:t>到物理地址</a:t>
            </a:r>
            <a:r>
              <a:rPr lang="en-US" altLang="zh-CN" dirty="0"/>
              <a:t>E</a:t>
            </a:r>
            <a:r>
              <a:rPr lang="zh-CN" altLang="en-US" dirty="0"/>
              <a:t>的变换过程如下</a:t>
            </a:r>
            <a:r>
              <a:rPr lang="en-US" altLang="zh-CN" dirty="0"/>
              <a:t>(</a:t>
            </a:r>
            <a:r>
              <a:rPr lang="zh-CN" altLang="en-US" dirty="0"/>
              <a:t>假设逻辑地址、页号、每页的长度都是十进制数</a:t>
            </a:r>
            <a:r>
              <a:rPr lang="en-US" altLang="zh-CN" dirty="0"/>
              <a:t>)</a:t>
            </a:r>
            <a:r>
              <a:rPr lang="zh-CN" altLang="en-US" dirty="0"/>
              <a:t>：</a:t>
            </a:r>
          </a:p>
          <a:p>
            <a:pPr lvl="0"/>
            <a:r>
              <a:rPr lang="zh-CN" altLang="en-US" dirty="0"/>
              <a:t>①计算页号</a:t>
            </a:r>
            <a:r>
              <a:rPr lang="en-US" altLang="zh-CN" dirty="0"/>
              <a:t>P(P=A/L)</a:t>
            </a:r>
            <a:r>
              <a:rPr lang="zh-CN" altLang="en-US" dirty="0"/>
              <a:t>和页内偏移量</a:t>
            </a:r>
            <a:r>
              <a:rPr lang="en-US" altLang="zh-CN" dirty="0"/>
              <a:t>W(W=A%L)</a:t>
            </a:r>
          </a:p>
          <a:p>
            <a:pPr lvl="0"/>
            <a:r>
              <a:rPr lang="en-US" altLang="zh-CN" dirty="0"/>
              <a:t>②</a:t>
            </a:r>
            <a:r>
              <a:rPr lang="zh-CN" altLang="en-US" dirty="0"/>
              <a:t>比较页号</a:t>
            </a:r>
            <a:r>
              <a:rPr lang="en-US" altLang="zh-CN" dirty="0"/>
              <a:t>P</a:t>
            </a:r>
            <a:r>
              <a:rPr lang="zh-CN" altLang="en-US" dirty="0"/>
              <a:t>和页表长度</a:t>
            </a:r>
            <a:r>
              <a:rPr lang="en-US" altLang="zh-CN" dirty="0"/>
              <a:t>M,</a:t>
            </a:r>
            <a:r>
              <a:rPr lang="zh-CN" altLang="en-US" dirty="0"/>
              <a:t>若</a:t>
            </a:r>
            <a:r>
              <a:rPr lang="en-US" altLang="zh-CN" dirty="0"/>
              <a:t>P≥M,</a:t>
            </a:r>
            <a:r>
              <a:rPr lang="zh-CN" altLang="en-US" dirty="0"/>
              <a:t>则产生越界中断，否则继续执行。</a:t>
            </a:r>
          </a:p>
          <a:p>
            <a:pPr lvl="0"/>
            <a:r>
              <a:rPr lang="zh-CN" altLang="en-US" dirty="0"/>
              <a:t>③页表中页号</a:t>
            </a:r>
            <a:r>
              <a:rPr lang="en-US" altLang="zh-CN" dirty="0"/>
              <a:t>P</a:t>
            </a:r>
            <a:r>
              <a:rPr lang="zh-CN" altLang="en-US" dirty="0"/>
              <a:t>对应的页表项地址</a:t>
            </a:r>
            <a:r>
              <a:rPr lang="en-US" altLang="zh-CN" dirty="0"/>
              <a:t>=</a:t>
            </a:r>
            <a:r>
              <a:rPr lang="zh-CN" altLang="en-US" dirty="0"/>
              <a:t>页表始址</a:t>
            </a:r>
            <a:r>
              <a:rPr lang="en-US" altLang="zh-CN" dirty="0"/>
              <a:t>F+</a:t>
            </a:r>
            <a:r>
              <a:rPr lang="zh-CN" altLang="en-US" dirty="0"/>
              <a:t>页号</a:t>
            </a:r>
            <a:r>
              <a:rPr lang="en-US" altLang="zh-CN" dirty="0"/>
              <a:t>P×</a:t>
            </a:r>
            <a:r>
              <a:rPr lang="zh-CN" altLang="en-US" dirty="0"/>
              <a:t>页表项长度，取出该页表项内容</a:t>
            </a:r>
            <a:r>
              <a:rPr lang="en-US" altLang="zh-CN" dirty="0"/>
              <a:t>b,</a:t>
            </a:r>
            <a:r>
              <a:rPr lang="zh-CN" altLang="en-US" dirty="0"/>
              <a:t>即为物理块号。注意区分页表长度和页表项长度。页表长度是指一共有多少页，页表项长度是指页地址占多大的存储空间。</a:t>
            </a:r>
          </a:p>
          <a:p>
            <a:pPr lvl="0"/>
            <a:r>
              <a:rPr lang="zh-CN" altLang="en-US" dirty="0"/>
              <a:t>④计算</a:t>
            </a:r>
            <a:r>
              <a:rPr lang="en-US" altLang="zh-CN" dirty="0"/>
              <a:t>E=</a:t>
            </a:r>
            <a:r>
              <a:rPr lang="en-US" altLang="zh-CN" dirty="0" err="1"/>
              <a:t>b×L+W</a:t>
            </a:r>
            <a:r>
              <a:rPr lang="en-US" altLang="zh-CN" dirty="0"/>
              <a:t>,</a:t>
            </a:r>
            <a:r>
              <a:rPr lang="zh-CN" altLang="en-US" dirty="0"/>
              <a:t>用得到的物理地址</a:t>
            </a:r>
            <a:r>
              <a:rPr lang="en-US" altLang="zh-CN" dirty="0"/>
              <a:t>E</a:t>
            </a:r>
            <a:r>
              <a:rPr lang="zh-CN" altLang="en-US" dirty="0"/>
              <a:t>去访问内存。</a:t>
            </a:r>
            <a:endParaRPr lang="en-US" altLang="zh-CN" dirty="0"/>
          </a:p>
          <a:p>
            <a:pPr lvl="0"/>
            <a:r>
              <a:rPr lang="zh-CN" altLang="en-US" dirty="0"/>
              <a:t>以上整个地址变换过程均是由硬件自动完成的。例如，若页面大小</a:t>
            </a:r>
            <a:r>
              <a:rPr lang="en-US" altLang="zh-CN" dirty="0"/>
              <a:t>L</a:t>
            </a:r>
            <a:r>
              <a:rPr lang="zh-CN" altLang="en-US" dirty="0"/>
              <a:t>为</a:t>
            </a:r>
            <a:r>
              <a:rPr lang="en-US" altLang="zh-CN" dirty="0"/>
              <a:t>1KB,</a:t>
            </a:r>
            <a:r>
              <a:rPr lang="zh-CN" altLang="en-US" dirty="0"/>
              <a:t>页号</a:t>
            </a:r>
            <a:r>
              <a:rPr lang="en-US" altLang="zh-CN" dirty="0"/>
              <a:t>2</a:t>
            </a:r>
            <a:r>
              <a:rPr lang="zh-CN" altLang="en-US" dirty="0"/>
              <a:t>对应的物理块为</a:t>
            </a:r>
            <a:r>
              <a:rPr lang="en-US" altLang="zh-CN" dirty="0"/>
              <a:t>b=8,</a:t>
            </a:r>
            <a:r>
              <a:rPr lang="zh-CN" altLang="en-US" dirty="0"/>
              <a:t>计算逻辑地址</a:t>
            </a:r>
            <a:r>
              <a:rPr lang="en-US" altLang="zh-CN" dirty="0"/>
              <a:t>A=2500</a:t>
            </a:r>
            <a:r>
              <a:rPr lang="zh-CN" altLang="en-US" dirty="0"/>
              <a:t>的物理地址</a:t>
            </a:r>
            <a:r>
              <a:rPr lang="en-US" altLang="zh-CN" dirty="0"/>
              <a:t>E</a:t>
            </a:r>
            <a:r>
              <a:rPr lang="zh-CN" altLang="en-US" dirty="0"/>
              <a:t>的过程如下：</a:t>
            </a:r>
            <a:r>
              <a:rPr lang="en-US" altLang="zh-CN" dirty="0"/>
              <a:t>P=2500/1K=2,W=2500%1K=452,</a:t>
            </a:r>
            <a:r>
              <a:rPr lang="zh-CN" altLang="en-US" dirty="0"/>
              <a:t>查找得到页号</a:t>
            </a:r>
            <a:r>
              <a:rPr lang="en-US" altLang="zh-CN" dirty="0"/>
              <a:t>2</a:t>
            </a:r>
            <a:r>
              <a:rPr lang="zh-CN" altLang="en-US" dirty="0"/>
              <a:t>对应的物理块的块号为</a:t>
            </a:r>
            <a:r>
              <a:rPr lang="en-US" altLang="zh-CN" dirty="0"/>
              <a:t>8,E=8×1024+452=8644.</a:t>
            </a:r>
          </a:p>
          <a:p>
            <a:pPr lvl="0"/>
            <a:r>
              <a:rPr lang="zh-CN" altLang="en-US" dirty="0"/>
              <a:t>计算条件用十进制数和用二进制数给出，过程会稍有不同。页式管理只需给出一个整数就能确定对应的物理地址，因为页面大小</a:t>
            </a:r>
            <a:r>
              <a:rPr lang="en-US" altLang="zh-CN" dirty="0"/>
              <a:t>L</a:t>
            </a:r>
            <a:r>
              <a:rPr lang="zh-CN" altLang="en-US" dirty="0"/>
              <a:t>是固定的。因此，页式管理中地址空间是一维的。</a:t>
            </a:r>
            <a:endParaRPr lang="zh-CN" dirty="0"/>
          </a:p>
        </p:txBody>
      </p:sp>
    </p:spTree>
    <p:extLst>
      <p:ext uri="{BB962C8B-B14F-4D97-AF65-F5344CB8AC3E}">
        <p14:creationId xmlns:p14="http://schemas.microsoft.com/office/powerpoint/2010/main" val="8971790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页表项的大小不是随意规定的，而是有所约束的。如何确定页表项的大小？</a:t>
            </a:r>
          </a:p>
          <a:p>
            <a:pPr lvl="0"/>
            <a:r>
              <a:rPr lang="zh-CN" altLang="en-US" dirty="0"/>
              <a:t>页表项的作用是找到该页在内存中的位置。以</a:t>
            </a:r>
            <a:r>
              <a:rPr lang="en-US" altLang="zh-CN" dirty="0"/>
              <a:t>32</a:t>
            </a:r>
            <a:r>
              <a:rPr lang="zh-CN" altLang="en-US" dirty="0"/>
              <a:t>位逻辑地址空间、字节编址单位、一页</a:t>
            </a:r>
            <a:r>
              <a:rPr lang="en-US" altLang="zh-CN" dirty="0"/>
              <a:t>4KB</a:t>
            </a:r>
            <a:r>
              <a:rPr lang="zh-CN" altLang="en-US" dirty="0"/>
              <a:t>为例，地址空间内一共有</a:t>
            </a:r>
            <a:r>
              <a:rPr lang="en-US" altLang="zh-CN" dirty="0"/>
              <a:t>232B/4KB=1M</a:t>
            </a:r>
            <a:r>
              <a:rPr lang="zh-CN" altLang="en-US" dirty="0"/>
              <a:t>页，因此需要</a:t>
            </a:r>
            <a:r>
              <a:rPr lang="en-US" altLang="zh-CN" dirty="0"/>
              <a:t>10g21M=20</a:t>
            </a:r>
            <a:r>
              <a:rPr lang="zh-CN" altLang="en-US" dirty="0"/>
              <a:t>位才能保证表示范围能容纳所有页面，又因为以字节作为编址单位，即页表项的大小≥「</a:t>
            </a:r>
            <a:r>
              <a:rPr lang="en-US" altLang="zh-CN" dirty="0"/>
              <a:t>20/8=3B</a:t>
            </a:r>
            <a:r>
              <a:rPr lang="zh-CN" altLang="en-US" dirty="0"/>
              <a:t>。所以在这个条件下，为了保证页表项能够指向所有页面，页表项的大小应该大于等于</a:t>
            </a:r>
            <a:r>
              <a:rPr lang="en-US" altLang="zh-CN" dirty="0"/>
              <a:t>3B,</a:t>
            </a:r>
            <a:r>
              <a:rPr lang="zh-CN" altLang="en-US" dirty="0"/>
              <a:t>当然，也可选择更大的页表项让一个页面能够正好容下整数个页表项，进而方便存储（如取成</a:t>
            </a:r>
            <a:r>
              <a:rPr lang="en-US" altLang="zh-CN" dirty="0"/>
              <a:t>4B,</a:t>
            </a:r>
            <a:r>
              <a:rPr lang="zh-CN" altLang="en-US" dirty="0"/>
              <a:t>这样一页正好可以装下</a:t>
            </a:r>
            <a:r>
              <a:rPr lang="en-US" altLang="zh-CN" dirty="0"/>
              <a:t>1K</a:t>
            </a:r>
            <a:r>
              <a:rPr lang="zh-CN" altLang="en-US" dirty="0"/>
              <a:t>个页表项），或增加一些其他信息。</a:t>
            </a:r>
          </a:p>
          <a:p>
            <a:pPr lvl="0"/>
            <a:r>
              <a:rPr lang="zh-CN" altLang="en-US" dirty="0"/>
              <a:t>下面讨论分页管理方式存在的两个主要问题：①每次访存操作都需要进行逻辑地址到物理地址的转换，地址转换过程必须足够快，否则访存速度会降低；②每个进程引入页表，用于存储映射机制，页表不能太大，否则内存利用率会降低。</a:t>
            </a:r>
            <a:endParaRPr lang="zh-CN" dirty="0"/>
          </a:p>
        </p:txBody>
      </p:sp>
    </p:spTree>
    <p:extLst>
      <p:ext uri="{BB962C8B-B14F-4D97-AF65-F5344CB8AC3E}">
        <p14:creationId xmlns:p14="http://schemas.microsoft.com/office/powerpoint/2010/main" val="17107021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由上面介绍的地址变换过程可知，若页表全部放在内存中，则存取一个数据或一条指令至少要访问两次内存：第一次是访问页表，确定所存取的数据或指令的物理地址；第二次是根据该地址存取数据或指令。显然，这种方法比通常执行指令的速度慢了一半。</a:t>
            </a:r>
          </a:p>
          <a:p>
            <a:pPr lvl="0"/>
            <a:r>
              <a:rPr lang="zh-CN" altLang="en-US" dirty="0"/>
              <a:t>为此，在地址变换机构中增设一个具有并行查找能力的高速缓冲存储器一快表，又称相联存储器</a:t>
            </a:r>
            <a:r>
              <a:rPr lang="en-US" altLang="zh-CN" dirty="0"/>
              <a:t>(TLB),</a:t>
            </a:r>
            <a:r>
              <a:rPr lang="zh-CN" altLang="en-US" dirty="0"/>
              <a:t>用来存放当前访问的若干页表项，以加速地址变换的过程。与此对应，主存中的页表常称为慢表。</a:t>
            </a:r>
            <a:endParaRPr lang="zh-CN" dirty="0"/>
          </a:p>
        </p:txBody>
      </p:sp>
    </p:spTree>
    <p:extLst>
      <p:ext uri="{BB962C8B-B14F-4D97-AF65-F5344CB8AC3E}">
        <p14:creationId xmlns:p14="http://schemas.microsoft.com/office/powerpoint/2010/main" val="24545326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具有快表的地址变换机构如图所示。</a:t>
            </a:r>
            <a:endParaRPr lang="en-US" altLang="zh-CN" dirty="0"/>
          </a:p>
          <a:p>
            <a:pPr lvl="0"/>
            <a:r>
              <a:rPr lang="zh-CN" altLang="en-US" dirty="0"/>
              <a:t>在具有快表的分页机制中，地址的变换过程如下：</a:t>
            </a:r>
          </a:p>
          <a:p>
            <a:pPr lvl="0"/>
            <a:r>
              <a:rPr lang="zh-CN" altLang="en-US" dirty="0"/>
              <a:t>①</a:t>
            </a:r>
            <a:r>
              <a:rPr lang="en-US" altLang="zh-CN" dirty="0"/>
              <a:t>CPU</a:t>
            </a:r>
            <a:r>
              <a:rPr lang="zh-CN" altLang="en-US" dirty="0"/>
              <a:t>给出逻辑地址后，由硬件进行地址转换，将页号送入高速缓存寄存器，并将此页号与快表中的所有页号进行比较。</a:t>
            </a:r>
          </a:p>
          <a:p>
            <a:pPr lvl="0"/>
            <a:r>
              <a:rPr lang="zh-CN" altLang="en-US" dirty="0"/>
              <a:t>②若找到匹配的页号，说明所要访问的页表项在快表中，则直接从中取出该页对应的页框号，与页内偏移量拼接形成物理地址。这样，存取数据仅一次访存便可实现。</a:t>
            </a:r>
          </a:p>
          <a:p>
            <a:pPr lvl="0"/>
            <a:r>
              <a:rPr lang="zh-CN" altLang="en-US" dirty="0"/>
              <a:t>③若未找到匹配的页号，则需要访问主存中的页表，读出页表项后，应同时将其存入快表，以便后面可能的再次访问。若快表已满，则须按特定的算法淘汰一个旧页表项。</a:t>
            </a:r>
            <a:endParaRPr lang="en-US" altLang="zh-CN" dirty="0"/>
          </a:p>
          <a:p>
            <a:pPr lvl="0"/>
            <a:r>
              <a:rPr lang="zh-CN" altLang="en-US" dirty="0"/>
              <a:t>注意：有些处理机设计为快表和慢表同时查找，若在快表中查找成功则终止慢表的查找。</a:t>
            </a:r>
          </a:p>
          <a:p>
            <a:pPr lvl="0"/>
            <a:r>
              <a:rPr lang="zh-CN" altLang="en-US" dirty="0"/>
              <a:t>一般快表的命中率可达</a:t>
            </a:r>
            <a:r>
              <a:rPr lang="en-US" altLang="zh-CN" dirty="0"/>
              <a:t>90%</a:t>
            </a:r>
            <a:r>
              <a:rPr lang="zh-CN" altLang="en-US" dirty="0"/>
              <a:t>以上，这样分页带来的速度损失就可降低至</a:t>
            </a:r>
            <a:r>
              <a:rPr lang="en-US" altLang="zh-CN" dirty="0"/>
              <a:t>10%</a:t>
            </a:r>
            <a:r>
              <a:rPr lang="zh-CN" altLang="en-US" dirty="0"/>
              <a:t>以下。快表的有效性基于著名的局部性原理，后面讲解虚拟内存时将会具体讨论它。</a:t>
            </a:r>
            <a:endParaRPr lang="zh-CN" dirty="0"/>
          </a:p>
        </p:txBody>
      </p:sp>
    </p:spTree>
    <p:extLst>
      <p:ext uri="{BB962C8B-B14F-4D97-AF65-F5344CB8AC3E}">
        <p14:creationId xmlns:p14="http://schemas.microsoft.com/office/powerpoint/2010/main" val="29437007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4.</a:t>
            </a:r>
            <a:r>
              <a:rPr lang="zh-CN" altLang="en-US" dirty="0"/>
              <a:t>两级页表</a:t>
            </a:r>
          </a:p>
          <a:p>
            <a:pPr lvl="0"/>
            <a:r>
              <a:rPr lang="zh-CN" altLang="en-US" dirty="0"/>
              <a:t>由于引入了分页管理，进程在执行时不需要将所有页调入内存页框，而只需将保存有映射关系的页表调入内存。但是，我们仍然需要考虑页表的大小。以</a:t>
            </a:r>
            <a:r>
              <a:rPr lang="en-US" altLang="zh-CN" dirty="0"/>
              <a:t>32</a:t>
            </a:r>
            <a:r>
              <a:rPr lang="zh-CN" altLang="en-US" dirty="0"/>
              <a:t>位逻辑地址空间、页面大小</a:t>
            </a:r>
            <a:r>
              <a:rPr lang="en-US" altLang="zh-CN" dirty="0"/>
              <a:t>4KB</a:t>
            </a:r>
            <a:r>
              <a:rPr lang="zh-CN" altLang="en-US" dirty="0"/>
              <a:t>、页表项大小</a:t>
            </a:r>
            <a:r>
              <a:rPr lang="en-US" altLang="zh-CN" dirty="0"/>
              <a:t>4B</a:t>
            </a:r>
            <a:r>
              <a:rPr lang="zh-CN" altLang="en-US" dirty="0"/>
              <a:t>为例，若要实现进程对全部逻辑地址空间的映射，则每个进程需要</a:t>
            </a:r>
            <a:r>
              <a:rPr lang="en-US" altLang="zh-CN" dirty="0"/>
              <a:t>20</a:t>
            </a:r>
            <a:r>
              <a:rPr lang="zh-CN" altLang="en-US" dirty="0"/>
              <a:t>即约</a:t>
            </a:r>
            <a:r>
              <a:rPr lang="en-US" altLang="zh-CN" dirty="0"/>
              <a:t>100</a:t>
            </a:r>
            <a:r>
              <a:rPr lang="zh-CN" altLang="en-US" dirty="0"/>
              <a:t>万个页表项。也就是说，每个进程仅页表这一项就需要</a:t>
            </a:r>
            <a:r>
              <a:rPr lang="en-US" altLang="zh-CN" dirty="0"/>
              <a:t>4MB</a:t>
            </a:r>
            <a:r>
              <a:rPr lang="zh-CN" altLang="en-US" dirty="0"/>
              <a:t>主存空间，而且还要求是连续的，显然这是不切实际的。即便不考虑对全部逻辑地址空间进行映射的情况，一个逻辑地址空间稍大的进程，其页表大小也可能是过大的。以一个</a:t>
            </a:r>
            <a:r>
              <a:rPr lang="en-US" altLang="zh-CN" dirty="0"/>
              <a:t>40MB</a:t>
            </a:r>
            <a:r>
              <a:rPr lang="zh-CN" altLang="en-US" dirty="0"/>
              <a:t>的进程为例，页表项共</a:t>
            </a:r>
            <a:r>
              <a:rPr lang="en-US" altLang="zh-CN" dirty="0"/>
              <a:t>40KB(40MB/4KB×4B),</a:t>
            </a:r>
            <a:r>
              <a:rPr lang="zh-CN" altLang="en-US" dirty="0"/>
              <a:t>若将所有页表项内容保存在内存中，侧需要</a:t>
            </a:r>
            <a:r>
              <a:rPr lang="en-US" altLang="zh-CN" dirty="0"/>
              <a:t>10</a:t>
            </a:r>
            <a:r>
              <a:rPr lang="zh-CN" altLang="en-US" dirty="0"/>
              <a:t>个内存页框来保存整个页表。整个进程大小约为</a:t>
            </a:r>
            <a:r>
              <a:rPr lang="en-US" altLang="zh-CN" dirty="0"/>
              <a:t>1</a:t>
            </a:r>
            <a:r>
              <a:rPr lang="zh-CN" altLang="en-US" dirty="0"/>
              <a:t>万个页面，而实际执行时只需要几十个页面进入内存页框就可运行，但若要求</a:t>
            </a:r>
            <a:r>
              <a:rPr lang="en-US" altLang="zh-CN" dirty="0"/>
              <a:t>10</a:t>
            </a:r>
            <a:r>
              <a:rPr lang="zh-CN" altLang="en-US" dirty="0"/>
              <a:t>个页面大小的页表必须全部进入内存，则相对实际执行时的几十个进程页面的大小来说，肯定降低了内存利用率：从另一方面来说，这</a:t>
            </a:r>
            <a:r>
              <a:rPr lang="en-US" altLang="zh-CN" dirty="0"/>
              <a:t>10</a:t>
            </a:r>
            <a:r>
              <a:rPr lang="zh-CN" altLang="en-US" dirty="0"/>
              <a:t>页的页表项也并不需要同时保存在内存中，因为在大多数情况下，映射所需要的页表项都在页表的同一个页面中。</a:t>
            </a:r>
            <a:endParaRPr lang="en-US" altLang="zh-CN" dirty="0"/>
          </a:p>
          <a:p>
            <a:pPr lvl="0"/>
            <a:endParaRPr lang="en-US" altLang="zh-CN" dirty="0"/>
          </a:p>
          <a:p>
            <a:pPr lvl="0"/>
            <a:r>
              <a:rPr lang="zh-CN" altLang="en-US" dirty="0"/>
              <a:t>为了压缩页表，我们进一步延伸页表映射的思想，就可得到二级分页，即使用层次结构的页表：</a:t>
            </a:r>
            <a:r>
              <a:rPr lang="en-US" altLang="zh-CN" dirty="0"/>
              <a:t>·</a:t>
            </a:r>
            <a:r>
              <a:rPr lang="zh-CN" altLang="en-US" dirty="0"/>
              <a:t>将页表的</a:t>
            </a:r>
            <a:r>
              <a:rPr lang="en-US" altLang="zh-CN" dirty="0"/>
              <a:t>10</a:t>
            </a:r>
            <a:r>
              <a:rPr lang="zh-CN" altLang="en-US" dirty="0"/>
              <a:t>页空间也进行地址映射，建立上一级页表，用于存储页表的映射关系。这里对页表的</a:t>
            </a:r>
            <a:r>
              <a:rPr lang="en-US" altLang="zh-CN" dirty="0"/>
              <a:t>10</a:t>
            </a:r>
            <a:r>
              <a:rPr lang="zh-CN" altLang="en-US" dirty="0"/>
              <a:t>个页面进行映射只需要</a:t>
            </a:r>
            <a:r>
              <a:rPr lang="en-US" altLang="zh-CN" dirty="0"/>
              <a:t>10</a:t>
            </a:r>
            <a:r>
              <a:rPr lang="zh-CN" altLang="en-US" dirty="0"/>
              <a:t>个页表项，所以上一级页表只需要</a:t>
            </a:r>
            <a:r>
              <a:rPr lang="en-US" altLang="zh-CN" dirty="0"/>
              <a:t>1</a:t>
            </a:r>
            <a:r>
              <a:rPr lang="zh-CN" altLang="en-US" dirty="0"/>
              <a:t>页就已足够（可以存储</a:t>
            </a:r>
            <a:r>
              <a:rPr lang="en-US" altLang="zh-CN" dirty="0"/>
              <a:t>2^10=1024</a:t>
            </a:r>
            <a:r>
              <a:rPr lang="zh-CN" altLang="en-US" dirty="0"/>
              <a:t>个页表项）。在进程执行时，只需要将这一页的上一级页表调入内存即可，进程的页表和进程本身的页面可在后面的执行中再调入内存。根据上面提到的条件（</a:t>
            </a:r>
            <a:r>
              <a:rPr lang="en-US" altLang="zh-CN" dirty="0"/>
              <a:t>32</a:t>
            </a:r>
            <a:r>
              <a:rPr lang="zh-CN" altLang="en-US" dirty="0"/>
              <a:t>位逻辑地址空间、页面大小</a:t>
            </a:r>
            <a:r>
              <a:rPr lang="en-US" altLang="zh-CN" dirty="0"/>
              <a:t>4KB</a:t>
            </a:r>
            <a:r>
              <a:rPr lang="zh-CN" altLang="en-US" dirty="0"/>
              <a:t>、页表项大小</a:t>
            </a:r>
            <a:r>
              <a:rPr lang="en-US" altLang="zh-CN" dirty="0"/>
              <a:t>4B,</a:t>
            </a:r>
            <a:r>
              <a:rPr lang="zh-CN" altLang="en-US" dirty="0"/>
              <a:t>以字节为编址单位），我们来构造一个适合的页表结构。页面大小为</a:t>
            </a:r>
            <a:r>
              <a:rPr lang="en-US" altLang="zh-CN" dirty="0"/>
              <a:t>4KB,</a:t>
            </a:r>
            <a:r>
              <a:rPr lang="zh-CN" altLang="en-US" dirty="0"/>
              <a:t>页内偏移地址为</a:t>
            </a:r>
            <a:r>
              <a:rPr lang="en-US" altLang="zh-CN" dirty="0"/>
              <a:t>1og4K=12</a:t>
            </a:r>
            <a:r>
              <a:rPr lang="zh-CN" altLang="en-US" dirty="0"/>
              <a:t>位，页号部分为</a:t>
            </a:r>
            <a:r>
              <a:rPr lang="en-US" altLang="zh-CN" dirty="0"/>
              <a:t>20</a:t>
            </a:r>
            <a:r>
              <a:rPr lang="zh-CN" altLang="en-US" dirty="0"/>
              <a:t>位，若不采用分级页表，则仅页表就要占用</a:t>
            </a:r>
            <a:r>
              <a:rPr lang="en-US" altLang="zh-CN" dirty="0"/>
              <a:t>2^20×4B/4KB=1024</a:t>
            </a:r>
            <a:r>
              <a:rPr lang="zh-CN" altLang="en-US" dirty="0"/>
              <a:t>页，这大大超过了许多进程自身需要的页面，对于内存来说是非常浪费资源的，而且查询页表工作也会变得十分不便、试想若把这些页表放在连续的空间内，查询对应页的物理页号时可以通过页表首页地址</a:t>
            </a:r>
            <a:r>
              <a:rPr lang="en-US" altLang="zh-CN" dirty="0"/>
              <a:t>+</a:t>
            </a:r>
            <a:r>
              <a:rPr lang="zh-CN" altLang="en-US" dirty="0"/>
              <a:t>页号</a:t>
            </a:r>
            <a:r>
              <a:rPr lang="en-US" altLang="zh-CN" dirty="0"/>
              <a:t>×4B</a:t>
            </a:r>
            <a:r>
              <a:rPr lang="zh-CN" altLang="en-US" dirty="0"/>
              <a:t>的形式得到，而这种方法查询起来虽然相对方便，但连续的</a:t>
            </a:r>
            <a:r>
              <a:rPr lang="en-US" altLang="zh-CN" dirty="0"/>
              <a:t>1024</a:t>
            </a:r>
            <a:r>
              <a:rPr lang="zh-CN" altLang="en-US" dirty="0"/>
              <a:t>页对于内存的要求实在太高，并且上面也说到了其中大多数页面都是不会用到的，所以这种方法并不具有可行性。若不把这些页表放在连续的空间里，则需要一张索引表来告诉我们第几张页表该上哪里去找，这能解决页表的查询问题，且不用把所有的页表都调入内存，只在需要它时才调入（下节介绍的虚拟存储器思想），因此能解决占用内存空间过大的问题。你会发现这个方案就和当初引进页表机制的方式一模一样，实际上就是构造一个页表的页表，也就是二级页表。为查询方便，顶级页表最多只能有</a:t>
            </a:r>
            <a:r>
              <a:rPr lang="en-US" altLang="zh-CN" dirty="0"/>
              <a:t>1</a:t>
            </a:r>
            <a:r>
              <a:rPr lang="zh-CN" altLang="en-US" dirty="0"/>
              <a:t>个页面（一定要记住这个规定），因此顶级页表总共可以容纳</a:t>
            </a:r>
            <a:r>
              <a:rPr lang="en-US" altLang="zh-CN" dirty="0"/>
              <a:t>4KB/4B=1K</a:t>
            </a:r>
            <a:r>
              <a:rPr lang="zh-CN" altLang="en-US" dirty="0"/>
              <a:t>个页表项，它占用的地址位数为</a:t>
            </a:r>
            <a:r>
              <a:rPr lang="en-US" altLang="zh-CN" dirty="0"/>
              <a:t>log1K=10</a:t>
            </a:r>
            <a:r>
              <a:rPr lang="zh-CN" altLang="en-US" dirty="0"/>
              <a:t>位，而之前已经计算出页内偏移地址占用了</a:t>
            </a:r>
            <a:r>
              <a:rPr lang="en-US" altLang="zh-CN" dirty="0"/>
              <a:t>12</a:t>
            </a:r>
            <a:r>
              <a:rPr lang="zh-CN" altLang="en-US" dirty="0"/>
              <a:t>位，因此一个</a:t>
            </a:r>
            <a:r>
              <a:rPr lang="en-US" altLang="zh-CN" dirty="0"/>
              <a:t>32</a:t>
            </a:r>
            <a:r>
              <a:rPr lang="zh-CN" altLang="en-US" dirty="0"/>
              <a:t>位的逻辑地址空间就剩下了</a:t>
            </a:r>
            <a:r>
              <a:rPr lang="en-US" altLang="zh-CN" dirty="0"/>
              <a:t>10</a:t>
            </a:r>
            <a:r>
              <a:rPr lang="zh-CN" altLang="en-US" dirty="0"/>
              <a:t>位，正好使得二级页表的大小在一页之内，这样就得到了逻辑地址空间的格式，如图所示。</a:t>
            </a:r>
            <a:endParaRPr lang="zh-CN" dirty="0"/>
          </a:p>
        </p:txBody>
      </p:sp>
    </p:spTree>
    <p:extLst>
      <p:ext uri="{BB962C8B-B14F-4D97-AF65-F5344CB8AC3E}">
        <p14:creationId xmlns:p14="http://schemas.microsoft.com/office/powerpoint/2010/main" val="19958771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二级页表实际上是在原有页表结构上再加上一层页表，示意结构如图所示。建立多级页表的目的在于建立索引，以便不用浪费主存空间去存储无用的页表项，也不用盲目地顺序式查找页表项。</a:t>
            </a:r>
            <a:endParaRPr lang="zh-CN" dirty="0"/>
          </a:p>
        </p:txBody>
      </p:sp>
    </p:spTree>
    <p:extLst>
      <p:ext uri="{BB962C8B-B14F-4D97-AF65-F5344CB8AC3E}">
        <p14:creationId xmlns:p14="http://schemas.microsoft.com/office/powerpoint/2010/main" val="28930724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分页管理方式是从计算机的角度考虑设计的，目的是提高内存的利用率，提升计算机的性能。分页通过硬件机制实现，对用户完全透明。分段管理方式的提出则考虑了用户和程序员，以满足方便编程、信息保护和共享、动态增长及动态链接等多方面的需要。</a:t>
            </a:r>
          </a:p>
          <a:p>
            <a:pPr lvl="0"/>
            <a:r>
              <a:rPr lang="en-US" altLang="zh-CN" dirty="0"/>
              <a:t>1.</a:t>
            </a:r>
            <a:r>
              <a:rPr lang="zh-CN" altLang="en-US" dirty="0"/>
              <a:t>分段</a:t>
            </a:r>
          </a:p>
          <a:p>
            <a:pPr lvl="0"/>
            <a:r>
              <a:rPr lang="zh-CN" altLang="en-US" dirty="0"/>
              <a:t>段式管理方式按照用户进程中的自然段划分逻辑空间。例如，用户进程由主程序段、两个子程序段、栈段和数据段组成，于是可以把这个用户进程划分为</a:t>
            </a:r>
            <a:r>
              <a:rPr lang="en-US" altLang="zh-CN" dirty="0"/>
              <a:t>5</a:t>
            </a:r>
            <a:r>
              <a:rPr lang="zh-CN" altLang="en-US" dirty="0"/>
              <a:t>段，每段从</a:t>
            </a:r>
            <a:r>
              <a:rPr lang="en-US" altLang="zh-CN" dirty="0"/>
              <a:t>0</a:t>
            </a:r>
            <a:r>
              <a:rPr lang="zh-CN" altLang="en-US" dirty="0"/>
              <a:t>开始编址，并分配一段连续的地址空间</a:t>
            </a:r>
            <a:r>
              <a:rPr lang="en-US" altLang="zh-CN" dirty="0"/>
              <a:t>(</a:t>
            </a:r>
            <a:r>
              <a:rPr lang="zh-CN" altLang="en-US" dirty="0"/>
              <a:t>段内要求连续，段间不要求连续，因此整个作业的地址空间是二维的</a:t>
            </a:r>
            <a:r>
              <a:rPr lang="en-US" altLang="zh-CN" dirty="0"/>
              <a:t>)</a:t>
            </a:r>
            <a:r>
              <a:rPr lang="zh-CN" altLang="en-US" dirty="0"/>
              <a:t>，其逻辑地址由段号</a:t>
            </a:r>
            <a:r>
              <a:rPr lang="en-US" altLang="zh-CN" dirty="0"/>
              <a:t>S</a:t>
            </a:r>
            <a:r>
              <a:rPr lang="zh-CN" altLang="en-US" dirty="0"/>
              <a:t>与段内偏移量</a:t>
            </a:r>
            <a:r>
              <a:rPr lang="en-US" altLang="zh-CN" dirty="0"/>
              <a:t>W</a:t>
            </a:r>
            <a:r>
              <a:rPr lang="zh-CN" altLang="en-US" dirty="0"/>
              <a:t>两部分组成。</a:t>
            </a:r>
          </a:p>
          <a:p>
            <a:pPr lvl="0"/>
            <a:r>
              <a:rPr lang="zh-CN" altLang="en-US" dirty="0"/>
              <a:t>在下图中，段号为</a:t>
            </a:r>
            <a:r>
              <a:rPr lang="en-US" altLang="zh-CN" dirty="0"/>
              <a:t>16</a:t>
            </a:r>
            <a:r>
              <a:rPr lang="zh-CN" altLang="en-US" dirty="0"/>
              <a:t>位，段内偏移量为</a:t>
            </a:r>
            <a:r>
              <a:rPr lang="en-US" altLang="zh-CN" dirty="0"/>
              <a:t>16</a:t>
            </a:r>
            <a:r>
              <a:rPr lang="zh-CN" altLang="en-US" dirty="0"/>
              <a:t>位，因此一个作业最多有</a:t>
            </a:r>
            <a:r>
              <a:rPr lang="en-US" altLang="zh-CN" dirty="0"/>
              <a:t>2^16=65536</a:t>
            </a:r>
            <a:r>
              <a:rPr lang="zh-CN" altLang="en-US" dirty="0"/>
              <a:t>段，最大段长为</a:t>
            </a:r>
            <a:r>
              <a:rPr lang="en-US" altLang="zh-CN" dirty="0"/>
              <a:t>64KB</a:t>
            </a:r>
            <a:r>
              <a:rPr lang="zh-CN" altLang="en-US" dirty="0"/>
              <a:t>。</a:t>
            </a:r>
            <a:endParaRPr lang="en-US" altLang="zh-CN" dirty="0"/>
          </a:p>
          <a:p>
            <a:pPr lvl="0"/>
            <a:r>
              <a:rPr lang="zh-CN" altLang="en-US" dirty="0"/>
              <a:t>在页式系统中，逻辑地址的页号和页内偏移量对用户是透明的，但在段式系统中，段号和段内偏移量必须由用户显式提供，在高级程序设计语言中，这个工作由编译程序完成。</a:t>
            </a:r>
            <a:endParaRPr lang="zh-CN" dirty="0"/>
          </a:p>
        </p:txBody>
      </p:sp>
    </p:spTree>
    <p:extLst>
      <p:ext uri="{BB962C8B-B14F-4D97-AF65-F5344CB8AC3E}">
        <p14:creationId xmlns:p14="http://schemas.microsoft.com/office/powerpoint/2010/main" val="27754505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2.</a:t>
            </a:r>
            <a:r>
              <a:rPr lang="zh-CN" altLang="en-US" dirty="0"/>
              <a:t>段表</a:t>
            </a:r>
          </a:p>
          <a:p>
            <a:pPr lvl="0"/>
            <a:r>
              <a:rPr lang="zh-CN" altLang="en-US" dirty="0"/>
              <a:t>每个进程都有一张逻辑空间与内存空间映射的段表，其中每个段表项对应进程的一段，段表项记录该段在内存中的始址和长度。段表的内容如上图所示。</a:t>
            </a:r>
            <a:endParaRPr lang="en-US" altLang="zh-CN" dirty="0"/>
          </a:p>
          <a:p>
            <a:pPr lvl="0"/>
            <a:r>
              <a:rPr lang="zh-CN" altLang="en-US" dirty="0"/>
              <a:t>配置段表后，执行中的进程可通过查找段表，找到每段所对应的内存区。可见，段表用于实现从逻辑段到物理内存区的映射，如下图所示。</a:t>
            </a:r>
            <a:endParaRPr lang="zh-CN" dirty="0"/>
          </a:p>
        </p:txBody>
      </p:sp>
    </p:spTree>
    <p:extLst>
      <p:ext uri="{BB962C8B-B14F-4D97-AF65-F5344CB8AC3E}">
        <p14:creationId xmlns:p14="http://schemas.microsoft.com/office/powerpoint/2010/main" val="22542970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3.</a:t>
            </a:r>
            <a:r>
              <a:rPr lang="zh-CN" altLang="en-US" dirty="0"/>
              <a:t>地址变换机构</a:t>
            </a:r>
          </a:p>
          <a:p>
            <a:pPr lvl="0"/>
            <a:r>
              <a:rPr lang="zh-CN" altLang="en-US" dirty="0"/>
              <a:t>分段系统的地址变换过程如图所示。为了实现进程从逻辑地址到物理地址的变换功能，在系统中设置了段表寄存器，用于存放段表始址</a:t>
            </a:r>
            <a:r>
              <a:rPr lang="en-US" altLang="zh-CN" dirty="0"/>
              <a:t>F</a:t>
            </a:r>
            <a:r>
              <a:rPr lang="zh-CN" altLang="en-US" dirty="0"/>
              <a:t>和段表长度</a:t>
            </a:r>
            <a:r>
              <a:rPr lang="en-US" altLang="zh-CN" dirty="0"/>
              <a:t>M</a:t>
            </a:r>
            <a:r>
              <a:rPr lang="zh-CN" altLang="en-US" dirty="0"/>
              <a:t>。从逻辑地址</a:t>
            </a:r>
            <a:r>
              <a:rPr lang="en-US" altLang="zh-CN" dirty="0"/>
              <a:t>A</a:t>
            </a:r>
            <a:r>
              <a:rPr lang="zh-CN" altLang="en-US" dirty="0"/>
              <a:t>到物理地址</a:t>
            </a:r>
            <a:r>
              <a:rPr lang="en-US" altLang="zh-CN" dirty="0"/>
              <a:t>E</a:t>
            </a:r>
            <a:r>
              <a:rPr lang="zh-CN" altLang="en-US" dirty="0"/>
              <a:t>之间的地址变换过程如下：</a:t>
            </a:r>
            <a:endParaRPr lang="en-US" altLang="zh-CN" dirty="0"/>
          </a:p>
          <a:p>
            <a:pPr lvl="0"/>
            <a:r>
              <a:rPr lang="zh-CN" altLang="en-US" dirty="0"/>
              <a:t>①从逻辑地址</a:t>
            </a:r>
            <a:r>
              <a:rPr lang="en-US" altLang="zh-CN" dirty="0"/>
              <a:t>A</a:t>
            </a:r>
            <a:r>
              <a:rPr lang="zh-CN" altLang="en-US" dirty="0"/>
              <a:t>中取出前几位为段号</a:t>
            </a:r>
            <a:r>
              <a:rPr lang="en-US" altLang="zh-CN" dirty="0"/>
              <a:t>S,</a:t>
            </a:r>
            <a:r>
              <a:rPr lang="zh-CN" altLang="en-US" dirty="0"/>
              <a:t>后几位为段内偏移量</a:t>
            </a:r>
            <a:r>
              <a:rPr lang="en-US" altLang="zh-CN" dirty="0"/>
              <a:t>W</a:t>
            </a:r>
            <a:r>
              <a:rPr lang="zh-CN" altLang="en-US" dirty="0"/>
              <a:t>。注意，在地址变换的题目中，要注意逻辑地址是用二进制数还是用十进制数给出的。</a:t>
            </a:r>
          </a:p>
          <a:p>
            <a:pPr lvl="0"/>
            <a:r>
              <a:rPr lang="zh-CN" altLang="en-US" dirty="0"/>
              <a:t>②比较段号</a:t>
            </a:r>
            <a:r>
              <a:rPr lang="en-US" altLang="zh-CN" dirty="0"/>
              <a:t>S</a:t>
            </a:r>
            <a:r>
              <a:rPr lang="zh-CN" altLang="en-US" dirty="0"/>
              <a:t>和段表长度</a:t>
            </a:r>
            <a:r>
              <a:rPr lang="en-US" altLang="zh-CN" dirty="0"/>
              <a:t>M,</a:t>
            </a:r>
            <a:r>
              <a:rPr lang="zh-CN" altLang="en-US" dirty="0"/>
              <a:t>若</a:t>
            </a:r>
            <a:r>
              <a:rPr lang="en-US" altLang="zh-CN" dirty="0"/>
              <a:t>S≥M,</a:t>
            </a:r>
            <a:r>
              <a:rPr lang="zh-CN" altLang="en-US" dirty="0"/>
              <a:t>则产生越界中断，否则继续执行。</a:t>
            </a:r>
          </a:p>
          <a:p>
            <a:pPr lvl="0"/>
            <a:r>
              <a:rPr lang="zh-CN" altLang="en-US" dirty="0"/>
              <a:t>③段表中段号</a:t>
            </a:r>
            <a:r>
              <a:rPr lang="en-US" altLang="zh-CN" dirty="0"/>
              <a:t>S</a:t>
            </a:r>
            <a:r>
              <a:rPr lang="zh-CN" altLang="en-US" dirty="0"/>
              <a:t>对应的段表项地址</a:t>
            </a:r>
            <a:r>
              <a:rPr lang="en-US" altLang="zh-CN" dirty="0"/>
              <a:t>=</a:t>
            </a:r>
            <a:r>
              <a:rPr lang="zh-CN" altLang="en-US" dirty="0"/>
              <a:t>段表始址</a:t>
            </a:r>
            <a:r>
              <a:rPr lang="en-US" altLang="zh-CN" dirty="0"/>
              <a:t>F+</a:t>
            </a:r>
            <a:r>
              <a:rPr lang="zh-CN" altLang="en-US" dirty="0"/>
              <a:t>段号</a:t>
            </a:r>
            <a:r>
              <a:rPr lang="en-US" altLang="zh-CN" dirty="0"/>
              <a:t>S×</a:t>
            </a:r>
            <a:r>
              <a:rPr lang="zh-CN" altLang="en-US" dirty="0"/>
              <a:t>段表项长度，取出该段表项的前几位得到段长</a:t>
            </a:r>
            <a:r>
              <a:rPr lang="en-US" altLang="zh-CN" dirty="0"/>
              <a:t>C</a:t>
            </a:r>
            <a:r>
              <a:rPr lang="zh-CN" altLang="en-US" dirty="0"/>
              <a:t>。若段内偏移量≥</a:t>
            </a:r>
            <a:r>
              <a:rPr lang="en-US" altLang="zh-CN" dirty="0"/>
              <a:t>C,</a:t>
            </a:r>
            <a:r>
              <a:rPr lang="zh-CN" altLang="en-US" dirty="0"/>
              <a:t>则产生越界中断，否则继续执行。从这句话我们可以看出，段表项实际上只有两部分，前几位是段长，后几位是始址。</a:t>
            </a:r>
          </a:p>
          <a:p>
            <a:pPr lvl="0"/>
            <a:r>
              <a:rPr lang="zh-CN" altLang="en-US" dirty="0"/>
              <a:t>④取出段表项中该段的始址</a:t>
            </a:r>
            <a:r>
              <a:rPr lang="en-US" altLang="zh-CN" dirty="0"/>
              <a:t>b,</a:t>
            </a:r>
            <a:r>
              <a:rPr lang="zh-CN" altLang="en-US" dirty="0"/>
              <a:t>计算</a:t>
            </a:r>
            <a:r>
              <a:rPr lang="en-US" altLang="zh-CN" dirty="0"/>
              <a:t>E=</a:t>
            </a:r>
            <a:r>
              <a:rPr lang="en-US" altLang="zh-CN" dirty="0" err="1"/>
              <a:t>b+W</a:t>
            </a:r>
            <a:r>
              <a:rPr lang="en-US" altLang="zh-CN" dirty="0"/>
              <a:t>,</a:t>
            </a:r>
            <a:r>
              <a:rPr lang="zh-CN" altLang="en-US" dirty="0"/>
              <a:t>用得到的物理地址</a:t>
            </a:r>
            <a:r>
              <a:rPr lang="en-US" altLang="zh-CN" dirty="0"/>
              <a:t>E</a:t>
            </a:r>
            <a:r>
              <a:rPr lang="zh-CN" altLang="en-US" dirty="0"/>
              <a:t>去访问内存。</a:t>
            </a:r>
            <a:endParaRPr lang="zh-CN" dirty="0"/>
          </a:p>
        </p:txBody>
      </p:sp>
    </p:spTree>
    <p:extLst>
      <p:ext uri="{BB962C8B-B14F-4D97-AF65-F5344CB8AC3E}">
        <p14:creationId xmlns:p14="http://schemas.microsoft.com/office/powerpoint/2010/main" val="33375235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在分段系统中，段的共享是通过两个作业的段表中相应表项指向被共享的段的同一个物理副本来实现的。当一个作业正从共享段中读取数据时，必须防止另一个作业修改此共享段中的数据。不能修改的代码称为纯代码或可重入代码（它不属于临界资源），这样的代码和不能修改的数据可以共享，而可修改的代码和数据不能共享。</a:t>
            </a:r>
          </a:p>
          <a:p>
            <a:pPr lvl="0"/>
            <a:r>
              <a:rPr lang="zh-CN" altLang="en-US" dirty="0"/>
              <a:t>与分页管理类似，分段管理的保护方法主要有两种：一种是存取控制保护，另一种是地址越界保护。地址越界保护将段表寄存器中的段表长度与逻辑地址中的段号比较，若段号大于段表长度，则产生越界中断：再将段表项中的段长和逻辑地址中的段内偏移进行比较，若段内偏移大于段长，也会产生越界中断。分页管理只需要判断页号是否越界，页内偏移是不可能越界的。</a:t>
            </a:r>
          </a:p>
          <a:p>
            <a:pPr lvl="0"/>
            <a:r>
              <a:rPr lang="zh-CN" altLang="en-US" dirty="0"/>
              <a:t>与页式管理不同，段式管理不能通过给出一个整数便确定对应的物理地址，因为每段的长度是不固定的，无法通过整数除法得出段号，无法通过求余得出段内偏移，所以段号和段内偏移一定要显式给出</a:t>
            </a:r>
            <a:r>
              <a:rPr lang="en-US" altLang="zh-CN" dirty="0"/>
              <a:t>(</a:t>
            </a:r>
            <a:r>
              <a:rPr lang="zh-CN" altLang="en-US" dirty="0"/>
              <a:t>段号，段内偏移</a:t>
            </a:r>
            <a:r>
              <a:rPr lang="en-US" altLang="zh-CN" dirty="0"/>
              <a:t>)</a:t>
            </a:r>
            <a:r>
              <a:rPr lang="zh-CN" altLang="en-US" dirty="0"/>
              <a:t>，因此分段管理的地址空间是二维的。</a:t>
            </a:r>
            <a:endParaRPr lang="zh-CN" dirty="0"/>
          </a:p>
        </p:txBody>
      </p:sp>
    </p:spTree>
    <p:extLst>
      <p:ext uri="{BB962C8B-B14F-4D97-AF65-F5344CB8AC3E}">
        <p14:creationId xmlns:p14="http://schemas.microsoft.com/office/powerpoint/2010/main" val="40402381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dirty="0"/>
          </a:p>
        </p:txBody>
      </p:sp>
    </p:spTree>
    <p:extLst>
      <p:ext uri="{BB962C8B-B14F-4D97-AF65-F5344CB8AC3E}">
        <p14:creationId xmlns:p14="http://schemas.microsoft.com/office/powerpoint/2010/main" val="29965268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如图所示，在段页式系统中，作业的逻辑地址分为三部分：段号、页号和页内偏移量。</a:t>
            </a:r>
            <a:endParaRPr lang="en-US" altLang="zh-CN" dirty="0"/>
          </a:p>
          <a:p>
            <a:pPr lvl="0"/>
            <a:r>
              <a:rPr lang="zh-CN" altLang="en-US" dirty="0"/>
              <a:t>为了实现地址变换，系统为每个进程建立一张段表，每个分段有一张页表。段表表项中至少包括段号、页表长度和页表始址，页表表项中至少包括页号和块号。此外，系统中还应有一个段表寄存器，指出作业的段表始址和段表长度（段表寄存器和页表寄存器的作用都有两个，一是在段表或页表中寻址，二是判断是否越界）。</a:t>
            </a:r>
          </a:p>
          <a:p>
            <a:pPr lvl="0"/>
            <a:r>
              <a:rPr lang="zh-CN" altLang="en-US" dirty="0"/>
              <a:t>注意：在一个进程中，段表只有一个，而页表可能有多个。</a:t>
            </a:r>
            <a:endParaRPr lang="zh-CN" dirty="0"/>
          </a:p>
        </p:txBody>
      </p:sp>
    </p:spTree>
    <p:extLst>
      <p:ext uri="{BB962C8B-B14F-4D97-AF65-F5344CB8AC3E}">
        <p14:creationId xmlns:p14="http://schemas.microsoft.com/office/powerpoint/2010/main" val="21798989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在进行地址变换时，首先通过段表查到页表始址，然后通过页表找到页帧号，最后形成物理地址。如图所示，进行一次访问实际需要三次访问主存，这里同样可以使用快表来加快查找速度，其关键字由段号、页号组成，值是对应的页帧号和保护码。</a:t>
            </a:r>
            <a:endParaRPr lang="en-US" altLang="zh-CN" dirty="0"/>
          </a:p>
          <a:p>
            <a:pPr lvl="0"/>
            <a:r>
              <a:rPr lang="zh-CN" altLang="en-US" dirty="0"/>
              <a:t>结合上面对段式和页式管理地址空间的分析，得出结论：段页式管理的地址空间是二维的。</a:t>
            </a:r>
            <a:endParaRPr lang="zh-CN" dirty="0"/>
          </a:p>
        </p:txBody>
      </p:sp>
    </p:spTree>
    <p:extLst>
      <p:ext uri="{BB962C8B-B14F-4D97-AF65-F5344CB8AC3E}">
        <p14:creationId xmlns:p14="http://schemas.microsoft.com/office/powerpoint/2010/main" val="27108216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dirty="0"/>
          </a:p>
        </p:txBody>
      </p:sp>
    </p:spTree>
    <p:extLst>
      <p:ext uri="{BB962C8B-B14F-4D97-AF65-F5344CB8AC3E}">
        <p14:creationId xmlns:p14="http://schemas.microsoft.com/office/powerpoint/2010/main" val="195671064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dirty="0"/>
          </a:p>
        </p:txBody>
      </p:sp>
    </p:spTree>
    <p:extLst>
      <p:ext uri="{BB962C8B-B14F-4D97-AF65-F5344CB8AC3E}">
        <p14:creationId xmlns:p14="http://schemas.microsoft.com/office/powerpoint/2010/main" val="18899344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p:spPr>
        <p:txBody>
          <a:bodyPr/>
          <a:lstStyle/>
          <a:p>
            <a:r>
              <a:rPr lang="zh-CN"/>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lvl="0" indent="0" algn="ctr">
              <a:buNone/>
            </a:lvl1pPr>
            <a:lvl2pPr marL="457200" lvl="1" indent="0" algn="ctr">
              <a:buNone/>
            </a:lvl2pPr>
            <a:lvl3pPr marL="914400" lvl="2" indent="0" algn="ctr">
              <a:buNone/>
            </a:lvl3pPr>
            <a:lvl4pPr marL="1371600" lvl="3" indent="0" algn="ctr">
              <a:buNone/>
            </a:lvl4pPr>
            <a:lvl5pPr marL="1828800" lvl="4" indent="0" algn="ctr">
              <a:buNone/>
            </a:lvl5pPr>
            <a:lvl6pPr marL="2286000" lvl="5" indent="0" algn="ctr">
              <a:buNone/>
            </a:lvl6pPr>
            <a:lvl7pPr marL="2743200" lvl="6" indent="0" algn="ctr">
              <a:buNone/>
            </a:lvl7pPr>
            <a:lvl8pPr marL="3200400" lvl="7" indent="0" algn="ctr">
              <a:buNone/>
            </a:lvl8pPr>
            <a:lvl9pPr marL="3657600" lvl="8" indent="0" algn="ctr">
              <a:buNone/>
            </a:lvl9pPr>
          </a:lstStyle>
          <a:p>
            <a:r>
              <a:rPr lang="zh-CN"/>
              <a:t>单击此处编辑母版副标题样式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AB2C465C-8FA2-430C-ADF3-904E03A8F6D5}" type="slidenum">
              <a:rPr lang="zh-CN"/>
              <a:t>‹#›</a:t>
            </a:fld>
            <a:endParaRPr lang="zh-CN"/>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3" name="内容占位符 2"/>
          <p:cNvSpPr>
            <a:spLocks noGrp="1"/>
          </p:cNvSpPr>
          <p:nvPr>
            <p:ph idx="1"/>
          </p:nvPr>
        </p:nvSpPr>
        <p:spPr/>
        <p:txBody>
          <a:bodyPr/>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4160B0C6-1D85-4301-8154-9EA3552A82D4}" type="slidenum">
              <a:rPr lang="zh-CN"/>
              <a:t>‹#›</a:t>
            </a:fld>
            <a:endParaRPr lang="zh-CN"/>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p:spPr>
        <p:txBody>
          <a:bodyPr anchor="t"/>
          <a:lstStyle>
            <a:lvl1pPr lvl="0" algn="l">
              <a:defRPr sz="4000" b="1"/>
            </a:lvl1pPr>
          </a:lstStyle>
          <a:p>
            <a:r>
              <a:rPr lang="zh-CN"/>
              <a:t>单击此处编辑母版标题样式</a:t>
            </a:r>
          </a:p>
        </p:txBody>
      </p:sp>
      <p:sp>
        <p:nvSpPr>
          <p:cNvPr id="3" name="文本占位符 2"/>
          <p:cNvSpPr>
            <a:spLocks noGrp="1"/>
          </p:cNvSpPr>
          <p:nvPr>
            <p:ph type="body" idx="1"/>
          </p:nvPr>
        </p:nvSpPr>
        <p:spPr>
          <a:xfrm>
            <a:off x="722313" y="2179638"/>
            <a:ext cx="7772400" cy="1125537"/>
          </a:xfrm>
        </p:spPr>
        <p:txBody>
          <a:bodyPr anchor="b"/>
          <a:lstStyle>
            <a:lvl1pPr marL="0" lvl="0" indent="0">
              <a:buNone/>
              <a:defRPr sz="2000"/>
            </a:lvl1pPr>
            <a:lvl2pPr marL="457200" lvl="1" indent="0">
              <a:buNone/>
              <a:defRPr sz="1800"/>
            </a:lvl2pPr>
            <a:lvl3pPr marL="914400" lvl="2" indent="0">
              <a:buNone/>
              <a:defRPr sz="1600"/>
            </a:lvl3pPr>
            <a:lvl4pPr marL="1371600" lvl="3" indent="0">
              <a:buNone/>
              <a:defRPr sz="1400"/>
            </a:lvl4pPr>
            <a:lvl5pPr marL="1828800" lvl="4" indent="0">
              <a:buNone/>
              <a:defRPr sz="1400"/>
            </a:lvl5pPr>
            <a:lvl6pPr marL="2286000" lvl="5" indent="0">
              <a:buNone/>
              <a:defRPr sz="1400"/>
            </a:lvl6pPr>
            <a:lvl7pPr marL="2743200" lvl="6" indent="0">
              <a:buNone/>
              <a:defRPr sz="1400"/>
            </a:lvl7pPr>
            <a:lvl8pPr marL="3200400" lvl="7" indent="0">
              <a:buNone/>
              <a:defRPr sz="1400"/>
            </a:lvl8pPr>
            <a:lvl9pPr marL="3657600" lvl="8" indent="0">
              <a:buNone/>
              <a:defRPr sz="1400"/>
            </a:lvl9pPr>
          </a:lstStyle>
          <a:p>
            <a:pPr lvl="0"/>
            <a:r>
              <a:rPr lang="zh-CN"/>
              <a:t>单击此处编辑母版文本样式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9AA898CA-9DC4-4DEB-987F-5794FE28A276}" type="slidenum">
              <a:rPr lang="zh-CN"/>
              <a:t>‹#›</a:t>
            </a:fld>
            <a:endParaRPr lang="zh-CN"/>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pic>
        <p:nvPicPr>
          <p:cNvPr id="2" name="Picture 4"/>
          <p:cNvPicPr>
            <a:picLocks noChangeAspect="1" noChangeArrowheads="1"/>
          </p:cNvPicPr>
          <p:nvPr userDrawn="1"/>
        </p:nvPicPr>
        <p:blipFill>
          <a:blip r:embed="rId2" cstate="print"/>
          <a:srcRect/>
          <a:stretch>
            <a:fillRect/>
          </a:stretch>
        </p:blipFill>
        <p:spPr>
          <a:xfrm>
            <a:off x="7251700" y="161925"/>
            <a:ext cx="1614488" cy="347663"/>
          </a:xfrm>
          <a:prstGeom prst="rect">
            <a:avLst/>
          </a:prstGeom>
          <a:noFill/>
          <a:ln>
            <a:noFill/>
          </a:ln>
        </p:spPr>
      </p:pic>
      <p:cxnSp>
        <p:nvCxnSpPr>
          <p:cNvPr id="3" name="直接连接符 2"/>
          <p:cNvCxnSpPr/>
          <p:nvPr/>
        </p:nvCxnSpPr>
        <p:spPr>
          <a:xfrm>
            <a:off x="395288" y="631825"/>
            <a:ext cx="8459787" cy="0"/>
          </a:xfrm>
          <a:prstGeom prst="line">
            <a:avLst/>
          </a:prstGeom>
          <a:ln w="12700">
            <a:solidFill>
              <a:schemeClr val="accent2">
                <a:lumMod val="75000"/>
              </a:schemeClr>
            </a:solidFill>
            <a:prstDash val="solid"/>
          </a:ln>
        </p:spPr>
      </p:cxnSp>
      <p:sp>
        <p:nvSpPr>
          <p:cNvPr id="4" name="矩形 3"/>
          <p:cNvSpPr/>
          <p:nvPr/>
        </p:nvSpPr>
        <p:spPr>
          <a:xfrm>
            <a:off x="11113" y="4875213"/>
            <a:ext cx="9144000" cy="254000"/>
          </a:xfrm>
          <a:prstGeom prst="rect">
            <a:avLst/>
          </a:prstGeom>
          <a:solidFill>
            <a:srgbClr val="C00000"/>
          </a:solidFill>
          <a:ln w="25400">
            <a:solidFill>
              <a:srgbClr val="C00000"/>
            </a:solidFill>
            <a:prstDash val="solid"/>
          </a:ln>
        </p:spPr>
        <p:txBody>
          <a:bodyPr anchor="ctr"/>
          <a:lstStyle/>
          <a:p>
            <a:pPr algn="ctr"/>
            <a:endParaRPr lang="zh-CN">
              <a:solidFill>
                <a:schemeClr val="lt1"/>
              </a:solidFill>
            </a:endParaRPr>
          </a:p>
        </p:txBody>
      </p:sp>
      <p:sp>
        <p:nvSpPr>
          <p:cNvPr id="5" name="日期占位符 3"/>
          <p:cNvSpPr>
            <a:spLocks noGrp="1" noChangeArrowheads="1"/>
          </p:cNvSpPr>
          <p:nvPr>
            <p:ph type="dt" idx="10"/>
          </p:nvPr>
        </p:nvSpPr>
        <p:spPr/>
        <p:txBody>
          <a:bodyPr/>
          <a:lstStyle/>
          <a:p>
            <a:endParaRPr lang="zh-CN"/>
          </a:p>
        </p:txBody>
      </p:sp>
      <p:sp>
        <p:nvSpPr>
          <p:cNvPr id="6" name="页脚占位符 4"/>
          <p:cNvSpPr>
            <a:spLocks noGrp="1" noChangeArrowheads="1"/>
          </p:cNvSpPr>
          <p:nvPr>
            <p:ph type="ftr" idx="11"/>
          </p:nvPr>
        </p:nvSpPr>
        <p:spPr/>
        <p:txBody>
          <a:bodyPr/>
          <a:lstStyle/>
          <a:p>
            <a:endParaRPr lang="zh-CN"/>
          </a:p>
        </p:txBody>
      </p:sp>
      <p:sp>
        <p:nvSpPr>
          <p:cNvPr id="7" name="灯片编号占位符 5"/>
          <p:cNvSpPr>
            <a:spLocks noGrp="1" noChangeArrowheads="1"/>
          </p:cNvSpPr>
          <p:nvPr>
            <p:ph type="sldNum" idx="12"/>
          </p:nvPr>
        </p:nvSpPr>
        <p:spPr/>
        <p:txBody>
          <a:bodyPr/>
          <a:lstStyle/>
          <a:p>
            <a:fld id="{F56F47AF-6E9B-44E0-8B3C-C99367D85570}" type="slidenum">
              <a:rPr lang="zh-CN"/>
              <a:t>‹#›</a:t>
            </a:fld>
            <a:endParaRPr lang="zh-CN"/>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矩形 1"/>
          <p:cNvSpPr/>
          <p:nvPr/>
        </p:nvSpPr>
        <p:spPr>
          <a:xfrm>
            <a:off x="11113" y="4687888"/>
            <a:ext cx="9144000" cy="446087"/>
          </a:xfrm>
          <a:prstGeom prst="rect">
            <a:avLst/>
          </a:prstGeom>
          <a:pattFill prst="dkHorz">
            <a:fgClr>
              <a:srgbClr val="891321"/>
            </a:fgClr>
            <a:bgClr>
              <a:schemeClr val="bg1"/>
            </a:bgClr>
          </a:pattFill>
          <a:ln>
            <a:noFill/>
          </a:ln>
        </p:spPr>
        <p:txBody>
          <a:bodyPr anchor="ctr"/>
          <a:lstStyle/>
          <a:p>
            <a:pPr algn="ctr"/>
            <a:endParaRPr lang="zh-CN">
              <a:solidFill>
                <a:srgbClr val="C00000"/>
              </a:solidFill>
            </a:endParaRPr>
          </a:p>
        </p:txBody>
      </p:sp>
      <p:pic>
        <p:nvPicPr>
          <p:cNvPr id="3" name="图片 7"/>
          <p:cNvPicPr>
            <a:picLocks noChangeAspect="1" noChangeArrowheads="1"/>
          </p:cNvPicPr>
          <p:nvPr userDrawn="1"/>
        </p:nvPicPr>
        <p:blipFill>
          <a:blip r:embed="rId2" cstate="print">
            <a:clrChange>
              <a:clrFrom>
                <a:srgbClr val="8A1025"/>
              </a:clrFrom>
              <a:clrTo>
                <a:srgbClr val="8A1025">
                  <a:alpha val="0"/>
                </a:srgbClr>
              </a:clrTo>
            </a:clrChange>
          </a:blip>
          <a:srcRect t="4836" b="29471"/>
          <a:stretch>
            <a:fillRect/>
          </a:stretch>
        </p:blipFill>
        <p:spPr>
          <a:xfrm>
            <a:off x="2681288" y="315913"/>
            <a:ext cx="3781425" cy="952500"/>
          </a:xfrm>
          <a:prstGeom prst="rect">
            <a:avLst/>
          </a:prstGeom>
          <a:solidFill>
            <a:srgbClr val="8A1520"/>
          </a:solidFill>
          <a:ln>
            <a:noFill/>
          </a:ln>
        </p:spPr>
      </p:pic>
      <p:sp>
        <p:nvSpPr>
          <p:cNvPr id="4" name="日期占位符 2"/>
          <p:cNvSpPr>
            <a:spLocks noGrp="1"/>
          </p:cNvSpPr>
          <p:nvPr>
            <p:ph type="dt" idx="10"/>
          </p:nvPr>
        </p:nvSpPr>
        <p:spPr/>
        <p:txBody>
          <a:bodyPr/>
          <a:lstStyle/>
          <a:p>
            <a:endParaRPr lang="zh-CN"/>
          </a:p>
        </p:txBody>
      </p:sp>
      <p:sp>
        <p:nvSpPr>
          <p:cNvPr id="5" name="页脚占位符 3"/>
          <p:cNvSpPr>
            <a:spLocks noGrp="1"/>
          </p:cNvSpPr>
          <p:nvPr>
            <p:ph type="ftr" idx="11"/>
          </p:nvPr>
        </p:nvSpPr>
        <p:spPr/>
        <p:txBody>
          <a:bodyPr/>
          <a:lstStyle/>
          <a:p>
            <a:endParaRPr lang="zh-CN"/>
          </a:p>
        </p:txBody>
      </p:sp>
      <p:sp>
        <p:nvSpPr>
          <p:cNvPr id="6" name="灯片编号占位符 4"/>
          <p:cNvSpPr>
            <a:spLocks noGrp="1"/>
          </p:cNvSpPr>
          <p:nvPr>
            <p:ph type="sldNum" idx="12"/>
          </p:nvPr>
        </p:nvSpPr>
        <p:spPr/>
        <p:txBody>
          <a:bodyPr/>
          <a:lstStyle/>
          <a:p>
            <a:fld id="{4707B3C6-01FB-418A-A503-30BBA367DFC0}" type="slidenum">
              <a:rPr lang="zh-CN"/>
              <a:t>‹#›</a:t>
            </a:fld>
            <a:endParaRPr lang="zh-CN"/>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cSld name="70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userDrawn="1"/>
        </p:nvPicPr>
        <p:blipFill>
          <a:blip r:embed="rId2" cstate="print">
            <a:lum bright="70000" contrast="-70000"/>
          </a:blip>
          <a:srcRect/>
          <a:stretch>
            <a:fillRect/>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昨天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userDrawn="1"/>
        </p:nvPicPr>
        <p:blipFill>
          <a:blip r:embed="rId3" cstate="print">
            <a:clrChange>
              <a:clrFrom>
                <a:srgbClr val="8A1025"/>
              </a:clrFrom>
              <a:clrTo>
                <a:srgbClr val="8A1025">
                  <a:alpha val="0"/>
                </a:srgbClr>
              </a:clrTo>
            </a:clrChange>
          </a:blip>
          <a:srcRect t="4836" b="45502"/>
          <a:stretch>
            <a:fillRect/>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A7421A49-5667-41F8-BE17-1B845396D5DB}" type="slidenum">
              <a:rPr lang="zh-CN"/>
              <a:t>‹#›</a:t>
            </a:fld>
            <a:endParaRPr lang="zh-CN"/>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cSld name="73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userDrawn="1"/>
        </p:nvPicPr>
        <p:blipFill>
          <a:blip r:embed="rId2" cstate="print">
            <a:lum bright="70000" contrast="-70000"/>
          </a:blip>
          <a:srcRect/>
          <a:stretch>
            <a:fillRect/>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今天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userDrawn="1"/>
        </p:nvPicPr>
        <p:blipFill>
          <a:blip r:embed="rId3" cstate="print">
            <a:clrChange>
              <a:clrFrom>
                <a:srgbClr val="8A1025"/>
              </a:clrFrom>
              <a:clrTo>
                <a:srgbClr val="8A1025">
                  <a:alpha val="0"/>
                </a:srgbClr>
              </a:clrTo>
            </a:clrChange>
          </a:blip>
          <a:srcRect t="4836" b="45502"/>
          <a:stretch>
            <a:fillRect/>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02386B43-1405-4E8E-813D-472D21B2C6EF}" type="slidenum">
              <a:rPr lang="zh-CN"/>
              <a:t>‹#›</a:t>
            </a:fld>
            <a:endParaRPr lang="zh-CN"/>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cSld name="74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userDrawn="1"/>
        </p:nvPicPr>
        <p:blipFill>
          <a:blip r:embed="rId2" cstate="print">
            <a:lum bright="70000" contrast="-70000"/>
          </a:blip>
          <a:srcRect/>
          <a:stretch>
            <a:fillRect/>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明天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userDrawn="1"/>
        </p:nvPicPr>
        <p:blipFill>
          <a:blip r:embed="rId3" cstate="print">
            <a:clrChange>
              <a:clrFrom>
                <a:srgbClr val="8A1025"/>
              </a:clrFrom>
              <a:clrTo>
                <a:srgbClr val="8A1025">
                  <a:alpha val="0"/>
                </a:srgbClr>
              </a:clrTo>
            </a:clrChange>
          </a:blip>
          <a:srcRect t="4836" b="45502"/>
          <a:stretch>
            <a:fillRect/>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6183FDC7-D04F-4C48-ADCE-652D6AA1EF83}" type="slidenum">
              <a:rPr lang="zh-CN"/>
              <a:t>‹#›</a:t>
            </a:fld>
            <a:endParaRPr lang="zh-CN"/>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cSld name="71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0"/>
          <p:cNvPicPr>
            <a:picLocks noChangeAspect="1" noChangeArrowheads="1"/>
          </p:cNvPicPr>
          <p:nvPr userDrawn="1"/>
        </p:nvPicPr>
        <p:blipFill>
          <a:blip r:embed="rId2" cstate="print">
            <a:lum bright="70000" contrast="-70000"/>
          </a:blip>
          <a:srcRect/>
          <a:stretch>
            <a:fillRect/>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pic>
        <p:nvPicPr>
          <p:cNvPr id="8" name="图片 12"/>
          <p:cNvPicPr>
            <a:picLocks noChangeAspect="1" noChangeArrowheads="1"/>
          </p:cNvPicPr>
          <p:nvPr userDrawn="1"/>
        </p:nvPicPr>
        <p:blipFill>
          <a:blip r:embed="rId3" cstate="print">
            <a:clrChange>
              <a:clrFrom>
                <a:srgbClr val="8A1025"/>
              </a:clrFrom>
              <a:clrTo>
                <a:srgbClr val="8A1025">
                  <a:alpha val="0"/>
                </a:srgbClr>
              </a:clrTo>
            </a:clrChange>
          </a:blip>
          <a:srcRect t="4836" b="45502"/>
          <a:stretch>
            <a:fillRect/>
          </a:stretch>
        </p:blipFill>
        <p:spPr>
          <a:xfrm>
            <a:off x="6659563"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B7C7ADB0-93AD-4236-858F-3DBD1C0AB6F0}" type="slidenum">
              <a:rPr lang="zh-CN"/>
              <a:t>‹#›</a:t>
            </a:fld>
            <a:endParaRPr lang="zh-CN"/>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72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0"/>
          <p:cNvPicPr>
            <a:picLocks noChangeAspect="1" noChangeArrowheads="1"/>
          </p:cNvPicPr>
          <p:nvPr userDrawn="1"/>
        </p:nvPicPr>
        <p:blipFill>
          <a:blip r:embed="rId2" cstate="print">
            <a:lum bright="70000" contrast="-70000"/>
          </a:blip>
          <a:srcRect/>
          <a:stretch>
            <a:fillRect/>
          </a:stretch>
        </p:blipFill>
        <p:spPr>
          <a:xfrm>
            <a:off x="6689725" y="4778375"/>
            <a:ext cx="1266825" cy="342900"/>
          </a:xfrm>
          <a:prstGeom prst="rect">
            <a:avLst/>
          </a:prstGeom>
          <a:noFill/>
          <a:ln>
            <a:noFill/>
          </a:ln>
        </p:spPr>
      </p:pic>
      <p:pic>
        <p:nvPicPr>
          <p:cNvPr id="8" name="图片 12"/>
          <p:cNvPicPr>
            <a:picLocks noChangeAspect="1" noChangeArrowheads="1"/>
          </p:cNvPicPr>
          <p:nvPr userDrawn="1"/>
        </p:nvPicPr>
        <p:blipFill>
          <a:blip r:embed="rId3" cstate="print">
            <a:clrChange>
              <a:clrFrom>
                <a:srgbClr val="8A1025"/>
              </a:clrFrom>
              <a:clrTo>
                <a:srgbClr val="8A1025">
                  <a:alpha val="0"/>
                </a:srgbClr>
              </a:clrTo>
            </a:clrChange>
          </a:blip>
          <a:srcRect t="4836" b="45502"/>
          <a:stretch>
            <a:fillRect/>
          </a:stretch>
        </p:blipFill>
        <p:spPr>
          <a:xfrm>
            <a:off x="6659563"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266418AD-6F9A-4D71-B11D-DEB52ADAFDED}" type="slidenum">
              <a:rPr lang="zh-CN"/>
              <a:t>‹#›</a:t>
            </a:fld>
            <a:endParaRPr lang="zh-CN"/>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2_사용자 지정 레이아웃">
    <p:spTree>
      <p:nvGrpSpPr>
        <p:cNvPr id="1" name=""/>
        <p:cNvGrpSpPr/>
        <p:nvPr/>
      </p:nvGrpSpPr>
      <p:grpSpPr>
        <a:xfrm>
          <a:off x="0" y="0"/>
          <a:ext cx="0" cy="0"/>
          <a:chOff x="0" y="0"/>
          <a:chExt cx="0" cy="0"/>
        </a:xfrm>
      </p:grpSpPr>
      <p:sp>
        <p:nvSpPr>
          <p:cNvPr id="2" name="직사각형 3"/>
          <p:cNvSpPr/>
          <p:nvPr/>
        </p:nvSpPr>
        <p:spPr>
          <a:xfrm>
            <a:off x="0" y="5048250"/>
            <a:ext cx="9144000" cy="95250"/>
          </a:xfrm>
          <a:prstGeom prst="rect">
            <a:avLst/>
          </a:prstGeom>
          <a:solidFill>
            <a:schemeClr val="tx2">
              <a:lumMod val="75000"/>
            </a:schemeClr>
          </a:solidFill>
          <a:ln>
            <a:noFill/>
          </a:ln>
        </p:spPr>
        <p:txBody>
          <a:bodyPr anchor="ctr"/>
          <a:lstStyle/>
          <a:p>
            <a:pPr algn="ctr">
              <a:buFontTx/>
              <a:buNone/>
            </a:pPr>
            <a:endParaRPr lang="ko-KR">
              <a:solidFill>
                <a:schemeClr val="lt1"/>
              </a:solidFill>
            </a:endParaRPr>
          </a:p>
        </p:txBody>
      </p:sp>
      <p:sp>
        <p:nvSpPr>
          <p:cNvPr id="3" name="직사각형 3"/>
          <p:cNvSpPr/>
          <p:nvPr/>
        </p:nvSpPr>
        <p:spPr>
          <a:xfrm>
            <a:off x="0" y="-254000"/>
            <a:ext cx="9144000" cy="1493838"/>
          </a:xfrm>
          <a:prstGeom prst="rect">
            <a:avLst/>
          </a:prstGeom>
          <a:solidFill>
            <a:srgbClr val="1E242E"/>
          </a:solidFill>
          <a:ln>
            <a:noFill/>
          </a:ln>
        </p:spPr>
        <p:txBody>
          <a:bodyPr anchor="ctr"/>
          <a:lstStyle/>
          <a:p>
            <a:pPr algn="ctr">
              <a:buFontTx/>
              <a:buNone/>
            </a:pPr>
            <a:endParaRPr lang="ko-KR">
              <a:solidFill>
                <a:schemeClr val="lt1"/>
              </a:solidFill>
            </a:endParaRPr>
          </a:p>
        </p:txBody>
      </p:sp>
      <p:sp>
        <p:nvSpPr>
          <p:cNvPr id="4" name="직사각형 3"/>
          <p:cNvSpPr/>
          <p:nvPr/>
        </p:nvSpPr>
        <p:spPr>
          <a:xfrm>
            <a:off x="0" y="-254000"/>
            <a:ext cx="9144000" cy="1117600"/>
          </a:xfrm>
          <a:prstGeom prst="rect">
            <a:avLst/>
          </a:prstGeom>
          <a:solidFill>
            <a:srgbClr val="333F50"/>
          </a:solidFill>
          <a:ln>
            <a:noFill/>
          </a:ln>
          <a:effectLst>
            <a:outerShdw blurRad="127000" dist="127000" dir="5400000" algn="t" rotWithShape="0">
              <a:prstClr val="black">
                <a:alpha val="40000"/>
              </a:prstClr>
            </a:outerShdw>
          </a:effectLst>
        </p:spPr>
        <p:txBody>
          <a:bodyPr anchor="ctr"/>
          <a:lstStyle/>
          <a:p>
            <a:pPr algn="ctr">
              <a:buFontTx/>
              <a:buNone/>
            </a:pPr>
            <a:endParaRPr lang="ko-KR">
              <a:solidFill>
                <a:schemeClr val="lt1"/>
              </a:solidFill>
            </a:endParaRPr>
          </a:p>
        </p:txBody>
      </p:sp>
      <p:pic>
        <p:nvPicPr>
          <p:cNvPr id="5" name="Picture 5"/>
          <p:cNvPicPr>
            <a:picLocks noChangeAspect="1" noChangeArrowheads="1"/>
          </p:cNvPicPr>
          <p:nvPr userDrawn="1"/>
        </p:nvPicPr>
        <p:blipFill>
          <a:blip r:embed="rId2" cstate="print"/>
          <a:srcRect t="70982"/>
          <a:stretch>
            <a:fillRect/>
          </a:stretch>
        </p:blipFill>
        <p:spPr>
          <a:xfrm>
            <a:off x="0" y="2066925"/>
            <a:ext cx="9144000" cy="1493838"/>
          </a:xfrm>
          <a:prstGeom prst="rect">
            <a:avLst/>
          </a:prstGeom>
          <a:noFill/>
          <a:ln>
            <a:noFill/>
          </a:ln>
        </p:spPr>
      </p:pic>
      <p:sp>
        <p:nvSpPr>
          <p:cNvPr id="6" name="Slide Number Placeholder 5"/>
          <p:cNvSpPr>
            <a:spLocks noGrp="1"/>
          </p:cNvSpPr>
          <p:nvPr>
            <p:ph type="sldNum" idx="10"/>
          </p:nvPr>
        </p:nvSpPr>
        <p:spPr>
          <a:xfrm>
            <a:off x="8477250" y="4881563"/>
            <a:ext cx="388938" cy="138112"/>
          </a:xfrm>
        </p:spPr>
        <p:txBody>
          <a:bodyPr lIns="0" tIns="0" rIns="0" bIns="0" anchor="t"/>
          <a:lstStyle>
            <a:lvl1pPr lvl="0" algn="ctr">
              <a:defRPr sz="900">
                <a:solidFill>
                  <a:srgbClr val="404040"/>
                </a:solidFill>
              </a:defRPr>
            </a:lvl1pPr>
          </a:lstStyle>
          <a:p>
            <a:fld id="{CD1B9F34-C406-4928-9AD5-876CC2DF2B15}" type="slidenum">
              <a:rPr lang="ko-KR"/>
              <a:t>‹#›</a:t>
            </a:fld>
            <a:endParaRPr lang="ko-KR"/>
          </a:p>
        </p:txBody>
      </p:sp>
      <p:sp>
        <p:nvSpPr>
          <p:cNvPr id="7" name="日期占位符 1"/>
          <p:cNvSpPr>
            <a:spLocks noGrp="1"/>
          </p:cNvSpPr>
          <p:nvPr>
            <p:ph type="dt" idx="11"/>
          </p:nvPr>
        </p:nvSpPr>
        <p:spPr/>
        <p:txBody>
          <a:bodyPr/>
          <a:lstStyle/>
          <a:p>
            <a:endParaRPr lang="zh-CN"/>
          </a:p>
        </p:txBody>
      </p:sp>
      <p:sp>
        <p:nvSpPr>
          <p:cNvPr id="8" name="页脚占位符 2"/>
          <p:cNvSpPr>
            <a:spLocks noGrp="1"/>
          </p:cNvSpPr>
          <p:nvPr>
            <p:ph type="ftr" idx="12"/>
          </p:nvPr>
        </p:nvSpPr>
        <p:spPr/>
        <p:txBody>
          <a:bodyPr/>
          <a:lstStyle/>
          <a:p>
            <a:endParaRPr lang="zh-CN"/>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ontent Page B 内容页2拦">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13" name="文本占位符 12"/>
          <p:cNvSpPr>
            <a:spLocks noGrp="1"/>
          </p:cNvSpPr>
          <p:nvPr>
            <p:ph type="body" idx="12"/>
          </p:nvPr>
        </p:nvSpPr>
        <p:spPr>
          <a:xfrm>
            <a:off x="291108" y="1284089"/>
            <a:ext cx="8565747" cy="3449836"/>
          </a:xfrm>
        </p:spPr>
        <p:txBody>
          <a:bodyPr/>
          <a:lstStyle/>
          <a:p>
            <a:pPr lvl="0"/>
            <a:r>
              <a:rPr lang="zh-CN"/>
              <a:t>单击此处编辑母版文本样式</a:t>
            </a:r>
          </a:p>
          <a:p>
            <a:pPr lvl="1"/>
            <a:r>
              <a:rPr lang="zh-CN"/>
              <a:t>二级</a:t>
            </a:r>
          </a:p>
          <a:p>
            <a:pPr lvl="2"/>
            <a:r>
              <a:rPr lang="zh-CN"/>
              <a:t>三级</a:t>
            </a:r>
          </a:p>
          <a:p>
            <a:pPr lvl="3"/>
            <a:r>
              <a:rPr lang="zh-CN"/>
              <a:t>四级</a:t>
            </a:r>
          </a:p>
          <a:p>
            <a:pPr lvl="4"/>
            <a:r>
              <a:rPr lang="zh-CN"/>
              <a:t>五级</a:t>
            </a:r>
          </a:p>
        </p:txBody>
      </p:sp>
      <p:sp>
        <p:nvSpPr>
          <p:cNvPr id="9" name="文本占位符 8"/>
          <p:cNvSpPr>
            <a:spLocks noGrp="1"/>
          </p:cNvSpPr>
          <p:nvPr>
            <p:ph type="body" idx="14" hasCustomPrompt="1"/>
          </p:nvPr>
        </p:nvSpPr>
        <p:spPr>
          <a:xfrm>
            <a:off x="1090613" y="4795838"/>
            <a:ext cx="3307556" cy="219075"/>
          </a:xfrm>
        </p:spPr>
        <p:txBody>
          <a:bodyPr>
            <a:normAutofit/>
          </a:bodyPr>
          <a:lstStyle>
            <a:lvl1pPr lvl="0">
              <a:defRPr sz="713" b="0" i="0">
                <a:solidFill>
                  <a:schemeClr val="accent2">
                    <a:lumMod val="75000"/>
                  </a:schemeClr>
                </a:solidFill>
                <a:latin typeface="OPPOSans-S"/>
                <a:ea typeface="OPPOSans-S"/>
              </a:defRPr>
            </a:lvl1pPr>
          </a:lstStyle>
          <a:p>
            <a:r>
              <a:rPr lang="zh-CN"/>
              <a:t>单击此处加入汇报标题</a:t>
            </a:r>
          </a:p>
        </p:txBody>
      </p:sp>
    </p:spTree>
    <p:extLst>
      <p:ext uri="{BB962C8B-B14F-4D97-AF65-F5344CB8AC3E}">
        <p14:creationId xmlns:p14="http://schemas.microsoft.com/office/powerpoint/2010/main" val="30480038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p:spPr>
        <p:txBody>
          <a:bodyPr/>
          <a:lstStyle/>
          <a:p>
            <a:r>
              <a:rPr lang="zh-CN"/>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lvl="0" indent="0" algn="ctr">
              <a:buNone/>
            </a:lvl1pPr>
            <a:lvl2pPr marL="457200" lvl="1" indent="0" algn="ctr">
              <a:buNone/>
            </a:lvl2pPr>
            <a:lvl3pPr marL="914400" lvl="2" indent="0" algn="ctr">
              <a:buNone/>
            </a:lvl3pPr>
            <a:lvl4pPr marL="1371600" lvl="3" indent="0" algn="ctr">
              <a:buNone/>
            </a:lvl4pPr>
            <a:lvl5pPr marL="1828800" lvl="4" indent="0" algn="ctr">
              <a:buNone/>
            </a:lvl5pPr>
            <a:lvl6pPr marL="2286000" lvl="5" indent="0" algn="ctr">
              <a:buNone/>
            </a:lvl6pPr>
            <a:lvl7pPr marL="2743200" lvl="6" indent="0" algn="ctr">
              <a:buNone/>
            </a:lvl7pPr>
            <a:lvl8pPr marL="3200400" lvl="7" indent="0" algn="ctr">
              <a:buNone/>
            </a:lvl8pPr>
            <a:lvl9pPr marL="3657600" lvl="8" indent="0" algn="ctr">
              <a:buNone/>
            </a:lvl9pPr>
          </a:lstStyle>
          <a:p>
            <a:r>
              <a:rPr lang="zh-CN"/>
              <a:t>单击此处编辑母版副标题样式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11484A87-50AD-4B79-A3C7-C417EE16EDBF}" type="slidenum">
              <a:rPr lang="zh-CN"/>
              <a:t>‹#›</a:t>
            </a:fld>
            <a:endParaRPr 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3" name="内容占位符 2"/>
          <p:cNvSpPr>
            <a:spLocks noGrp="1"/>
          </p:cNvSpPr>
          <p:nvPr>
            <p:ph idx="1"/>
          </p:nvPr>
        </p:nvSpPr>
        <p:spPr/>
        <p:txBody>
          <a:bodyPr/>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0D89955F-190E-498C-AC5E-75ECF52E8F3E}" type="slidenum">
              <a:rPr lang="zh-CN"/>
              <a:t>‹#›</a:t>
            </a:fld>
            <a:endParaRPr 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p:spPr>
        <p:txBody>
          <a:bodyPr anchor="t"/>
          <a:lstStyle>
            <a:lvl1pPr lvl="0" algn="l">
              <a:defRPr sz="4000" b="1"/>
            </a:lvl1pPr>
          </a:lstStyle>
          <a:p>
            <a:r>
              <a:rPr lang="zh-CN"/>
              <a:t>单击此处编辑母版标题样式</a:t>
            </a:r>
          </a:p>
        </p:txBody>
      </p:sp>
      <p:sp>
        <p:nvSpPr>
          <p:cNvPr id="3" name="文本占位符 2"/>
          <p:cNvSpPr>
            <a:spLocks noGrp="1"/>
          </p:cNvSpPr>
          <p:nvPr>
            <p:ph type="body" idx="1"/>
          </p:nvPr>
        </p:nvSpPr>
        <p:spPr>
          <a:xfrm>
            <a:off x="722313" y="2179638"/>
            <a:ext cx="7772400" cy="1125537"/>
          </a:xfrm>
        </p:spPr>
        <p:txBody>
          <a:bodyPr anchor="b"/>
          <a:lstStyle>
            <a:lvl1pPr marL="0" lvl="0" indent="0">
              <a:buNone/>
              <a:defRPr sz="2000"/>
            </a:lvl1pPr>
            <a:lvl2pPr marL="457200" lvl="1" indent="0">
              <a:buNone/>
              <a:defRPr sz="1800"/>
            </a:lvl2pPr>
            <a:lvl3pPr marL="914400" lvl="2" indent="0">
              <a:buNone/>
              <a:defRPr sz="1600"/>
            </a:lvl3pPr>
            <a:lvl4pPr marL="1371600" lvl="3" indent="0">
              <a:buNone/>
              <a:defRPr sz="1400"/>
            </a:lvl4pPr>
            <a:lvl5pPr marL="1828800" lvl="4" indent="0">
              <a:buNone/>
              <a:defRPr sz="1400"/>
            </a:lvl5pPr>
            <a:lvl6pPr marL="2286000" lvl="5" indent="0">
              <a:buNone/>
              <a:defRPr sz="1400"/>
            </a:lvl6pPr>
            <a:lvl7pPr marL="2743200" lvl="6" indent="0">
              <a:buNone/>
              <a:defRPr sz="1400"/>
            </a:lvl7pPr>
            <a:lvl8pPr marL="3200400" lvl="7" indent="0">
              <a:buNone/>
              <a:defRPr sz="1400"/>
            </a:lvl8pPr>
            <a:lvl9pPr marL="3657600" lvl="8" indent="0">
              <a:buNone/>
              <a:defRPr sz="1400"/>
            </a:lvl9pPr>
          </a:lstStyle>
          <a:p>
            <a:pPr lvl="0"/>
            <a:r>
              <a:rPr lang="zh-CN"/>
              <a:t>单击此处编辑母版文本样式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74E77EB7-F2A0-46CA-A721-46FCA8021F8E}" type="slidenum">
              <a:rPr lang="zh-CN"/>
              <a:t>‹#›</a:t>
            </a:fld>
            <a:endParaRPr 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pic>
        <p:nvPicPr>
          <p:cNvPr id="2" name="Picture 4"/>
          <p:cNvPicPr>
            <a:picLocks noChangeAspect="1" noChangeArrowheads="1"/>
          </p:cNvPicPr>
          <p:nvPr/>
        </p:nvPicPr>
        <p:blipFill>
          <a:blip r:embed="rId2"/>
          <a:stretch/>
        </p:blipFill>
        <p:spPr>
          <a:xfrm>
            <a:off x="7251700" y="161925"/>
            <a:ext cx="1614488" cy="347663"/>
          </a:xfrm>
          <a:prstGeom prst="rect">
            <a:avLst/>
          </a:prstGeom>
          <a:noFill/>
          <a:ln>
            <a:noFill/>
          </a:ln>
        </p:spPr>
      </p:pic>
      <p:cxnSp>
        <p:nvCxnSpPr>
          <p:cNvPr id="3" name="直接连接符 2"/>
          <p:cNvCxnSpPr/>
          <p:nvPr/>
        </p:nvCxnSpPr>
        <p:spPr>
          <a:xfrm>
            <a:off x="395288" y="631825"/>
            <a:ext cx="8459787" cy="0"/>
          </a:xfrm>
          <a:prstGeom prst="line">
            <a:avLst/>
          </a:prstGeom>
          <a:ln w="12700">
            <a:solidFill>
              <a:schemeClr val="accent2">
                <a:lumMod val="75000"/>
              </a:schemeClr>
            </a:solidFill>
            <a:prstDash val="solid"/>
          </a:ln>
        </p:spPr>
      </p:cxnSp>
      <p:sp>
        <p:nvSpPr>
          <p:cNvPr id="4" name="矩形 3"/>
          <p:cNvSpPr/>
          <p:nvPr/>
        </p:nvSpPr>
        <p:spPr>
          <a:xfrm>
            <a:off x="11113" y="4875213"/>
            <a:ext cx="9144000" cy="254000"/>
          </a:xfrm>
          <a:prstGeom prst="rect">
            <a:avLst/>
          </a:prstGeom>
          <a:solidFill>
            <a:srgbClr val="C00000"/>
          </a:solidFill>
          <a:ln w="25400">
            <a:solidFill>
              <a:srgbClr val="C00000"/>
            </a:solidFill>
            <a:prstDash val="solid"/>
          </a:ln>
        </p:spPr>
        <p:txBody>
          <a:bodyPr anchor="ctr"/>
          <a:lstStyle/>
          <a:p>
            <a:pPr algn="ctr"/>
            <a:endParaRPr lang="zh-CN">
              <a:solidFill>
                <a:schemeClr val="lt1"/>
              </a:solidFill>
            </a:endParaRPr>
          </a:p>
        </p:txBody>
      </p:sp>
      <p:sp>
        <p:nvSpPr>
          <p:cNvPr id="5" name="日期占位符 3"/>
          <p:cNvSpPr>
            <a:spLocks noGrp="1" noChangeArrowheads="1"/>
          </p:cNvSpPr>
          <p:nvPr>
            <p:ph type="dt" idx="10"/>
          </p:nvPr>
        </p:nvSpPr>
        <p:spPr/>
        <p:txBody>
          <a:bodyPr/>
          <a:lstStyle/>
          <a:p>
            <a:endParaRPr lang="zh-CN"/>
          </a:p>
        </p:txBody>
      </p:sp>
      <p:sp>
        <p:nvSpPr>
          <p:cNvPr id="6" name="页脚占位符 4"/>
          <p:cNvSpPr>
            <a:spLocks noGrp="1" noChangeArrowheads="1"/>
          </p:cNvSpPr>
          <p:nvPr>
            <p:ph type="ftr" idx="11"/>
          </p:nvPr>
        </p:nvSpPr>
        <p:spPr/>
        <p:txBody>
          <a:bodyPr/>
          <a:lstStyle/>
          <a:p>
            <a:endParaRPr lang="zh-CN"/>
          </a:p>
        </p:txBody>
      </p:sp>
      <p:sp>
        <p:nvSpPr>
          <p:cNvPr id="7" name="灯片编号占位符 5"/>
          <p:cNvSpPr>
            <a:spLocks noGrp="1" noChangeArrowheads="1"/>
          </p:cNvSpPr>
          <p:nvPr>
            <p:ph type="sldNum" idx="12"/>
          </p:nvPr>
        </p:nvSpPr>
        <p:spPr/>
        <p:txBody>
          <a:bodyPr/>
          <a:lstStyle/>
          <a:p>
            <a:fld id="{F66F0598-21B1-4440-AE75-4815C1DC4EC5}" type="slidenum">
              <a:rPr lang="zh-CN"/>
              <a:t>‹#›</a:t>
            </a:fld>
            <a:endParaRPr 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矩形 1"/>
          <p:cNvSpPr/>
          <p:nvPr/>
        </p:nvSpPr>
        <p:spPr>
          <a:xfrm>
            <a:off x="11113" y="4687888"/>
            <a:ext cx="9144000" cy="446087"/>
          </a:xfrm>
          <a:prstGeom prst="rect">
            <a:avLst/>
          </a:prstGeom>
          <a:pattFill prst="dkHorz">
            <a:fgClr>
              <a:srgbClr val="891321"/>
            </a:fgClr>
            <a:bgClr>
              <a:schemeClr val="bg1"/>
            </a:bgClr>
          </a:pattFill>
          <a:ln>
            <a:noFill/>
          </a:ln>
        </p:spPr>
        <p:txBody>
          <a:bodyPr anchor="ctr"/>
          <a:lstStyle/>
          <a:p>
            <a:pPr algn="ctr"/>
            <a:endParaRPr lang="zh-CN">
              <a:solidFill>
                <a:srgbClr val="C00000"/>
              </a:solidFill>
            </a:endParaRPr>
          </a:p>
        </p:txBody>
      </p:sp>
      <p:pic>
        <p:nvPicPr>
          <p:cNvPr id="3" name="图片 7"/>
          <p:cNvPicPr>
            <a:picLocks noChangeAspect="1" noChangeArrowheads="1"/>
          </p:cNvPicPr>
          <p:nvPr/>
        </p:nvPicPr>
        <p:blipFill>
          <a:blip r:embed="rId2"/>
          <a:srcRect t="4836" b="29471"/>
          <a:stretch/>
        </p:blipFill>
        <p:spPr>
          <a:xfrm>
            <a:off x="2681288" y="315913"/>
            <a:ext cx="3781425" cy="952500"/>
          </a:xfrm>
          <a:prstGeom prst="rect">
            <a:avLst/>
          </a:prstGeom>
          <a:solidFill>
            <a:srgbClr val="8A1520"/>
          </a:solidFill>
          <a:ln>
            <a:noFill/>
          </a:ln>
        </p:spPr>
      </p:pic>
      <p:sp>
        <p:nvSpPr>
          <p:cNvPr id="4" name="日期占位符 2"/>
          <p:cNvSpPr>
            <a:spLocks noGrp="1"/>
          </p:cNvSpPr>
          <p:nvPr>
            <p:ph type="dt" idx="10"/>
          </p:nvPr>
        </p:nvSpPr>
        <p:spPr/>
        <p:txBody>
          <a:bodyPr/>
          <a:lstStyle/>
          <a:p>
            <a:endParaRPr lang="zh-CN"/>
          </a:p>
        </p:txBody>
      </p:sp>
      <p:sp>
        <p:nvSpPr>
          <p:cNvPr id="5" name="页脚占位符 3"/>
          <p:cNvSpPr>
            <a:spLocks noGrp="1"/>
          </p:cNvSpPr>
          <p:nvPr>
            <p:ph type="ftr" idx="11"/>
          </p:nvPr>
        </p:nvSpPr>
        <p:spPr/>
        <p:txBody>
          <a:bodyPr/>
          <a:lstStyle/>
          <a:p>
            <a:endParaRPr lang="zh-CN"/>
          </a:p>
        </p:txBody>
      </p:sp>
      <p:sp>
        <p:nvSpPr>
          <p:cNvPr id="6" name="灯片编号占位符 4"/>
          <p:cNvSpPr>
            <a:spLocks noGrp="1"/>
          </p:cNvSpPr>
          <p:nvPr>
            <p:ph type="sldNum" idx="12"/>
          </p:nvPr>
        </p:nvSpPr>
        <p:spPr/>
        <p:txBody>
          <a:bodyPr/>
          <a:lstStyle/>
          <a:p>
            <a:fld id="{1A2EC84F-588A-46AD-BE8D-B7C706380F82}" type="slidenum">
              <a:rPr lang="zh-CN"/>
              <a:t>‹#›</a:t>
            </a:fld>
            <a:endParaRPr 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70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p:nvPicPr>
        <p:blipFill>
          <a:blip r:embed="rId2"/>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昨天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9A644E26-11CA-4390-8B0D-33A4D45FDBCF}" type="slidenum">
              <a:rPr lang="zh-CN"/>
              <a:t>‹#›</a:t>
            </a:fld>
            <a:endParaRPr lang="zh-C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73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p:nvPicPr>
        <p:blipFill>
          <a:blip r:embed="rId2"/>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今天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15371423-9E31-436C-88EE-BB1FBC6D8B7B}" type="slidenum">
              <a:rPr lang="zh-CN"/>
              <a:t>‹#›</a:t>
            </a:fld>
            <a:endParaRPr 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74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p:nvPicPr>
        <p:blipFill>
          <a:blip r:embed="rId2"/>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明天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63B2B1BF-F1CD-45C9-8721-A997A2366572}" type="slidenum">
              <a:rPr lang="zh-CN"/>
              <a:t>‹#›</a:t>
            </a:fld>
            <a:endParaRPr lang="zh-C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71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0"/>
          <p:cNvPicPr>
            <a:picLocks noChangeAspect="1" noChangeArrowheads="1"/>
          </p:cNvPicPr>
          <p:nvPr/>
        </p:nvPicPr>
        <p:blipFill>
          <a:blip r:embed="rId2"/>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pic>
        <p:nvPicPr>
          <p:cNvPr id="8" name="图片 12"/>
          <p:cNvPicPr>
            <a:picLocks noChangeAspect="1" noChangeArrowheads="1"/>
          </p:cNvPicPr>
          <p:nvPr/>
        </p:nvPicPr>
        <p:blipFill>
          <a:blip r:embed="rId3"/>
          <a:srcRect t="4836" b="45502"/>
          <a:stretch/>
        </p:blipFill>
        <p:spPr>
          <a:xfrm>
            <a:off x="6659563"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43EB20AC-6F21-4545-A41F-17C9031D6150}" type="slidenum">
              <a:rPr lang="zh-CN"/>
              <a:t>‹#›</a:t>
            </a:fld>
            <a:endParaRPr 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72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0"/>
          <p:cNvPicPr>
            <a:picLocks noChangeAspect="1" noChangeArrowheads="1"/>
          </p:cNvPicPr>
          <p:nvPr/>
        </p:nvPicPr>
        <p:blipFill>
          <a:blip r:embed="rId2"/>
          <a:stretch/>
        </p:blipFill>
        <p:spPr>
          <a:xfrm>
            <a:off x="6689725" y="4778375"/>
            <a:ext cx="1266825" cy="342900"/>
          </a:xfrm>
          <a:prstGeom prst="rect">
            <a:avLst/>
          </a:prstGeom>
          <a:noFill/>
          <a:ln>
            <a:noFill/>
          </a:ln>
        </p:spPr>
      </p:pic>
      <p:pic>
        <p:nvPicPr>
          <p:cNvPr id="8" name="图片 12"/>
          <p:cNvPicPr>
            <a:picLocks noChangeAspect="1" noChangeArrowheads="1"/>
          </p:cNvPicPr>
          <p:nvPr/>
        </p:nvPicPr>
        <p:blipFill>
          <a:blip r:embed="rId3"/>
          <a:srcRect t="4836" b="45502"/>
          <a:stretch/>
        </p:blipFill>
        <p:spPr>
          <a:xfrm>
            <a:off x="6659563"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823B0D69-AB24-44A5-A7EA-D7191C8AB2A6}" type="slidenum">
              <a:rPr lang="zh-CN"/>
              <a:t>‹#›</a:t>
            </a:fld>
            <a:endParaRPr lang="zh-C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2_사용자 지정 레이아웃">
    <p:spTree>
      <p:nvGrpSpPr>
        <p:cNvPr id="1" name=""/>
        <p:cNvGrpSpPr/>
        <p:nvPr/>
      </p:nvGrpSpPr>
      <p:grpSpPr>
        <a:xfrm>
          <a:off x="0" y="0"/>
          <a:ext cx="0" cy="0"/>
          <a:chOff x="0" y="0"/>
          <a:chExt cx="0" cy="0"/>
        </a:xfrm>
      </p:grpSpPr>
      <p:sp>
        <p:nvSpPr>
          <p:cNvPr id="2" name="직사각형 3"/>
          <p:cNvSpPr/>
          <p:nvPr/>
        </p:nvSpPr>
        <p:spPr>
          <a:xfrm>
            <a:off x="0" y="5048250"/>
            <a:ext cx="9144000" cy="95250"/>
          </a:xfrm>
          <a:prstGeom prst="rect">
            <a:avLst/>
          </a:prstGeom>
          <a:solidFill>
            <a:schemeClr val="tx2">
              <a:lumMod val="75000"/>
            </a:schemeClr>
          </a:solidFill>
          <a:ln>
            <a:noFill/>
          </a:ln>
        </p:spPr>
        <p:txBody>
          <a:bodyPr anchor="ctr"/>
          <a:lstStyle/>
          <a:p>
            <a:pPr algn="ctr">
              <a:buFontTx/>
              <a:buNone/>
            </a:pPr>
            <a:endParaRPr lang="ko-KR">
              <a:solidFill>
                <a:schemeClr val="lt1"/>
              </a:solidFill>
            </a:endParaRPr>
          </a:p>
        </p:txBody>
      </p:sp>
      <p:sp>
        <p:nvSpPr>
          <p:cNvPr id="3" name="직사각형 3"/>
          <p:cNvSpPr/>
          <p:nvPr/>
        </p:nvSpPr>
        <p:spPr>
          <a:xfrm>
            <a:off x="0" y="-254000"/>
            <a:ext cx="9144000" cy="1493838"/>
          </a:xfrm>
          <a:prstGeom prst="rect">
            <a:avLst/>
          </a:prstGeom>
          <a:solidFill>
            <a:srgbClr val="1E242E"/>
          </a:solidFill>
          <a:ln>
            <a:noFill/>
          </a:ln>
        </p:spPr>
        <p:txBody>
          <a:bodyPr anchor="ctr"/>
          <a:lstStyle/>
          <a:p>
            <a:pPr algn="ctr">
              <a:buFontTx/>
              <a:buNone/>
            </a:pPr>
            <a:endParaRPr lang="ko-KR">
              <a:solidFill>
                <a:schemeClr val="lt1"/>
              </a:solidFill>
            </a:endParaRPr>
          </a:p>
        </p:txBody>
      </p:sp>
      <p:sp>
        <p:nvSpPr>
          <p:cNvPr id="4" name="직사각형 3"/>
          <p:cNvSpPr/>
          <p:nvPr/>
        </p:nvSpPr>
        <p:spPr>
          <a:xfrm>
            <a:off x="0" y="-254000"/>
            <a:ext cx="9144000" cy="1117600"/>
          </a:xfrm>
          <a:prstGeom prst="rect">
            <a:avLst/>
          </a:prstGeom>
          <a:solidFill>
            <a:srgbClr val="333F50"/>
          </a:solidFill>
          <a:ln>
            <a:noFill/>
          </a:ln>
          <a:effectLst>
            <a:outerShdw blurRad="127000" dist="127000" dir="5400000" algn="t" rotWithShape="0">
              <a:srgbClr val="000000">
                <a:alpha val="40000"/>
              </a:srgbClr>
            </a:outerShdw>
          </a:effectLst>
        </p:spPr>
        <p:txBody>
          <a:bodyPr anchor="ctr"/>
          <a:lstStyle/>
          <a:p>
            <a:pPr algn="ctr">
              <a:buFontTx/>
              <a:buNone/>
            </a:pPr>
            <a:endParaRPr lang="ko-KR">
              <a:solidFill>
                <a:schemeClr val="lt1"/>
              </a:solidFill>
            </a:endParaRPr>
          </a:p>
        </p:txBody>
      </p:sp>
      <p:pic>
        <p:nvPicPr>
          <p:cNvPr id="5" name="Picture 5"/>
          <p:cNvPicPr>
            <a:picLocks noChangeAspect="1" noChangeArrowheads="1"/>
          </p:cNvPicPr>
          <p:nvPr/>
        </p:nvPicPr>
        <p:blipFill>
          <a:blip r:embed="rId2"/>
          <a:srcRect t="70982"/>
          <a:stretch/>
        </p:blipFill>
        <p:spPr>
          <a:xfrm>
            <a:off x="0" y="2066925"/>
            <a:ext cx="9144000" cy="1493838"/>
          </a:xfrm>
          <a:prstGeom prst="rect">
            <a:avLst/>
          </a:prstGeom>
          <a:noFill/>
          <a:ln>
            <a:noFill/>
          </a:ln>
        </p:spPr>
      </p:pic>
      <p:sp>
        <p:nvSpPr>
          <p:cNvPr id="6" name="Slide Number Placeholder 5"/>
          <p:cNvSpPr>
            <a:spLocks noGrp="1"/>
          </p:cNvSpPr>
          <p:nvPr>
            <p:ph type="sldNum" idx="10"/>
          </p:nvPr>
        </p:nvSpPr>
        <p:spPr>
          <a:xfrm>
            <a:off x="8477250" y="4881563"/>
            <a:ext cx="388938" cy="138112"/>
          </a:xfrm>
        </p:spPr>
        <p:txBody>
          <a:bodyPr lIns="0" tIns="0" rIns="0" bIns="0" anchor="t"/>
          <a:lstStyle>
            <a:lvl1pPr lvl="0" algn="ctr">
              <a:defRPr sz="900">
                <a:solidFill>
                  <a:srgbClr val="404040"/>
                </a:solidFill>
              </a:defRPr>
            </a:lvl1pPr>
          </a:lstStyle>
          <a:p>
            <a:fld id="{EACA589E-567E-49C4-8261-CB6A4823C55A}" type="slidenum">
              <a:rPr lang="ko-KR"/>
              <a:t>‹#›</a:t>
            </a:fld>
            <a:endParaRPr lang="ko-KR"/>
          </a:p>
        </p:txBody>
      </p:sp>
      <p:sp>
        <p:nvSpPr>
          <p:cNvPr id="7" name="日期占位符 1"/>
          <p:cNvSpPr>
            <a:spLocks noGrp="1"/>
          </p:cNvSpPr>
          <p:nvPr>
            <p:ph type="dt" idx="11"/>
          </p:nvPr>
        </p:nvSpPr>
        <p:spPr/>
        <p:txBody>
          <a:bodyPr/>
          <a:lstStyle/>
          <a:p>
            <a:endParaRPr lang="zh-CN"/>
          </a:p>
        </p:txBody>
      </p:sp>
      <p:sp>
        <p:nvSpPr>
          <p:cNvPr id="8" name="页脚占位符 2"/>
          <p:cNvSpPr>
            <a:spLocks noGrp="1"/>
          </p:cNvSpPr>
          <p:nvPr>
            <p:ph type="ftr" idx="12"/>
          </p:nvPr>
        </p:nvSpPr>
        <p:spPr/>
        <p:txBody>
          <a:bodyPr/>
          <a:lstStyle/>
          <a:p>
            <a:endParaRPr lang="zh-C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Content Page B 内容页2拦">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13" name="文本占位符 12"/>
          <p:cNvSpPr>
            <a:spLocks noGrp="1"/>
          </p:cNvSpPr>
          <p:nvPr>
            <p:ph type="body" idx="12"/>
          </p:nvPr>
        </p:nvSpPr>
        <p:spPr>
          <a:xfrm>
            <a:off x="291108" y="1284089"/>
            <a:ext cx="8565747" cy="3449836"/>
          </a:xfrm>
        </p:spPr>
        <p:txBody>
          <a:bodyPr/>
          <a:lstStyle/>
          <a:p>
            <a:pPr lvl="0"/>
            <a:r>
              <a:rPr lang="zh-CN"/>
              <a:t>单击此处编辑母版文本样式</a:t>
            </a:r>
          </a:p>
          <a:p>
            <a:pPr lvl="1"/>
            <a:r>
              <a:rPr lang="zh-CN"/>
              <a:t>二级</a:t>
            </a:r>
          </a:p>
          <a:p>
            <a:pPr lvl="2"/>
            <a:r>
              <a:rPr lang="zh-CN"/>
              <a:t>三级</a:t>
            </a:r>
          </a:p>
          <a:p>
            <a:pPr lvl="3"/>
            <a:r>
              <a:rPr lang="zh-CN"/>
              <a:t>四级</a:t>
            </a:r>
          </a:p>
          <a:p>
            <a:pPr lvl="4"/>
            <a:r>
              <a:rPr lang="zh-CN"/>
              <a:t>五级</a:t>
            </a:r>
          </a:p>
        </p:txBody>
      </p:sp>
      <p:sp>
        <p:nvSpPr>
          <p:cNvPr id="9" name="文本占位符 8"/>
          <p:cNvSpPr>
            <a:spLocks noGrp="1"/>
          </p:cNvSpPr>
          <p:nvPr>
            <p:ph type="body" idx="14" hasCustomPrompt="1"/>
          </p:nvPr>
        </p:nvSpPr>
        <p:spPr>
          <a:xfrm>
            <a:off x="1090613" y="4795838"/>
            <a:ext cx="3307556" cy="219075"/>
          </a:xfrm>
        </p:spPr>
        <p:txBody>
          <a:bodyPr>
            <a:normAutofit/>
          </a:bodyPr>
          <a:lstStyle>
            <a:lvl1pPr lvl="0">
              <a:defRPr sz="713" b="0" i="0">
                <a:solidFill>
                  <a:schemeClr val="accent2">
                    <a:lumMod val="75000"/>
                  </a:schemeClr>
                </a:solidFill>
                <a:latin typeface="OPPOSans-S"/>
                <a:ea typeface="OPPOSans-S"/>
              </a:defRPr>
            </a:lvl1pPr>
          </a:lstStyle>
          <a:p>
            <a:r>
              <a:rPr lang="zh-CN"/>
              <a:t>单击此处加入汇报标题</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4"/>
            <a:ext cx="7772400" cy="1101725"/>
          </a:xfrm>
        </p:spPr>
        <p:txBody>
          <a:bodyPr/>
          <a:lstStyle/>
          <a:p>
            <a:r>
              <a:rPr lang="zh-CN"/>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lvl="0" indent="0" algn="ctr">
              <a:buNone/>
            </a:lvl1pPr>
            <a:lvl2pPr marL="609585" lvl="1" indent="0" algn="ctr">
              <a:buNone/>
            </a:lvl2pPr>
            <a:lvl3pPr marL="1219170" lvl="2" indent="0" algn="ctr">
              <a:buNone/>
            </a:lvl3pPr>
            <a:lvl4pPr marL="1828754" lvl="3" indent="0" algn="ctr">
              <a:buNone/>
            </a:lvl4pPr>
            <a:lvl5pPr marL="2438339" lvl="4" indent="0" algn="ctr">
              <a:buNone/>
            </a:lvl5pPr>
            <a:lvl6pPr marL="3047924" lvl="5" indent="0" algn="ctr">
              <a:buNone/>
            </a:lvl6pPr>
            <a:lvl7pPr marL="3657509" lvl="6" indent="0" algn="ctr">
              <a:buNone/>
            </a:lvl7pPr>
            <a:lvl8pPr marL="4267093" lvl="7" indent="0" algn="ctr">
              <a:buNone/>
            </a:lvl8pPr>
            <a:lvl9pPr marL="4876678" lvl="8" indent="0" algn="ctr">
              <a:buNone/>
            </a:lvl9pPr>
          </a:lstStyle>
          <a:p>
            <a:r>
              <a:rPr lang="zh-CN"/>
              <a:t>单击此处编辑母版副标题样式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AE1C8ADA-986C-4CD0-8B07-7B4FAC0DDF0A}" type="slidenum">
              <a:rPr lang="zh-CN"/>
              <a:t>‹#›</a:t>
            </a:fld>
            <a:endParaRPr lang="zh-CN"/>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3" name="内容占位符 2"/>
          <p:cNvSpPr>
            <a:spLocks noGrp="1"/>
          </p:cNvSpPr>
          <p:nvPr>
            <p:ph idx="1"/>
          </p:nvPr>
        </p:nvSpPr>
        <p:spPr/>
        <p:txBody>
          <a:bodyPr/>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0569AF65-7210-48C0-9D6F-4ED9578326A3}" type="slidenum">
              <a:rPr lang="zh-CN"/>
              <a:t>‹#›</a:t>
            </a:fld>
            <a:endParaRPr lang="zh-CN"/>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p:spPr>
        <p:txBody>
          <a:bodyPr anchor="t"/>
          <a:lstStyle>
            <a:lvl1pPr lvl="0" algn="l">
              <a:defRPr sz="4000" b="1"/>
            </a:lvl1pPr>
          </a:lstStyle>
          <a:p>
            <a:r>
              <a:rPr lang="zh-CN"/>
              <a:t>单击此处编辑母版标题样式</a:t>
            </a:r>
          </a:p>
        </p:txBody>
      </p:sp>
      <p:sp>
        <p:nvSpPr>
          <p:cNvPr id="3" name="文本占位符 2"/>
          <p:cNvSpPr>
            <a:spLocks noGrp="1"/>
          </p:cNvSpPr>
          <p:nvPr>
            <p:ph type="body" idx="1"/>
          </p:nvPr>
        </p:nvSpPr>
        <p:spPr>
          <a:xfrm>
            <a:off x="722313" y="2179639"/>
            <a:ext cx="7772400" cy="1125537"/>
          </a:xfrm>
        </p:spPr>
        <p:txBody>
          <a:bodyPr anchor="b"/>
          <a:lstStyle>
            <a:lvl1pPr marL="0" lvl="0" indent="0">
              <a:buNone/>
              <a:defRPr sz="2000"/>
            </a:lvl1pPr>
            <a:lvl2pPr marL="609585" lvl="1" indent="0">
              <a:buNone/>
              <a:defRPr sz="1800"/>
            </a:lvl2pPr>
            <a:lvl3pPr marL="1219170" lvl="2" indent="0">
              <a:buNone/>
              <a:defRPr sz="1600"/>
            </a:lvl3pPr>
            <a:lvl4pPr marL="1828754" lvl="3" indent="0">
              <a:buNone/>
              <a:defRPr sz="1400"/>
            </a:lvl4pPr>
            <a:lvl5pPr marL="2438339" lvl="4" indent="0">
              <a:buNone/>
              <a:defRPr sz="1400"/>
            </a:lvl5pPr>
            <a:lvl6pPr marL="3047924" lvl="5" indent="0">
              <a:buNone/>
              <a:defRPr sz="1400"/>
            </a:lvl6pPr>
            <a:lvl7pPr marL="3657509" lvl="6" indent="0">
              <a:buNone/>
              <a:defRPr sz="1400"/>
            </a:lvl7pPr>
            <a:lvl8pPr marL="4267093" lvl="7" indent="0">
              <a:buNone/>
              <a:defRPr sz="1400"/>
            </a:lvl8pPr>
            <a:lvl9pPr marL="4876678" lvl="8" indent="0">
              <a:buNone/>
              <a:defRPr sz="1400"/>
            </a:lvl9pPr>
          </a:lstStyle>
          <a:p>
            <a:pPr lvl="0"/>
            <a:r>
              <a:rPr lang="zh-CN"/>
              <a:t>单击此处编辑母版文本样式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DB2A9E76-B0EF-4942-AF63-EC4240A249C3}" type="slidenum">
              <a:rPr lang="zh-CN"/>
              <a:t>‹#›</a:t>
            </a:fld>
            <a:endParaRPr lang="zh-CN"/>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pic>
        <p:nvPicPr>
          <p:cNvPr id="2" name="Picture 4"/>
          <p:cNvPicPr>
            <a:picLocks noChangeAspect="1" noChangeArrowheads="1"/>
          </p:cNvPicPr>
          <p:nvPr/>
        </p:nvPicPr>
        <p:blipFill>
          <a:blip r:embed="rId2"/>
          <a:stretch/>
        </p:blipFill>
        <p:spPr>
          <a:xfrm>
            <a:off x="7251700" y="161926"/>
            <a:ext cx="1614488" cy="347663"/>
          </a:xfrm>
          <a:prstGeom prst="rect">
            <a:avLst/>
          </a:prstGeom>
          <a:noFill/>
          <a:ln>
            <a:noFill/>
          </a:ln>
        </p:spPr>
      </p:pic>
      <p:cxnSp>
        <p:nvCxnSpPr>
          <p:cNvPr id="3" name="直接连接符 2"/>
          <p:cNvCxnSpPr/>
          <p:nvPr/>
        </p:nvCxnSpPr>
        <p:spPr>
          <a:xfrm>
            <a:off x="395288" y="631825"/>
            <a:ext cx="8459787" cy="0"/>
          </a:xfrm>
          <a:prstGeom prst="line">
            <a:avLst/>
          </a:prstGeom>
          <a:ln w="12700">
            <a:solidFill>
              <a:schemeClr val="accent2">
                <a:lumMod val="75000"/>
              </a:schemeClr>
            </a:solidFill>
            <a:prstDash val="solid"/>
          </a:ln>
        </p:spPr>
      </p:cxnSp>
      <p:sp>
        <p:nvSpPr>
          <p:cNvPr id="4" name="矩形 3"/>
          <p:cNvSpPr/>
          <p:nvPr/>
        </p:nvSpPr>
        <p:spPr>
          <a:xfrm>
            <a:off x="11113" y="4875213"/>
            <a:ext cx="9144000" cy="254000"/>
          </a:xfrm>
          <a:prstGeom prst="rect">
            <a:avLst/>
          </a:prstGeom>
          <a:solidFill>
            <a:srgbClr val="C00000"/>
          </a:solidFill>
          <a:ln w="25400">
            <a:solidFill>
              <a:srgbClr val="C00000"/>
            </a:solidFill>
            <a:prstDash val="solid"/>
          </a:ln>
        </p:spPr>
        <p:txBody>
          <a:bodyPr anchor="ctr"/>
          <a:lstStyle/>
          <a:p>
            <a:pPr algn="ctr"/>
            <a:endParaRPr lang="zh-CN" sz="1800">
              <a:solidFill>
                <a:schemeClr val="lt1"/>
              </a:solidFill>
            </a:endParaRPr>
          </a:p>
        </p:txBody>
      </p:sp>
      <p:sp>
        <p:nvSpPr>
          <p:cNvPr id="5" name="日期占位符 3"/>
          <p:cNvSpPr>
            <a:spLocks noGrp="1" noChangeArrowheads="1"/>
          </p:cNvSpPr>
          <p:nvPr>
            <p:ph type="dt" idx="10"/>
          </p:nvPr>
        </p:nvSpPr>
        <p:spPr/>
        <p:txBody>
          <a:bodyPr/>
          <a:lstStyle/>
          <a:p>
            <a:endParaRPr lang="zh-CN"/>
          </a:p>
        </p:txBody>
      </p:sp>
      <p:sp>
        <p:nvSpPr>
          <p:cNvPr id="6" name="页脚占位符 4"/>
          <p:cNvSpPr>
            <a:spLocks noGrp="1" noChangeArrowheads="1"/>
          </p:cNvSpPr>
          <p:nvPr>
            <p:ph type="ftr" idx="11"/>
          </p:nvPr>
        </p:nvSpPr>
        <p:spPr/>
        <p:txBody>
          <a:bodyPr/>
          <a:lstStyle/>
          <a:p>
            <a:endParaRPr lang="zh-CN"/>
          </a:p>
        </p:txBody>
      </p:sp>
      <p:sp>
        <p:nvSpPr>
          <p:cNvPr id="7" name="灯片编号占位符 5"/>
          <p:cNvSpPr>
            <a:spLocks noGrp="1" noChangeArrowheads="1"/>
          </p:cNvSpPr>
          <p:nvPr>
            <p:ph type="sldNum" idx="12"/>
          </p:nvPr>
        </p:nvSpPr>
        <p:spPr/>
        <p:txBody>
          <a:bodyPr/>
          <a:lstStyle/>
          <a:p>
            <a:fld id="{717E04D5-9CCC-4B4A-819A-E85D3819BE70}" type="slidenum">
              <a:rPr lang="zh-CN"/>
              <a:t>‹#›</a:t>
            </a:fld>
            <a:endParaRPr lang="zh-CN"/>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矩形 1"/>
          <p:cNvSpPr/>
          <p:nvPr/>
        </p:nvSpPr>
        <p:spPr>
          <a:xfrm>
            <a:off x="11113" y="4687888"/>
            <a:ext cx="9144000" cy="446087"/>
          </a:xfrm>
          <a:prstGeom prst="rect">
            <a:avLst/>
          </a:prstGeom>
          <a:pattFill prst="dkHorz">
            <a:fgClr>
              <a:srgbClr val="891321"/>
            </a:fgClr>
            <a:bgClr>
              <a:schemeClr val="bg1"/>
            </a:bgClr>
          </a:pattFill>
          <a:ln>
            <a:noFill/>
          </a:ln>
        </p:spPr>
        <p:txBody>
          <a:bodyPr anchor="ctr"/>
          <a:lstStyle/>
          <a:p>
            <a:pPr algn="ctr"/>
            <a:endParaRPr lang="zh-CN" sz="1800">
              <a:solidFill>
                <a:srgbClr val="C00000"/>
              </a:solidFill>
            </a:endParaRPr>
          </a:p>
        </p:txBody>
      </p:sp>
      <p:pic>
        <p:nvPicPr>
          <p:cNvPr id="3" name="图片 7"/>
          <p:cNvPicPr>
            <a:picLocks noChangeAspect="1" noChangeArrowheads="1"/>
          </p:cNvPicPr>
          <p:nvPr/>
        </p:nvPicPr>
        <p:blipFill>
          <a:blip r:embed="rId2"/>
          <a:srcRect t="4836" b="29471"/>
          <a:stretch/>
        </p:blipFill>
        <p:spPr>
          <a:xfrm>
            <a:off x="2681288" y="315913"/>
            <a:ext cx="3781425" cy="952500"/>
          </a:xfrm>
          <a:prstGeom prst="rect">
            <a:avLst/>
          </a:prstGeom>
          <a:solidFill>
            <a:srgbClr val="8A1520"/>
          </a:solidFill>
          <a:ln>
            <a:noFill/>
          </a:ln>
        </p:spPr>
      </p:pic>
      <p:sp>
        <p:nvSpPr>
          <p:cNvPr id="4" name="日期占位符 2"/>
          <p:cNvSpPr>
            <a:spLocks noGrp="1"/>
          </p:cNvSpPr>
          <p:nvPr>
            <p:ph type="dt" idx="10"/>
          </p:nvPr>
        </p:nvSpPr>
        <p:spPr/>
        <p:txBody>
          <a:bodyPr/>
          <a:lstStyle/>
          <a:p>
            <a:endParaRPr lang="zh-CN"/>
          </a:p>
        </p:txBody>
      </p:sp>
      <p:sp>
        <p:nvSpPr>
          <p:cNvPr id="5" name="页脚占位符 3"/>
          <p:cNvSpPr>
            <a:spLocks noGrp="1"/>
          </p:cNvSpPr>
          <p:nvPr>
            <p:ph type="ftr" idx="11"/>
          </p:nvPr>
        </p:nvSpPr>
        <p:spPr/>
        <p:txBody>
          <a:bodyPr/>
          <a:lstStyle/>
          <a:p>
            <a:endParaRPr lang="zh-CN"/>
          </a:p>
        </p:txBody>
      </p:sp>
      <p:sp>
        <p:nvSpPr>
          <p:cNvPr id="6" name="灯片编号占位符 4"/>
          <p:cNvSpPr>
            <a:spLocks noGrp="1"/>
          </p:cNvSpPr>
          <p:nvPr>
            <p:ph type="sldNum" idx="12"/>
          </p:nvPr>
        </p:nvSpPr>
        <p:spPr/>
        <p:txBody>
          <a:bodyPr/>
          <a:lstStyle/>
          <a:p>
            <a:fld id="{19FC0DCD-6495-4C19-9764-D98D8DA4A9DD}" type="slidenum">
              <a:rPr lang="zh-CN"/>
              <a:t>‹#›</a:t>
            </a:fld>
            <a:endParaRPr lang="zh-CN"/>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70_标题幻灯片">
    <p:spTree>
      <p:nvGrpSpPr>
        <p:cNvPr id="1" name=""/>
        <p:cNvGrpSpPr/>
        <p:nvPr/>
      </p:nvGrpSpPr>
      <p:grpSpPr>
        <a:xfrm>
          <a:off x="0" y="0"/>
          <a:ext cx="0" cy="0"/>
          <a:chOff x="0" y="0"/>
          <a:chExt cx="0" cy="0"/>
        </a:xfrm>
      </p:grpSpPr>
      <p:sp>
        <p:nvSpPr>
          <p:cNvPr id="2" name="矩形 1"/>
          <p:cNvSpPr/>
          <p:nvPr/>
        </p:nvSpPr>
        <p:spPr>
          <a:xfrm>
            <a:off x="0" y="4905376"/>
            <a:ext cx="9144000" cy="238125"/>
          </a:xfrm>
          <a:prstGeom prst="rect">
            <a:avLst/>
          </a:prstGeom>
          <a:pattFill prst="dkHorz">
            <a:fgClr>
              <a:srgbClr val="8A1520"/>
            </a:fgClr>
            <a:bgClr>
              <a:schemeClr val="bg1"/>
            </a:bgClr>
          </a:pattFill>
          <a:ln>
            <a:noFill/>
          </a:ln>
        </p:spPr>
        <p:txBody>
          <a:bodyPr/>
          <a:lstStyle/>
          <a:p>
            <a:endParaRPr lang="zh-CN" sz="1800">
              <a:solidFill>
                <a:schemeClr val="tx1"/>
              </a:solidFill>
              <a:latin typeface="Arial"/>
            </a:endParaRPr>
          </a:p>
        </p:txBody>
      </p:sp>
      <p:sp>
        <p:nvSpPr>
          <p:cNvPr id="3" name="矩形 2"/>
          <p:cNvSpPr/>
          <p:nvPr/>
        </p:nvSpPr>
        <p:spPr>
          <a:xfrm>
            <a:off x="6659564" y="4749800"/>
            <a:ext cx="2484437" cy="395288"/>
          </a:xfrm>
          <a:prstGeom prst="rect">
            <a:avLst/>
          </a:prstGeom>
          <a:solidFill>
            <a:srgbClr val="8A1520"/>
          </a:solidFill>
          <a:ln>
            <a:noFill/>
          </a:ln>
        </p:spPr>
        <p:txBody>
          <a:bodyPr/>
          <a:lstStyle/>
          <a:p>
            <a:endParaRPr lang="zh-CN" sz="1800">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9" y="4749800"/>
            <a:ext cx="2479675" cy="395288"/>
          </a:xfrm>
          <a:prstGeom prst="flowChartManualOperation">
            <a:avLst/>
          </a:prstGeom>
          <a:solidFill>
            <a:schemeClr val="accent1">
              <a:lumMod val="50000"/>
            </a:schemeClr>
          </a:solidFill>
          <a:ln>
            <a:noFill/>
          </a:ln>
        </p:spPr>
        <p:txBody>
          <a:bodyPr/>
          <a:lstStyle/>
          <a:p>
            <a:endParaRPr lang="zh-CN" sz="1800">
              <a:solidFill>
                <a:schemeClr val="tx1"/>
              </a:solidFill>
              <a:latin typeface="Arial"/>
            </a:endParaRPr>
          </a:p>
        </p:txBody>
      </p:sp>
      <p:pic>
        <p:nvPicPr>
          <p:cNvPr id="6" name="图片 11"/>
          <p:cNvPicPr>
            <a:picLocks noChangeAspect="1" noChangeArrowheads="1"/>
          </p:cNvPicPr>
          <p:nvPr/>
        </p:nvPicPr>
        <p:blipFill>
          <a:blip r:embed="rId2"/>
          <a:stretch/>
        </p:blipFill>
        <p:spPr>
          <a:xfrm>
            <a:off x="6689726" y="4778375"/>
            <a:ext cx="1266825" cy="342900"/>
          </a:xfrm>
          <a:prstGeom prst="rect">
            <a:avLst/>
          </a:prstGeom>
          <a:noFill/>
          <a:ln>
            <a:noFill/>
          </a:ln>
        </p:spPr>
      </p:pic>
      <p:sp>
        <p:nvSpPr>
          <p:cNvPr id="7" name="矩形 10"/>
          <p:cNvSpPr>
            <a:spLocks noChangeArrowheads="1"/>
          </p:cNvSpPr>
          <p:nvPr/>
        </p:nvSpPr>
        <p:spPr>
          <a:xfrm>
            <a:off x="439738" y="109538"/>
            <a:ext cx="6796087" cy="438581"/>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6" y="598489"/>
            <a:ext cx="8353425" cy="407323"/>
          </a:xfrm>
          <a:prstGeom prst="rect">
            <a:avLst/>
          </a:prstGeom>
        </p:spPr>
        <p:txBody>
          <a:bodyPr>
            <a:spAutoFit/>
          </a:bodyPr>
          <a:lstStyle/>
          <a:p>
            <a:pPr marL="342892" indent="-342892"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昨天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4"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19CE01A9-8458-46EC-B416-1AC5D0886737}" type="slidenum">
              <a:rPr lang="zh-CN"/>
              <a:t>‹#›</a:t>
            </a:fld>
            <a:endParaRPr lang="zh-CN"/>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73_标题幻灯片">
    <p:spTree>
      <p:nvGrpSpPr>
        <p:cNvPr id="1" name=""/>
        <p:cNvGrpSpPr/>
        <p:nvPr/>
      </p:nvGrpSpPr>
      <p:grpSpPr>
        <a:xfrm>
          <a:off x="0" y="0"/>
          <a:ext cx="0" cy="0"/>
          <a:chOff x="0" y="0"/>
          <a:chExt cx="0" cy="0"/>
        </a:xfrm>
      </p:grpSpPr>
      <p:sp>
        <p:nvSpPr>
          <p:cNvPr id="2" name="矩形 1"/>
          <p:cNvSpPr/>
          <p:nvPr/>
        </p:nvSpPr>
        <p:spPr>
          <a:xfrm>
            <a:off x="0" y="4905376"/>
            <a:ext cx="9144000" cy="238125"/>
          </a:xfrm>
          <a:prstGeom prst="rect">
            <a:avLst/>
          </a:prstGeom>
          <a:pattFill prst="dkHorz">
            <a:fgClr>
              <a:srgbClr val="8A1520"/>
            </a:fgClr>
            <a:bgClr>
              <a:schemeClr val="bg1"/>
            </a:bgClr>
          </a:pattFill>
          <a:ln>
            <a:noFill/>
          </a:ln>
        </p:spPr>
        <p:txBody>
          <a:bodyPr/>
          <a:lstStyle/>
          <a:p>
            <a:endParaRPr lang="zh-CN" sz="1800">
              <a:solidFill>
                <a:schemeClr val="tx1"/>
              </a:solidFill>
              <a:latin typeface="Arial"/>
            </a:endParaRPr>
          </a:p>
        </p:txBody>
      </p:sp>
      <p:sp>
        <p:nvSpPr>
          <p:cNvPr id="3" name="矩形 2"/>
          <p:cNvSpPr/>
          <p:nvPr/>
        </p:nvSpPr>
        <p:spPr>
          <a:xfrm>
            <a:off x="6659564" y="4749800"/>
            <a:ext cx="2484437" cy="395288"/>
          </a:xfrm>
          <a:prstGeom prst="rect">
            <a:avLst/>
          </a:prstGeom>
          <a:solidFill>
            <a:srgbClr val="8A1520"/>
          </a:solidFill>
          <a:ln>
            <a:noFill/>
          </a:ln>
        </p:spPr>
        <p:txBody>
          <a:bodyPr/>
          <a:lstStyle/>
          <a:p>
            <a:endParaRPr lang="zh-CN" sz="1800">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9" y="4749800"/>
            <a:ext cx="2479675" cy="395288"/>
          </a:xfrm>
          <a:prstGeom prst="flowChartManualOperation">
            <a:avLst/>
          </a:prstGeom>
          <a:solidFill>
            <a:schemeClr val="accent1">
              <a:lumMod val="50000"/>
            </a:schemeClr>
          </a:solidFill>
          <a:ln>
            <a:noFill/>
          </a:ln>
        </p:spPr>
        <p:txBody>
          <a:bodyPr/>
          <a:lstStyle/>
          <a:p>
            <a:endParaRPr lang="zh-CN" sz="1800">
              <a:solidFill>
                <a:schemeClr val="tx1"/>
              </a:solidFill>
              <a:latin typeface="Arial"/>
            </a:endParaRPr>
          </a:p>
        </p:txBody>
      </p:sp>
      <p:pic>
        <p:nvPicPr>
          <p:cNvPr id="6" name="图片 11"/>
          <p:cNvPicPr>
            <a:picLocks noChangeAspect="1" noChangeArrowheads="1"/>
          </p:cNvPicPr>
          <p:nvPr/>
        </p:nvPicPr>
        <p:blipFill>
          <a:blip r:embed="rId2"/>
          <a:stretch/>
        </p:blipFill>
        <p:spPr>
          <a:xfrm>
            <a:off x="6689726" y="4778375"/>
            <a:ext cx="1266825" cy="342900"/>
          </a:xfrm>
          <a:prstGeom prst="rect">
            <a:avLst/>
          </a:prstGeom>
          <a:noFill/>
          <a:ln>
            <a:noFill/>
          </a:ln>
        </p:spPr>
      </p:pic>
      <p:sp>
        <p:nvSpPr>
          <p:cNvPr id="7" name="矩形 10"/>
          <p:cNvSpPr>
            <a:spLocks noChangeArrowheads="1"/>
          </p:cNvSpPr>
          <p:nvPr/>
        </p:nvSpPr>
        <p:spPr>
          <a:xfrm>
            <a:off x="439738" y="109538"/>
            <a:ext cx="6796087" cy="438581"/>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6" y="598489"/>
            <a:ext cx="8353425" cy="407323"/>
          </a:xfrm>
          <a:prstGeom prst="rect">
            <a:avLst/>
          </a:prstGeom>
        </p:spPr>
        <p:txBody>
          <a:bodyPr>
            <a:spAutoFit/>
          </a:bodyPr>
          <a:lstStyle/>
          <a:p>
            <a:pPr marL="342892" indent="-342892"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今天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4"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DD7966A8-8BEB-4A6F-9BE7-DA30B1191586}" type="slidenum">
              <a:rPr lang="zh-CN"/>
              <a:t>‹#›</a:t>
            </a:fld>
            <a:endParaRPr lang="zh-CN"/>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74_标题幻灯片">
    <p:spTree>
      <p:nvGrpSpPr>
        <p:cNvPr id="1" name=""/>
        <p:cNvGrpSpPr/>
        <p:nvPr/>
      </p:nvGrpSpPr>
      <p:grpSpPr>
        <a:xfrm>
          <a:off x="0" y="0"/>
          <a:ext cx="0" cy="0"/>
          <a:chOff x="0" y="0"/>
          <a:chExt cx="0" cy="0"/>
        </a:xfrm>
      </p:grpSpPr>
      <p:sp>
        <p:nvSpPr>
          <p:cNvPr id="2" name="矩形 1"/>
          <p:cNvSpPr/>
          <p:nvPr/>
        </p:nvSpPr>
        <p:spPr>
          <a:xfrm>
            <a:off x="0" y="4905376"/>
            <a:ext cx="9144000" cy="238125"/>
          </a:xfrm>
          <a:prstGeom prst="rect">
            <a:avLst/>
          </a:prstGeom>
          <a:pattFill prst="dkHorz">
            <a:fgClr>
              <a:srgbClr val="8A1520"/>
            </a:fgClr>
            <a:bgClr>
              <a:schemeClr val="bg1"/>
            </a:bgClr>
          </a:pattFill>
          <a:ln>
            <a:noFill/>
          </a:ln>
        </p:spPr>
        <p:txBody>
          <a:bodyPr/>
          <a:lstStyle/>
          <a:p>
            <a:endParaRPr lang="zh-CN" sz="1800">
              <a:solidFill>
                <a:schemeClr val="tx1"/>
              </a:solidFill>
              <a:latin typeface="Arial"/>
            </a:endParaRPr>
          </a:p>
        </p:txBody>
      </p:sp>
      <p:sp>
        <p:nvSpPr>
          <p:cNvPr id="3" name="矩形 2"/>
          <p:cNvSpPr/>
          <p:nvPr/>
        </p:nvSpPr>
        <p:spPr>
          <a:xfrm>
            <a:off x="6659564" y="4749800"/>
            <a:ext cx="2484437" cy="395288"/>
          </a:xfrm>
          <a:prstGeom prst="rect">
            <a:avLst/>
          </a:prstGeom>
          <a:solidFill>
            <a:srgbClr val="8A1520"/>
          </a:solidFill>
          <a:ln>
            <a:noFill/>
          </a:ln>
        </p:spPr>
        <p:txBody>
          <a:bodyPr/>
          <a:lstStyle/>
          <a:p>
            <a:endParaRPr lang="zh-CN" sz="1800">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9" y="4749800"/>
            <a:ext cx="2479675" cy="395288"/>
          </a:xfrm>
          <a:prstGeom prst="flowChartManualOperation">
            <a:avLst/>
          </a:prstGeom>
          <a:solidFill>
            <a:schemeClr val="accent1">
              <a:lumMod val="50000"/>
            </a:schemeClr>
          </a:solidFill>
          <a:ln>
            <a:noFill/>
          </a:ln>
        </p:spPr>
        <p:txBody>
          <a:bodyPr/>
          <a:lstStyle/>
          <a:p>
            <a:endParaRPr lang="zh-CN" sz="1800">
              <a:solidFill>
                <a:schemeClr val="tx1"/>
              </a:solidFill>
              <a:latin typeface="Arial"/>
            </a:endParaRPr>
          </a:p>
        </p:txBody>
      </p:sp>
      <p:pic>
        <p:nvPicPr>
          <p:cNvPr id="6" name="图片 11"/>
          <p:cNvPicPr>
            <a:picLocks noChangeAspect="1" noChangeArrowheads="1"/>
          </p:cNvPicPr>
          <p:nvPr/>
        </p:nvPicPr>
        <p:blipFill>
          <a:blip r:embed="rId2"/>
          <a:stretch/>
        </p:blipFill>
        <p:spPr>
          <a:xfrm>
            <a:off x="6689726" y="4778375"/>
            <a:ext cx="1266825" cy="342900"/>
          </a:xfrm>
          <a:prstGeom prst="rect">
            <a:avLst/>
          </a:prstGeom>
          <a:noFill/>
          <a:ln>
            <a:noFill/>
          </a:ln>
        </p:spPr>
      </p:pic>
      <p:sp>
        <p:nvSpPr>
          <p:cNvPr id="7" name="矩形 10"/>
          <p:cNvSpPr>
            <a:spLocks noChangeArrowheads="1"/>
          </p:cNvSpPr>
          <p:nvPr/>
        </p:nvSpPr>
        <p:spPr>
          <a:xfrm>
            <a:off x="439738" y="109538"/>
            <a:ext cx="6796087" cy="438581"/>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6" y="598489"/>
            <a:ext cx="8353425" cy="407323"/>
          </a:xfrm>
          <a:prstGeom prst="rect">
            <a:avLst/>
          </a:prstGeom>
        </p:spPr>
        <p:txBody>
          <a:bodyPr>
            <a:spAutoFit/>
          </a:bodyPr>
          <a:lstStyle/>
          <a:p>
            <a:pPr marL="342892" indent="-342892"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明天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4"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61AD6A95-45B5-42CF-B13C-7B8CA6B10B7D}" type="slidenum">
              <a:rPr lang="zh-CN"/>
              <a:t>‹#›</a:t>
            </a:fld>
            <a:endParaRPr lang="zh-CN"/>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71_标题幻灯片">
    <p:spTree>
      <p:nvGrpSpPr>
        <p:cNvPr id="1" name=""/>
        <p:cNvGrpSpPr/>
        <p:nvPr/>
      </p:nvGrpSpPr>
      <p:grpSpPr>
        <a:xfrm>
          <a:off x="0" y="0"/>
          <a:ext cx="0" cy="0"/>
          <a:chOff x="0" y="0"/>
          <a:chExt cx="0" cy="0"/>
        </a:xfrm>
      </p:grpSpPr>
      <p:sp>
        <p:nvSpPr>
          <p:cNvPr id="2" name="矩形 1"/>
          <p:cNvSpPr/>
          <p:nvPr/>
        </p:nvSpPr>
        <p:spPr>
          <a:xfrm>
            <a:off x="0" y="4905376"/>
            <a:ext cx="9144000" cy="238125"/>
          </a:xfrm>
          <a:prstGeom prst="rect">
            <a:avLst/>
          </a:prstGeom>
          <a:pattFill prst="dkHorz">
            <a:fgClr>
              <a:srgbClr val="8A1520"/>
            </a:fgClr>
            <a:bgClr>
              <a:schemeClr val="bg1"/>
            </a:bgClr>
          </a:pattFill>
          <a:ln>
            <a:noFill/>
          </a:ln>
        </p:spPr>
        <p:txBody>
          <a:bodyPr/>
          <a:lstStyle/>
          <a:p>
            <a:endParaRPr lang="zh-CN" sz="1800">
              <a:solidFill>
                <a:schemeClr val="tx1"/>
              </a:solidFill>
              <a:latin typeface="Arial"/>
            </a:endParaRPr>
          </a:p>
        </p:txBody>
      </p:sp>
      <p:sp>
        <p:nvSpPr>
          <p:cNvPr id="3" name="矩形 2"/>
          <p:cNvSpPr/>
          <p:nvPr/>
        </p:nvSpPr>
        <p:spPr>
          <a:xfrm>
            <a:off x="6659564" y="4749800"/>
            <a:ext cx="2484437" cy="395288"/>
          </a:xfrm>
          <a:prstGeom prst="rect">
            <a:avLst/>
          </a:prstGeom>
          <a:solidFill>
            <a:srgbClr val="8A1520"/>
          </a:solidFill>
          <a:ln>
            <a:noFill/>
          </a:ln>
        </p:spPr>
        <p:txBody>
          <a:bodyPr/>
          <a:lstStyle/>
          <a:p>
            <a:endParaRPr lang="zh-CN" sz="1800">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9" y="4749800"/>
            <a:ext cx="2479675" cy="395288"/>
          </a:xfrm>
          <a:prstGeom prst="flowChartManualOperation">
            <a:avLst/>
          </a:prstGeom>
          <a:solidFill>
            <a:schemeClr val="accent1">
              <a:lumMod val="50000"/>
            </a:schemeClr>
          </a:solidFill>
          <a:ln>
            <a:noFill/>
          </a:ln>
        </p:spPr>
        <p:txBody>
          <a:bodyPr/>
          <a:lstStyle/>
          <a:p>
            <a:endParaRPr lang="zh-CN" sz="1800">
              <a:solidFill>
                <a:schemeClr val="tx1"/>
              </a:solidFill>
              <a:latin typeface="Arial"/>
            </a:endParaRPr>
          </a:p>
        </p:txBody>
      </p:sp>
      <p:pic>
        <p:nvPicPr>
          <p:cNvPr id="6" name="图片 10"/>
          <p:cNvPicPr>
            <a:picLocks noChangeAspect="1" noChangeArrowheads="1"/>
          </p:cNvPicPr>
          <p:nvPr/>
        </p:nvPicPr>
        <p:blipFill>
          <a:blip r:embed="rId2"/>
          <a:stretch/>
        </p:blipFill>
        <p:spPr>
          <a:xfrm>
            <a:off x="6689726" y="4778375"/>
            <a:ext cx="1266825" cy="342900"/>
          </a:xfrm>
          <a:prstGeom prst="rect">
            <a:avLst/>
          </a:prstGeom>
          <a:noFill/>
          <a:ln>
            <a:noFill/>
          </a:ln>
        </p:spPr>
      </p:pic>
      <p:sp>
        <p:nvSpPr>
          <p:cNvPr id="7" name="矩形 10"/>
          <p:cNvSpPr>
            <a:spLocks noChangeArrowheads="1"/>
          </p:cNvSpPr>
          <p:nvPr/>
        </p:nvSpPr>
        <p:spPr>
          <a:xfrm>
            <a:off x="439738" y="109538"/>
            <a:ext cx="6796087" cy="438581"/>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pic>
        <p:nvPicPr>
          <p:cNvPr id="8" name="图片 12"/>
          <p:cNvPicPr>
            <a:picLocks noChangeAspect="1" noChangeArrowheads="1"/>
          </p:cNvPicPr>
          <p:nvPr/>
        </p:nvPicPr>
        <p:blipFill>
          <a:blip r:embed="rId3"/>
          <a:srcRect t="4836" b="45502"/>
          <a:stretch/>
        </p:blipFill>
        <p:spPr>
          <a:xfrm>
            <a:off x="6659564"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E0115C96-B7F2-4EC9-A9A0-38E758E649DF}" type="slidenum">
              <a:rPr lang="zh-CN"/>
              <a:t>‹#›</a:t>
            </a:fld>
            <a:endParaRPr lang="zh-CN"/>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72_标题幻灯片">
    <p:spTree>
      <p:nvGrpSpPr>
        <p:cNvPr id="1" name=""/>
        <p:cNvGrpSpPr/>
        <p:nvPr/>
      </p:nvGrpSpPr>
      <p:grpSpPr>
        <a:xfrm>
          <a:off x="0" y="0"/>
          <a:ext cx="0" cy="0"/>
          <a:chOff x="0" y="0"/>
          <a:chExt cx="0" cy="0"/>
        </a:xfrm>
      </p:grpSpPr>
      <p:sp>
        <p:nvSpPr>
          <p:cNvPr id="2" name="矩形 1"/>
          <p:cNvSpPr/>
          <p:nvPr/>
        </p:nvSpPr>
        <p:spPr>
          <a:xfrm>
            <a:off x="0" y="4905376"/>
            <a:ext cx="9144000" cy="238125"/>
          </a:xfrm>
          <a:prstGeom prst="rect">
            <a:avLst/>
          </a:prstGeom>
          <a:pattFill prst="dkHorz">
            <a:fgClr>
              <a:srgbClr val="8A1520"/>
            </a:fgClr>
            <a:bgClr>
              <a:schemeClr val="bg1"/>
            </a:bgClr>
          </a:pattFill>
          <a:ln>
            <a:noFill/>
          </a:ln>
        </p:spPr>
        <p:txBody>
          <a:bodyPr/>
          <a:lstStyle/>
          <a:p>
            <a:endParaRPr lang="zh-CN" sz="1800">
              <a:solidFill>
                <a:schemeClr val="tx1"/>
              </a:solidFill>
              <a:latin typeface="Arial"/>
            </a:endParaRPr>
          </a:p>
        </p:txBody>
      </p:sp>
      <p:sp>
        <p:nvSpPr>
          <p:cNvPr id="3" name="矩形 2"/>
          <p:cNvSpPr/>
          <p:nvPr/>
        </p:nvSpPr>
        <p:spPr>
          <a:xfrm>
            <a:off x="6659564" y="4749800"/>
            <a:ext cx="2484437" cy="395288"/>
          </a:xfrm>
          <a:prstGeom prst="rect">
            <a:avLst/>
          </a:prstGeom>
          <a:solidFill>
            <a:srgbClr val="8A1520"/>
          </a:solidFill>
          <a:ln>
            <a:noFill/>
          </a:ln>
        </p:spPr>
        <p:txBody>
          <a:bodyPr/>
          <a:lstStyle/>
          <a:p>
            <a:endParaRPr lang="zh-CN" sz="1800">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9" y="4749800"/>
            <a:ext cx="2479675" cy="395288"/>
          </a:xfrm>
          <a:prstGeom prst="flowChartManualOperation">
            <a:avLst/>
          </a:prstGeom>
          <a:solidFill>
            <a:schemeClr val="accent1">
              <a:lumMod val="50000"/>
            </a:schemeClr>
          </a:solidFill>
          <a:ln>
            <a:noFill/>
          </a:ln>
        </p:spPr>
        <p:txBody>
          <a:bodyPr/>
          <a:lstStyle/>
          <a:p>
            <a:endParaRPr lang="zh-CN" sz="1800">
              <a:solidFill>
                <a:schemeClr val="tx1"/>
              </a:solidFill>
              <a:latin typeface="Arial"/>
            </a:endParaRPr>
          </a:p>
        </p:txBody>
      </p:sp>
      <p:pic>
        <p:nvPicPr>
          <p:cNvPr id="6" name="图片 10"/>
          <p:cNvPicPr>
            <a:picLocks noChangeAspect="1" noChangeArrowheads="1"/>
          </p:cNvPicPr>
          <p:nvPr/>
        </p:nvPicPr>
        <p:blipFill>
          <a:blip r:embed="rId2"/>
          <a:stretch/>
        </p:blipFill>
        <p:spPr>
          <a:xfrm>
            <a:off x="6689726" y="4778375"/>
            <a:ext cx="1266825" cy="342900"/>
          </a:xfrm>
          <a:prstGeom prst="rect">
            <a:avLst/>
          </a:prstGeom>
          <a:noFill/>
          <a:ln>
            <a:noFill/>
          </a:ln>
        </p:spPr>
      </p:pic>
      <p:pic>
        <p:nvPicPr>
          <p:cNvPr id="8" name="图片 12"/>
          <p:cNvPicPr>
            <a:picLocks noChangeAspect="1" noChangeArrowheads="1"/>
          </p:cNvPicPr>
          <p:nvPr/>
        </p:nvPicPr>
        <p:blipFill>
          <a:blip r:embed="rId3"/>
          <a:srcRect t="4836" b="45502"/>
          <a:stretch/>
        </p:blipFill>
        <p:spPr>
          <a:xfrm>
            <a:off x="6659564"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3FC4E793-5685-40B3-81CC-4A8DE5B11FDE}" type="slidenum">
              <a:rPr lang="zh-CN"/>
              <a:t>‹#›</a:t>
            </a:fld>
            <a:endParaRPr lang="zh-CN"/>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2_사용자 지정 레이아웃">
    <p:spTree>
      <p:nvGrpSpPr>
        <p:cNvPr id="1" name=""/>
        <p:cNvGrpSpPr/>
        <p:nvPr/>
      </p:nvGrpSpPr>
      <p:grpSpPr>
        <a:xfrm>
          <a:off x="0" y="0"/>
          <a:ext cx="0" cy="0"/>
          <a:chOff x="0" y="0"/>
          <a:chExt cx="0" cy="0"/>
        </a:xfrm>
      </p:grpSpPr>
      <p:sp>
        <p:nvSpPr>
          <p:cNvPr id="2" name="직사각형 3"/>
          <p:cNvSpPr/>
          <p:nvPr/>
        </p:nvSpPr>
        <p:spPr>
          <a:xfrm>
            <a:off x="0" y="5048250"/>
            <a:ext cx="9144000" cy="95250"/>
          </a:xfrm>
          <a:prstGeom prst="rect">
            <a:avLst/>
          </a:prstGeom>
          <a:solidFill>
            <a:schemeClr val="tx2">
              <a:lumMod val="75000"/>
            </a:schemeClr>
          </a:solidFill>
          <a:ln>
            <a:noFill/>
          </a:ln>
        </p:spPr>
        <p:txBody>
          <a:bodyPr anchor="ctr"/>
          <a:lstStyle/>
          <a:p>
            <a:pPr algn="ctr">
              <a:buFontTx/>
              <a:buNone/>
            </a:pPr>
            <a:endParaRPr lang="ko-KR" sz="1800">
              <a:solidFill>
                <a:schemeClr val="lt1"/>
              </a:solidFill>
            </a:endParaRPr>
          </a:p>
        </p:txBody>
      </p:sp>
      <p:sp>
        <p:nvSpPr>
          <p:cNvPr id="3" name="직사각형 3"/>
          <p:cNvSpPr/>
          <p:nvPr/>
        </p:nvSpPr>
        <p:spPr>
          <a:xfrm>
            <a:off x="0" y="-254000"/>
            <a:ext cx="9144000" cy="1493838"/>
          </a:xfrm>
          <a:prstGeom prst="rect">
            <a:avLst/>
          </a:prstGeom>
          <a:solidFill>
            <a:srgbClr val="1E242E"/>
          </a:solidFill>
          <a:ln>
            <a:noFill/>
          </a:ln>
        </p:spPr>
        <p:txBody>
          <a:bodyPr anchor="ctr"/>
          <a:lstStyle/>
          <a:p>
            <a:pPr algn="ctr">
              <a:buFontTx/>
              <a:buNone/>
            </a:pPr>
            <a:endParaRPr lang="ko-KR" sz="1800">
              <a:solidFill>
                <a:schemeClr val="lt1"/>
              </a:solidFill>
            </a:endParaRPr>
          </a:p>
        </p:txBody>
      </p:sp>
      <p:sp>
        <p:nvSpPr>
          <p:cNvPr id="4" name="직사각형 3"/>
          <p:cNvSpPr/>
          <p:nvPr/>
        </p:nvSpPr>
        <p:spPr>
          <a:xfrm>
            <a:off x="0" y="-254000"/>
            <a:ext cx="9144000" cy="1117600"/>
          </a:xfrm>
          <a:prstGeom prst="rect">
            <a:avLst/>
          </a:prstGeom>
          <a:solidFill>
            <a:srgbClr val="333F50"/>
          </a:solidFill>
          <a:ln>
            <a:noFill/>
          </a:ln>
          <a:effectLst>
            <a:outerShdw blurRad="127000" dist="127000" dir="5400000" algn="t" rotWithShape="0">
              <a:srgbClr val="000000">
                <a:alpha val="40000"/>
              </a:srgbClr>
            </a:outerShdw>
          </a:effectLst>
        </p:spPr>
        <p:txBody>
          <a:bodyPr anchor="ctr"/>
          <a:lstStyle/>
          <a:p>
            <a:pPr algn="ctr">
              <a:buFontTx/>
              <a:buNone/>
            </a:pPr>
            <a:endParaRPr lang="ko-KR" sz="1800">
              <a:solidFill>
                <a:schemeClr val="lt1"/>
              </a:solidFill>
            </a:endParaRPr>
          </a:p>
        </p:txBody>
      </p:sp>
      <p:pic>
        <p:nvPicPr>
          <p:cNvPr id="5" name="Picture 5"/>
          <p:cNvPicPr>
            <a:picLocks noChangeAspect="1" noChangeArrowheads="1"/>
          </p:cNvPicPr>
          <p:nvPr/>
        </p:nvPicPr>
        <p:blipFill>
          <a:blip r:embed="rId2"/>
          <a:srcRect t="70982"/>
          <a:stretch/>
        </p:blipFill>
        <p:spPr>
          <a:xfrm>
            <a:off x="0" y="2066925"/>
            <a:ext cx="9144000" cy="1493838"/>
          </a:xfrm>
          <a:prstGeom prst="rect">
            <a:avLst/>
          </a:prstGeom>
          <a:noFill/>
          <a:ln>
            <a:noFill/>
          </a:ln>
        </p:spPr>
      </p:pic>
      <p:sp>
        <p:nvSpPr>
          <p:cNvPr id="6" name="Slide Number Placeholder 5"/>
          <p:cNvSpPr>
            <a:spLocks noGrp="1"/>
          </p:cNvSpPr>
          <p:nvPr>
            <p:ph type="sldNum" idx="10"/>
          </p:nvPr>
        </p:nvSpPr>
        <p:spPr>
          <a:xfrm>
            <a:off x="8477250" y="4881563"/>
            <a:ext cx="388938" cy="138112"/>
          </a:xfrm>
        </p:spPr>
        <p:txBody>
          <a:bodyPr lIns="0" tIns="0" rIns="0" bIns="0" anchor="t"/>
          <a:lstStyle>
            <a:lvl1pPr lvl="0" algn="ctr">
              <a:defRPr sz="900">
                <a:solidFill>
                  <a:srgbClr val="404040"/>
                </a:solidFill>
              </a:defRPr>
            </a:lvl1pPr>
          </a:lstStyle>
          <a:p>
            <a:fld id="{38972883-C56B-4905-BF1E-3D6412BEFE4F}" type="slidenum">
              <a:rPr lang="ko-KR"/>
              <a:t>‹#›</a:t>
            </a:fld>
            <a:endParaRPr lang="ko-KR"/>
          </a:p>
        </p:txBody>
      </p:sp>
      <p:sp>
        <p:nvSpPr>
          <p:cNvPr id="7" name="日期占位符 1"/>
          <p:cNvSpPr>
            <a:spLocks noGrp="1"/>
          </p:cNvSpPr>
          <p:nvPr>
            <p:ph type="dt" idx="11"/>
          </p:nvPr>
        </p:nvSpPr>
        <p:spPr/>
        <p:txBody>
          <a:bodyPr/>
          <a:lstStyle/>
          <a:p>
            <a:endParaRPr lang="zh-CN"/>
          </a:p>
        </p:txBody>
      </p:sp>
      <p:sp>
        <p:nvSpPr>
          <p:cNvPr id="8" name="页脚占位符 2"/>
          <p:cNvSpPr>
            <a:spLocks noGrp="1"/>
          </p:cNvSpPr>
          <p:nvPr>
            <p:ph type="ftr" idx="12"/>
          </p:nvPr>
        </p:nvSpPr>
        <p:spPr/>
        <p:txBody>
          <a:bodyPr/>
          <a:lstStyle/>
          <a:p>
            <a:endParaRPr lang="zh-CN"/>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Content Page B 内容页2拦">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13" name="文本占位符 12"/>
          <p:cNvSpPr>
            <a:spLocks noGrp="1"/>
          </p:cNvSpPr>
          <p:nvPr>
            <p:ph type="body" idx="12"/>
          </p:nvPr>
        </p:nvSpPr>
        <p:spPr>
          <a:xfrm>
            <a:off x="291109" y="1284089"/>
            <a:ext cx="8565747" cy="3449836"/>
          </a:xfrm>
        </p:spPr>
        <p:txBody>
          <a:bodyPr/>
          <a:lstStyle/>
          <a:p>
            <a:pPr lvl="0"/>
            <a:r>
              <a:rPr lang="zh-CN"/>
              <a:t>单击此处编辑母版文本样式</a:t>
            </a:r>
          </a:p>
          <a:p>
            <a:pPr lvl="1"/>
            <a:r>
              <a:rPr lang="zh-CN"/>
              <a:t>二级</a:t>
            </a:r>
          </a:p>
          <a:p>
            <a:pPr lvl="2"/>
            <a:r>
              <a:rPr lang="zh-CN"/>
              <a:t>三级</a:t>
            </a:r>
          </a:p>
          <a:p>
            <a:pPr lvl="3"/>
            <a:r>
              <a:rPr lang="zh-CN"/>
              <a:t>四级</a:t>
            </a:r>
          </a:p>
          <a:p>
            <a:pPr lvl="4"/>
            <a:r>
              <a:rPr lang="zh-CN"/>
              <a:t>五级</a:t>
            </a:r>
          </a:p>
        </p:txBody>
      </p:sp>
      <p:sp>
        <p:nvSpPr>
          <p:cNvPr id="9" name="文本占位符 8"/>
          <p:cNvSpPr>
            <a:spLocks noGrp="1"/>
          </p:cNvSpPr>
          <p:nvPr>
            <p:ph type="body" idx="14" hasCustomPrompt="1"/>
          </p:nvPr>
        </p:nvSpPr>
        <p:spPr>
          <a:xfrm>
            <a:off x="1090613" y="4795838"/>
            <a:ext cx="3307556" cy="219075"/>
          </a:xfrm>
        </p:spPr>
        <p:txBody>
          <a:bodyPr>
            <a:normAutofit/>
          </a:bodyPr>
          <a:lstStyle>
            <a:lvl1pPr lvl="0">
              <a:defRPr sz="713" b="0" i="0">
                <a:solidFill>
                  <a:schemeClr val="accent2">
                    <a:lumMod val="75000"/>
                  </a:schemeClr>
                </a:solidFill>
                <a:latin typeface="OPPOSans-S"/>
                <a:ea typeface="OPPOSans-S"/>
              </a:defRPr>
            </a:lvl1pPr>
          </a:lstStyle>
          <a:p>
            <a:r>
              <a:rPr lang="zh-CN"/>
              <a:t>单击此处加入汇报标题</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cSld name="标题幻灯片">
    <p:spTree>
      <p:nvGrpSpPr>
        <p:cNvPr id="1" name=""/>
        <p:cNvGrpSpPr/>
        <p:nvPr/>
      </p:nvGrpSpPr>
      <p:grpSpPr>
        <a:xfrm>
          <a:off x="0" y="0"/>
          <a:ext cx="0" cy="0"/>
          <a:chOff x="0" y="0"/>
          <a:chExt cx="0" cy="0"/>
        </a:xfrm>
      </p:grpSpPr>
      <p:sp>
        <p:nvSpPr>
          <p:cNvPr id="3074" name="Line 4"/>
          <p:cNvSpPr/>
          <p:nvPr/>
        </p:nvSpPr>
        <p:spPr>
          <a:xfrm flipV="1">
            <a:off x="274638" y="458152"/>
            <a:ext cx="8594725" cy="0"/>
          </a:xfrm>
          <a:prstGeom prst="line">
            <a:avLst/>
          </a:prstGeom>
          <a:ln w="38100">
            <a:solidFill>
              <a:srgbClr val="00B050"/>
            </a:solidFill>
            <a:prstDash val="solid"/>
            <a:headEnd type="none" w="med" len="med"/>
            <a:tailEnd type="none" w="med" len="med"/>
          </a:ln>
        </p:spPr>
        <p:txBody>
          <a:bodyPr/>
          <a:lstStyle/>
          <a:p>
            <a:endParaRPr/>
          </a:p>
        </p:txBody>
      </p:sp>
      <p:pic>
        <p:nvPicPr>
          <p:cNvPr id="3075" name="Picture 6"/>
          <p:cNvPicPr>
            <a:picLocks noChangeAspect="1"/>
          </p:cNvPicPr>
          <p:nvPr/>
        </p:nvPicPr>
        <p:blipFill>
          <a:blip r:embed="rId2"/>
          <a:stretch/>
        </p:blipFill>
        <p:spPr>
          <a:xfrm>
            <a:off x="7118350" y="63513"/>
            <a:ext cx="1779588" cy="394097"/>
          </a:xfrm>
          <a:prstGeom prst="rect">
            <a:avLst/>
          </a:prstGeom>
          <a:noFill/>
          <a:ln>
            <a:noFill/>
          </a:ln>
        </p:spPr>
      </p:pic>
      <p:pic>
        <p:nvPicPr>
          <p:cNvPr id="3076" name="Picture 2"/>
          <p:cNvPicPr>
            <a:picLocks noChangeAspect="1"/>
          </p:cNvPicPr>
          <p:nvPr/>
        </p:nvPicPr>
        <p:blipFill>
          <a:blip r:embed="rId3"/>
          <a:srcRect t="13902" b="15382"/>
          <a:stretch/>
        </p:blipFill>
        <p:spPr>
          <a:xfrm>
            <a:off x="0" y="2903935"/>
            <a:ext cx="8807450" cy="1701403"/>
          </a:xfrm>
          <a:prstGeom prst="rect">
            <a:avLst/>
          </a:prstGeom>
          <a:noFill/>
          <a:ln>
            <a:noFill/>
          </a:ln>
        </p:spPr>
      </p:pic>
      <p:sp>
        <p:nvSpPr>
          <p:cNvPr id="123906" name="Rectangle 2"/>
          <p:cNvSpPr>
            <a:spLocks noGrp="1" noChangeArrowheads="1"/>
          </p:cNvSpPr>
          <p:nvPr>
            <p:ph type="ctrTitle"/>
          </p:nvPr>
        </p:nvSpPr>
        <p:spPr>
          <a:xfrm>
            <a:off x="255270" y="629365"/>
            <a:ext cx="7772400" cy="1102519"/>
          </a:xfrm>
        </p:spPr>
        <p:txBody>
          <a:bodyPr/>
          <a:lstStyle>
            <a:lvl1pPr lvl="0">
              <a:defRPr sz="2700"/>
            </a:lvl1pPr>
          </a:lstStyle>
          <a:p>
            <a:r>
              <a:rPr lang="en-US" strike="noStrike"/>
              <a:t>Click to edit Master title style</a:t>
            </a:r>
          </a:p>
        </p:txBody>
      </p:sp>
      <p:sp>
        <p:nvSpPr>
          <p:cNvPr id="123907" name="Rectangle 3"/>
          <p:cNvSpPr>
            <a:spLocks noGrp="1" noChangeArrowheads="1"/>
          </p:cNvSpPr>
          <p:nvPr>
            <p:ph type="subTitle" idx="1"/>
          </p:nvPr>
        </p:nvSpPr>
        <p:spPr>
          <a:xfrm>
            <a:off x="684213" y="2409825"/>
            <a:ext cx="7775575" cy="540544"/>
          </a:xfrm>
        </p:spPr>
        <p:txBody>
          <a:bodyPr/>
          <a:lstStyle>
            <a:lvl1pPr marL="0" lvl="0" indent="0">
              <a:buFont typeface="Wingdings" charset="2"/>
              <a:buNone/>
            </a:lvl1pPr>
          </a:lstStyle>
          <a:p>
            <a:r>
              <a:rPr lang="en-US" strike="noStrike"/>
              <a:t>Click to edit Master subtitle style</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标题和表格">
    <p:spTree>
      <p:nvGrpSpPr>
        <p:cNvPr id="1" name=""/>
        <p:cNvGrpSpPr/>
        <p:nvPr/>
      </p:nvGrpSpPr>
      <p:grpSpPr>
        <a:xfrm>
          <a:off x="0" y="0"/>
          <a:ext cx="0" cy="0"/>
          <a:chOff x="0" y="0"/>
          <a:chExt cx="0" cy="0"/>
        </a:xfrm>
      </p:grpSpPr>
      <p:sp>
        <p:nvSpPr>
          <p:cNvPr id="3" name="表格占位符 2"/>
          <p:cNvSpPr>
            <a:spLocks noGrp="1"/>
          </p:cNvSpPr>
          <p:nvPr>
            <p:ph type="tbl" idx="1"/>
          </p:nvPr>
        </p:nvSpPr>
        <p:spPr>
          <a:xfrm>
            <a:off x="182563" y="1021080"/>
            <a:ext cx="8686800" cy="3368278"/>
          </a:xfrm>
        </p:spPr>
        <p:txBody>
          <a:bodyPr vert="horz" wrap="square" lIns="91440" tIns="45720" rIns="91440" bIns="45720" numCol="1" anchor="t" anchorCtr="0"/>
          <a:lstStyle/>
          <a:p>
            <a:pPr marL="173355" lvl="0" indent="-173355" algn="l" defTabSz="914400">
              <a:lnSpc>
                <a:spcPct val="100000"/>
              </a:lnSpc>
              <a:spcBef>
                <a:spcPct val="20000"/>
              </a:spcBef>
              <a:spcAft>
                <a:spcPct val="0"/>
              </a:spcAft>
              <a:buClr>
                <a:schemeClr val="accent1"/>
              </a:buClr>
              <a:buSzPct val="60000"/>
              <a:buFont typeface="Wingdings" charset="2"/>
              <a:buChar char="n"/>
            </a:pPr>
            <a:endParaRPr lang="zh-CN" sz="1200" b="0" i="0" u="none" strike="noStrike" kern="0" spc="0" baseline="0">
              <a:ln>
                <a:noFill/>
              </a:ln>
              <a:solidFill>
                <a:schemeClr val="tx1"/>
              </a:solidFill>
              <a:effectLst/>
              <a:latin typeface="Arial"/>
              <a:ea typeface="宋体"/>
            </a:endParaRPr>
          </a:p>
        </p:txBody>
      </p:sp>
      <p:sp>
        <p:nvSpPr>
          <p:cNvPr id="9" name="燕尾形 5"/>
          <p:cNvSpPr/>
          <p:nvPr/>
        </p:nvSpPr>
        <p:spPr>
          <a:xfrm>
            <a:off x="285274" y="65246"/>
            <a:ext cx="3840956" cy="313372"/>
          </a:xfrm>
          <a:prstGeom prst="chevron">
            <a:avLst/>
          </a:prstGeom>
          <a:solidFill>
            <a:srgbClr val="009259"/>
          </a:solidFill>
          <a:ln>
            <a:noFill/>
          </a:ln>
        </p:spPr>
        <p:txBody>
          <a:bodyPr vert="horz" wrap="square" numCol="1" spcCol="0" anchor="ctr" anchorCtr="0"/>
          <a:lstStyle>
            <a:lvl1pPr marL="0" lvl="0" indent="0" algn="l" defTabSz="914400">
              <a:lnSpc>
                <a:spcPct val="100000"/>
              </a:lnSpc>
              <a:spcBef>
                <a:spcPct val="0"/>
              </a:spcBef>
              <a:spcAft>
                <a:spcPct val="0"/>
              </a:spcAft>
              <a:buNone/>
              <a:defRPr sz="1350" b="0" i="0" u="none" kern="1200" baseline="0">
                <a:solidFill>
                  <a:schemeClr val="lt1"/>
                </a:solidFill>
                <a:latin typeface="Arial"/>
                <a:ea typeface="宋体"/>
              </a:defRPr>
            </a:lvl1pPr>
            <a:lvl2pPr marL="455930" lvl="1" indent="1270" algn="l" defTabSz="914400">
              <a:lnSpc>
                <a:spcPct val="100000"/>
              </a:lnSpc>
              <a:spcBef>
                <a:spcPct val="0"/>
              </a:spcBef>
              <a:spcAft>
                <a:spcPct val="0"/>
              </a:spcAft>
              <a:buNone/>
              <a:defRPr sz="1350" b="0" i="0" u="none" kern="1200" baseline="0">
                <a:solidFill>
                  <a:schemeClr val="lt1"/>
                </a:solidFill>
                <a:latin typeface="Arial"/>
                <a:ea typeface="宋体"/>
              </a:defRPr>
            </a:lvl2pPr>
            <a:lvl3pPr marL="913130" lvl="2" indent="1270" algn="l" defTabSz="914400">
              <a:lnSpc>
                <a:spcPct val="100000"/>
              </a:lnSpc>
              <a:spcBef>
                <a:spcPct val="0"/>
              </a:spcBef>
              <a:spcAft>
                <a:spcPct val="0"/>
              </a:spcAft>
              <a:buNone/>
              <a:defRPr sz="1350" b="0" i="0" u="none" kern="1200" baseline="0">
                <a:solidFill>
                  <a:schemeClr val="lt1"/>
                </a:solidFill>
                <a:latin typeface="Arial"/>
                <a:ea typeface="宋体"/>
              </a:defRPr>
            </a:lvl3pPr>
            <a:lvl4pPr marL="1370330" lvl="3" indent="1270" algn="l" defTabSz="914400">
              <a:lnSpc>
                <a:spcPct val="100000"/>
              </a:lnSpc>
              <a:spcBef>
                <a:spcPct val="0"/>
              </a:spcBef>
              <a:spcAft>
                <a:spcPct val="0"/>
              </a:spcAft>
              <a:buNone/>
              <a:defRPr sz="1350" b="0" i="0" u="none" kern="1200" baseline="0">
                <a:solidFill>
                  <a:schemeClr val="lt1"/>
                </a:solidFill>
                <a:latin typeface="Arial"/>
                <a:ea typeface="宋体"/>
              </a:defRPr>
            </a:lvl4pPr>
            <a:lvl5pPr marL="1827530" lvl="4" indent="1270" algn="l" defTabSz="914400">
              <a:lnSpc>
                <a:spcPct val="100000"/>
              </a:lnSpc>
              <a:spcBef>
                <a:spcPct val="0"/>
              </a:spcBef>
              <a:spcAft>
                <a:spcPct val="0"/>
              </a:spcAft>
              <a:buNone/>
              <a:defRPr sz="1350" b="0" i="0" u="none" kern="1200" baseline="0">
                <a:solidFill>
                  <a:schemeClr val="lt1"/>
                </a:solidFill>
                <a:latin typeface="Arial"/>
                <a:ea typeface="宋体"/>
              </a:defRPr>
            </a:lvl5pPr>
            <a:lvl6pPr marL="2286000" lvl="5" indent="1270" algn="l" defTabSz="914400">
              <a:lnSpc>
                <a:spcPct val="100000"/>
              </a:lnSpc>
              <a:spcBef>
                <a:spcPct val="0"/>
              </a:spcBef>
              <a:spcAft>
                <a:spcPct val="0"/>
              </a:spcAft>
              <a:buNone/>
              <a:defRPr sz="1350" b="0" i="0" u="none" kern="1200" baseline="0">
                <a:solidFill>
                  <a:schemeClr val="lt1"/>
                </a:solidFill>
                <a:latin typeface="Arial"/>
                <a:ea typeface="宋体"/>
              </a:defRPr>
            </a:lvl6pPr>
            <a:lvl7pPr marL="2743200" lvl="6" indent="1270" algn="l" defTabSz="914400">
              <a:lnSpc>
                <a:spcPct val="100000"/>
              </a:lnSpc>
              <a:spcBef>
                <a:spcPct val="0"/>
              </a:spcBef>
              <a:spcAft>
                <a:spcPct val="0"/>
              </a:spcAft>
              <a:buNone/>
              <a:defRPr sz="1350" b="0" i="0" u="none" kern="1200" baseline="0">
                <a:solidFill>
                  <a:schemeClr val="lt1"/>
                </a:solidFill>
                <a:latin typeface="Arial"/>
                <a:ea typeface="宋体"/>
              </a:defRPr>
            </a:lvl7pPr>
            <a:lvl8pPr marL="3200400" lvl="7" indent="1270" algn="l" defTabSz="914400">
              <a:lnSpc>
                <a:spcPct val="100000"/>
              </a:lnSpc>
              <a:spcBef>
                <a:spcPct val="0"/>
              </a:spcBef>
              <a:spcAft>
                <a:spcPct val="0"/>
              </a:spcAft>
              <a:buNone/>
              <a:defRPr sz="1350" b="0" i="0" u="none" kern="1200" baseline="0">
                <a:solidFill>
                  <a:schemeClr val="lt1"/>
                </a:solidFill>
                <a:latin typeface="Arial"/>
                <a:ea typeface="宋体"/>
              </a:defRPr>
            </a:lvl8pPr>
            <a:lvl9pPr marL="3657600" lvl="8" indent="1270" algn="l" defTabSz="914400">
              <a:lnSpc>
                <a:spcPct val="100000"/>
              </a:lnSpc>
              <a:spcBef>
                <a:spcPct val="0"/>
              </a:spcBef>
              <a:spcAft>
                <a:spcPct val="0"/>
              </a:spcAft>
              <a:buNone/>
              <a:defRPr sz="1350" b="0" i="0" u="none" kern="1200" baseline="0">
                <a:solidFill>
                  <a:schemeClr val="lt1"/>
                </a:solidFill>
                <a:latin typeface="Arial"/>
                <a:ea typeface="宋体"/>
              </a:defRPr>
            </a:lvl9pPr>
          </a:lstStyle>
          <a:p>
            <a:endParaRPr lang="en-US" sz="1200" b="1">
              <a:solidFill>
                <a:srgbClr val="FFFFFF"/>
              </a:solidFill>
              <a:latin typeface="微软雅黑"/>
              <a:ea typeface="微软雅黑"/>
            </a:endParaRPr>
          </a:p>
        </p:txBody>
      </p:sp>
      <p:sp>
        <p:nvSpPr>
          <p:cNvPr id="2" name="文本框 1"/>
          <p:cNvSpPr txBox="1"/>
          <p:nvPr/>
        </p:nvSpPr>
        <p:spPr>
          <a:xfrm>
            <a:off x="535780" y="91172"/>
            <a:ext cx="1821656" cy="276999"/>
          </a:xfrm>
          <a:prstGeom prst="rect">
            <a:avLst/>
          </a:prstGeom>
          <a:noFill/>
        </p:spPr>
        <p:txBody>
          <a:bodyPr wrap="square">
            <a:spAutoFit/>
          </a:bodyPr>
          <a:lstStyle/>
          <a:p>
            <a:pPr marL="0" lvl="0" indent="0" algn="l" defTabSz="914400">
              <a:lnSpc>
                <a:spcPct val="100000"/>
              </a:lnSpc>
              <a:spcBef>
                <a:spcPts val="0"/>
              </a:spcBef>
              <a:spcAft>
                <a:spcPts val="0"/>
              </a:spcAft>
              <a:tabLst/>
            </a:pPr>
            <a:r>
              <a:rPr lang="zh-CN" sz="1350">
                <a:latin typeface="OPPOSans B"/>
                <a:ea typeface="OPPOSans B"/>
              </a:rPr>
              <a:t>联合实验室进展</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Content Page B 内容页2拦">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13" name="文本占位符 12"/>
          <p:cNvSpPr>
            <a:spLocks noGrp="1"/>
          </p:cNvSpPr>
          <p:nvPr>
            <p:ph type="body" idx="12"/>
          </p:nvPr>
        </p:nvSpPr>
        <p:spPr>
          <a:xfrm>
            <a:off x="291108" y="1284089"/>
            <a:ext cx="8565747" cy="3449836"/>
          </a:xfrm>
        </p:spPr>
        <p:txBody>
          <a:bodyPr/>
          <a:lstStyle/>
          <a:p>
            <a:pPr lvl="0"/>
            <a:r>
              <a:rPr lang="zh-CN"/>
              <a:t>单击此处编辑母版文本样式</a:t>
            </a:r>
          </a:p>
          <a:p>
            <a:pPr lvl="1"/>
            <a:r>
              <a:rPr lang="zh-CN"/>
              <a:t>二级</a:t>
            </a:r>
          </a:p>
          <a:p>
            <a:pPr lvl="2"/>
            <a:r>
              <a:rPr lang="zh-CN"/>
              <a:t>三级</a:t>
            </a:r>
          </a:p>
          <a:p>
            <a:pPr lvl="3"/>
            <a:r>
              <a:rPr lang="zh-CN"/>
              <a:t>四级</a:t>
            </a:r>
          </a:p>
          <a:p>
            <a:pPr lvl="4"/>
            <a:r>
              <a:rPr lang="zh-CN"/>
              <a:t>五级</a:t>
            </a:r>
          </a:p>
        </p:txBody>
      </p:sp>
      <p:sp>
        <p:nvSpPr>
          <p:cNvPr id="9" name="文本占位符 8"/>
          <p:cNvSpPr>
            <a:spLocks noGrp="1"/>
          </p:cNvSpPr>
          <p:nvPr>
            <p:ph type="body" idx="14" hasCustomPrompt="1"/>
          </p:nvPr>
        </p:nvSpPr>
        <p:spPr>
          <a:xfrm>
            <a:off x="1090612" y="4795838"/>
            <a:ext cx="3307556" cy="219075"/>
          </a:xfrm>
        </p:spPr>
        <p:txBody>
          <a:bodyPr>
            <a:normAutofit/>
          </a:bodyPr>
          <a:lstStyle>
            <a:lvl1pPr lvl="0">
              <a:defRPr sz="712" b="0" i="0">
                <a:solidFill>
                  <a:schemeClr val="accent2">
                    <a:lumMod val="75000"/>
                  </a:schemeClr>
                </a:solidFill>
                <a:latin typeface="OPPOSans-S"/>
                <a:ea typeface="OPPOSans-S"/>
              </a:defRPr>
            </a:lvl1pPr>
          </a:lstStyle>
          <a:p>
            <a:r>
              <a:rPr lang="zh-CN"/>
              <a:t>单击此处加入汇报标题</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image" Target="../media/image9.png"/><Relationship Id="rId5" Type="http://schemas.openxmlformats.org/officeDocument/2006/relationships/theme" Target="../theme/theme4.xml"/><Relationship Id="rId4"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rotWithShape="1">
          <a:blip r:embed="rId14">
            <a:lum/>
          </a:blip>
          <a:srcRect/>
          <a:stretch>
            <a:fillRect/>
          </a:stretch>
        </a:blip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a:xfrm>
            <a:off x="457200" y="206375"/>
            <a:ext cx="8229600" cy="857250"/>
          </a:xfrm>
          <a:prstGeom prst="rect">
            <a:avLst/>
          </a:prstGeom>
          <a:noFill/>
          <a:ln>
            <a:noFill/>
          </a:ln>
        </p:spPr>
        <p:txBody>
          <a:bodyPr vert="horz" wrap="square" lIns="91440" tIns="45720" rIns="91440" bIns="45720" numCol="1" anchor="ctr" anchorCtr="0"/>
          <a:lstStyle/>
          <a:p>
            <a:pPr lvl="0"/>
            <a:r>
              <a:rPr lang="zh-CN"/>
              <a:t>单击此处编辑母版标题样式</a:t>
            </a:r>
          </a:p>
        </p:txBody>
      </p:sp>
      <p:sp>
        <p:nvSpPr>
          <p:cNvPr id="1027" name="文本占位符 2"/>
          <p:cNvSpPr>
            <a:spLocks noGrp="1" noChangeArrowheads="1"/>
          </p:cNvSpPr>
          <p:nvPr>
            <p:ph type="body" idx="9"/>
          </p:nvPr>
        </p:nvSpPr>
        <p:spPr>
          <a:xfrm>
            <a:off x="457200" y="1200150"/>
            <a:ext cx="8229600" cy="3394075"/>
          </a:xfrm>
          <a:prstGeom prst="rect">
            <a:avLst/>
          </a:prstGeom>
          <a:noFill/>
          <a:ln>
            <a:noFill/>
          </a:ln>
        </p:spPr>
        <p:txBody>
          <a:bodyPr vert="horz" wrap="square" lIns="91440" tIns="45720" rIns="91440" bIns="45720" numCol="1" anchor="t" anchorCtr="0"/>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1028" name="日期占位符 3"/>
          <p:cNvSpPr>
            <a:spLocks noGrp="1" noChangeArrowheads="1"/>
          </p:cNvSpPr>
          <p:nvPr>
            <p:ph type="dt" idx="2"/>
          </p:nvPr>
        </p:nvSpPr>
        <p:spPr>
          <a:xfrm>
            <a:off x="457200" y="4767263"/>
            <a:ext cx="2133600" cy="274637"/>
          </a:xfrm>
          <a:prstGeom prst="rect">
            <a:avLst/>
          </a:prstGeom>
          <a:noFill/>
          <a:ln>
            <a:noFill/>
          </a:ln>
        </p:spPr>
        <p:txBody>
          <a:bodyPr vert="horz" wrap="square" lIns="91440" tIns="45720" rIns="91440" bIns="45720" numCol="1" anchor="ctr" anchorCtr="0"/>
          <a:lstStyle>
            <a:lvl1pPr lvl="0">
              <a:buFont typeface="Arial" charset="0"/>
              <a:buNone/>
              <a:defRPr sz="1200">
                <a:solidFill>
                  <a:srgbClr val="898989"/>
                </a:solidFill>
                <a:latin typeface="Calibri"/>
                <a:ea typeface="宋体"/>
              </a:defRPr>
            </a:lvl1pPr>
          </a:lstStyle>
          <a:p>
            <a:endParaRPr lang="zh-CN"/>
          </a:p>
        </p:txBody>
      </p:sp>
      <p:sp>
        <p:nvSpPr>
          <p:cNvPr id="1029" name="页脚占位符 4"/>
          <p:cNvSpPr>
            <a:spLocks noGrp="1" noChangeArrowheads="1"/>
          </p:cNvSpPr>
          <p:nvPr>
            <p:ph type="ftr" idx="3"/>
          </p:nvPr>
        </p:nvSpPr>
        <p:spPr>
          <a:xfrm>
            <a:off x="3124200" y="4767263"/>
            <a:ext cx="2895600" cy="274637"/>
          </a:xfrm>
          <a:prstGeom prst="rect">
            <a:avLst/>
          </a:prstGeom>
          <a:noFill/>
          <a:ln>
            <a:noFill/>
          </a:ln>
        </p:spPr>
        <p:txBody>
          <a:bodyPr vert="horz" wrap="square" lIns="91440" tIns="45720" rIns="91440" bIns="45720" numCol="1" anchor="ctr" anchorCtr="0"/>
          <a:lstStyle>
            <a:lvl1pPr lvl="0" algn="ctr">
              <a:buFont typeface="Arial" charset="0"/>
              <a:buNone/>
              <a:defRPr sz="1200">
                <a:solidFill>
                  <a:srgbClr val="898989"/>
                </a:solidFill>
                <a:latin typeface="Calibri"/>
                <a:ea typeface="宋体"/>
              </a:defRPr>
            </a:lvl1pPr>
          </a:lstStyle>
          <a:p>
            <a:endParaRPr lang="zh-CN"/>
          </a:p>
        </p:txBody>
      </p:sp>
      <p:sp>
        <p:nvSpPr>
          <p:cNvPr id="1030" name="灯片编号占位符 5"/>
          <p:cNvSpPr>
            <a:spLocks noGrp="1" noChangeArrowheads="1"/>
          </p:cNvSpPr>
          <p:nvPr>
            <p:ph type="sldNum" idx="4"/>
          </p:nvPr>
        </p:nvSpPr>
        <p:spPr>
          <a:xfrm>
            <a:off x="6553200" y="4767263"/>
            <a:ext cx="2133600" cy="274637"/>
          </a:xfrm>
          <a:prstGeom prst="rect">
            <a:avLst/>
          </a:prstGeom>
          <a:noFill/>
          <a:ln>
            <a:noFill/>
          </a:ln>
        </p:spPr>
        <p:txBody>
          <a:bodyPr vert="horz" wrap="square" lIns="91440" tIns="45720" rIns="91440" bIns="45720" numCol="1" anchor="ctr" anchorCtr="0"/>
          <a:lstStyle>
            <a:lvl1pPr lvl="0" algn="r">
              <a:defRPr sz="1200">
                <a:solidFill>
                  <a:srgbClr val="898989"/>
                </a:solidFill>
                <a:latin typeface="Calibri"/>
              </a:defRPr>
            </a:lvl1pPr>
          </a:lstStyle>
          <a:p>
            <a:fld id="{00D68A8B-6C62-432B-A43C-A1BCAB8AA3A8}" type="slidenum">
              <a:rPr lang="zh-CN"/>
              <a:t>‹#›</a:t>
            </a:fld>
            <a:endParaRPr 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txStyles>
    <p:titleStyle>
      <a:lvl1pPr lvl="0" algn="ctr">
        <a:spcBef>
          <a:spcPct val="0"/>
        </a:spcBef>
        <a:spcAft>
          <a:spcPct val="0"/>
        </a:spcAft>
        <a:defRPr sz="4400">
          <a:solidFill>
            <a:schemeClr val="tx1"/>
          </a:solidFill>
          <a:latin typeface="Calibri"/>
          <a:ea typeface="宋体"/>
        </a:defRPr>
      </a:lvl1pPr>
      <a:lvl2pPr lvl="1" algn="ctr">
        <a:spcBef>
          <a:spcPct val="0"/>
        </a:spcBef>
        <a:spcAft>
          <a:spcPct val="0"/>
        </a:spcAft>
        <a:defRPr sz="4400">
          <a:solidFill>
            <a:schemeClr val="tx1"/>
          </a:solidFill>
          <a:latin typeface="Calibri"/>
          <a:ea typeface="宋体"/>
        </a:defRPr>
      </a:lvl2pPr>
      <a:lvl3pPr lvl="2" algn="ctr">
        <a:spcBef>
          <a:spcPct val="0"/>
        </a:spcBef>
        <a:spcAft>
          <a:spcPct val="0"/>
        </a:spcAft>
        <a:defRPr sz="4400">
          <a:solidFill>
            <a:schemeClr val="tx1"/>
          </a:solidFill>
          <a:latin typeface="Calibri"/>
          <a:ea typeface="宋体"/>
        </a:defRPr>
      </a:lvl3pPr>
      <a:lvl4pPr lvl="3" algn="ctr">
        <a:spcBef>
          <a:spcPct val="0"/>
        </a:spcBef>
        <a:spcAft>
          <a:spcPct val="0"/>
        </a:spcAft>
        <a:defRPr sz="4400">
          <a:solidFill>
            <a:schemeClr val="tx1"/>
          </a:solidFill>
          <a:latin typeface="Calibri"/>
          <a:ea typeface="宋体"/>
        </a:defRPr>
      </a:lvl4pPr>
      <a:lvl5pPr lvl="4" algn="ctr">
        <a:spcBef>
          <a:spcPct val="0"/>
        </a:spcBef>
        <a:spcAft>
          <a:spcPct val="0"/>
        </a:spcAft>
        <a:defRPr sz="4400">
          <a:solidFill>
            <a:schemeClr val="tx1"/>
          </a:solidFill>
          <a:latin typeface="Calibri"/>
          <a:ea typeface="宋体"/>
        </a:defRPr>
      </a:lvl5pPr>
      <a:lvl6pPr marL="457200" lvl="5" algn="ctr">
        <a:spcBef>
          <a:spcPct val="0"/>
        </a:spcBef>
        <a:spcAft>
          <a:spcPct val="0"/>
        </a:spcAft>
        <a:defRPr sz="4400">
          <a:solidFill>
            <a:schemeClr val="tx1"/>
          </a:solidFill>
          <a:latin typeface="Calibri"/>
          <a:ea typeface="宋体"/>
        </a:defRPr>
      </a:lvl6pPr>
      <a:lvl7pPr marL="914400" lvl="6" algn="ctr">
        <a:spcBef>
          <a:spcPct val="0"/>
        </a:spcBef>
        <a:spcAft>
          <a:spcPct val="0"/>
        </a:spcAft>
        <a:defRPr sz="4400">
          <a:solidFill>
            <a:schemeClr val="tx1"/>
          </a:solidFill>
          <a:latin typeface="Calibri"/>
          <a:ea typeface="宋体"/>
        </a:defRPr>
      </a:lvl7pPr>
      <a:lvl8pPr marL="1371600" lvl="7" algn="ctr">
        <a:spcBef>
          <a:spcPct val="0"/>
        </a:spcBef>
        <a:spcAft>
          <a:spcPct val="0"/>
        </a:spcAft>
        <a:defRPr sz="4400">
          <a:solidFill>
            <a:schemeClr val="tx1"/>
          </a:solidFill>
          <a:latin typeface="Calibri"/>
          <a:ea typeface="宋体"/>
        </a:defRPr>
      </a:lvl8pPr>
      <a:lvl9pPr marL="1828800" lvl="8" algn="ctr">
        <a:spcBef>
          <a:spcPct val="0"/>
        </a:spcBef>
        <a:spcAft>
          <a:spcPct val="0"/>
        </a:spcAft>
        <a:defRPr sz="4400">
          <a:solidFill>
            <a:schemeClr val="tx1"/>
          </a:solidFill>
          <a:latin typeface="Calibri"/>
          <a:ea typeface="宋体"/>
        </a:defRPr>
      </a:lvl9pPr>
    </p:titleStyle>
    <p:bodyStyle>
      <a:lvl1pPr marL="342900" lvl="0" indent="-342900" algn="l">
        <a:spcBef>
          <a:spcPct val="20000"/>
        </a:spcBef>
        <a:spcAft>
          <a:spcPct val="0"/>
        </a:spcAft>
        <a:buFont typeface="Arial" charset="0"/>
        <a:buChar char="•"/>
        <a:defRPr sz="3200">
          <a:solidFill>
            <a:schemeClr val="tx1"/>
          </a:solidFill>
          <a:latin typeface="Calibri"/>
          <a:ea typeface="宋体"/>
        </a:defRPr>
      </a:lvl1pPr>
      <a:lvl2pPr marL="742950" lvl="1" indent="-285750" algn="l">
        <a:spcBef>
          <a:spcPct val="20000"/>
        </a:spcBef>
        <a:spcAft>
          <a:spcPct val="0"/>
        </a:spcAft>
        <a:buFont typeface="Arial" charset="0"/>
        <a:buChar char="–"/>
        <a:defRPr sz="2800">
          <a:solidFill>
            <a:schemeClr val="tx1"/>
          </a:solidFill>
          <a:latin typeface="Calibri"/>
          <a:ea typeface="宋体"/>
        </a:defRPr>
      </a:lvl2pPr>
      <a:lvl3pPr marL="1143000" lvl="2" indent="-228600" algn="l">
        <a:spcBef>
          <a:spcPct val="20000"/>
        </a:spcBef>
        <a:spcAft>
          <a:spcPct val="0"/>
        </a:spcAft>
        <a:buFont typeface="Arial" charset="0"/>
        <a:buChar char="•"/>
        <a:defRPr sz="2400">
          <a:solidFill>
            <a:schemeClr val="tx1"/>
          </a:solidFill>
          <a:latin typeface="Calibri"/>
          <a:ea typeface="宋体"/>
        </a:defRPr>
      </a:lvl3pPr>
      <a:lvl4pPr marL="1600200" lvl="3" indent="-228600" algn="l">
        <a:spcBef>
          <a:spcPct val="20000"/>
        </a:spcBef>
        <a:spcAft>
          <a:spcPct val="0"/>
        </a:spcAft>
        <a:buFont typeface="Arial" charset="0"/>
        <a:buChar char="–"/>
        <a:defRPr sz="2000">
          <a:solidFill>
            <a:schemeClr val="tx1"/>
          </a:solidFill>
          <a:latin typeface="Calibri"/>
          <a:ea typeface="宋体"/>
        </a:defRPr>
      </a:lvl4pPr>
      <a:lvl5pPr marL="2057400" lvl="4" indent="-228600" algn="l">
        <a:spcBef>
          <a:spcPct val="20000"/>
        </a:spcBef>
        <a:spcAft>
          <a:spcPct val="0"/>
        </a:spcAft>
        <a:buFont typeface="Arial" charset="0"/>
        <a:buChar char="»"/>
        <a:defRPr sz="2000">
          <a:solidFill>
            <a:schemeClr val="tx1"/>
          </a:solidFill>
          <a:latin typeface="Calibri"/>
          <a:ea typeface="宋体"/>
        </a:defRPr>
      </a:lvl5pPr>
      <a:lvl6pPr marL="2514600" lvl="5" indent="-228600" algn="l">
        <a:spcBef>
          <a:spcPct val="20000"/>
        </a:spcBef>
        <a:spcAft>
          <a:spcPct val="0"/>
        </a:spcAft>
        <a:buFont typeface="Arial" charset="0"/>
        <a:buChar char="»"/>
        <a:defRPr sz="2000">
          <a:solidFill>
            <a:schemeClr val="tx1"/>
          </a:solidFill>
          <a:latin typeface="Calibri"/>
          <a:ea typeface="宋体"/>
        </a:defRPr>
      </a:lvl6pPr>
      <a:lvl7pPr marL="2971800" lvl="6" indent="-228600" algn="l">
        <a:spcBef>
          <a:spcPct val="20000"/>
        </a:spcBef>
        <a:spcAft>
          <a:spcPct val="0"/>
        </a:spcAft>
        <a:buFont typeface="Arial" charset="0"/>
        <a:buChar char="»"/>
        <a:defRPr sz="2000">
          <a:solidFill>
            <a:schemeClr val="tx1"/>
          </a:solidFill>
          <a:latin typeface="Calibri"/>
          <a:ea typeface="宋体"/>
        </a:defRPr>
      </a:lvl7pPr>
      <a:lvl8pPr marL="3429000" lvl="7" indent="-228600" algn="l">
        <a:spcBef>
          <a:spcPct val="20000"/>
        </a:spcBef>
        <a:spcAft>
          <a:spcPct val="0"/>
        </a:spcAft>
        <a:buFont typeface="Arial" charset="0"/>
        <a:buChar char="»"/>
        <a:defRPr sz="2000">
          <a:solidFill>
            <a:schemeClr val="tx1"/>
          </a:solidFill>
          <a:latin typeface="Calibri"/>
          <a:ea typeface="宋体"/>
        </a:defRPr>
      </a:lvl8pPr>
      <a:lvl9pPr marL="3886200" lvl="8" indent="-228600" algn="l">
        <a:spcBef>
          <a:spcPct val="20000"/>
        </a:spcBef>
        <a:spcAft>
          <a:spcPct val="0"/>
        </a:spcAft>
        <a:buFont typeface="Arial" charset="0"/>
        <a:buChar char="»"/>
        <a:defRPr sz="2000">
          <a:solidFill>
            <a:schemeClr val="tx1"/>
          </a:solidFill>
          <a:latin typeface="Calibri"/>
          <a:ea typeface="宋体"/>
        </a:defRPr>
      </a:lvl9pPr>
    </p:bodyStyle>
    <p:otherStyle>
      <a:lvl1pPr marL="0" lvl="0" algn="l" defTabSz="914400">
        <a:defRPr sz="1800" kern="1200">
          <a:solidFill>
            <a:schemeClr val="tx1"/>
          </a:solidFill>
          <a:latin typeface="Calibri"/>
          <a:ea typeface="宋体"/>
        </a:defRPr>
      </a:lvl1pPr>
      <a:lvl2pPr marL="457200" lvl="1" algn="l" defTabSz="914400">
        <a:defRPr sz="1800" kern="1200">
          <a:solidFill>
            <a:schemeClr val="tx1"/>
          </a:solidFill>
          <a:latin typeface="Calibri"/>
          <a:ea typeface="宋体"/>
        </a:defRPr>
      </a:lvl2pPr>
      <a:lvl3pPr marL="914400" lvl="2" algn="l" defTabSz="914400">
        <a:defRPr sz="1800" kern="1200">
          <a:solidFill>
            <a:schemeClr val="tx1"/>
          </a:solidFill>
          <a:latin typeface="Calibri"/>
          <a:ea typeface="宋体"/>
        </a:defRPr>
      </a:lvl3pPr>
      <a:lvl4pPr marL="1371600" lvl="3" algn="l" defTabSz="914400">
        <a:defRPr sz="1800" kern="1200">
          <a:solidFill>
            <a:schemeClr val="tx1"/>
          </a:solidFill>
          <a:latin typeface="Calibri"/>
          <a:ea typeface="宋体"/>
        </a:defRPr>
      </a:lvl4pPr>
      <a:lvl5pPr marL="1828800" lvl="4" algn="l" defTabSz="914400">
        <a:defRPr sz="1800" kern="1200">
          <a:solidFill>
            <a:schemeClr val="tx1"/>
          </a:solidFill>
          <a:latin typeface="Calibri"/>
          <a:ea typeface="宋体"/>
        </a:defRPr>
      </a:lvl5pPr>
      <a:lvl6pPr marL="2286000" lvl="5" algn="l" defTabSz="914400">
        <a:defRPr sz="1800" kern="1200">
          <a:solidFill>
            <a:schemeClr val="tx1"/>
          </a:solidFill>
          <a:latin typeface="Calibri"/>
          <a:ea typeface="宋体"/>
        </a:defRPr>
      </a:lvl6pPr>
      <a:lvl7pPr marL="2743200" lvl="6" algn="l" defTabSz="914400">
        <a:defRPr sz="1800" kern="1200">
          <a:solidFill>
            <a:schemeClr val="tx1"/>
          </a:solidFill>
          <a:latin typeface="Calibri"/>
          <a:ea typeface="宋体"/>
        </a:defRPr>
      </a:lvl7pPr>
      <a:lvl8pPr marL="3200400" lvl="7" algn="l" defTabSz="914400">
        <a:defRPr sz="1800" kern="1200">
          <a:solidFill>
            <a:schemeClr val="tx1"/>
          </a:solidFill>
          <a:latin typeface="Calibri"/>
          <a:ea typeface="宋体"/>
        </a:defRPr>
      </a:lvl8pPr>
      <a:lvl9pPr marL="3657600" lvl="8" algn="l" defTabSz="914400">
        <a:defRPr sz="1800" kern="1200">
          <a:solidFill>
            <a:schemeClr val="tx1"/>
          </a:solidFill>
          <a:latin typeface="Calibri"/>
          <a:ea typeface="宋体"/>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1">
          <a:blip r:embed="rId14"/>
          <a:stretch/>
        </a:blip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a:xfrm>
            <a:off x="457200" y="206375"/>
            <a:ext cx="8229600" cy="857250"/>
          </a:xfrm>
          <a:prstGeom prst="rect">
            <a:avLst/>
          </a:prstGeom>
          <a:noFill/>
          <a:ln>
            <a:noFill/>
          </a:ln>
        </p:spPr>
        <p:txBody>
          <a:bodyPr vert="horz" wrap="square" lIns="91440" tIns="45720" rIns="91440" bIns="45720" numCol="1" anchor="ctr" anchorCtr="0"/>
          <a:lstStyle/>
          <a:p>
            <a:pPr lvl="0"/>
            <a:r>
              <a:rPr lang="zh-CN"/>
              <a:t>单击此处编辑母版标题样式</a:t>
            </a:r>
          </a:p>
        </p:txBody>
      </p:sp>
      <p:sp>
        <p:nvSpPr>
          <p:cNvPr id="1027" name="文本占位符 2"/>
          <p:cNvSpPr>
            <a:spLocks noGrp="1" noChangeArrowheads="1"/>
          </p:cNvSpPr>
          <p:nvPr>
            <p:ph type="body" idx="9"/>
          </p:nvPr>
        </p:nvSpPr>
        <p:spPr>
          <a:xfrm>
            <a:off x="457200" y="1200150"/>
            <a:ext cx="8229600" cy="3394075"/>
          </a:xfrm>
          <a:prstGeom prst="rect">
            <a:avLst/>
          </a:prstGeom>
          <a:noFill/>
          <a:ln>
            <a:noFill/>
          </a:ln>
        </p:spPr>
        <p:txBody>
          <a:bodyPr vert="horz" wrap="square" lIns="91440" tIns="45720" rIns="91440" bIns="45720" numCol="1" anchor="t" anchorCtr="0"/>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1028" name="日期占位符 3"/>
          <p:cNvSpPr>
            <a:spLocks noGrp="1" noChangeArrowheads="1"/>
          </p:cNvSpPr>
          <p:nvPr>
            <p:ph type="dt" idx="2"/>
          </p:nvPr>
        </p:nvSpPr>
        <p:spPr>
          <a:xfrm>
            <a:off x="457200" y="4767263"/>
            <a:ext cx="2133600" cy="274637"/>
          </a:xfrm>
          <a:prstGeom prst="rect">
            <a:avLst/>
          </a:prstGeom>
          <a:noFill/>
          <a:ln>
            <a:noFill/>
          </a:ln>
        </p:spPr>
        <p:txBody>
          <a:bodyPr vert="horz" wrap="square" lIns="91440" tIns="45720" rIns="91440" bIns="45720" numCol="1" anchor="ctr" anchorCtr="0"/>
          <a:lstStyle>
            <a:lvl1pPr lvl="0">
              <a:buFont typeface="Arial" charset="0"/>
              <a:buNone/>
              <a:defRPr sz="1200">
                <a:solidFill>
                  <a:srgbClr val="898989"/>
                </a:solidFill>
                <a:latin typeface="Calibri"/>
                <a:ea typeface="宋体"/>
              </a:defRPr>
            </a:lvl1pPr>
          </a:lstStyle>
          <a:p>
            <a:endParaRPr lang="zh-CN"/>
          </a:p>
        </p:txBody>
      </p:sp>
      <p:sp>
        <p:nvSpPr>
          <p:cNvPr id="1029" name="页脚占位符 4"/>
          <p:cNvSpPr>
            <a:spLocks noGrp="1" noChangeArrowheads="1"/>
          </p:cNvSpPr>
          <p:nvPr>
            <p:ph type="ftr" idx="3"/>
          </p:nvPr>
        </p:nvSpPr>
        <p:spPr>
          <a:xfrm>
            <a:off x="3124200" y="4767263"/>
            <a:ext cx="2895600" cy="274637"/>
          </a:xfrm>
          <a:prstGeom prst="rect">
            <a:avLst/>
          </a:prstGeom>
          <a:noFill/>
          <a:ln>
            <a:noFill/>
          </a:ln>
        </p:spPr>
        <p:txBody>
          <a:bodyPr vert="horz" wrap="square" lIns="91440" tIns="45720" rIns="91440" bIns="45720" numCol="1" anchor="ctr" anchorCtr="0"/>
          <a:lstStyle>
            <a:lvl1pPr lvl="0" algn="ctr">
              <a:buFont typeface="Arial" charset="0"/>
              <a:buNone/>
              <a:defRPr sz="1200">
                <a:solidFill>
                  <a:srgbClr val="898989"/>
                </a:solidFill>
                <a:latin typeface="Calibri"/>
                <a:ea typeface="宋体"/>
              </a:defRPr>
            </a:lvl1pPr>
          </a:lstStyle>
          <a:p>
            <a:endParaRPr lang="zh-CN"/>
          </a:p>
        </p:txBody>
      </p:sp>
      <p:sp>
        <p:nvSpPr>
          <p:cNvPr id="1030" name="灯片编号占位符 5"/>
          <p:cNvSpPr>
            <a:spLocks noGrp="1" noChangeArrowheads="1"/>
          </p:cNvSpPr>
          <p:nvPr>
            <p:ph type="sldNum" idx="4"/>
          </p:nvPr>
        </p:nvSpPr>
        <p:spPr>
          <a:xfrm>
            <a:off x="6553200" y="4767263"/>
            <a:ext cx="2133600" cy="274637"/>
          </a:xfrm>
          <a:prstGeom prst="rect">
            <a:avLst/>
          </a:prstGeom>
          <a:noFill/>
          <a:ln>
            <a:noFill/>
          </a:ln>
        </p:spPr>
        <p:txBody>
          <a:bodyPr vert="horz" wrap="square" lIns="91440" tIns="45720" rIns="91440" bIns="45720" numCol="1" anchor="ctr" anchorCtr="0"/>
          <a:lstStyle>
            <a:lvl1pPr lvl="0" algn="r">
              <a:defRPr sz="1200">
                <a:solidFill>
                  <a:srgbClr val="898989"/>
                </a:solidFill>
                <a:latin typeface="Calibri"/>
              </a:defRPr>
            </a:lvl1pPr>
          </a:lstStyle>
          <a:p>
            <a:fld id="{46CA1F34-64BF-43C4-8E64-78EC09648AC6}" type="slidenum">
              <a:rPr lang="zh-CN"/>
              <a:t>‹#›</a:t>
            </a:fld>
            <a:endParaRPr lang="zh-CN"/>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lvl="0" algn="ctr">
        <a:spcBef>
          <a:spcPct val="0"/>
        </a:spcBef>
        <a:spcAft>
          <a:spcPct val="0"/>
        </a:spcAft>
        <a:defRPr sz="4400">
          <a:solidFill>
            <a:schemeClr val="tx1"/>
          </a:solidFill>
          <a:latin typeface="Calibri"/>
          <a:ea typeface="宋体"/>
        </a:defRPr>
      </a:lvl1pPr>
      <a:lvl2pPr lvl="1" algn="ctr">
        <a:spcBef>
          <a:spcPct val="0"/>
        </a:spcBef>
        <a:spcAft>
          <a:spcPct val="0"/>
        </a:spcAft>
        <a:defRPr sz="4400">
          <a:solidFill>
            <a:schemeClr val="tx1"/>
          </a:solidFill>
          <a:latin typeface="Calibri"/>
          <a:ea typeface="宋体"/>
        </a:defRPr>
      </a:lvl2pPr>
      <a:lvl3pPr lvl="2" algn="ctr">
        <a:spcBef>
          <a:spcPct val="0"/>
        </a:spcBef>
        <a:spcAft>
          <a:spcPct val="0"/>
        </a:spcAft>
        <a:defRPr sz="4400">
          <a:solidFill>
            <a:schemeClr val="tx1"/>
          </a:solidFill>
          <a:latin typeface="Calibri"/>
          <a:ea typeface="宋体"/>
        </a:defRPr>
      </a:lvl3pPr>
      <a:lvl4pPr lvl="3" algn="ctr">
        <a:spcBef>
          <a:spcPct val="0"/>
        </a:spcBef>
        <a:spcAft>
          <a:spcPct val="0"/>
        </a:spcAft>
        <a:defRPr sz="4400">
          <a:solidFill>
            <a:schemeClr val="tx1"/>
          </a:solidFill>
          <a:latin typeface="Calibri"/>
          <a:ea typeface="宋体"/>
        </a:defRPr>
      </a:lvl4pPr>
      <a:lvl5pPr lvl="4" algn="ctr">
        <a:spcBef>
          <a:spcPct val="0"/>
        </a:spcBef>
        <a:spcAft>
          <a:spcPct val="0"/>
        </a:spcAft>
        <a:defRPr sz="4400">
          <a:solidFill>
            <a:schemeClr val="tx1"/>
          </a:solidFill>
          <a:latin typeface="Calibri"/>
          <a:ea typeface="宋体"/>
        </a:defRPr>
      </a:lvl5pPr>
      <a:lvl6pPr marL="457200" lvl="5" algn="ctr">
        <a:spcBef>
          <a:spcPct val="0"/>
        </a:spcBef>
        <a:spcAft>
          <a:spcPct val="0"/>
        </a:spcAft>
        <a:defRPr sz="4400">
          <a:solidFill>
            <a:schemeClr val="tx1"/>
          </a:solidFill>
          <a:latin typeface="Calibri"/>
          <a:ea typeface="宋体"/>
        </a:defRPr>
      </a:lvl6pPr>
      <a:lvl7pPr marL="914400" lvl="6" algn="ctr">
        <a:spcBef>
          <a:spcPct val="0"/>
        </a:spcBef>
        <a:spcAft>
          <a:spcPct val="0"/>
        </a:spcAft>
        <a:defRPr sz="4400">
          <a:solidFill>
            <a:schemeClr val="tx1"/>
          </a:solidFill>
          <a:latin typeface="Calibri"/>
          <a:ea typeface="宋体"/>
        </a:defRPr>
      </a:lvl7pPr>
      <a:lvl8pPr marL="1371600" lvl="7" algn="ctr">
        <a:spcBef>
          <a:spcPct val="0"/>
        </a:spcBef>
        <a:spcAft>
          <a:spcPct val="0"/>
        </a:spcAft>
        <a:defRPr sz="4400">
          <a:solidFill>
            <a:schemeClr val="tx1"/>
          </a:solidFill>
          <a:latin typeface="Calibri"/>
          <a:ea typeface="宋体"/>
        </a:defRPr>
      </a:lvl8pPr>
      <a:lvl9pPr marL="1828800" lvl="8" algn="ctr">
        <a:spcBef>
          <a:spcPct val="0"/>
        </a:spcBef>
        <a:spcAft>
          <a:spcPct val="0"/>
        </a:spcAft>
        <a:defRPr sz="4400">
          <a:solidFill>
            <a:schemeClr val="tx1"/>
          </a:solidFill>
          <a:latin typeface="Calibri"/>
          <a:ea typeface="宋体"/>
        </a:defRPr>
      </a:lvl9pPr>
    </p:titleStyle>
    <p:bodyStyle>
      <a:lvl1pPr marL="342900" lvl="0" indent="-342900" algn="l">
        <a:spcBef>
          <a:spcPct val="20000"/>
        </a:spcBef>
        <a:spcAft>
          <a:spcPct val="0"/>
        </a:spcAft>
        <a:buFont typeface="Arial" charset="0"/>
        <a:buChar char="•"/>
        <a:defRPr sz="3200">
          <a:solidFill>
            <a:schemeClr val="tx1"/>
          </a:solidFill>
          <a:latin typeface="Calibri"/>
          <a:ea typeface="宋体"/>
        </a:defRPr>
      </a:lvl1pPr>
      <a:lvl2pPr marL="742950" lvl="1" indent="-285750" algn="l">
        <a:spcBef>
          <a:spcPct val="20000"/>
        </a:spcBef>
        <a:spcAft>
          <a:spcPct val="0"/>
        </a:spcAft>
        <a:buFont typeface="Arial" charset="0"/>
        <a:buChar char="–"/>
        <a:defRPr sz="2800">
          <a:solidFill>
            <a:schemeClr val="tx1"/>
          </a:solidFill>
          <a:latin typeface="Calibri"/>
          <a:ea typeface="宋体"/>
        </a:defRPr>
      </a:lvl2pPr>
      <a:lvl3pPr marL="1143000" lvl="2" indent="-228600" algn="l">
        <a:spcBef>
          <a:spcPct val="20000"/>
        </a:spcBef>
        <a:spcAft>
          <a:spcPct val="0"/>
        </a:spcAft>
        <a:buFont typeface="Arial" charset="0"/>
        <a:buChar char="•"/>
        <a:defRPr sz="2400">
          <a:solidFill>
            <a:schemeClr val="tx1"/>
          </a:solidFill>
          <a:latin typeface="Calibri"/>
          <a:ea typeface="宋体"/>
        </a:defRPr>
      </a:lvl3pPr>
      <a:lvl4pPr marL="1600200" lvl="3" indent="-228600" algn="l">
        <a:spcBef>
          <a:spcPct val="20000"/>
        </a:spcBef>
        <a:spcAft>
          <a:spcPct val="0"/>
        </a:spcAft>
        <a:buFont typeface="Arial" charset="0"/>
        <a:buChar char="–"/>
        <a:defRPr sz="2000">
          <a:solidFill>
            <a:schemeClr val="tx1"/>
          </a:solidFill>
          <a:latin typeface="Calibri"/>
          <a:ea typeface="宋体"/>
        </a:defRPr>
      </a:lvl4pPr>
      <a:lvl5pPr marL="2057400" lvl="4" indent="-228600" algn="l">
        <a:spcBef>
          <a:spcPct val="20000"/>
        </a:spcBef>
        <a:spcAft>
          <a:spcPct val="0"/>
        </a:spcAft>
        <a:buFont typeface="Arial" charset="0"/>
        <a:buChar char="»"/>
        <a:defRPr sz="2000">
          <a:solidFill>
            <a:schemeClr val="tx1"/>
          </a:solidFill>
          <a:latin typeface="Calibri"/>
          <a:ea typeface="宋体"/>
        </a:defRPr>
      </a:lvl5pPr>
      <a:lvl6pPr marL="2514600" lvl="5" indent="-228600" algn="l">
        <a:spcBef>
          <a:spcPct val="20000"/>
        </a:spcBef>
        <a:spcAft>
          <a:spcPct val="0"/>
        </a:spcAft>
        <a:buFont typeface="Arial" charset="0"/>
        <a:buChar char="»"/>
        <a:defRPr sz="2000">
          <a:solidFill>
            <a:schemeClr val="tx1"/>
          </a:solidFill>
          <a:latin typeface="Calibri"/>
          <a:ea typeface="宋体"/>
        </a:defRPr>
      </a:lvl6pPr>
      <a:lvl7pPr marL="2971800" lvl="6" indent="-228600" algn="l">
        <a:spcBef>
          <a:spcPct val="20000"/>
        </a:spcBef>
        <a:spcAft>
          <a:spcPct val="0"/>
        </a:spcAft>
        <a:buFont typeface="Arial" charset="0"/>
        <a:buChar char="»"/>
        <a:defRPr sz="2000">
          <a:solidFill>
            <a:schemeClr val="tx1"/>
          </a:solidFill>
          <a:latin typeface="Calibri"/>
          <a:ea typeface="宋体"/>
        </a:defRPr>
      </a:lvl7pPr>
      <a:lvl8pPr marL="3429000" lvl="7" indent="-228600" algn="l">
        <a:spcBef>
          <a:spcPct val="20000"/>
        </a:spcBef>
        <a:spcAft>
          <a:spcPct val="0"/>
        </a:spcAft>
        <a:buFont typeface="Arial" charset="0"/>
        <a:buChar char="»"/>
        <a:defRPr sz="2000">
          <a:solidFill>
            <a:schemeClr val="tx1"/>
          </a:solidFill>
          <a:latin typeface="Calibri"/>
          <a:ea typeface="宋体"/>
        </a:defRPr>
      </a:lvl8pPr>
      <a:lvl9pPr marL="3886200" lvl="8" indent="-228600" algn="l">
        <a:spcBef>
          <a:spcPct val="20000"/>
        </a:spcBef>
        <a:spcAft>
          <a:spcPct val="0"/>
        </a:spcAft>
        <a:buFont typeface="Arial" charset="0"/>
        <a:buChar char="»"/>
        <a:defRPr sz="2000">
          <a:solidFill>
            <a:schemeClr val="tx1"/>
          </a:solidFill>
          <a:latin typeface="Calibri"/>
          <a:ea typeface="宋体"/>
        </a:defRPr>
      </a:lvl9pPr>
    </p:bodyStyle>
    <p:otherStyle>
      <a:lvl1pPr marL="0" lvl="0" algn="l" defTabSz="914400">
        <a:defRPr sz="1800" kern="1200">
          <a:solidFill>
            <a:schemeClr val="tx1"/>
          </a:solidFill>
          <a:latin typeface="Calibri"/>
          <a:ea typeface="宋体"/>
        </a:defRPr>
      </a:lvl1pPr>
      <a:lvl2pPr marL="457200" lvl="1" algn="l" defTabSz="914400">
        <a:defRPr sz="1800" kern="1200">
          <a:solidFill>
            <a:schemeClr val="tx1"/>
          </a:solidFill>
          <a:latin typeface="Calibri"/>
          <a:ea typeface="宋体"/>
        </a:defRPr>
      </a:lvl2pPr>
      <a:lvl3pPr marL="914400" lvl="2" algn="l" defTabSz="914400">
        <a:defRPr sz="1800" kern="1200">
          <a:solidFill>
            <a:schemeClr val="tx1"/>
          </a:solidFill>
          <a:latin typeface="Calibri"/>
          <a:ea typeface="宋体"/>
        </a:defRPr>
      </a:lvl3pPr>
      <a:lvl4pPr marL="1371600" lvl="3" algn="l" defTabSz="914400">
        <a:defRPr sz="1800" kern="1200">
          <a:solidFill>
            <a:schemeClr val="tx1"/>
          </a:solidFill>
          <a:latin typeface="Calibri"/>
          <a:ea typeface="宋体"/>
        </a:defRPr>
      </a:lvl4pPr>
      <a:lvl5pPr marL="1828800" lvl="4" algn="l" defTabSz="914400">
        <a:defRPr sz="1800" kern="1200">
          <a:solidFill>
            <a:schemeClr val="tx1"/>
          </a:solidFill>
          <a:latin typeface="Calibri"/>
          <a:ea typeface="宋体"/>
        </a:defRPr>
      </a:lvl5pPr>
      <a:lvl6pPr marL="2286000" lvl="5" algn="l" defTabSz="914400">
        <a:defRPr sz="1800" kern="1200">
          <a:solidFill>
            <a:schemeClr val="tx1"/>
          </a:solidFill>
          <a:latin typeface="Calibri"/>
          <a:ea typeface="宋体"/>
        </a:defRPr>
      </a:lvl6pPr>
      <a:lvl7pPr marL="2743200" lvl="6" algn="l" defTabSz="914400">
        <a:defRPr sz="1800" kern="1200">
          <a:solidFill>
            <a:schemeClr val="tx1"/>
          </a:solidFill>
          <a:latin typeface="Calibri"/>
          <a:ea typeface="宋体"/>
        </a:defRPr>
      </a:lvl7pPr>
      <a:lvl8pPr marL="3200400" lvl="7" algn="l" defTabSz="914400">
        <a:defRPr sz="1800" kern="1200">
          <a:solidFill>
            <a:schemeClr val="tx1"/>
          </a:solidFill>
          <a:latin typeface="Calibri"/>
          <a:ea typeface="宋体"/>
        </a:defRPr>
      </a:lvl8pPr>
      <a:lvl9pPr marL="3657600" lvl="8" algn="l" defTabSz="914400">
        <a:defRPr sz="1800" kern="1200">
          <a:solidFill>
            <a:schemeClr val="tx1"/>
          </a:solidFill>
          <a:latin typeface="Calibri"/>
          <a:ea typeface="宋体"/>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1">
          <a:blip r:embed="rId14"/>
          <a:stretch/>
        </a:blip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a:xfrm>
            <a:off x="457200" y="206375"/>
            <a:ext cx="8229600" cy="857250"/>
          </a:xfrm>
          <a:prstGeom prst="rect">
            <a:avLst/>
          </a:prstGeom>
          <a:noFill/>
          <a:ln>
            <a:noFill/>
          </a:ln>
        </p:spPr>
        <p:txBody>
          <a:bodyPr vert="horz" wrap="square" lIns="91440" tIns="45720" rIns="91440" bIns="45720" numCol="1" anchor="ctr" anchorCtr="0"/>
          <a:lstStyle/>
          <a:p>
            <a:pPr lvl="0"/>
            <a:r>
              <a:rPr lang="zh-CN"/>
              <a:t>单击此处编辑母版标题样式</a:t>
            </a:r>
          </a:p>
        </p:txBody>
      </p:sp>
      <p:sp>
        <p:nvSpPr>
          <p:cNvPr id="1027" name="文本占位符 2"/>
          <p:cNvSpPr>
            <a:spLocks noGrp="1" noChangeArrowheads="1"/>
          </p:cNvSpPr>
          <p:nvPr>
            <p:ph type="body" idx="9"/>
          </p:nvPr>
        </p:nvSpPr>
        <p:spPr>
          <a:xfrm>
            <a:off x="457200" y="1200151"/>
            <a:ext cx="8229600" cy="3394075"/>
          </a:xfrm>
          <a:prstGeom prst="rect">
            <a:avLst/>
          </a:prstGeom>
          <a:noFill/>
          <a:ln>
            <a:noFill/>
          </a:ln>
        </p:spPr>
        <p:txBody>
          <a:bodyPr vert="horz" wrap="square" lIns="91440" tIns="45720" rIns="91440" bIns="45720" numCol="1" anchor="t" anchorCtr="0"/>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1028" name="日期占位符 3"/>
          <p:cNvSpPr>
            <a:spLocks noGrp="1" noChangeArrowheads="1"/>
          </p:cNvSpPr>
          <p:nvPr>
            <p:ph type="dt" idx="2"/>
          </p:nvPr>
        </p:nvSpPr>
        <p:spPr>
          <a:xfrm>
            <a:off x="457200" y="4767263"/>
            <a:ext cx="2133600" cy="274637"/>
          </a:xfrm>
          <a:prstGeom prst="rect">
            <a:avLst/>
          </a:prstGeom>
          <a:noFill/>
          <a:ln>
            <a:noFill/>
          </a:ln>
        </p:spPr>
        <p:txBody>
          <a:bodyPr vert="horz" wrap="square" lIns="91440" tIns="45720" rIns="91440" bIns="45720" numCol="1" anchor="ctr" anchorCtr="0"/>
          <a:lstStyle>
            <a:lvl1pPr lvl="0">
              <a:buFont typeface="Arial" charset="0"/>
              <a:buNone/>
              <a:defRPr sz="1200">
                <a:solidFill>
                  <a:srgbClr val="898989"/>
                </a:solidFill>
                <a:latin typeface="Calibri"/>
                <a:ea typeface="宋体"/>
              </a:defRPr>
            </a:lvl1pPr>
          </a:lstStyle>
          <a:p>
            <a:endParaRPr lang="zh-CN"/>
          </a:p>
        </p:txBody>
      </p:sp>
      <p:sp>
        <p:nvSpPr>
          <p:cNvPr id="1029" name="页脚占位符 4"/>
          <p:cNvSpPr>
            <a:spLocks noGrp="1" noChangeArrowheads="1"/>
          </p:cNvSpPr>
          <p:nvPr>
            <p:ph type="ftr" idx="3"/>
          </p:nvPr>
        </p:nvSpPr>
        <p:spPr>
          <a:xfrm>
            <a:off x="3124200" y="4767263"/>
            <a:ext cx="2895600" cy="274637"/>
          </a:xfrm>
          <a:prstGeom prst="rect">
            <a:avLst/>
          </a:prstGeom>
          <a:noFill/>
          <a:ln>
            <a:noFill/>
          </a:ln>
        </p:spPr>
        <p:txBody>
          <a:bodyPr vert="horz" wrap="square" lIns="91440" tIns="45720" rIns="91440" bIns="45720" numCol="1" anchor="ctr" anchorCtr="0"/>
          <a:lstStyle>
            <a:lvl1pPr lvl="0" algn="ctr">
              <a:buFont typeface="Arial" charset="0"/>
              <a:buNone/>
              <a:defRPr sz="1200">
                <a:solidFill>
                  <a:srgbClr val="898989"/>
                </a:solidFill>
                <a:latin typeface="Calibri"/>
                <a:ea typeface="宋体"/>
              </a:defRPr>
            </a:lvl1pPr>
          </a:lstStyle>
          <a:p>
            <a:endParaRPr lang="zh-CN"/>
          </a:p>
        </p:txBody>
      </p:sp>
      <p:sp>
        <p:nvSpPr>
          <p:cNvPr id="1030" name="灯片编号占位符 5"/>
          <p:cNvSpPr>
            <a:spLocks noGrp="1" noChangeArrowheads="1"/>
          </p:cNvSpPr>
          <p:nvPr>
            <p:ph type="sldNum" idx="4"/>
          </p:nvPr>
        </p:nvSpPr>
        <p:spPr>
          <a:xfrm>
            <a:off x="6553200" y="4767263"/>
            <a:ext cx="2133600" cy="274637"/>
          </a:xfrm>
          <a:prstGeom prst="rect">
            <a:avLst/>
          </a:prstGeom>
          <a:noFill/>
          <a:ln>
            <a:noFill/>
          </a:ln>
        </p:spPr>
        <p:txBody>
          <a:bodyPr vert="horz" wrap="square" lIns="91440" tIns="45720" rIns="91440" bIns="45720" numCol="1" anchor="ctr" anchorCtr="0"/>
          <a:lstStyle>
            <a:lvl1pPr lvl="0" algn="r">
              <a:defRPr sz="1200">
                <a:solidFill>
                  <a:srgbClr val="898989"/>
                </a:solidFill>
                <a:latin typeface="Calibri"/>
              </a:defRPr>
            </a:lvl1pPr>
          </a:lstStyle>
          <a:p>
            <a:fld id="{2B865F8E-C9A6-450B-A9C7-5798BE3FFA29}" type="slidenum">
              <a:rPr lang="zh-CN"/>
              <a:t>‹#›</a:t>
            </a:fld>
            <a:endParaRPr lang="zh-CN"/>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lvl="0" algn="ctr">
        <a:spcBef>
          <a:spcPct val="0"/>
        </a:spcBef>
        <a:spcAft>
          <a:spcPct val="0"/>
        </a:spcAft>
        <a:defRPr sz="5867">
          <a:solidFill>
            <a:schemeClr val="tx1"/>
          </a:solidFill>
          <a:latin typeface="Calibri"/>
          <a:ea typeface="宋体"/>
        </a:defRPr>
      </a:lvl1pPr>
      <a:lvl2pPr lvl="1" algn="ctr">
        <a:spcBef>
          <a:spcPct val="0"/>
        </a:spcBef>
        <a:spcAft>
          <a:spcPct val="0"/>
        </a:spcAft>
        <a:defRPr sz="5867">
          <a:solidFill>
            <a:schemeClr val="tx1"/>
          </a:solidFill>
          <a:latin typeface="Calibri"/>
          <a:ea typeface="宋体"/>
        </a:defRPr>
      </a:lvl2pPr>
      <a:lvl3pPr lvl="2" algn="ctr">
        <a:spcBef>
          <a:spcPct val="0"/>
        </a:spcBef>
        <a:spcAft>
          <a:spcPct val="0"/>
        </a:spcAft>
        <a:defRPr sz="5867">
          <a:solidFill>
            <a:schemeClr val="tx1"/>
          </a:solidFill>
          <a:latin typeface="Calibri"/>
          <a:ea typeface="宋体"/>
        </a:defRPr>
      </a:lvl3pPr>
      <a:lvl4pPr lvl="3" algn="ctr">
        <a:spcBef>
          <a:spcPct val="0"/>
        </a:spcBef>
        <a:spcAft>
          <a:spcPct val="0"/>
        </a:spcAft>
        <a:defRPr sz="5867">
          <a:solidFill>
            <a:schemeClr val="tx1"/>
          </a:solidFill>
          <a:latin typeface="Calibri"/>
          <a:ea typeface="宋体"/>
        </a:defRPr>
      </a:lvl4pPr>
      <a:lvl5pPr lvl="4" algn="ctr">
        <a:spcBef>
          <a:spcPct val="0"/>
        </a:spcBef>
        <a:spcAft>
          <a:spcPct val="0"/>
        </a:spcAft>
        <a:defRPr sz="5867">
          <a:solidFill>
            <a:schemeClr val="tx1"/>
          </a:solidFill>
          <a:latin typeface="Calibri"/>
          <a:ea typeface="宋体"/>
        </a:defRPr>
      </a:lvl5pPr>
      <a:lvl6pPr marL="609585" lvl="5" algn="ctr">
        <a:spcBef>
          <a:spcPct val="0"/>
        </a:spcBef>
        <a:spcAft>
          <a:spcPct val="0"/>
        </a:spcAft>
        <a:defRPr sz="5867">
          <a:solidFill>
            <a:schemeClr val="tx1"/>
          </a:solidFill>
          <a:latin typeface="Calibri"/>
          <a:ea typeface="宋体"/>
        </a:defRPr>
      </a:lvl6pPr>
      <a:lvl7pPr marL="1219170" lvl="6" algn="ctr">
        <a:spcBef>
          <a:spcPct val="0"/>
        </a:spcBef>
        <a:spcAft>
          <a:spcPct val="0"/>
        </a:spcAft>
        <a:defRPr sz="5867">
          <a:solidFill>
            <a:schemeClr val="tx1"/>
          </a:solidFill>
          <a:latin typeface="Calibri"/>
          <a:ea typeface="宋体"/>
        </a:defRPr>
      </a:lvl7pPr>
      <a:lvl8pPr marL="1828754" lvl="7" algn="ctr">
        <a:spcBef>
          <a:spcPct val="0"/>
        </a:spcBef>
        <a:spcAft>
          <a:spcPct val="0"/>
        </a:spcAft>
        <a:defRPr sz="5867">
          <a:solidFill>
            <a:schemeClr val="tx1"/>
          </a:solidFill>
          <a:latin typeface="Calibri"/>
          <a:ea typeface="宋体"/>
        </a:defRPr>
      </a:lvl8pPr>
      <a:lvl9pPr marL="2438339" lvl="8" algn="ctr">
        <a:spcBef>
          <a:spcPct val="0"/>
        </a:spcBef>
        <a:spcAft>
          <a:spcPct val="0"/>
        </a:spcAft>
        <a:defRPr sz="5867">
          <a:solidFill>
            <a:schemeClr val="tx1"/>
          </a:solidFill>
          <a:latin typeface="Calibri"/>
          <a:ea typeface="宋体"/>
        </a:defRPr>
      </a:lvl9pPr>
    </p:titleStyle>
    <p:bodyStyle>
      <a:lvl1pPr marL="457189" lvl="0" indent="-457189" algn="l">
        <a:spcBef>
          <a:spcPct val="20000"/>
        </a:spcBef>
        <a:spcAft>
          <a:spcPct val="0"/>
        </a:spcAft>
        <a:buFont typeface="Arial" charset="0"/>
        <a:buChar char="•"/>
        <a:defRPr sz="4267">
          <a:solidFill>
            <a:schemeClr val="tx1"/>
          </a:solidFill>
          <a:latin typeface="Calibri"/>
          <a:ea typeface="宋体"/>
        </a:defRPr>
      </a:lvl1pPr>
      <a:lvl2pPr marL="990575" lvl="1" indent="-380990" algn="l">
        <a:spcBef>
          <a:spcPct val="20000"/>
        </a:spcBef>
        <a:spcAft>
          <a:spcPct val="0"/>
        </a:spcAft>
        <a:buFont typeface="Arial" charset="0"/>
        <a:buChar char="–"/>
        <a:defRPr sz="3733">
          <a:solidFill>
            <a:schemeClr val="tx1"/>
          </a:solidFill>
          <a:latin typeface="Calibri"/>
          <a:ea typeface="宋体"/>
        </a:defRPr>
      </a:lvl2pPr>
      <a:lvl3pPr marL="1523962" lvl="2" indent="-304792" algn="l">
        <a:spcBef>
          <a:spcPct val="20000"/>
        </a:spcBef>
        <a:spcAft>
          <a:spcPct val="0"/>
        </a:spcAft>
        <a:buFont typeface="Arial" charset="0"/>
        <a:buChar char="•"/>
        <a:defRPr sz="3200">
          <a:solidFill>
            <a:schemeClr val="tx1"/>
          </a:solidFill>
          <a:latin typeface="Calibri"/>
          <a:ea typeface="宋体"/>
        </a:defRPr>
      </a:lvl3pPr>
      <a:lvl4pPr marL="2133547" lvl="3" indent="-304792" algn="l">
        <a:spcBef>
          <a:spcPct val="20000"/>
        </a:spcBef>
        <a:spcAft>
          <a:spcPct val="0"/>
        </a:spcAft>
        <a:buFont typeface="Arial" charset="0"/>
        <a:buChar char="–"/>
        <a:defRPr sz="2667">
          <a:solidFill>
            <a:schemeClr val="tx1"/>
          </a:solidFill>
          <a:latin typeface="Calibri"/>
          <a:ea typeface="宋体"/>
        </a:defRPr>
      </a:lvl4pPr>
      <a:lvl5pPr marL="2743131" lvl="4" indent="-304792" algn="l">
        <a:spcBef>
          <a:spcPct val="20000"/>
        </a:spcBef>
        <a:spcAft>
          <a:spcPct val="0"/>
        </a:spcAft>
        <a:buFont typeface="Arial" charset="0"/>
        <a:buChar char="»"/>
        <a:defRPr sz="2667">
          <a:solidFill>
            <a:schemeClr val="tx1"/>
          </a:solidFill>
          <a:latin typeface="Calibri"/>
          <a:ea typeface="宋体"/>
        </a:defRPr>
      </a:lvl5pPr>
      <a:lvl6pPr marL="3352716" lvl="5" indent="-304792" algn="l">
        <a:spcBef>
          <a:spcPct val="20000"/>
        </a:spcBef>
        <a:spcAft>
          <a:spcPct val="0"/>
        </a:spcAft>
        <a:buFont typeface="Arial" charset="0"/>
        <a:buChar char="»"/>
        <a:defRPr sz="2667">
          <a:solidFill>
            <a:schemeClr val="tx1"/>
          </a:solidFill>
          <a:latin typeface="Calibri"/>
          <a:ea typeface="宋体"/>
        </a:defRPr>
      </a:lvl6pPr>
      <a:lvl7pPr marL="3962301" lvl="6" indent="-304792" algn="l">
        <a:spcBef>
          <a:spcPct val="20000"/>
        </a:spcBef>
        <a:spcAft>
          <a:spcPct val="0"/>
        </a:spcAft>
        <a:buFont typeface="Arial" charset="0"/>
        <a:buChar char="»"/>
        <a:defRPr sz="2667">
          <a:solidFill>
            <a:schemeClr val="tx1"/>
          </a:solidFill>
          <a:latin typeface="Calibri"/>
          <a:ea typeface="宋体"/>
        </a:defRPr>
      </a:lvl7pPr>
      <a:lvl8pPr marL="4571886" lvl="7" indent="-304792" algn="l">
        <a:spcBef>
          <a:spcPct val="20000"/>
        </a:spcBef>
        <a:spcAft>
          <a:spcPct val="0"/>
        </a:spcAft>
        <a:buFont typeface="Arial" charset="0"/>
        <a:buChar char="»"/>
        <a:defRPr sz="2667">
          <a:solidFill>
            <a:schemeClr val="tx1"/>
          </a:solidFill>
          <a:latin typeface="Calibri"/>
          <a:ea typeface="宋体"/>
        </a:defRPr>
      </a:lvl8pPr>
      <a:lvl9pPr marL="5181470" lvl="8" indent="-304792" algn="l">
        <a:spcBef>
          <a:spcPct val="20000"/>
        </a:spcBef>
        <a:spcAft>
          <a:spcPct val="0"/>
        </a:spcAft>
        <a:buFont typeface="Arial" charset="0"/>
        <a:buChar char="»"/>
        <a:defRPr sz="2667">
          <a:solidFill>
            <a:schemeClr val="tx1"/>
          </a:solidFill>
          <a:latin typeface="Calibri"/>
          <a:ea typeface="宋体"/>
        </a:defRPr>
      </a:lvl9pPr>
    </p:bodyStyle>
    <p:otherStyle>
      <a:lvl1pPr marL="0" lvl="0" algn="l" defTabSz="1219170">
        <a:defRPr sz="2400" kern="1200">
          <a:solidFill>
            <a:schemeClr val="tx1"/>
          </a:solidFill>
          <a:latin typeface="Calibri"/>
          <a:ea typeface="宋体"/>
        </a:defRPr>
      </a:lvl1pPr>
      <a:lvl2pPr marL="609585" lvl="1" algn="l" defTabSz="1219170">
        <a:defRPr sz="2400" kern="1200">
          <a:solidFill>
            <a:schemeClr val="tx1"/>
          </a:solidFill>
          <a:latin typeface="Calibri"/>
          <a:ea typeface="宋体"/>
        </a:defRPr>
      </a:lvl2pPr>
      <a:lvl3pPr marL="1219170" lvl="2" algn="l" defTabSz="1219170">
        <a:defRPr sz="2400" kern="1200">
          <a:solidFill>
            <a:schemeClr val="tx1"/>
          </a:solidFill>
          <a:latin typeface="Calibri"/>
          <a:ea typeface="宋体"/>
        </a:defRPr>
      </a:lvl3pPr>
      <a:lvl4pPr marL="1828754" lvl="3" algn="l" defTabSz="1219170">
        <a:defRPr sz="2400" kern="1200">
          <a:solidFill>
            <a:schemeClr val="tx1"/>
          </a:solidFill>
          <a:latin typeface="Calibri"/>
          <a:ea typeface="宋体"/>
        </a:defRPr>
      </a:lvl4pPr>
      <a:lvl5pPr marL="2438339" lvl="4" algn="l" defTabSz="1219170">
        <a:defRPr sz="2400" kern="1200">
          <a:solidFill>
            <a:schemeClr val="tx1"/>
          </a:solidFill>
          <a:latin typeface="Calibri"/>
          <a:ea typeface="宋体"/>
        </a:defRPr>
      </a:lvl5pPr>
      <a:lvl6pPr marL="3047924" lvl="5" algn="l" defTabSz="1219170">
        <a:defRPr sz="2400" kern="1200">
          <a:solidFill>
            <a:schemeClr val="tx1"/>
          </a:solidFill>
          <a:latin typeface="Calibri"/>
          <a:ea typeface="宋体"/>
        </a:defRPr>
      </a:lvl6pPr>
      <a:lvl7pPr marL="3657509" lvl="6" algn="l" defTabSz="1219170">
        <a:defRPr sz="2400" kern="1200">
          <a:solidFill>
            <a:schemeClr val="tx1"/>
          </a:solidFill>
          <a:latin typeface="Calibri"/>
          <a:ea typeface="宋体"/>
        </a:defRPr>
      </a:lvl7pPr>
      <a:lvl8pPr marL="4267093" lvl="7" algn="l" defTabSz="1219170">
        <a:defRPr sz="2400" kern="1200">
          <a:solidFill>
            <a:schemeClr val="tx1"/>
          </a:solidFill>
          <a:latin typeface="Calibri"/>
          <a:ea typeface="宋体"/>
        </a:defRPr>
      </a:lvl8pPr>
      <a:lvl9pPr marL="4876678" lvl="8" algn="l" defTabSz="1219170">
        <a:defRPr sz="2400" kern="1200">
          <a:solidFill>
            <a:schemeClr val="tx1"/>
          </a:solidFill>
          <a:latin typeface="Calibri"/>
          <a:ea typeface="宋体"/>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182563" y="171688"/>
            <a:ext cx="8686800" cy="611981"/>
          </a:xfrm>
          <a:prstGeom prst="rect">
            <a:avLst/>
          </a:prstGeom>
          <a:noFill/>
          <a:ln>
            <a:noFill/>
          </a:ln>
        </p:spPr>
        <p:txBody>
          <a:bodyPr anchor="b"/>
          <a:lstStyle/>
          <a:p>
            <a:pPr lvl="0"/>
            <a:endParaRPr lang="en-US"/>
          </a:p>
        </p:txBody>
      </p:sp>
      <p:sp>
        <p:nvSpPr>
          <p:cNvPr id="1027" name="Rectangle 3"/>
          <p:cNvSpPr>
            <a:spLocks noGrp="1"/>
          </p:cNvSpPr>
          <p:nvPr>
            <p:ph type="body"/>
          </p:nvPr>
        </p:nvSpPr>
        <p:spPr>
          <a:xfrm>
            <a:off x="182563" y="913448"/>
            <a:ext cx="8686800" cy="3368278"/>
          </a:xfrm>
          <a:prstGeom prst="rect">
            <a:avLst/>
          </a:prstGeom>
          <a:noFill/>
          <a:ln>
            <a:noFill/>
          </a:ln>
        </p:spPr>
        <p:txBody>
          <a:bodyPr anchor="t"/>
          <a:lstStyle/>
          <a:p>
            <a:pPr lvl="0" indent="-130016"/>
            <a:r>
              <a:rPr lang="en-US"/>
              <a:t>Click to edit Master text styles</a:t>
            </a:r>
          </a:p>
          <a:p>
            <a:pPr lvl="1" indent="-122872"/>
            <a:r>
              <a:rPr lang="en-US"/>
              <a:t>Second level</a:t>
            </a:r>
          </a:p>
          <a:p>
            <a:pPr lvl="2" indent="-130016"/>
            <a:r>
              <a:rPr lang="en-US"/>
              <a:t>Third level</a:t>
            </a:r>
          </a:p>
        </p:txBody>
      </p:sp>
      <p:sp>
        <p:nvSpPr>
          <p:cNvPr id="1029" name="灯片编号占位符 1"/>
          <p:cNvSpPr txBox="1">
            <a:spLocks noGrp="1"/>
          </p:cNvSpPr>
          <p:nvPr/>
        </p:nvSpPr>
        <p:spPr>
          <a:xfrm>
            <a:off x="182563" y="4902994"/>
            <a:ext cx="366713" cy="138112"/>
          </a:xfrm>
          <a:prstGeom prst="rect">
            <a:avLst/>
          </a:prstGeom>
          <a:noFill/>
          <a:ln>
            <a:noFill/>
          </a:ln>
        </p:spPr>
        <p:txBody>
          <a:bodyPr lIns="122766" tIns="61384" rIns="122766" bIns="61384"/>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a:spcBef>
                <a:spcPct val="0"/>
              </a:spcBef>
              <a:spcAft>
                <a:spcPct val="0"/>
              </a:spcAft>
              <a:defRPr>
                <a:solidFill>
                  <a:schemeClr val="tx1"/>
                </a:solidFill>
                <a:latin typeface="Arial"/>
                <a:ea typeface="宋体"/>
              </a:defRPr>
            </a:lvl6pPr>
            <a:lvl7pPr marL="2971800" lvl="6" indent="-228600">
              <a:spcBef>
                <a:spcPct val="0"/>
              </a:spcBef>
              <a:spcAft>
                <a:spcPct val="0"/>
              </a:spcAft>
              <a:defRPr>
                <a:solidFill>
                  <a:schemeClr val="tx1"/>
                </a:solidFill>
                <a:latin typeface="Arial"/>
                <a:ea typeface="宋体"/>
              </a:defRPr>
            </a:lvl7pPr>
            <a:lvl8pPr marL="3429000" lvl="7" indent="-228600">
              <a:spcBef>
                <a:spcPct val="0"/>
              </a:spcBef>
              <a:spcAft>
                <a:spcPct val="0"/>
              </a:spcAft>
              <a:defRPr>
                <a:solidFill>
                  <a:schemeClr val="tx1"/>
                </a:solidFill>
                <a:latin typeface="Arial"/>
                <a:ea typeface="宋体"/>
              </a:defRPr>
            </a:lvl8pPr>
            <a:lvl9pPr marL="3886200" lvl="8" indent="-228600">
              <a:spcBef>
                <a:spcPct val="0"/>
              </a:spcBef>
              <a:spcAft>
                <a:spcPct val="0"/>
              </a:spcAft>
              <a:defRPr>
                <a:solidFill>
                  <a:schemeClr val="tx1"/>
                </a:solidFill>
                <a:latin typeface="Arial"/>
                <a:ea typeface="宋体"/>
              </a:defRPr>
            </a:lvl9pPr>
          </a:lstStyle>
          <a:p>
            <a:pPr marL="0" lvl="0" indent="0" algn="l" defTabSz="914400">
              <a:lnSpc>
                <a:spcPct val="100000"/>
              </a:lnSpc>
              <a:spcBef>
                <a:spcPct val="0"/>
              </a:spcBef>
              <a:spcAft>
                <a:spcPct val="0"/>
              </a:spcAft>
              <a:buClrTx/>
              <a:buSzTx/>
              <a:buFontTx/>
              <a:buNone/>
            </a:pPr>
            <a:fld id="{6359C5F3-6B52-41BD-A82B-B26B2F758E32}" type="slidenum">
              <a:rPr lang="zh-CN" sz="799" b="0" i="0" u="none" strike="noStrike" kern="1200" spc="0" baseline="0">
                <a:ln>
                  <a:noFill/>
                </a:ln>
                <a:solidFill>
                  <a:schemeClr val="tx1"/>
                </a:solidFill>
                <a:effectLst/>
                <a:latin typeface="Arial"/>
                <a:ea typeface="宋体"/>
              </a:rPr>
              <a:t>‹#›</a:t>
            </a:fld>
            <a:endParaRPr lang="en-US" sz="799" b="0" i="0" u="none" strike="noStrike" kern="1200" spc="0" baseline="0">
              <a:ln>
                <a:noFill/>
              </a:ln>
              <a:solidFill>
                <a:schemeClr val="tx1"/>
              </a:solidFill>
              <a:effectLst/>
              <a:latin typeface="Arial"/>
              <a:ea typeface="宋体"/>
            </a:endParaRPr>
          </a:p>
        </p:txBody>
      </p:sp>
      <p:pic>
        <p:nvPicPr>
          <p:cNvPr id="1030" name="Picture 6"/>
          <p:cNvPicPr>
            <a:picLocks noChangeAspect="1"/>
          </p:cNvPicPr>
          <p:nvPr/>
        </p:nvPicPr>
        <p:blipFill>
          <a:blip r:embed="rId6"/>
          <a:stretch/>
        </p:blipFill>
        <p:spPr>
          <a:xfrm>
            <a:off x="7118350" y="-476"/>
            <a:ext cx="1779588" cy="394097"/>
          </a:xfrm>
          <a:prstGeom prst="rect">
            <a:avLst/>
          </a:prstGeom>
          <a:noFill/>
          <a:ln>
            <a:noFill/>
          </a:ln>
        </p:spPr>
      </p:pic>
      <p:sp>
        <p:nvSpPr>
          <p:cNvPr id="7" name="Line 4"/>
          <p:cNvSpPr/>
          <p:nvPr/>
        </p:nvSpPr>
        <p:spPr>
          <a:xfrm flipV="1">
            <a:off x="274638" y="424382"/>
            <a:ext cx="8594725" cy="0"/>
          </a:xfrm>
          <a:prstGeom prst="line">
            <a:avLst/>
          </a:prstGeom>
          <a:ln w="38100">
            <a:solidFill>
              <a:srgbClr val="00B050"/>
            </a:solidFill>
            <a:prstDash val="solid"/>
            <a:headEnd type="none" w="med" len="med"/>
            <a:tailEnd type="none" w="med" len="med"/>
          </a:ln>
        </p:spPr>
        <p:txBody>
          <a:bodyPr/>
          <a:lstStyle/>
          <a:p>
            <a:endParaRPr/>
          </a:p>
        </p:txBody>
      </p:sp>
    </p:spTree>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Lst>
  <p:hf sldNum="0" hdr="0" ftr="0" dt="0"/>
  <p:txStyles>
    <p:titleStyle>
      <a:lvl1pPr lvl="0" algn="l">
        <a:lnSpc>
          <a:spcPct val="90000"/>
        </a:lnSpc>
        <a:spcBef>
          <a:spcPct val="0"/>
        </a:spcBef>
        <a:spcAft>
          <a:spcPct val="0"/>
        </a:spcAft>
        <a:defRPr sz="2200" b="1">
          <a:solidFill>
            <a:schemeClr val="hlink"/>
          </a:solidFill>
          <a:latin typeface="Arial"/>
          <a:ea typeface="宋体"/>
        </a:defRPr>
      </a:lvl1pPr>
      <a:lvl2pPr lvl="1" algn="l">
        <a:lnSpc>
          <a:spcPct val="90000"/>
        </a:lnSpc>
        <a:spcBef>
          <a:spcPct val="0"/>
        </a:spcBef>
        <a:spcAft>
          <a:spcPct val="0"/>
        </a:spcAft>
        <a:defRPr sz="2200" b="1">
          <a:solidFill>
            <a:schemeClr val="hlink"/>
          </a:solidFill>
          <a:latin typeface="Arial"/>
          <a:ea typeface="宋体"/>
        </a:defRPr>
      </a:lvl2pPr>
      <a:lvl3pPr lvl="2" algn="l">
        <a:lnSpc>
          <a:spcPct val="90000"/>
        </a:lnSpc>
        <a:spcBef>
          <a:spcPct val="0"/>
        </a:spcBef>
        <a:spcAft>
          <a:spcPct val="0"/>
        </a:spcAft>
        <a:defRPr sz="2200" b="1">
          <a:solidFill>
            <a:schemeClr val="hlink"/>
          </a:solidFill>
          <a:latin typeface="Arial"/>
          <a:ea typeface="宋体"/>
        </a:defRPr>
      </a:lvl3pPr>
      <a:lvl4pPr lvl="3" algn="l">
        <a:lnSpc>
          <a:spcPct val="90000"/>
        </a:lnSpc>
        <a:spcBef>
          <a:spcPct val="0"/>
        </a:spcBef>
        <a:spcAft>
          <a:spcPct val="0"/>
        </a:spcAft>
        <a:defRPr sz="2200" b="1">
          <a:solidFill>
            <a:schemeClr val="hlink"/>
          </a:solidFill>
          <a:latin typeface="Arial"/>
          <a:ea typeface="宋体"/>
        </a:defRPr>
      </a:lvl4pPr>
      <a:lvl5pPr lvl="4" algn="l">
        <a:lnSpc>
          <a:spcPct val="90000"/>
        </a:lnSpc>
        <a:spcBef>
          <a:spcPct val="0"/>
        </a:spcBef>
        <a:spcAft>
          <a:spcPct val="0"/>
        </a:spcAft>
        <a:defRPr sz="2200" b="1">
          <a:solidFill>
            <a:schemeClr val="hlink"/>
          </a:solidFill>
          <a:latin typeface="Arial"/>
          <a:ea typeface="宋体"/>
        </a:defRPr>
      </a:lvl5pPr>
      <a:lvl6pPr marL="457200" lvl="5" algn="l">
        <a:lnSpc>
          <a:spcPct val="90000"/>
        </a:lnSpc>
        <a:spcBef>
          <a:spcPct val="0"/>
        </a:spcBef>
        <a:spcAft>
          <a:spcPct val="0"/>
        </a:spcAft>
        <a:defRPr sz="2200" b="1">
          <a:solidFill>
            <a:schemeClr val="hlink"/>
          </a:solidFill>
          <a:latin typeface="Arial"/>
          <a:ea typeface="宋体"/>
        </a:defRPr>
      </a:lvl6pPr>
      <a:lvl7pPr marL="914400" lvl="6" algn="l">
        <a:lnSpc>
          <a:spcPct val="90000"/>
        </a:lnSpc>
        <a:spcBef>
          <a:spcPct val="0"/>
        </a:spcBef>
        <a:spcAft>
          <a:spcPct val="0"/>
        </a:spcAft>
        <a:defRPr sz="2200" b="1">
          <a:solidFill>
            <a:schemeClr val="hlink"/>
          </a:solidFill>
          <a:latin typeface="Arial"/>
          <a:ea typeface="宋体"/>
        </a:defRPr>
      </a:lvl7pPr>
      <a:lvl8pPr marL="1371600" lvl="7" algn="l">
        <a:lnSpc>
          <a:spcPct val="90000"/>
        </a:lnSpc>
        <a:spcBef>
          <a:spcPct val="0"/>
        </a:spcBef>
        <a:spcAft>
          <a:spcPct val="0"/>
        </a:spcAft>
        <a:defRPr sz="2200" b="1">
          <a:solidFill>
            <a:schemeClr val="hlink"/>
          </a:solidFill>
          <a:latin typeface="Arial"/>
          <a:ea typeface="宋体"/>
        </a:defRPr>
      </a:lvl8pPr>
      <a:lvl9pPr marL="1828800" lvl="8" algn="l">
        <a:lnSpc>
          <a:spcPct val="90000"/>
        </a:lnSpc>
        <a:spcBef>
          <a:spcPct val="0"/>
        </a:spcBef>
        <a:spcAft>
          <a:spcPct val="0"/>
        </a:spcAft>
        <a:defRPr sz="2200" b="1">
          <a:solidFill>
            <a:schemeClr val="hlink"/>
          </a:solidFill>
          <a:latin typeface="Arial"/>
          <a:ea typeface="宋体"/>
        </a:defRPr>
      </a:lvl9pPr>
    </p:titleStyle>
    <p:bodyStyle>
      <a:lvl1pPr marL="173355" lvl="0" indent="-173355" algn="l">
        <a:spcBef>
          <a:spcPct val="20000"/>
        </a:spcBef>
        <a:spcAft>
          <a:spcPct val="0"/>
        </a:spcAft>
        <a:buClr>
          <a:schemeClr val="accent1"/>
        </a:buClr>
        <a:buSzPct val="60000"/>
        <a:buFont typeface="Wingdings" charset="2"/>
        <a:buChar char="n"/>
        <a:defRPr sz="1600">
          <a:solidFill>
            <a:schemeClr val="tx1"/>
          </a:solidFill>
          <a:latin typeface="Arial"/>
          <a:ea typeface="宋体"/>
        </a:defRPr>
      </a:lvl1pPr>
      <a:lvl2pPr marL="509905" lvl="1" indent="-163830" algn="l">
        <a:spcBef>
          <a:spcPct val="20000"/>
        </a:spcBef>
        <a:spcAft>
          <a:spcPct val="0"/>
        </a:spcAft>
        <a:buClr>
          <a:schemeClr val="accent1"/>
        </a:buClr>
        <a:buFont typeface="Arial" charset="0"/>
        <a:buChar char="–"/>
        <a:defRPr sz="1400">
          <a:solidFill>
            <a:schemeClr val="tx1"/>
          </a:solidFill>
          <a:latin typeface="Arial"/>
          <a:ea typeface="宋体"/>
        </a:defRPr>
      </a:lvl2pPr>
      <a:lvl3pPr marL="855980" lvl="2" indent="-173355" algn="l">
        <a:spcBef>
          <a:spcPct val="20000"/>
        </a:spcBef>
        <a:spcAft>
          <a:spcPct val="0"/>
        </a:spcAft>
        <a:buClr>
          <a:schemeClr val="accent1"/>
        </a:buClr>
        <a:buChar char="•"/>
        <a:defRPr sz="1200">
          <a:solidFill>
            <a:schemeClr val="tx1"/>
          </a:solidFill>
          <a:latin typeface="Arial"/>
          <a:ea typeface="宋体"/>
        </a:defRPr>
      </a:lvl3pPr>
      <a:lvl4pPr marL="1202055" lvl="3" indent="-173355" algn="l">
        <a:spcBef>
          <a:spcPct val="20000"/>
        </a:spcBef>
        <a:spcAft>
          <a:spcPct val="0"/>
        </a:spcAft>
        <a:buClr>
          <a:schemeClr val="bg1"/>
        </a:buClr>
        <a:buChar char="–"/>
        <a:defRPr sz="1600">
          <a:solidFill>
            <a:schemeClr val="bg1"/>
          </a:solidFill>
          <a:latin typeface="Arial"/>
          <a:ea typeface="宋体"/>
        </a:defRPr>
      </a:lvl4pPr>
      <a:lvl5pPr marL="1538605" lvl="4" indent="-163830" algn="l">
        <a:spcBef>
          <a:spcPct val="20000"/>
        </a:spcBef>
        <a:spcAft>
          <a:spcPct val="0"/>
        </a:spcAft>
        <a:buClr>
          <a:schemeClr val="bg1"/>
        </a:buClr>
        <a:buChar char="»"/>
        <a:defRPr sz="1600">
          <a:solidFill>
            <a:schemeClr val="bg1"/>
          </a:solidFill>
          <a:latin typeface="Arial"/>
          <a:ea typeface="宋体"/>
        </a:defRPr>
      </a:lvl5pPr>
      <a:lvl6pPr marL="1997075" lvl="5" indent="-163830" algn="l">
        <a:spcBef>
          <a:spcPct val="20000"/>
        </a:spcBef>
        <a:spcAft>
          <a:spcPct val="0"/>
        </a:spcAft>
        <a:buClr>
          <a:schemeClr val="bg1"/>
        </a:buClr>
        <a:buChar char="»"/>
        <a:defRPr sz="1600">
          <a:solidFill>
            <a:schemeClr val="bg1"/>
          </a:solidFill>
          <a:latin typeface="Arial"/>
          <a:ea typeface="宋体"/>
        </a:defRPr>
      </a:lvl6pPr>
      <a:lvl7pPr marL="2454275" lvl="6" indent="-163830" algn="l">
        <a:spcBef>
          <a:spcPct val="20000"/>
        </a:spcBef>
        <a:spcAft>
          <a:spcPct val="0"/>
        </a:spcAft>
        <a:buClr>
          <a:schemeClr val="bg1"/>
        </a:buClr>
        <a:buChar char="»"/>
        <a:defRPr sz="1600">
          <a:solidFill>
            <a:schemeClr val="bg1"/>
          </a:solidFill>
          <a:latin typeface="Arial"/>
          <a:ea typeface="宋体"/>
        </a:defRPr>
      </a:lvl7pPr>
      <a:lvl8pPr marL="2911475" lvl="7" indent="-163830" algn="l">
        <a:spcBef>
          <a:spcPct val="20000"/>
        </a:spcBef>
        <a:spcAft>
          <a:spcPct val="0"/>
        </a:spcAft>
        <a:buClr>
          <a:schemeClr val="bg1"/>
        </a:buClr>
        <a:buChar char="»"/>
        <a:defRPr sz="1600">
          <a:solidFill>
            <a:schemeClr val="bg1"/>
          </a:solidFill>
          <a:latin typeface="Arial"/>
          <a:ea typeface="宋体"/>
        </a:defRPr>
      </a:lvl8pPr>
      <a:lvl9pPr marL="3368675" lvl="8" indent="-163830" algn="l">
        <a:spcBef>
          <a:spcPct val="20000"/>
        </a:spcBef>
        <a:spcAft>
          <a:spcPct val="0"/>
        </a:spcAft>
        <a:buClr>
          <a:schemeClr val="bg1"/>
        </a:buClr>
        <a:buChar char="»"/>
        <a:defRPr sz="1600">
          <a:solidFill>
            <a:schemeClr val="bg1"/>
          </a:solidFill>
          <a:latin typeface="Arial"/>
          <a:ea typeface="宋体"/>
        </a:defRPr>
      </a:lvl9pPr>
    </p:bodyStyle>
    <p:otherStyle>
      <a:lvl1pPr marL="0" lvl="0" algn="l" defTabSz="914400">
        <a:defRPr sz="1800" kern="1200">
          <a:solidFill>
            <a:schemeClr val="tx1"/>
          </a:solidFill>
          <a:latin typeface="Arial"/>
          <a:ea typeface="宋体"/>
        </a:defRPr>
      </a:lvl1pPr>
      <a:lvl2pPr marL="457200" lvl="1" algn="l" defTabSz="914400">
        <a:defRPr sz="1800" kern="1200">
          <a:solidFill>
            <a:schemeClr val="tx1"/>
          </a:solidFill>
          <a:latin typeface="Arial"/>
          <a:ea typeface="宋体"/>
        </a:defRPr>
      </a:lvl2pPr>
      <a:lvl3pPr marL="914400" lvl="2" algn="l" defTabSz="914400">
        <a:defRPr sz="1800" kern="1200">
          <a:solidFill>
            <a:schemeClr val="tx1"/>
          </a:solidFill>
          <a:latin typeface="Arial"/>
          <a:ea typeface="宋体"/>
        </a:defRPr>
      </a:lvl3pPr>
      <a:lvl4pPr marL="1371600" lvl="3" algn="l" defTabSz="914400">
        <a:defRPr sz="1800" kern="1200">
          <a:solidFill>
            <a:schemeClr val="tx1"/>
          </a:solidFill>
          <a:latin typeface="Arial"/>
          <a:ea typeface="宋体"/>
        </a:defRPr>
      </a:lvl4pPr>
      <a:lvl5pPr marL="1828800" lvl="4" algn="l" defTabSz="914400">
        <a:defRPr sz="1800" kern="1200">
          <a:solidFill>
            <a:schemeClr val="tx1"/>
          </a:solidFill>
          <a:latin typeface="Arial"/>
          <a:ea typeface="宋体"/>
        </a:defRPr>
      </a:lvl5pPr>
      <a:lvl6pPr marL="2286000" lvl="5" algn="l" defTabSz="914400">
        <a:defRPr sz="1800" kern="1200">
          <a:solidFill>
            <a:schemeClr val="tx1"/>
          </a:solidFill>
          <a:latin typeface="Arial"/>
          <a:ea typeface="宋体"/>
        </a:defRPr>
      </a:lvl6pPr>
      <a:lvl7pPr marL="2743200" lvl="6" algn="l" defTabSz="914400">
        <a:defRPr sz="1800" kern="1200">
          <a:solidFill>
            <a:schemeClr val="tx1"/>
          </a:solidFill>
          <a:latin typeface="Arial"/>
          <a:ea typeface="宋体"/>
        </a:defRPr>
      </a:lvl7pPr>
      <a:lvl8pPr marL="3200400" lvl="7" algn="l" defTabSz="914400">
        <a:defRPr sz="1800" kern="1200">
          <a:solidFill>
            <a:schemeClr val="tx1"/>
          </a:solidFill>
          <a:latin typeface="Arial"/>
          <a:ea typeface="宋体"/>
        </a:defRPr>
      </a:lvl8pPr>
      <a:lvl9pPr marL="3657600" lvl="8" algn="l" defTabSz="914400">
        <a:defRPr sz="1800" kern="1200">
          <a:solidFill>
            <a:schemeClr val="tx1"/>
          </a:solidFill>
          <a:latin typeface="Arial"/>
          <a:ea typeface="宋体"/>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26.png"/><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35.png"/></Relationships>
</file>

<file path=ppt/slides/_rels/slide1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2.xml"/><Relationship Id="rId1" Type="http://schemas.openxmlformats.org/officeDocument/2006/relationships/slideLayout" Target="../slideLayouts/slideLayout12.xml"/><Relationship Id="rId5" Type="http://schemas.openxmlformats.org/officeDocument/2006/relationships/image" Target="../media/image38.png"/><Relationship Id="rId4" Type="http://schemas.openxmlformats.org/officeDocument/2006/relationships/image" Target="../media/image37.png"/></Relationships>
</file>

<file path=ppt/slides/_rels/slide1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41.png"/></Relationships>
</file>

<file path=ppt/slides/_rels/slide1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43.png"/></Relationships>
</file>

<file path=ppt/slides/_rels/slide1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9.xml"/><Relationship Id="rId1" Type="http://schemas.openxmlformats.org/officeDocument/2006/relationships/slideLayout" Target="../slideLayouts/slideLayout12.xml"/><Relationship Id="rId5" Type="http://schemas.openxmlformats.org/officeDocument/2006/relationships/image" Target="../media/image48.png"/><Relationship Id="rId4" Type="http://schemas.openxmlformats.org/officeDocument/2006/relationships/image" Target="../media/image47.png"/></Relationships>
</file>

<file path=ppt/slides/_rels/slide2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51.png"/></Relationships>
</file>

<file path=ppt/slides/_rels/slide2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54.png"/></Relationships>
</file>

<file path=ppt/slides/_rels/slide2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4.xml"/><Relationship Id="rId1" Type="http://schemas.openxmlformats.org/officeDocument/2006/relationships/slideLayout" Target="../slideLayouts/slideLayout12.xml"/><Relationship Id="rId5" Type="http://schemas.openxmlformats.org/officeDocument/2006/relationships/image" Target="../media/image57.png"/><Relationship Id="rId4" Type="http://schemas.openxmlformats.org/officeDocument/2006/relationships/image" Target="../media/image56.png"/></Relationships>
</file>

<file path=ppt/slides/_rels/slide2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59.png"/></Relationships>
</file>

<file path=ppt/slides/_rels/slide2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61.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8.xml"/><Relationship Id="rId1" Type="http://schemas.openxmlformats.org/officeDocument/2006/relationships/slideLayout" Target="../slideLayouts/slideLayout12.xml"/><Relationship Id="rId5" Type="http://schemas.openxmlformats.org/officeDocument/2006/relationships/image" Target="../media/image64.png"/><Relationship Id="rId4" Type="http://schemas.openxmlformats.org/officeDocument/2006/relationships/image" Target="../media/image63.png"/></Relationships>
</file>

<file path=ppt/slides/_rels/slide2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15.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467543" y="1357939"/>
            <a:ext cx="8208912" cy="648072"/>
          </a:xfrm>
        </p:spPr>
        <p:txBody>
          <a:bodyPr vert="horz" wrap="square" lIns="91440" tIns="45720" rIns="91440" bIns="45720" anchor="t" anchorCtr="0"/>
          <a:lstStyle/>
          <a:p>
            <a:pPr lvl="0" algn="ctr"/>
            <a:r>
              <a:rPr lang="zh-CN" altLang="en-US" sz="3600" dirty="0">
                <a:solidFill>
                  <a:srgbClr val="254061"/>
                </a:solidFill>
                <a:effectLst>
                  <a:outerShdw blurRad="38100" dist="38100" dir="2700000" algn="tl">
                    <a:srgbClr val="000000">
                      <a:alpha val="43137"/>
                    </a:srgbClr>
                  </a:outerShdw>
                </a:effectLst>
                <a:latin typeface="微软雅黑"/>
                <a:ea typeface="微软雅黑"/>
              </a:rPr>
              <a:t>第</a:t>
            </a:r>
            <a:r>
              <a:rPr lang="en-US" altLang="zh-CN" sz="3600" dirty="0">
                <a:solidFill>
                  <a:srgbClr val="254061"/>
                </a:solidFill>
                <a:effectLst>
                  <a:outerShdw blurRad="38100" dist="38100" dir="2700000" algn="tl">
                    <a:srgbClr val="000000">
                      <a:alpha val="43137"/>
                    </a:srgbClr>
                  </a:outerShdw>
                </a:effectLst>
                <a:latin typeface="微软雅黑"/>
                <a:ea typeface="微软雅黑"/>
              </a:rPr>
              <a:t>7</a:t>
            </a:r>
            <a:r>
              <a:rPr lang="zh-CN" altLang="en-US" sz="3600" dirty="0">
                <a:solidFill>
                  <a:srgbClr val="254061"/>
                </a:solidFill>
                <a:effectLst>
                  <a:outerShdw blurRad="38100" dist="38100" dir="2700000" algn="tl">
                    <a:srgbClr val="000000">
                      <a:alpha val="43137"/>
                    </a:srgbClr>
                  </a:outerShdw>
                </a:effectLst>
                <a:latin typeface="微软雅黑"/>
                <a:ea typeface="微软雅黑"/>
              </a:rPr>
              <a:t>章 内存管理</a:t>
            </a:r>
            <a:endParaRPr lang="zh-CN" sz="2400" dirty="0">
              <a:solidFill>
                <a:srgbClr val="254061"/>
              </a:solidFill>
              <a:effectLst>
                <a:outerShdw blurRad="38100" dist="38100" dir="2700000" algn="tl">
                  <a:srgbClr val="000000">
                    <a:alpha val="43137"/>
                  </a:srgbClr>
                </a:outerShdw>
              </a:effectLst>
              <a:latin typeface="微软雅黑"/>
              <a:ea typeface="微软雅黑"/>
            </a:endParaRPr>
          </a:p>
        </p:txBody>
      </p:sp>
      <p:sp>
        <p:nvSpPr>
          <p:cNvPr id="2" name="Rectangle 2"/>
          <p:cNvSpPr txBox="1">
            <a:spLocks noChangeArrowheads="1"/>
          </p:cNvSpPr>
          <p:nvPr/>
        </p:nvSpPr>
        <p:spPr>
          <a:xfrm>
            <a:off x="3740068" y="4654991"/>
            <a:ext cx="1478682" cy="500063"/>
          </a:xfrm>
          <a:prstGeom prst="rect">
            <a:avLst/>
          </a:prstGeom>
          <a:noFill/>
          <a:ln>
            <a:noFill/>
          </a:ln>
        </p:spPr>
        <p:txBody>
          <a:bodyPr anchor="ctr"/>
          <a:lstStyle/>
          <a:p>
            <a:pPr algn="ctr"/>
            <a:fld id="{2860F326-4499-4A67-8F03-170333456A58}" type="datetime1">
              <a:rPr lang="en-US" altLang="zh-CN" sz="1600">
                <a:solidFill>
                  <a:srgbClr val="17375E"/>
                </a:solidFill>
                <a:latin typeface="Broadway"/>
                <a:ea typeface="华文行楷"/>
              </a:rPr>
              <a:t>10/3/2023</a:t>
            </a:fld>
            <a:endParaRPr lang="en-US" sz="1600">
              <a:solidFill>
                <a:srgbClr val="17375E"/>
              </a:solidFill>
              <a:latin typeface="Broadway"/>
              <a:ea typeface="华文行楷"/>
            </a:endParaRPr>
          </a:p>
        </p:txBody>
      </p:sp>
      <p:grpSp>
        <p:nvGrpSpPr>
          <p:cNvPr id="7" name="组合 6">
            <a:extLst>
              <a:ext uri="{FF2B5EF4-FFF2-40B4-BE49-F238E27FC236}">
                <a16:creationId xmlns:a16="http://schemas.microsoft.com/office/drawing/2014/main" id="{4F018464-AAE5-4663-B2FF-22814387CF72}"/>
              </a:ext>
            </a:extLst>
          </p:cNvPr>
          <p:cNvGrpSpPr/>
          <p:nvPr/>
        </p:nvGrpSpPr>
        <p:grpSpPr>
          <a:xfrm>
            <a:off x="0" y="2752987"/>
            <a:ext cx="9144000" cy="1897394"/>
            <a:chOff x="0" y="2762588"/>
            <a:chExt cx="9144000" cy="1897394"/>
          </a:xfrm>
        </p:grpSpPr>
        <p:pic>
          <p:nvPicPr>
            <p:cNvPr id="4" name="图片 3">
              <a:extLst>
                <a:ext uri="{FF2B5EF4-FFF2-40B4-BE49-F238E27FC236}">
                  <a16:creationId xmlns:a16="http://schemas.microsoft.com/office/drawing/2014/main" id="{2B647894-CD4F-4FA2-B187-FCA4C09F86F4}"/>
                </a:ext>
              </a:extLst>
            </p:cNvPr>
            <p:cNvPicPr>
              <a:picLocks noChangeAspect="1"/>
            </p:cNvPicPr>
            <p:nvPr/>
          </p:nvPicPr>
          <p:blipFill>
            <a:blip r:embed="rId3"/>
            <a:stretch>
              <a:fillRect/>
            </a:stretch>
          </p:blipFill>
          <p:spPr>
            <a:xfrm>
              <a:off x="0" y="2931790"/>
              <a:ext cx="3059832" cy="1554009"/>
            </a:xfrm>
            <a:prstGeom prst="rect">
              <a:avLst/>
            </a:prstGeom>
          </p:spPr>
        </p:pic>
        <p:pic>
          <p:nvPicPr>
            <p:cNvPr id="6" name="图片 5">
              <a:extLst>
                <a:ext uri="{FF2B5EF4-FFF2-40B4-BE49-F238E27FC236}">
                  <a16:creationId xmlns:a16="http://schemas.microsoft.com/office/drawing/2014/main" id="{28A03D7B-164F-4C9F-9867-D689658162C4}"/>
                </a:ext>
              </a:extLst>
            </p:cNvPr>
            <p:cNvPicPr>
              <a:picLocks noChangeAspect="1"/>
            </p:cNvPicPr>
            <p:nvPr/>
          </p:nvPicPr>
          <p:blipFill>
            <a:blip r:embed="rId4"/>
            <a:stretch>
              <a:fillRect/>
            </a:stretch>
          </p:blipFill>
          <p:spPr>
            <a:xfrm>
              <a:off x="6028692" y="2934479"/>
              <a:ext cx="3115308" cy="1558630"/>
            </a:xfrm>
            <a:prstGeom prst="rect">
              <a:avLst/>
            </a:prstGeom>
          </p:spPr>
        </p:pic>
        <p:pic>
          <p:nvPicPr>
            <p:cNvPr id="5" name="图片 4">
              <a:extLst>
                <a:ext uri="{FF2B5EF4-FFF2-40B4-BE49-F238E27FC236}">
                  <a16:creationId xmlns:a16="http://schemas.microsoft.com/office/drawing/2014/main" id="{295B3FB4-D30E-47F8-8C9D-C8DD4EDC37E6}"/>
                </a:ext>
              </a:extLst>
            </p:cNvPr>
            <p:cNvPicPr>
              <a:picLocks noChangeAspect="1"/>
            </p:cNvPicPr>
            <p:nvPr/>
          </p:nvPicPr>
          <p:blipFill>
            <a:blip r:embed="rId5"/>
            <a:stretch>
              <a:fillRect/>
            </a:stretch>
          </p:blipFill>
          <p:spPr>
            <a:xfrm>
              <a:off x="3000374" y="2762588"/>
              <a:ext cx="3143251" cy="189739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grpSp>
        <p:nvGrpSpPr>
          <p:cNvPr id="14" name="组合 13">
            <a:extLst>
              <a:ext uri="{FF2B5EF4-FFF2-40B4-BE49-F238E27FC236}">
                <a16:creationId xmlns:a16="http://schemas.microsoft.com/office/drawing/2014/main" id="{7BC1E073-CE8A-4C78-A1AB-394008508CD2}"/>
              </a:ext>
            </a:extLst>
          </p:cNvPr>
          <p:cNvGrpSpPr/>
          <p:nvPr/>
        </p:nvGrpSpPr>
        <p:grpSpPr>
          <a:xfrm>
            <a:off x="2483768" y="122390"/>
            <a:ext cx="3327790" cy="577152"/>
            <a:chOff x="2483768" y="122390"/>
            <a:chExt cx="3327790" cy="577152"/>
          </a:xfrm>
        </p:grpSpPr>
        <p:pic>
          <p:nvPicPr>
            <p:cNvPr id="3" name="图片 2">
              <a:extLst>
                <a:ext uri="{FF2B5EF4-FFF2-40B4-BE49-F238E27FC236}">
                  <a16:creationId xmlns:a16="http://schemas.microsoft.com/office/drawing/2014/main" id="{57289174-A8A6-4188-88A8-EA01ECDB7586}"/>
                </a:ext>
              </a:extLst>
            </p:cNvPr>
            <p:cNvPicPr>
              <a:picLocks noChangeAspect="1"/>
            </p:cNvPicPr>
            <p:nvPr/>
          </p:nvPicPr>
          <p:blipFill>
            <a:blip r:embed="rId6"/>
            <a:stretch>
              <a:fillRect/>
            </a:stretch>
          </p:blipFill>
          <p:spPr>
            <a:xfrm>
              <a:off x="3147262" y="238477"/>
              <a:ext cx="2664296" cy="311140"/>
            </a:xfrm>
            <a:prstGeom prst="rect">
              <a:avLst/>
            </a:prstGeom>
          </p:spPr>
        </p:pic>
        <p:pic>
          <p:nvPicPr>
            <p:cNvPr id="8" name="图片 7">
              <a:extLst>
                <a:ext uri="{FF2B5EF4-FFF2-40B4-BE49-F238E27FC236}">
                  <a16:creationId xmlns:a16="http://schemas.microsoft.com/office/drawing/2014/main" id="{26A49076-80F6-4533-B789-F02377856BDF}"/>
                </a:ext>
              </a:extLst>
            </p:cNvPr>
            <p:cNvPicPr>
              <a:picLocks noChangeAspect="1"/>
            </p:cNvPicPr>
            <p:nvPr/>
          </p:nvPicPr>
          <p:blipFill>
            <a:blip r:embed="rId7"/>
            <a:stretch>
              <a:fillRect/>
            </a:stretch>
          </p:blipFill>
          <p:spPr>
            <a:xfrm>
              <a:off x="2483768" y="122390"/>
              <a:ext cx="576064" cy="577152"/>
            </a:xfrm>
            <a:prstGeom prst="rect">
              <a:avLst/>
            </a:prstGeom>
          </p:spPr>
        </p:pic>
      </p:grpSp>
    </p:spTree>
    <p:extLst>
      <p:ext uri="{BB962C8B-B14F-4D97-AF65-F5344CB8AC3E}">
        <p14:creationId xmlns:p14="http://schemas.microsoft.com/office/powerpoint/2010/main" val="465048668"/>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0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请同学们思考的问题</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3" name="文本框 2">
            <a:extLst>
              <a:ext uri="{FF2B5EF4-FFF2-40B4-BE49-F238E27FC236}">
                <a16:creationId xmlns:a16="http://schemas.microsoft.com/office/drawing/2014/main" id="{AC8DFB50-7230-DC06-9C5D-49399B362F41}"/>
              </a:ext>
            </a:extLst>
          </p:cNvPr>
          <p:cNvSpPr txBox="1"/>
          <p:nvPr/>
        </p:nvSpPr>
        <p:spPr>
          <a:xfrm>
            <a:off x="467544" y="1491630"/>
            <a:ext cx="7776864" cy="1938992"/>
          </a:xfrm>
          <a:prstGeom prst="rect">
            <a:avLst/>
          </a:prstGeom>
          <a:noFill/>
        </p:spPr>
        <p:txBody>
          <a:bodyPr wrap="square">
            <a:spAutoFit/>
          </a:bodyPr>
          <a:lstStyle/>
          <a:p>
            <a:pPr marL="457200" indent="-457200">
              <a:buAutoNum type="arabicParenR"/>
            </a:pP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为什么要进行内存管理？</a:t>
            </a:r>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a:p>
            <a:pPr marL="457200" indent="-457200">
              <a:buAutoNum type="arabicParenR"/>
            </a:pPr>
            <a:endParaRPr lang="zh-CN" altLang="en-US" sz="2400" b="1" dirty="0">
              <a:solidFill>
                <a:srgbClr val="254061"/>
              </a:solidFill>
              <a:effectLst>
                <a:outerShdw blurRad="38100" dist="38100" dir="2700000" algn="tl">
                  <a:srgbClr val="000000">
                    <a:alpha val="43137"/>
                  </a:srgbClr>
                </a:outerShdw>
              </a:effectLst>
              <a:latin typeface="微软雅黑"/>
              <a:ea typeface="微软雅黑"/>
            </a:endParaRPr>
          </a:p>
          <a:p>
            <a:pPr marL="457200" indent="-457200">
              <a:buAutoNum type="arabicParenR"/>
            </a:pPr>
            <a:r>
              <a:rPr lang="zh-CN" altLang="en-US" sz="2400" b="1" dirty="0">
                <a:solidFill>
                  <a:srgbClr val="254061"/>
                </a:solidFill>
                <a:effectLst>
                  <a:outerShdw blurRad="38100" dist="38100" dir="2700000" algn="tl">
                    <a:srgbClr val="000000">
                      <a:alpha val="43137"/>
                    </a:srgbClr>
                  </a:outerShdw>
                </a:effectLst>
                <a:latin typeface="微软雅黑"/>
                <a:ea typeface="微软雅黑"/>
              </a:rPr>
              <a:t>页式管理中每个页表项大小的下限如何决定？</a:t>
            </a:r>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a:p>
            <a:pPr marL="457200" indent="-457200">
              <a:buAutoNum type="arabicParenR"/>
            </a:pPr>
            <a:endParaRPr lang="zh-CN" altLang="en-US" sz="2400" b="1" dirty="0">
              <a:solidFill>
                <a:srgbClr val="254061"/>
              </a:solidFill>
              <a:effectLst>
                <a:outerShdw blurRad="38100" dist="38100" dir="2700000" algn="tl">
                  <a:srgbClr val="000000">
                    <a:alpha val="43137"/>
                  </a:srgbClr>
                </a:outerShdw>
              </a:effectLst>
              <a:latin typeface="微软雅黑"/>
              <a:ea typeface="微软雅黑"/>
            </a:endParaRPr>
          </a:p>
          <a:p>
            <a:pPr marL="457200" indent="-457200">
              <a:buAutoNum type="arabicParenR"/>
            </a:pPr>
            <a:r>
              <a:rPr lang="zh-CN" altLang="en-US" sz="2400" b="1" dirty="0">
                <a:solidFill>
                  <a:srgbClr val="254061"/>
                </a:solidFill>
                <a:effectLst>
                  <a:outerShdw blurRad="38100" dist="38100" dir="2700000" algn="tl">
                    <a:srgbClr val="000000">
                      <a:alpha val="43137"/>
                    </a:srgbClr>
                  </a:outerShdw>
                </a:effectLst>
                <a:latin typeface="微软雅黑"/>
                <a:ea typeface="微软雅黑"/>
              </a:rPr>
              <a:t>多级页表解决了什么问题？又会带来什么问题？</a:t>
            </a:r>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p:txBody>
      </p:sp>
    </p:spTree>
    <p:extLst>
      <p:ext uri="{BB962C8B-B14F-4D97-AF65-F5344CB8AC3E}">
        <p14:creationId xmlns:p14="http://schemas.microsoft.com/office/powerpoint/2010/main" val="8256566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内存管理的基本原理和要求</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3" name="文本框 2">
            <a:extLst>
              <a:ext uri="{FF2B5EF4-FFF2-40B4-BE49-F238E27FC236}">
                <a16:creationId xmlns:a16="http://schemas.microsoft.com/office/drawing/2014/main" id="{F6ABD96B-95CF-9814-C20F-7DAB08E37581}"/>
              </a:ext>
            </a:extLst>
          </p:cNvPr>
          <p:cNvSpPr txBox="1"/>
          <p:nvPr/>
        </p:nvSpPr>
        <p:spPr>
          <a:xfrm>
            <a:off x="287524" y="843558"/>
            <a:ext cx="8568952" cy="369332"/>
          </a:xfrm>
          <a:prstGeom prst="rect">
            <a:avLst/>
          </a:prstGeom>
          <a:noFill/>
        </p:spPr>
        <p:txBody>
          <a:bodyPr wrap="square">
            <a:spAutoFit/>
          </a:bodyPr>
          <a:lstStyle/>
          <a:p>
            <a:r>
              <a:rPr lang="zh-CN" altLang="en-US" dirty="0"/>
              <a:t>程序执行前需要先放到内存中才能被CPU处理——缓和CPU与硬盘之间的速度矛盾</a:t>
            </a:r>
          </a:p>
        </p:txBody>
      </p:sp>
      <p:pic>
        <p:nvPicPr>
          <p:cNvPr id="8" name="图片 7">
            <a:extLst>
              <a:ext uri="{FF2B5EF4-FFF2-40B4-BE49-F238E27FC236}">
                <a16:creationId xmlns:a16="http://schemas.microsoft.com/office/drawing/2014/main" id="{6D384A30-0B60-77CD-9213-607A4C3C8843}"/>
              </a:ext>
            </a:extLst>
          </p:cNvPr>
          <p:cNvPicPr>
            <a:picLocks noChangeAspect="1"/>
          </p:cNvPicPr>
          <p:nvPr/>
        </p:nvPicPr>
        <p:blipFill>
          <a:blip r:embed="rId3"/>
          <a:stretch>
            <a:fillRect/>
          </a:stretch>
        </p:blipFill>
        <p:spPr>
          <a:xfrm>
            <a:off x="465065" y="1747504"/>
            <a:ext cx="8213870" cy="1648491"/>
          </a:xfrm>
          <a:prstGeom prst="rect">
            <a:avLst/>
          </a:prstGeom>
        </p:spPr>
      </p:pic>
    </p:spTree>
    <p:extLst>
      <p:ext uri="{BB962C8B-B14F-4D97-AF65-F5344CB8AC3E}">
        <p14:creationId xmlns:p14="http://schemas.microsoft.com/office/powerpoint/2010/main" val="28201549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3" name="文本框 2">
            <a:extLst>
              <a:ext uri="{FF2B5EF4-FFF2-40B4-BE49-F238E27FC236}">
                <a16:creationId xmlns:a16="http://schemas.microsoft.com/office/drawing/2014/main" id="{CD2F4640-D8EE-7E8A-9631-A36E36ED8CB0}"/>
              </a:ext>
            </a:extLst>
          </p:cNvPr>
          <p:cNvSpPr txBox="1"/>
          <p:nvPr/>
        </p:nvSpPr>
        <p:spPr>
          <a:xfrm>
            <a:off x="467544" y="771550"/>
            <a:ext cx="2880320" cy="369332"/>
          </a:xfrm>
          <a:prstGeom prst="rect">
            <a:avLst/>
          </a:prstGeom>
          <a:noFill/>
        </p:spPr>
        <p:txBody>
          <a:bodyPr wrap="square">
            <a:spAutoFit/>
          </a:bodyPr>
          <a:lstStyle/>
          <a:p>
            <a:r>
              <a:rPr lang="zh-CN" altLang="en-US" dirty="0"/>
              <a:t>程序的装入和链接步骤</a:t>
            </a:r>
          </a:p>
        </p:txBody>
      </p:sp>
      <p:pic>
        <p:nvPicPr>
          <p:cNvPr id="5" name="图片 4">
            <a:extLst>
              <a:ext uri="{FF2B5EF4-FFF2-40B4-BE49-F238E27FC236}">
                <a16:creationId xmlns:a16="http://schemas.microsoft.com/office/drawing/2014/main" id="{85694E5D-73E3-2C89-3EF6-9ED91B336AE7}"/>
              </a:ext>
            </a:extLst>
          </p:cNvPr>
          <p:cNvPicPr>
            <a:picLocks noChangeAspect="1"/>
          </p:cNvPicPr>
          <p:nvPr/>
        </p:nvPicPr>
        <p:blipFill>
          <a:blip r:embed="rId3"/>
          <a:stretch>
            <a:fillRect/>
          </a:stretch>
        </p:blipFill>
        <p:spPr>
          <a:xfrm>
            <a:off x="611560" y="1276187"/>
            <a:ext cx="7361558" cy="883997"/>
          </a:xfrm>
          <a:prstGeom prst="rect">
            <a:avLst/>
          </a:prstGeom>
        </p:spPr>
      </p:pic>
      <p:pic>
        <p:nvPicPr>
          <p:cNvPr id="8" name="图片 7">
            <a:extLst>
              <a:ext uri="{FF2B5EF4-FFF2-40B4-BE49-F238E27FC236}">
                <a16:creationId xmlns:a16="http://schemas.microsoft.com/office/drawing/2014/main" id="{71416B5E-70A0-9E8F-0D20-C1D22353F86B}"/>
              </a:ext>
            </a:extLst>
          </p:cNvPr>
          <p:cNvPicPr>
            <a:picLocks noChangeAspect="1"/>
          </p:cNvPicPr>
          <p:nvPr/>
        </p:nvPicPr>
        <p:blipFill>
          <a:blip r:embed="rId4"/>
          <a:stretch>
            <a:fillRect/>
          </a:stretch>
        </p:blipFill>
        <p:spPr>
          <a:xfrm>
            <a:off x="1691680" y="2295489"/>
            <a:ext cx="5624047" cy="2415749"/>
          </a:xfrm>
          <a:prstGeom prst="rect">
            <a:avLst/>
          </a:prstGeom>
        </p:spPr>
      </p:pic>
    </p:spTree>
    <p:extLst>
      <p:ext uri="{BB962C8B-B14F-4D97-AF65-F5344CB8AC3E}">
        <p14:creationId xmlns:p14="http://schemas.microsoft.com/office/powerpoint/2010/main" val="9097136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3E194CBA-9191-19FD-37FD-25BB4CF07FB3}"/>
              </a:ext>
            </a:extLst>
          </p:cNvPr>
          <p:cNvPicPr>
            <a:picLocks noChangeAspect="1"/>
          </p:cNvPicPr>
          <p:nvPr/>
        </p:nvPicPr>
        <p:blipFill>
          <a:blip r:embed="rId3"/>
          <a:stretch>
            <a:fillRect/>
          </a:stretch>
        </p:blipFill>
        <p:spPr>
          <a:xfrm>
            <a:off x="341672" y="1923678"/>
            <a:ext cx="8276037" cy="1051651"/>
          </a:xfrm>
          <a:prstGeom prst="rect">
            <a:avLst/>
          </a:prstGeom>
        </p:spPr>
      </p:pic>
      <p:sp>
        <p:nvSpPr>
          <p:cNvPr id="5" name="文本框 4">
            <a:extLst>
              <a:ext uri="{FF2B5EF4-FFF2-40B4-BE49-F238E27FC236}">
                <a16:creationId xmlns:a16="http://schemas.microsoft.com/office/drawing/2014/main" id="{916886AF-2EE5-EFEE-9E9E-F44F297D3162}"/>
              </a:ext>
            </a:extLst>
          </p:cNvPr>
          <p:cNvSpPr txBox="1"/>
          <p:nvPr/>
        </p:nvSpPr>
        <p:spPr>
          <a:xfrm>
            <a:off x="323528" y="1311319"/>
            <a:ext cx="4600280" cy="369332"/>
          </a:xfrm>
          <a:prstGeom prst="rect">
            <a:avLst/>
          </a:prstGeom>
          <a:noFill/>
        </p:spPr>
        <p:txBody>
          <a:bodyPr wrap="square">
            <a:spAutoFit/>
          </a:bodyPr>
          <a:lstStyle/>
          <a:p>
            <a:r>
              <a:rPr lang="zh-CN" altLang="en-US" dirty="0"/>
              <a:t>链接的类型</a:t>
            </a:r>
          </a:p>
        </p:txBody>
      </p:sp>
    </p:spTree>
    <p:extLst>
      <p:ext uri="{BB962C8B-B14F-4D97-AF65-F5344CB8AC3E}">
        <p14:creationId xmlns:p14="http://schemas.microsoft.com/office/powerpoint/2010/main" val="40439546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3" name="文本框 2">
            <a:extLst>
              <a:ext uri="{FF2B5EF4-FFF2-40B4-BE49-F238E27FC236}">
                <a16:creationId xmlns:a16="http://schemas.microsoft.com/office/drawing/2014/main" id="{0CF448FF-F0D5-203C-BAF0-B72EEE4293C5}"/>
              </a:ext>
            </a:extLst>
          </p:cNvPr>
          <p:cNvSpPr txBox="1"/>
          <p:nvPr/>
        </p:nvSpPr>
        <p:spPr>
          <a:xfrm>
            <a:off x="467544" y="1131590"/>
            <a:ext cx="4600280" cy="369332"/>
          </a:xfrm>
          <a:prstGeom prst="rect">
            <a:avLst/>
          </a:prstGeom>
          <a:noFill/>
        </p:spPr>
        <p:txBody>
          <a:bodyPr wrap="square">
            <a:spAutoFit/>
          </a:bodyPr>
          <a:lstStyle/>
          <a:p>
            <a:r>
              <a:rPr lang="zh-CN" altLang="en-US" dirty="0"/>
              <a:t>装入模式</a:t>
            </a:r>
          </a:p>
        </p:txBody>
      </p:sp>
      <p:pic>
        <p:nvPicPr>
          <p:cNvPr id="5" name="图片 4">
            <a:extLst>
              <a:ext uri="{FF2B5EF4-FFF2-40B4-BE49-F238E27FC236}">
                <a16:creationId xmlns:a16="http://schemas.microsoft.com/office/drawing/2014/main" id="{13A98A8E-9647-EE57-600B-871B3CBABA35}"/>
              </a:ext>
            </a:extLst>
          </p:cNvPr>
          <p:cNvPicPr>
            <a:picLocks noChangeAspect="1"/>
          </p:cNvPicPr>
          <p:nvPr/>
        </p:nvPicPr>
        <p:blipFill>
          <a:blip r:embed="rId3"/>
          <a:stretch>
            <a:fillRect/>
          </a:stretch>
        </p:blipFill>
        <p:spPr>
          <a:xfrm>
            <a:off x="3059832" y="878068"/>
            <a:ext cx="4640982" cy="876376"/>
          </a:xfrm>
          <a:prstGeom prst="rect">
            <a:avLst/>
          </a:prstGeom>
        </p:spPr>
      </p:pic>
      <p:pic>
        <p:nvPicPr>
          <p:cNvPr id="8" name="图片 7">
            <a:extLst>
              <a:ext uri="{FF2B5EF4-FFF2-40B4-BE49-F238E27FC236}">
                <a16:creationId xmlns:a16="http://schemas.microsoft.com/office/drawing/2014/main" id="{CC355E4D-7204-6E7F-C1B6-FEC4AD312796}"/>
              </a:ext>
            </a:extLst>
          </p:cNvPr>
          <p:cNvPicPr>
            <a:picLocks noChangeAspect="1"/>
          </p:cNvPicPr>
          <p:nvPr/>
        </p:nvPicPr>
        <p:blipFill>
          <a:blip r:embed="rId4"/>
          <a:stretch>
            <a:fillRect/>
          </a:stretch>
        </p:blipFill>
        <p:spPr>
          <a:xfrm>
            <a:off x="467544" y="2430892"/>
            <a:ext cx="7910245" cy="1074513"/>
          </a:xfrm>
          <a:prstGeom prst="rect">
            <a:avLst/>
          </a:prstGeom>
        </p:spPr>
      </p:pic>
      <p:pic>
        <p:nvPicPr>
          <p:cNvPr id="10" name="图片 9">
            <a:extLst>
              <a:ext uri="{FF2B5EF4-FFF2-40B4-BE49-F238E27FC236}">
                <a16:creationId xmlns:a16="http://schemas.microsoft.com/office/drawing/2014/main" id="{BE42810B-8CB4-9E58-AD54-53AFEA8165C3}"/>
              </a:ext>
            </a:extLst>
          </p:cNvPr>
          <p:cNvPicPr>
            <a:picLocks noChangeAspect="1"/>
          </p:cNvPicPr>
          <p:nvPr/>
        </p:nvPicPr>
        <p:blipFill>
          <a:blip r:embed="rId5"/>
          <a:stretch>
            <a:fillRect/>
          </a:stretch>
        </p:blipFill>
        <p:spPr>
          <a:xfrm>
            <a:off x="483796" y="2016217"/>
            <a:ext cx="1973751" cy="358171"/>
          </a:xfrm>
          <a:prstGeom prst="rect">
            <a:avLst/>
          </a:prstGeom>
        </p:spPr>
      </p:pic>
      <p:pic>
        <p:nvPicPr>
          <p:cNvPr id="16" name="图片 15">
            <a:extLst>
              <a:ext uri="{FF2B5EF4-FFF2-40B4-BE49-F238E27FC236}">
                <a16:creationId xmlns:a16="http://schemas.microsoft.com/office/drawing/2014/main" id="{C4FCDC4B-E496-A680-CEA8-DD4B962FDAF5}"/>
              </a:ext>
            </a:extLst>
          </p:cNvPr>
          <p:cNvPicPr>
            <a:picLocks noChangeAspect="1"/>
          </p:cNvPicPr>
          <p:nvPr/>
        </p:nvPicPr>
        <p:blipFill>
          <a:blip r:embed="rId6"/>
          <a:stretch>
            <a:fillRect/>
          </a:stretch>
        </p:blipFill>
        <p:spPr>
          <a:xfrm>
            <a:off x="1835696" y="3709124"/>
            <a:ext cx="2232853" cy="1112616"/>
          </a:xfrm>
          <a:prstGeom prst="rect">
            <a:avLst/>
          </a:prstGeom>
        </p:spPr>
      </p:pic>
    </p:spTree>
    <p:extLst>
      <p:ext uri="{BB962C8B-B14F-4D97-AF65-F5344CB8AC3E}">
        <p14:creationId xmlns:p14="http://schemas.microsoft.com/office/powerpoint/2010/main" val="6670264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2" name="图片 1">
            <a:extLst>
              <a:ext uri="{FF2B5EF4-FFF2-40B4-BE49-F238E27FC236}">
                <a16:creationId xmlns:a16="http://schemas.microsoft.com/office/drawing/2014/main" id="{E1D61D67-E0DE-2DF4-E67C-BE6492BF788A}"/>
              </a:ext>
            </a:extLst>
          </p:cNvPr>
          <p:cNvPicPr>
            <a:picLocks noChangeAspect="1"/>
          </p:cNvPicPr>
          <p:nvPr/>
        </p:nvPicPr>
        <p:blipFill>
          <a:blip r:embed="rId3"/>
          <a:stretch>
            <a:fillRect/>
          </a:stretch>
        </p:blipFill>
        <p:spPr>
          <a:xfrm>
            <a:off x="399308" y="1310435"/>
            <a:ext cx="7963590" cy="586791"/>
          </a:xfrm>
          <a:prstGeom prst="rect">
            <a:avLst/>
          </a:prstGeom>
        </p:spPr>
      </p:pic>
      <p:pic>
        <p:nvPicPr>
          <p:cNvPr id="3" name="图片 2">
            <a:extLst>
              <a:ext uri="{FF2B5EF4-FFF2-40B4-BE49-F238E27FC236}">
                <a16:creationId xmlns:a16="http://schemas.microsoft.com/office/drawing/2014/main" id="{BC6A6685-44F2-052F-5AF9-4555974A4B4C}"/>
              </a:ext>
            </a:extLst>
          </p:cNvPr>
          <p:cNvPicPr>
            <a:picLocks noChangeAspect="1"/>
          </p:cNvPicPr>
          <p:nvPr/>
        </p:nvPicPr>
        <p:blipFill>
          <a:blip r:embed="rId4"/>
          <a:stretch>
            <a:fillRect/>
          </a:stretch>
        </p:blipFill>
        <p:spPr>
          <a:xfrm>
            <a:off x="467544" y="843558"/>
            <a:ext cx="2171888" cy="312447"/>
          </a:xfrm>
          <a:prstGeom prst="rect">
            <a:avLst/>
          </a:prstGeom>
        </p:spPr>
      </p:pic>
      <p:pic>
        <p:nvPicPr>
          <p:cNvPr id="5" name="图片 4">
            <a:extLst>
              <a:ext uri="{FF2B5EF4-FFF2-40B4-BE49-F238E27FC236}">
                <a16:creationId xmlns:a16="http://schemas.microsoft.com/office/drawing/2014/main" id="{B5750B72-DD9E-C0A5-D5D3-840DC9BF75AD}"/>
              </a:ext>
            </a:extLst>
          </p:cNvPr>
          <p:cNvPicPr>
            <a:picLocks noChangeAspect="1"/>
          </p:cNvPicPr>
          <p:nvPr/>
        </p:nvPicPr>
        <p:blipFill>
          <a:blip r:embed="rId5"/>
          <a:stretch>
            <a:fillRect/>
          </a:stretch>
        </p:blipFill>
        <p:spPr>
          <a:xfrm>
            <a:off x="2555776" y="2283718"/>
            <a:ext cx="3185436" cy="1653683"/>
          </a:xfrm>
          <a:prstGeom prst="rect">
            <a:avLst/>
          </a:prstGeom>
        </p:spPr>
      </p:pic>
    </p:spTree>
    <p:extLst>
      <p:ext uri="{BB962C8B-B14F-4D97-AF65-F5344CB8AC3E}">
        <p14:creationId xmlns:p14="http://schemas.microsoft.com/office/powerpoint/2010/main" val="27587939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6AF29892-79ED-C012-2A30-783F48615BE6}"/>
              </a:ext>
            </a:extLst>
          </p:cNvPr>
          <p:cNvPicPr>
            <a:picLocks noChangeAspect="1"/>
          </p:cNvPicPr>
          <p:nvPr/>
        </p:nvPicPr>
        <p:blipFill>
          <a:blip r:embed="rId3"/>
          <a:stretch>
            <a:fillRect/>
          </a:stretch>
        </p:blipFill>
        <p:spPr>
          <a:xfrm>
            <a:off x="0" y="843558"/>
            <a:ext cx="9144000" cy="792000"/>
          </a:xfrm>
          <a:prstGeom prst="rect">
            <a:avLst/>
          </a:prstGeom>
        </p:spPr>
      </p:pic>
      <p:pic>
        <p:nvPicPr>
          <p:cNvPr id="5" name="图片 4">
            <a:extLst>
              <a:ext uri="{FF2B5EF4-FFF2-40B4-BE49-F238E27FC236}">
                <a16:creationId xmlns:a16="http://schemas.microsoft.com/office/drawing/2014/main" id="{EE9A0903-0B60-AD4A-9ED2-328997B3033D}"/>
              </a:ext>
            </a:extLst>
          </p:cNvPr>
          <p:cNvPicPr>
            <a:picLocks noChangeAspect="1"/>
          </p:cNvPicPr>
          <p:nvPr/>
        </p:nvPicPr>
        <p:blipFill>
          <a:blip r:embed="rId4"/>
          <a:stretch>
            <a:fillRect/>
          </a:stretch>
        </p:blipFill>
        <p:spPr>
          <a:xfrm>
            <a:off x="1403648" y="1842871"/>
            <a:ext cx="2918713" cy="2804403"/>
          </a:xfrm>
          <a:prstGeom prst="rect">
            <a:avLst/>
          </a:prstGeom>
        </p:spPr>
      </p:pic>
    </p:spTree>
    <p:extLst>
      <p:ext uri="{BB962C8B-B14F-4D97-AF65-F5344CB8AC3E}">
        <p14:creationId xmlns:p14="http://schemas.microsoft.com/office/powerpoint/2010/main" val="13337556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7102EFDA-07B2-0F01-D4A5-E0EFBDA7E6D0}"/>
              </a:ext>
            </a:extLst>
          </p:cNvPr>
          <p:cNvPicPr>
            <a:picLocks noChangeAspect="1"/>
          </p:cNvPicPr>
          <p:nvPr/>
        </p:nvPicPr>
        <p:blipFill>
          <a:blip r:embed="rId3"/>
          <a:stretch>
            <a:fillRect/>
          </a:stretch>
        </p:blipFill>
        <p:spPr>
          <a:xfrm>
            <a:off x="-7286" y="915566"/>
            <a:ext cx="9144000" cy="297422"/>
          </a:xfrm>
          <a:prstGeom prst="rect">
            <a:avLst/>
          </a:prstGeom>
        </p:spPr>
      </p:pic>
      <p:pic>
        <p:nvPicPr>
          <p:cNvPr id="5" name="图片 4">
            <a:extLst>
              <a:ext uri="{FF2B5EF4-FFF2-40B4-BE49-F238E27FC236}">
                <a16:creationId xmlns:a16="http://schemas.microsoft.com/office/drawing/2014/main" id="{E270031B-C6B5-CE4C-1666-EB5784CAC813}"/>
              </a:ext>
            </a:extLst>
          </p:cNvPr>
          <p:cNvPicPr>
            <a:picLocks noChangeAspect="1"/>
          </p:cNvPicPr>
          <p:nvPr/>
        </p:nvPicPr>
        <p:blipFill>
          <a:blip r:embed="rId4"/>
          <a:stretch>
            <a:fillRect/>
          </a:stretch>
        </p:blipFill>
        <p:spPr>
          <a:xfrm>
            <a:off x="-23999" y="1360635"/>
            <a:ext cx="9144000" cy="263347"/>
          </a:xfrm>
          <a:prstGeom prst="rect">
            <a:avLst/>
          </a:prstGeom>
        </p:spPr>
      </p:pic>
      <p:pic>
        <p:nvPicPr>
          <p:cNvPr id="8" name="图片 7">
            <a:extLst>
              <a:ext uri="{FF2B5EF4-FFF2-40B4-BE49-F238E27FC236}">
                <a16:creationId xmlns:a16="http://schemas.microsoft.com/office/drawing/2014/main" id="{8BB0B177-E42D-84E7-CFBC-F3DADF55C5B7}"/>
              </a:ext>
            </a:extLst>
          </p:cNvPr>
          <p:cNvPicPr>
            <a:picLocks noChangeAspect="1"/>
          </p:cNvPicPr>
          <p:nvPr/>
        </p:nvPicPr>
        <p:blipFill>
          <a:blip r:embed="rId5"/>
          <a:stretch>
            <a:fillRect/>
          </a:stretch>
        </p:blipFill>
        <p:spPr>
          <a:xfrm>
            <a:off x="179512" y="1771629"/>
            <a:ext cx="4770533" cy="297206"/>
          </a:xfrm>
          <a:prstGeom prst="rect">
            <a:avLst/>
          </a:prstGeom>
        </p:spPr>
      </p:pic>
      <p:pic>
        <p:nvPicPr>
          <p:cNvPr id="10" name="图片 9">
            <a:extLst>
              <a:ext uri="{FF2B5EF4-FFF2-40B4-BE49-F238E27FC236}">
                <a16:creationId xmlns:a16="http://schemas.microsoft.com/office/drawing/2014/main" id="{BE1A9473-A0BA-5494-CCA9-C40295DCE9C7}"/>
              </a:ext>
            </a:extLst>
          </p:cNvPr>
          <p:cNvPicPr>
            <a:picLocks noChangeAspect="1"/>
          </p:cNvPicPr>
          <p:nvPr/>
        </p:nvPicPr>
        <p:blipFill>
          <a:blip r:embed="rId6"/>
          <a:stretch>
            <a:fillRect/>
          </a:stretch>
        </p:blipFill>
        <p:spPr>
          <a:xfrm>
            <a:off x="107504" y="2246869"/>
            <a:ext cx="3612193" cy="1272650"/>
          </a:xfrm>
          <a:prstGeom prst="rect">
            <a:avLst/>
          </a:prstGeom>
        </p:spPr>
      </p:pic>
    </p:spTree>
    <p:extLst>
      <p:ext uri="{BB962C8B-B14F-4D97-AF65-F5344CB8AC3E}">
        <p14:creationId xmlns:p14="http://schemas.microsoft.com/office/powerpoint/2010/main" val="40333501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7D2E499B-D21F-1A34-D161-A0DAC67EB91D}"/>
              </a:ext>
            </a:extLst>
          </p:cNvPr>
          <p:cNvPicPr>
            <a:picLocks noChangeAspect="1"/>
          </p:cNvPicPr>
          <p:nvPr/>
        </p:nvPicPr>
        <p:blipFill>
          <a:blip r:embed="rId3"/>
          <a:stretch>
            <a:fillRect/>
          </a:stretch>
        </p:blipFill>
        <p:spPr>
          <a:xfrm>
            <a:off x="683568" y="915566"/>
            <a:ext cx="7658764" cy="1470787"/>
          </a:xfrm>
          <a:prstGeom prst="rect">
            <a:avLst/>
          </a:prstGeom>
        </p:spPr>
      </p:pic>
    </p:spTree>
    <p:extLst>
      <p:ext uri="{BB962C8B-B14F-4D97-AF65-F5344CB8AC3E}">
        <p14:creationId xmlns:p14="http://schemas.microsoft.com/office/powerpoint/2010/main" val="38563749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ADE3736E-F09B-84A8-7146-E89288DF137B}"/>
              </a:ext>
            </a:extLst>
          </p:cNvPr>
          <p:cNvPicPr>
            <a:picLocks noChangeAspect="1"/>
          </p:cNvPicPr>
          <p:nvPr/>
        </p:nvPicPr>
        <p:blipFill>
          <a:blip r:embed="rId3"/>
          <a:stretch>
            <a:fillRect/>
          </a:stretch>
        </p:blipFill>
        <p:spPr>
          <a:xfrm>
            <a:off x="1142703" y="871795"/>
            <a:ext cx="6858594" cy="1722269"/>
          </a:xfrm>
          <a:prstGeom prst="rect">
            <a:avLst/>
          </a:prstGeom>
        </p:spPr>
      </p:pic>
      <p:pic>
        <p:nvPicPr>
          <p:cNvPr id="5" name="图片 4">
            <a:extLst>
              <a:ext uri="{FF2B5EF4-FFF2-40B4-BE49-F238E27FC236}">
                <a16:creationId xmlns:a16="http://schemas.microsoft.com/office/drawing/2014/main" id="{6F489402-917A-9581-BB9F-B432D0AB3311}"/>
              </a:ext>
            </a:extLst>
          </p:cNvPr>
          <p:cNvPicPr>
            <a:picLocks noChangeAspect="1"/>
          </p:cNvPicPr>
          <p:nvPr/>
        </p:nvPicPr>
        <p:blipFill>
          <a:blip r:embed="rId4"/>
          <a:stretch>
            <a:fillRect/>
          </a:stretch>
        </p:blipFill>
        <p:spPr>
          <a:xfrm>
            <a:off x="2411760" y="2829614"/>
            <a:ext cx="3673158" cy="1539373"/>
          </a:xfrm>
          <a:prstGeom prst="rect">
            <a:avLst/>
          </a:prstGeom>
        </p:spPr>
      </p:pic>
    </p:spTree>
    <p:extLst>
      <p:ext uri="{BB962C8B-B14F-4D97-AF65-F5344CB8AC3E}">
        <p14:creationId xmlns:p14="http://schemas.microsoft.com/office/powerpoint/2010/main" val="22889842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289285C3-49D3-0165-B0D1-75687D31A045}"/>
              </a:ext>
            </a:extLst>
          </p:cNvPr>
          <p:cNvPicPr>
            <a:picLocks noChangeAspect="1"/>
          </p:cNvPicPr>
          <p:nvPr/>
        </p:nvPicPr>
        <p:blipFill>
          <a:blip r:embed="rId3"/>
          <a:stretch>
            <a:fillRect/>
          </a:stretch>
        </p:blipFill>
        <p:spPr>
          <a:xfrm>
            <a:off x="1907704" y="843558"/>
            <a:ext cx="6096528" cy="853514"/>
          </a:xfrm>
          <a:prstGeom prst="rect">
            <a:avLst/>
          </a:prstGeom>
        </p:spPr>
      </p:pic>
      <p:pic>
        <p:nvPicPr>
          <p:cNvPr id="5" name="图片 4">
            <a:extLst>
              <a:ext uri="{FF2B5EF4-FFF2-40B4-BE49-F238E27FC236}">
                <a16:creationId xmlns:a16="http://schemas.microsoft.com/office/drawing/2014/main" id="{F50BE8E9-B6C5-34A9-0983-23D69ED4C033}"/>
              </a:ext>
            </a:extLst>
          </p:cNvPr>
          <p:cNvPicPr>
            <a:picLocks noChangeAspect="1"/>
          </p:cNvPicPr>
          <p:nvPr/>
        </p:nvPicPr>
        <p:blipFill>
          <a:blip r:embed="rId4"/>
          <a:stretch>
            <a:fillRect/>
          </a:stretch>
        </p:blipFill>
        <p:spPr>
          <a:xfrm>
            <a:off x="827584" y="1024219"/>
            <a:ext cx="1080120" cy="446947"/>
          </a:xfrm>
          <a:prstGeom prst="rect">
            <a:avLst/>
          </a:prstGeom>
        </p:spPr>
      </p:pic>
      <p:pic>
        <p:nvPicPr>
          <p:cNvPr id="10" name="图片 9">
            <a:extLst>
              <a:ext uri="{FF2B5EF4-FFF2-40B4-BE49-F238E27FC236}">
                <a16:creationId xmlns:a16="http://schemas.microsoft.com/office/drawing/2014/main" id="{92C0E0D5-4FB1-3911-F55F-917D5C93B30D}"/>
              </a:ext>
            </a:extLst>
          </p:cNvPr>
          <p:cNvPicPr>
            <a:picLocks noChangeAspect="1"/>
          </p:cNvPicPr>
          <p:nvPr/>
        </p:nvPicPr>
        <p:blipFill>
          <a:blip r:embed="rId5"/>
          <a:stretch>
            <a:fillRect/>
          </a:stretch>
        </p:blipFill>
        <p:spPr>
          <a:xfrm>
            <a:off x="1048031" y="1994744"/>
            <a:ext cx="7047938" cy="2142888"/>
          </a:xfrm>
          <a:prstGeom prst="rect">
            <a:avLst/>
          </a:prstGeom>
        </p:spPr>
      </p:pic>
    </p:spTree>
    <p:extLst>
      <p:ext uri="{BB962C8B-B14F-4D97-AF65-F5344CB8AC3E}">
        <p14:creationId xmlns:p14="http://schemas.microsoft.com/office/powerpoint/2010/main" val="5232378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2" name="图片 1">
            <a:extLst>
              <a:ext uri="{FF2B5EF4-FFF2-40B4-BE49-F238E27FC236}">
                <a16:creationId xmlns:a16="http://schemas.microsoft.com/office/drawing/2014/main" id="{79A5BA6F-DCF9-9C99-3822-BF6D0782B8F2}"/>
              </a:ext>
            </a:extLst>
          </p:cNvPr>
          <p:cNvPicPr>
            <a:picLocks noChangeAspect="1"/>
          </p:cNvPicPr>
          <p:nvPr/>
        </p:nvPicPr>
        <p:blipFill>
          <a:blip r:embed="rId3"/>
          <a:stretch>
            <a:fillRect/>
          </a:stretch>
        </p:blipFill>
        <p:spPr>
          <a:xfrm>
            <a:off x="0" y="1059582"/>
            <a:ext cx="9144000" cy="3372850"/>
          </a:xfrm>
          <a:prstGeom prst="rect">
            <a:avLst/>
          </a:prstGeom>
        </p:spPr>
      </p:pic>
    </p:spTree>
    <p:extLst>
      <p:ext uri="{BB962C8B-B14F-4D97-AF65-F5344CB8AC3E}">
        <p14:creationId xmlns:p14="http://schemas.microsoft.com/office/powerpoint/2010/main" val="18605743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3" name="文本框 2">
            <a:extLst>
              <a:ext uri="{FF2B5EF4-FFF2-40B4-BE49-F238E27FC236}">
                <a16:creationId xmlns:a16="http://schemas.microsoft.com/office/drawing/2014/main" id="{94152785-E7D2-4E32-D759-4F2BEAB9E7BA}"/>
              </a:ext>
            </a:extLst>
          </p:cNvPr>
          <p:cNvSpPr txBox="1"/>
          <p:nvPr/>
        </p:nvSpPr>
        <p:spPr>
          <a:xfrm>
            <a:off x="395536" y="987574"/>
            <a:ext cx="4600280" cy="369332"/>
          </a:xfrm>
          <a:prstGeom prst="rect">
            <a:avLst/>
          </a:prstGeom>
          <a:noFill/>
        </p:spPr>
        <p:txBody>
          <a:bodyPr wrap="square">
            <a:spAutoFit/>
          </a:bodyPr>
          <a:lstStyle/>
          <a:p>
            <a:r>
              <a:rPr lang="zh-CN" altLang="en-US" dirty="0"/>
              <a:t>允许一个程序分散的装入不相邻的内存分区</a:t>
            </a:r>
          </a:p>
        </p:txBody>
      </p:sp>
      <p:sp>
        <p:nvSpPr>
          <p:cNvPr id="5" name="文本框 4">
            <a:extLst>
              <a:ext uri="{FF2B5EF4-FFF2-40B4-BE49-F238E27FC236}">
                <a16:creationId xmlns:a16="http://schemas.microsoft.com/office/drawing/2014/main" id="{EF85CEE7-858E-8870-F41D-8B17785ACB63}"/>
              </a:ext>
            </a:extLst>
          </p:cNvPr>
          <p:cNvSpPr txBox="1"/>
          <p:nvPr/>
        </p:nvSpPr>
        <p:spPr>
          <a:xfrm>
            <a:off x="395536" y="1491630"/>
            <a:ext cx="8568952" cy="923330"/>
          </a:xfrm>
          <a:prstGeom prst="rect">
            <a:avLst/>
          </a:prstGeom>
          <a:noFill/>
        </p:spPr>
        <p:txBody>
          <a:bodyPr wrap="square">
            <a:spAutoFit/>
          </a:bodyPr>
          <a:lstStyle/>
          <a:p>
            <a:r>
              <a:rPr lang="zh-CN" altLang="en-US" dirty="0"/>
              <a:t>设计思想：将主存空间划分为大小相等且固定的块，块相对较小，作为主存的基本单位，进程以块为单位尽心空间申请。分页存储与固定分区技术很像，但是其分页相对于分区又很小，分页管理不会产生外部碎片，产生的内部碎片也非常的小</a:t>
            </a:r>
          </a:p>
        </p:txBody>
      </p:sp>
    </p:spTree>
    <p:extLst>
      <p:ext uri="{BB962C8B-B14F-4D97-AF65-F5344CB8AC3E}">
        <p14:creationId xmlns:p14="http://schemas.microsoft.com/office/powerpoint/2010/main" val="29498567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404FB729-A9C0-FA7F-3080-07EED3AE89D1}"/>
              </a:ext>
            </a:extLst>
          </p:cNvPr>
          <p:cNvPicPr>
            <a:picLocks noChangeAspect="1"/>
          </p:cNvPicPr>
          <p:nvPr/>
        </p:nvPicPr>
        <p:blipFill>
          <a:blip r:embed="rId3"/>
          <a:stretch>
            <a:fillRect/>
          </a:stretch>
        </p:blipFill>
        <p:spPr>
          <a:xfrm>
            <a:off x="827584" y="915566"/>
            <a:ext cx="7429967" cy="1368152"/>
          </a:xfrm>
          <a:prstGeom prst="rect">
            <a:avLst/>
          </a:prstGeom>
        </p:spPr>
      </p:pic>
      <p:pic>
        <p:nvPicPr>
          <p:cNvPr id="5" name="图片 4">
            <a:extLst>
              <a:ext uri="{FF2B5EF4-FFF2-40B4-BE49-F238E27FC236}">
                <a16:creationId xmlns:a16="http://schemas.microsoft.com/office/drawing/2014/main" id="{03929B95-793E-CF54-8718-E3B349BD62C1}"/>
              </a:ext>
            </a:extLst>
          </p:cNvPr>
          <p:cNvPicPr>
            <a:picLocks noChangeAspect="1"/>
          </p:cNvPicPr>
          <p:nvPr/>
        </p:nvPicPr>
        <p:blipFill>
          <a:blip r:embed="rId4"/>
          <a:stretch>
            <a:fillRect/>
          </a:stretch>
        </p:blipFill>
        <p:spPr>
          <a:xfrm>
            <a:off x="1979711" y="2593060"/>
            <a:ext cx="4437481" cy="770778"/>
          </a:xfrm>
          <a:prstGeom prst="rect">
            <a:avLst/>
          </a:prstGeom>
        </p:spPr>
      </p:pic>
    </p:spTree>
    <p:extLst>
      <p:ext uri="{BB962C8B-B14F-4D97-AF65-F5344CB8AC3E}">
        <p14:creationId xmlns:p14="http://schemas.microsoft.com/office/powerpoint/2010/main" val="26960190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83CF7664-0A49-A5E4-BE01-45D7FA2FDA86}"/>
              </a:ext>
            </a:extLst>
          </p:cNvPr>
          <p:cNvPicPr>
            <a:picLocks noChangeAspect="1"/>
          </p:cNvPicPr>
          <p:nvPr/>
        </p:nvPicPr>
        <p:blipFill>
          <a:blip r:embed="rId3"/>
          <a:stretch>
            <a:fillRect/>
          </a:stretch>
        </p:blipFill>
        <p:spPr>
          <a:xfrm>
            <a:off x="220603" y="987574"/>
            <a:ext cx="8702794" cy="464860"/>
          </a:xfrm>
          <a:prstGeom prst="rect">
            <a:avLst/>
          </a:prstGeom>
        </p:spPr>
      </p:pic>
      <p:pic>
        <p:nvPicPr>
          <p:cNvPr id="5" name="图片 4">
            <a:extLst>
              <a:ext uri="{FF2B5EF4-FFF2-40B4-BE49-F238E27FC236}">
                <a16:creationId xmlns:a16="http://schemas.microsoft.com/office/drawing/2014/main" id="{72B7A0FB-DE92-AE69-E6A7-D318FAAD27F6}"/>
              </a:ext>
            </a:extLst>
          </p:cNvPr>
          <p:cNvPicPr>
            <a:picLocks noChangeAspect="1"/>
          </p:cNvPicPr>
          <p:nvPr/>
        </p:nvPicPr>
        <p:blipFill>
          <a:blip r:embed="rId4"/>
          <a:stretch>
            <a:fillRect/>
          </a:stretch>
        </p:blipFill>
        <p:spPr>
          <a:xfrm>
            <a:off x="2771800" y="1810866"/>
            <a:ext cx="3414056" cy="2164268"/>
          </a:xfrm>
          <a:prstGeom prst="rect">
            <a:avLst/>
          </a:prstGeom>
        </p:spPr>
      </p:pic>
    </p:spTree>
    <p:extLst>
      <p:ext uri="{BB962C8B-B14F-4D97-AF65-F5344CB8AC3E}">
        <p14:creationId xmlns:p14="http://schemas.microsoft.com/office/powerpoint/2010/main" val="23990935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5" name="图片 4">
            <a:extLst>
              <a:ext uri="{FF2B5EF4-FFF2-40B4-BE49-F238E27FC236}">
                <a16:creationId xmlns:a16="http://schemas.microsoft.com/office/drawing/2014/main" id="{6884D4AF-5EDD-2B42-8ED8-CBC38FC81246}"/>
              </a:ext>
            </a:extLst>
          </p:cNvPr>
          <p:cNvPicPr>
            <a:picLocks noChangeAspect="1"/>
          </p:cNvPicPr>
          <p:nvPr/>
        </p:nvPicPr>
        <p:blipFill>
          <a:blip r:embed="rId3"/>
          <a:stretch>
            <a:fillRect/>
          </a:stretch>
        </p:blipFill>
        <p:spPr>
          <a:xfrm>
            <a:off x="1345528" y="1059582"/>
            <a:ext cx="6147026" cy="3024336"/>
          </a:xfrm>
          <a:prstGeom prst="rect">
            <a:avLst/>
          </a:prstGeom>
        </p:spPr>
      </p:pic>
    </p:spTree>
    <p:extLst>
      <p:ext uri="{BB962C8B-B14F-4D97-AF65-F5344CB8AC3E}">
        <p14:creationId xmlns:p14="http://schemas.microsoft.com/office/powerpoint/2010/main" val="5177948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D10461C5-7241-3EC6-AFE7-AA98586586FA}"/>
              </a:ext>
            </a:extLst>
          </p:cNvPr>
          <p:cNvPicPr>
            <a:picLocks noChangeAspect="1"/>
          </p:cNvPicPr>
          <p:nvPr/>
        </p:nvPicPr>
        <p:blipFill>
          <a:blip r:embed="rId3"/>
          <a:stretch>
            <a:fillRect/>
          </a:stretch>
        </p:blipFill>
        <p:spPr>
          <a:xfrm>
            <a:off x="436040" y="1131590"/>
            <a:ext cx="8271920" cy="2808312"/>
          </a:xfrm>
          <a:prstGeom prst="rect">
            <a:avLst/>
          </a:prstGeom>
        </p:spPr>
      </p:pic>
    </p:spTree>
    <p:extLst>
      <p:ext uri="{BB962C8B-B14F-4D97-AF65-F5344CB8AC3E}">
        <p14:creationId xmlns:p14="http://schemas.microsoft.com/office/powerpoint/2010/main" val="8468430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3" name="文本框 2">
            <a:extLst>
              <a:ext uri="{FF2B5EF4-FFF2-40B4-BE49-F238E27FC236}">
                <a16:creationId xmlns:a16="http://schemas.microsoft.com/office/drawing/2014/main" id="{61AD2A34-0082-45B7-88AC-5DB419DE15C8}"/>
              </a:ext>
            </a:extLst>
          </p:cNvPr>
          <p:cNvSpPr txBox="1"/>
          <p:nvPr/>
        </p:nvSpPr>
        <p:spPr>
          <a:xfrm>
            <a:off x="395536" y="915566"/>
            <a:ext cx="4600280" cy="369332"/>
          </a:xfrm>
          <a:prstGeom prst="rect">
            <a:avLst/>
          </a:prstGeom>
          <a:noFill/>
        </p:spPr>
        <p:txBody>
          <a:bodyPr wrap="square">
            <a:spAutoFit/>
          </a:bodyPr>
          <a:lstStyle/>
          <a:p>
            <a:r>
              <a:rPr lang="zh-CN" altLang="en-US" dirty="0"/>
              <a:t>具有快表的地址变换机构</a:t>
            </a:r>
          </a:p>
        </p:txBody>
      </p:sp>
      <p:pic>
        <p:nvPicPr>
          <p:cNvPr id="8" name="图片 7">
            <a:extLst>
              <a:ext uri="{FF2B5EF4-FFF2-40B4-BE49-F238E27FC236}">
                <a16:creationId xmlns:a16="http://schemas.microsoft.com/office/drawing/2014/main" id="{9DAE796A-7084-48F1-2920-88CAA61E30A8}"/>
              </a:ext>
            </a:extLst>
          </p:cNvPr>
          <p:cNvPicPr>
            <a:picLocks noChangeAspect="1"/>
          </p:cNvPicPr>
          <p:nvPr/>
        </p:nvPicPr>
        <p:blipFill>
          <a:blip r:embed="rId3"/>
          <a:stretch>
            <a:fillRect/>
          </a:stretch>
        </p:blipFill>
        <p:spPr>
          <a:xfrm>
            <a:off x="0" y="1530765"/>
            <a:ext cx="9144000" cy="495488"/>
          </a:xfrm>
          <a:prstGeom prst="rect">
            <a:avLst/>
          </a:prstGeom>
        </p:spPr>
      </p:pic>
      <p:pic>
        <p:nvPicPr>
          <p:cNvPr id="10" name="图片 9">
            <a:extLst>
              <a:ext uri="{FF2B5EF4-FFF2-40B4-BE49-F238E27FC236}">
                <a16:creationId xmlns:a16="http://schemas.microsoft.com/office/drawing/2014/main" id="{A26D8DAE-F66B-B5A7-A4F2-B562695AC065}"/>
              </a:ext>
            </a:extLst>
          </p:cNvPr>
          <p:cNvPicPr>
            <a:picLocks noChangeAspect="1"/>
          </p:cNvPicPr>
          <p:nvPr/>
        </p:nvPicPr>
        <p:blipFill>
          <a:blip r:embed="rId4"/>
          <a:stretch>
            <a:fillRect/>
          </a:stretch>
        </p:blipFill>
        <p:spPr>
          <a:xfrm>
            <a:off x="0" y="2026253"/>
            <a:ext cx="5342083" cy="746825"/>
          </a:xfrm>
          <a:prstGeom prst="rect">
            <a:avLst/>
          </a:prstGeom>
        </p:spPr>
      </p:pic>
      <p:pic>
        <p:nvPicPr>
          <p:cNvPr id="12" name="图片 11">
            <a:extLst>
              <a:ext uri="{FF2B5EF4-FFF2-40B4-BE49-F238E27FC236}">
                <a16:creationId xmlns:a16="http://schemas.microsoft.com/office/drawing/2014/main" id="{3E543148-49CC-DFC7-63DD-923A654E6BD8}"/>
              </a:ext>
            </a:extLst>
          </p:cNvPr>
          <p:cNvPicPr>
            <a:picLocks noChangeAspect="1"/>
          </p:cNvPicPr>
          <p:nvPr/>
        </p:nvPicPr>
        <p:blipFill>
          <a:blip r:embed="rId5"/>
          <a:stretch>
            <a:fillRect/>
          </a:stretch>
        </p:blipFill>
        <p:spPr>
          <a:xfrm>
            <a:off x="6576" y="2617348"/>
            <a:ext cx="6683319" cy="746825"/>
          </a:xfrm>
          <a:prstGeom prst="rect">
            <a:avLst/>
          </a:prstGeom>
        </p:spPr>
      </p:pic>
    </p:spTree>
    <p:extLst>
      <p:ext uri="{BB962C8B-B14F-4D97-AF65-F5344CB8AC3E}">
        <p14:creationId xmlns:p14="http://schemas.microsoft.com/office/powerpoint/2010/main" val="32099630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B6392C4C-A822-FE5E-C7D3-35A06B99B844}"/>
              </a:ext>
            </a:extLst>
          </p:cNvPr>
          <p:cNvPicPr>
            <a:picLocks noChangeAspect="1"/>
          </p:cNvPicPr>
          <p:nvPr/>
        </p:nvPicPr>
        <p:blipFill>
          <a:blip r:embed="rId3"/>
          <a:stretch>
            <a:fillRect/>
          </a:stretch>
        </p:blipFill>
        <p:spPr>
          <a:xfrm>
            <a:off x="1403648" y="1059582"/>
            <a:ext cx="5416030" cy="3240360"/>
          </a:xfrm>
          <a:prstGeom prst="rect">
            <a:avLst/>
          </a:prstGeom>
        </p:spPr>
      </p:pic>
    </p:spTree>
    <p:extLst>
      <p:ext uri="{BB962C8B-B14F-4D97-AF65-F5344CB8AC3E}">
        <p14:creationId xmlns:p14="http://schemas.microsoft.com/office/powerpoint/2010/main" val="14375217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E8263A90-188E-735D-262E-0B288E7DCAFF}"/>
              </a:ext>
            </a:extLst>
          </p:cNvPr>
          <p:cNvPicPr>
            <a:picLocks noChangeAspect="1"/>
          </p:cNvPicPr>
          <p:nvPr/>
        </p:nvPicPr>
        <p:blipFill>
          <a:blip r:embed="rId3"/>
          <a:stretch>
            <a:fillRect/>
          </a:stretch>
        </p:blipFill>
        <p:spPr>
          <a:xfrm>
            <a:off x="1154134" y="771550"/>
            <a:ext cx="6835732" cy="990686"/>
          </a:xfrm>
          <a:prstGeom prst="rect">
            <a:avLst/>
          </a:prstGeom>
        </p:spPr>
      </p:pic>
      <p:pic>
        <p:nvPicPr>
          <p:cNvPr id="5" name="图片 4">
            <a:extLst>
              <a:ext uri="{FF2B5EF4-FFF2-40B4-BE49-F238E27FC236}">
                <a16:creationId xmlns:a16="http://schemas.microsoft.com/office/drawing/2014/main" id="{BDAAC368-4464-86FE-7D7C-ED0A6F72D982}"/>
              </a:ext>
            </a:extLst>
          </p:cNvPr>
          <p:cNvPicPr>
            <a:picLocks noChangeAspect="1"/>
          </p:cNvPicPr>
          <p:nvPr/>
        </p:nvPicPr>
        <p:blipFill>
          <a:blip r:embed="rId4"/>
          <a:stretch>
            <a:fillRect/>
          </a:stretch>
        </p:blipFill>
        <p:spPr>
          <a:xfrm>
            <a:off x="1979712" y="1897541"/>
            <a:ext cx="4724809" cy="411516"/>
          </a:xfrm>
          <a:prstGeom prst="rect">
            <a:avLst/>
          </a:prstGeom>
        </p:spPr>
      </p:pic>
    </p:spTree>
    <p:extLst>
      <p:ext uri="{BB962C8B-B14F-4D97-AF65-F5344CB8AC3E}">
        <p14:creationId xmlns:p14="http://schemas.microsoft.com/office/powerpoint/2010/main" val="23101561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F975355A-2A44-EFB0-9809-1DCD04D9A4B5}"/>
              </a:ext>
            </a:extLst>
          </p:cNvPr>
          <p:cNvPicPr>
            <a:picLocks noChangeAspect="1"/>
          </p:cNvPicPr>
          <p:nvPr/>
        </p:nvPicPr>
        <p:blipFill>
          <a:blip r:embed="rId3"/>
          <a:stretch>
            <a:fillRect/>
          </a:stretch>
        </p:blipFill>
        <p:spPr>
          <a:xfrm>
            <a:off x="2304853" y="921877"/>
            <a:ext cx="4534293" cy="3299746"/>
          </a:xfrm>
          <a:prstGeom prst="rect">
            <a:avLst/>
          </a:prstGeom>
        </p:spPr>
      </p:pic>
    </p:spTree>
    <p:extLst>
      <p:ext uri="{BB962C8B-B14F-4D97-AF65-F5344CB8AC3E}">
        <p14:creationId xmlns:p14="http://schemas.microsoft.com/office/powerpoint/2010/main" val="19414164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3" name="文本框 2">
            <a:extLst>
              <a:ext uri="{FF2B5EF4-FFF2-40B4-BE49-F238E27FC236}">
                <a16:creationId xmlns:a16="http://schemas.microsoft.com/office/drawing/2014/main" id="{1DAE272F-FB14-61BA-38B8-6E6C0DD9475B}"/>
              </a:ext>
            </a:extLst>
          </p:cNvPr>
          <p:cNvSpPr txBox="1"/>
          <p:nvPr/>
        </p:nvSpPr>
        <p:spPr>
          <a:xfrm>
            <a:off x="467544" y="771550"/>
            <a:ext cx="4600280" cy="369332"/>
          </a:xfrm>
          <a:prstGeom prst="rect">
            <a:avLst/>
          </a:prstGeom>
          <a:noFill/>
        </p:spPr>
        <p:txBody>
          <a:bodyPr wrap="square">
            <a:spAutoFit/>
          </a:bodyPr>
          <a:lstStyle/>
          <a:p>
            <a:r>
              <a:rPr lang="zh-CN" altLang="en-US"/>
              <a:t>基本分段存储管理方式</a:t>
            </a:r>
            <a:endParaRPr lang="zh-CN" altLang="en-US" dirty="0"/>
          </a:p>
        </p:txBody>
      </p:sp>
      <p:sp>
        <p:nvSpPr>
          <p:cNvPr id="5" name="文本框 4">
            <a:extLst>
              <a:ext uri="{FF2B5EF4-FFF2-40B4-BE49-F238E27FC236}">
                <a16:creationId xmlns:a16="http://schemas.microsoft.com/office/drawing/2014/main" id="{82B56512-DE7B-28DA-CF50-551024C56763}"/>
              </a:ext>
            </a:extLst>
          </p:cNvPr>
          <p:cNvSpPr txBox="1"/>
          <p:nvPr/>
        </p:nvSpPr>
        <p:spPr>
          <a:xfrm>
            <a:off x="467544" y="1125489"/>
            <a:ext cx="6912768" cy="1200329"/>
          </a:xfrm>
          <a:prstGeom prst="rect">
            <a:avLst/>
          </a:prstGeom>
          <a:noFill/>
        </p:spPr>
        <p:txBody>
          <a:bodyPr wrap="square">
            <a:spAutoFit/>
          </a:bodyPr>
          <a:lstStyle/>
          <a:p>
            <a:r>
              <a:rPr lang="zh-CN" altLang="en-US" dirty="0"/>
              <a:t>出发点：分页是从计算机角度考虑设计的，目的是为了内存的利用率，提高计算机性能，分页通过硬件机制实现，对用户完全透明。分段是从用户和程序员的角度提出，满足方便编程，信息保护和共享，动态增长及动态链接等多方面的需要</a:t>
            </a:r>
          </a:p>
        </p:txBody>
      </p:sp>
      <p:pic>
        <p:nvPicPr>
          <p:cNvPr id="8" name="图片 7">
            <a:extLst>
              <a:ext uri="{FF2B5EF4-FFF2-40B4-BE49-F238E27FC236}">
                <a16:creationId xmlns:a16="http://schemas.microsoft.com/office/drawing/2014/main" id="{8CA994FE-13CE-777D-E8F0-436C77FB3CA8}"/>
              </a:ext>
            </a:extLst>
          </p:cNvPr>
          <p:cNvPicPr>
            <a:picLocks noChangeAspect="1"/>
          </p:cNvPicPr>
          <p:nvPr/>
        </p:nvPicPr>
        <p:blipFill>
          <a:blip r:embed="rId3"/>
          <a:stretch>
            <a:fillRect/>
          </a:stretch>
        </p:blipFill>
        <p:spPr>
          <a:xfrm>
            <a:off x="755576" y="2411167"/>
            <a:ext cx="7186283" cy="807790"/>
          </a:xfrm>
          <a:prstGeom prst="rect">
            <a:avLst/>
          </a:prstGeom>
        </p:spPr>
      </p:pic>
      <p:pic>
        <p:nvPicPr>
          <p:cNvPr id="10" name="图片 9">
            <a:extLst>
              <a:ext uri="{FF2B5EF4-FFF2-40B4-BE49-F238E27FC236}">
                <a16:creationId xmlns:a16="http://schemas.microsoft.com/office/drawing/2014/main" id="{F295BE57-C35B-BB2E-1BA0-A808F289A0AD}"/>
              </a:ext>
            </a:extLst>
          </p:cNvPr>
          <p:cNvPicPr>
            <a:picLocks noChangeAspect="1"/>
          </p:cNvPicPr>
          <p:nvPr/>
        </p:nvPicPr>
        <p:blipFill>
          <a:blip r:embed="rId4"/>
          <a:stretch>
            <a:fillRect/>
          </a:stretch>
        </p:blipFill>
        <p:spPr>
          <a:xfrm>
            <a:off x="2555776" y="3605397"/>
            <a:ext cx="3055885" cy="495343"/>
          </a:xfrm>
          <a:prstGeom prst="rect">
            <a:avLst/>
          </a:prstGeom>
        </p:spPr>
      </p:pic>
    </p:spTree>
    <p:extLst>
      <p:ext uri="{BB962C8B-B14F-4D97-AF65-F5344CB8AC3E}">
        <p14:creationId xmlns:p14="http://schemas.microsoft.com/office/powerpoint/2010/main" val="13899155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A9B1C5F0-055C-5F06-2A72-750E9DB3EA55}"/>
              </a:ext>
            </a:extLst>
          </p:cNvPr>
          <p:cNvPicPr>
            <a:picLocks noChangeAspect="1"/>
          </p:cNvPicPr>
          <p:nvPr/>
        </p:nvPicPr>
        <p:blipFill>
          <a:blip r:embed="rId3"/>
          <a:stretch>
            <a:fillRect/>
          </a:stretch>
        </p:blipFill>
        <p:spPr>
          <a:xfrm>
            <a:off x="346344" y="1059582"/>
            <a:ext cx="8451312" cy="541067"/>
          </a:xfrm>
          <a:prstGeom prst="rect">
            <a:avLst/>
          </a:prstGeom>
        </p:spPr>
      </p:pic>
      <p:pic>
        <p:nvPicPr>
          <p:cNvPr id="5" name="图片 4">
            <a:extLst>
              <a:ext uri="{FF2B5EF4-FFF2-40B4-BE49-F238E27FC236}">
                <a16:creationId xmlns:a16="http://schemas.microsoft.com/office/drawing/2014/main" id="{743B9C4B-173C-55EF-FC93-AA4397CD2E1D}"/>
              </a:ext>
            </a:extLst>
          </p:cNvPr>
          <p:cNvPicPr>
            <a:picLocks noChangeAspect="1"/>
          </p:cNvPicPr>
          <p:nvPr/>
        </p:nvPicPr>
        <p:blipFill>
          <a:blip r:embed="rId4"/>
          <a:stretch>
            <a:fillRect/>
          </a:stretch>
        </p:blipFill>
        <p:spPr>
          <a:xfrm>
            <a:off x="2994523" y="1833469"/>
            <a:ext cx="3154953" cy="381033"/>
          </a:xfrm>
          <a:prstGeom prst="rect">
            <a:avLst/>
          </a:prstGeom>
        </p:spPr>
      </p:pic>
      <p:pic>
        <p:nvPicPr>
          <p:cNvPr id="8" name="图片 7">
            <a:extLst>
              <a:ext uri="{FF2B5EF4-FFF2-40B4-BE49-F238E27FC236}">
                <a16:creationId xmlns:a16="http://schemas.microsoft.com/office/drawing/2014/main" id="{CA87E803-7F55-5015-0778-2A7A1098828F}"/>
              </a:ext>
            </a:extLst>
          </p:cNvPr>
          <p:cNvPicPr>
            <a:picLocks noChangeAspect="1"/>
          </p:cNvPicPr>
          <p:nvPr/>
        </p:nvPicPr>
        <p:blipFill>
          <a:blip r:embed="rId5"/>
          <a:stretch>
            <a:fillRect/>
          </a:stretch>
        </p:blipFill>
        <p:spPr>
          <a:xfrm>
            <a:off x="1907704" y="2536711"/>
            <a:ext cx="4511431" cy="2004234"/>
          </a:xfrm>
          <a:prstGeom prst="rect">
            <a:avLst/>
          </a:prstGeom>
        </p:spPr>
      </p:pic>
    </p:spTree>
    <p:extLst>
      <p:ext uri="{BB962C8B-B14F-4D97-AF65-F5344CB8AC3E}">
        <p14:creationId xmlns:p14="http://schemas.microsoft.com/office/powerpoint/2010/main" val="38919879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B298CD8B-782A-8B1E-AC83-7AED5DDCDA4E}"/>
              </a:ext>
            </a:extLst>
          </p:cNvPr>
          <p:cNvPicPr>
            <a:picLocks noChangeAspect="1"/>
          </p:cNvPicPr>
          <p:nvPr/>
        </p:nvPicPr>
        <p:blipFill>
          <a:blip r:embed="rId3"/>
          <a:stretch>
            <a:fillRect/>
          </a:stretch>
        </p:blipFill>
        <p:spPr>
          <a:xfrm>
            <a:off x="0" y="843558"/>
            <a:ext cx="9144000" cy="1118795"/>
          </a:xfrm>
          <a:prstGeom prst="rect">
            <a:avLst/>
          </a:prstGeom>
        </p:spPr>
      </p:pic>
      <p:pic>
        <p:nvPicPr>
          <p:cNvPr id="5" name="图片 4">
            <a:extLst>
              <a:ext uri="{FF2B5EF4-FFF2-40B4-BE49-F238E27FC236}">
                <a16:creationId xmlns:a16="http://schemas.microsoft.com/office/drawing/2014/main" id="{8CA0F538-EE12-9965-DC10-D5693B7F03DE}"/>
              </a:ext>
            </a:extLst>
          </p:cNvPr>
          <p:cNvPicPr>
            <a:picLocks noChangeAspect="1"/>
          </p:cNvPicPr>
          <p:nvPr/>
        </p:nvPicPr>
        <p:blipFill>
          <a:blip r:embed="rId4"/>
          <a:stretch>
            <a:fillRect/>
          </a:stretch>
        </p:blipFill>
        <p:spPr>
          <a:xfrm>
            <a:off x="2195736" y="2169666"/>
            <a:ext cx="4336156" cy="2316681"/>
          </a:xfrm>
          <a:prstGeom prst="rect">
            <a:avLst/>
          </a:prstGeom>
        </p:spPr>
      </p:pic>
    </p:spTree>
    <p:extLst>
      <p:ext uri="{BB962C8B-B14F-4D97-AF65-F5344CB8AC3E}">
        <p14:creationId xmlns:p14="http://schemas.microsoft.com/office/powerpoint/2010/main" val="11404766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5AB526BF-A975-6474-A528-FFC4B37AC8C1}"/>
              </a:ext>
            </a:extLst>
          </p:cNvPr>
          <p:cNvPicPr>
            <a:picLocks noChangeAspect="1"/>
          </p:cNvPicPr>
          <p:nvPr/>
        </p:nvPicPr>
        <p:blipFill>
          <a:blip r:embed="rId3"/>
          <a:stretch>
            <a:fillRect/>
          </a:stretch>
        </p:blipFill>
        <p:spPr>
          <a:xfrm>
            <a:off x="87149" y="2144993"/>
            <a:ext cx="8748518" cy="853514"/>
          </a:xfrm>
          <a:prstGeom prst="rect">
            <a:avLst/>
          </a:prstGeom>
        </p:spPr>
      </p:pic>
      <p:pic>
        <p:nvPicPr>
          <p:cNvPr id="5" name="图片 4">
            <a:extLst>
              <a:ext uri="{FF2B5EF4-FFF2-40B4-BE49-F238E27FC236}">
                <a16:creationId xmlns:a16="http://schemas.microsoft.com/office/drawing/2014/main" id="{ECA677A0-1D06-166F-CF1B-912E96EEDBEB}"/>
              </a:ext>
            </a:extLst>
          </p:cNvPr>
          <p:cNvPicPr>
            <a:picLocks noChangeAspect="1"/>
          </p:cNvPicPr>
          <p:nvPr/>
        </p:nvPicPr>
        <p:blipFill>
          <a:blip r:embed="rId4"/>
          <a:stretch>
            <a:fillRect/>
          </a:stretch>
        </p:blipFill>
        <p:spPr>
          <a:xfrm>
            <a:off x="133963" y="1802704"/>
            <a:ext cx="1082134" cy="327688"/>
          </a:xfrm>
          <a:prstGeom prst="rect">
            <a:avLst/>
          </a:prstGeom>
        </p:spPr>
      </p:pic>
    </p:spTree>
    <p:extLst>
      <p:ext uri="{BB962C8B-B14F-4D97-AF65-F5344CB8AC3E}">
        <p14:creationId xmlns:p14="http://schemas.microsoft.com/office/powerpoint/2010/main" val="3348738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3" name="文本框 2">
            <a:extLst>
              <a:ext uri="{FF2B5EF4-FFF2-40B4-BE49-F238E27FC236}">
                <a16:creationId xmlns:a16="http://schemas.microsoft.com/office/drawing/2014/main" id="{66101743-E7A4-D0A0-8219-7C15AD167C79}"/>
              </a:ext>
            </a:extLst>
          </p:cNvPr>
          <p:cNvSpPr txBox="1"/>
          <p:nvPr/>
        </p:nvSpPr>
        <p:spPr>
          <a:xfrm>
            <a:off x="611560" y="843558"/>
            <a:ext cx="4600280" cy="369332"/>
          </a:xfrm>
          <a:prstGeom prst="rect">
            <a:avLst/>
          </a:prstGeom>
          <a:noFill/>
        </p:spPr>
        <p:txBody>
          <a:bodyPr wrap="square">
            <a:spAutoFit/>
          </a:bodyPr>
          <a:lstStyle/>
          <a:p>
            <a:r>
              <a:rPr lang="zh-CN" altLang="en-US" dirty="0"/>
              <a:t>段页式管理方式</a:t>
            </a:r>
          </a:p>
        </p:txBody>
      </p:sp>
      <p:sp>
        <p:nvSpPr>
          <p:cNvPr id="5" name="文本框 4">
            <a:extLst>
              <a:ext uri="{FF2B5EF4-FFF2-40B4-BE49-F238E27FC236}">
                <a16:creationId xmlns:a16="http://schemas.microsoft.com/office/drawing/2014/main" id="{1A99F062-6229-E302-3058-858D1115AB40}"/>
              </a:ext>
            </a:extLst>
          </p:cNvPr>
          <p:cNvSpPr txBox="1"/>
          <p:nvPr/>
        </p:nvSpPr>
        <p:spPr>
          <a:xfrm>
            <a:off x="467544" y="1347614"/>
            <a:ext cx="8496944" cy="1477328"/>
          </a:xfrm>
          <a:prstGeom prst="rect">
            <a:avLst/>
          </a:prstGeom>
          <a:noFill/>
        </p:spPr>
        <p:txBody>
          <a:bodyPr wrap="square">
            <a:spAutoFit/>
          </a:bodyPr>
          <a:lstStyle/>
          <a:p>
            <a:r>
              <a:rPr lang="zh-CN" altLang="en-US" dirty="0"/>
              <a:t>页式存储有效的提高内存利用率，分段存储能反映程序的逻辑结构并有利于段的分享，将这两种方式结合一下。这种二者结合的方法经常在计算机理论中遇到。</a:t>
            </a:r>
          </a:p>
          <a:p>
            <a:r>
              <a:rPr lang="zh-CN" altLang="en-US" dirty="0"/>
              <a:t>思想：作业的地址空间首先被分成若干逻辑段，每段有自己的段号。每个段分成若干大小固定的页。对内存空间的管理仍然和分页存储管理一样，</a:t>
            </a:r>
            <a:r>
              <a:rPr lang="zh-CN" altLang="en-US" sz="1800" b="0" i="0" dirty="0">
                <a:solidFill>
                  <a:srgbClr val="000000"/>
                </a:solidFill>
                <a:effectLst/>
                <a:latin typeface="SimSun" panose="02010600030101010101" pitchFamily="2" charset="-122"/>
                <a:ea typeface="SimSun" panose="02010600030101010101" pitchFamily="2" charset="-122"/>
              </a:rPr>
              <a:t>将其分成若干和页面大小相同的存储块，对内存的分配以存储块为单位。</a:t>
            </a:r>
            <a:endParaRPr lang="zh-CN" altLang="en-US" dirty="0"/>
          </a:p>
        </p:txBody>
      </p:sp>
    </p:spTree>
    <p:extLst>
      <p:ext uri="{BB962C8B-B14F-4D97-AF65-F5344CB8AC3E}">
        <p14:creationId xmlns:p14="http://schemas.microsoft.com/office/powerpoint/2010/main" val="20002585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5" name="图片 4">
            <a:extLst>
              <a:ext uri="{FF2B5EF4-FFF2-40B4-BE49-F238E27FC236}">
                <a16:creationId xmlns:a16="http://schemas.microsoft.com/office/drawing/2014/main" id="{A09960B9-8EE4-AAE1-D0BE-E2340160DCA0}"/>
              </a:ext>
            </a:extLst>
          </p:cNvPr>
          <p:cNvPicPr>
            <a:picLocks noChangeAspect="1"/>
          </p:cNvPicPr>
          <p:nvPr/>
        </p:nvPicPr>
        <p:blipFill>
          <a:blip r:embed="rId3"/>
          <a:stretch>
            <a:fillRect/>
          </a:stretch>
        </p:blipFill>
        <p:spPr>
          <a:xfrm>
            <a:off x="1373700" y="1347614"/>
            <a:ext cx="3200677" cy="381033"/>
          </a:xfrm>
          <a:prstGeom prst="rect">
            <a:avLst/>
          </a:prstGeom>
        </p:spPr>
      </p:pic>
      <p:pic>
        <p:nvPicPr>
          <p:cNvPr id="8" name="图片 7">
            <a:extLst>
              <a:ext uri="{FF2B5EF4-FFF2-40B4-BE49-F238E27FC236}">
                <a16:creationId xmlns:a16="http://schemas.microsoft.com/office/drawing/2014/main" id="{03456E72-A9AD-45A9-00BA-FA46CD10A0EA}"/>
              </a:ext>
            </a:extLst>
          </p:cNvPr>
          <p:cNvPicPr>
            <a:picLocks noChangeAspect="1"/>
          </p:cNvPicPr>
          <p:nvPr/>
        </p:nvPicPr>
        <p:blipFill>
          <a:blip r:embed="rId4"/>
          <a:stretch>
            <a:fillRect/>
          </a:stretch>
        </p:blipFill>
        <p:spPr>
          <a:xfrm>
            <a:off x="1738640" y="1791481"/>
            <a:ext cx="4122777" cy="2850127"/>
          </a:xfrm>
          <a:prstGeom prst="rect">
            <a:avLst/>
          </a:prstGeom>
        </p:spPr>
      </p:pic>
      <p:pic>
        <p:nvPicPr>
          <p:cNvPr id="10" name="图片 9">
            <a:extLst>
              <a:ext uri="{FF2B5EF4-FFF2-40B4-BE49-F238E27FC236}">
                <a16:creationId xmlns:a16="http://schemas.microsoft.com/office/drawing/2014/main" id="{0F38B929-D717-870D-E4E2-9D773E84BA51}"/>
              </a:ext>
            </a:extLst>
          </p:cNvPr>
          <p:cNvPicPr>
            <a:picLocks noChangeAspect="1"/>
          </p:cNvPicPr>
          <p:nvPr/>
        </p:nvPicPr>
        <p:blipFill>
          <a:blip r:embed="rId5"/>
          <a:stretch>
            <a:fillRect/>
          </a:stretch>
        </p:blipFill>
        <p:spPr>
          <a:xfrm>
            <a:off x="251520" y="640498"/>
            <a:ext cx="8367485" cy="579170"/>
          </a:xfrm>
          <a:prstGeom prst="rect">
            <a:avLst/>
          </a:prstGeom>
        </p:spPr>
      </p:pic>
    </p:spTree>
    <p:extLst>
      <p:ext uri="{BB962C8B-B14F-4D97-AF65-F5344CB8AC3E}">
        <p14:creationId xmlns:p14="http://schemas.microsoft.com/office/powerpoint/2010/main" val="33714652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B3E6F52F-F450-4554-8553-BB1476BD175E}"/>
              </a:ext>
            </a:extLst>
          </p:cNvPr>
          <p:cNvPicPr>
            <a:picLocks noChangeAspect="1"/>
          </p:cNvPicPr>
          <p:nvPr/>
        </p:nvPicPr>
        <p:blipFill>
          <a:blip r:embed="rId3"/>
          <a:stretch>
            <a:fillRect/>
          </a:stretch>
        </p:blipFill>
        <p:spPr>
          <a:xfrm>
            <a:off x="2598249" y="1508668"/>
            <a:ext cx="3947502" cy="2126164"/>
          </a:xfrm>
          <a:prstGeom prst="rect">
            <a:avLst/>
          </a:prstGeom>
        </p:spPr>
      </p:pic>
    </p:spTree>
    <p:extLst>
      <p:ext uri="{BB962C8B-B14F-4D97-AF65-F5344CB8AC3E}">
        <p14:creationId xmlns:p14="http://schemas.microsoft.com/office/powerpoint/2010/main" val="4045055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3" name="文本框 2">
            <a:extLst>
              <a:ext uri="{FF2B5EF4-FFF2-40B4-BE49-F238E27FC236}">
                <a16:creationId xmlns:a16="http://schemas.microsoft.com/office/drawing/2014/main" id="{41EA757D-CA51-108B-C24C-E7E5C0FB601A}"/>
              </a:ext>
            </a:extLst>
          </p:cNvPr>
          <p:cNvSpPr txBox="1"/>
          <p:nvPr/>
        </p:nvSpPr>
        <p:spPr>
          <a:xfrm>
            <a:off x="93043" y="1275606"/>
            <a:ext cx="8712968" cy="1754326"/>
          </a:xfrm>
          <a:prstGeom prst="rect">
            <a:avLst/>
          </a:prstGeom>
          <a:noFill/>
        </p:spPr>
        <p:txBody>
          <a:bodyPr wrap="square">
            <a:spAutoFit/>
          </a:bodyPr>
          <a:lstStyle/>
          <a:p>
            <a:r>
              <a:rPr lang="zh-CN" altLang="en-US" dirty="0"/>
              <a:t>1)为什么要进行内存管理？</a:t>
            </a:r>
          </a:p>
          <a:p>
            <a:r>
              <a:rPr lang="zh-CN" altLang="en-US" dirty="0"/>
              <a:t>在单道系统阶段，一个系统在一个时间段内只执行一个程序，内存的分配极其简单，即仅分配给当前运行的进程。引入多道程序后，进程之间共享的不仅仅是处理机，还有主存储器。然而，共享主存会形成一些特殊的挑战。若不对内存进行管理，则容易导致内存数据的混乱，以至于影响进程的并发执行。因此，为了更好地支持多道程序并发执行，必须进行内存管理。</a:t>
            </a:r>
          </a:p>
        </p:txBody>
      </p:sp>
    </p:spTree>
    <p:extLst>
      <p:ext uri="{BB962C8B-B14F-4D97-AF65-F5344CB8AC3E}">
        <p14:creationId xmlns:p14="http://schemas.microsoft.com/office/powerpoint/2010/main" val="20097175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临界资源</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3" name="文本框 2">
            <a:extLst>
              <a:ext uri="{FF2B5EF4-FFF2-40B4-BE49-F238E27FC236}">
                <a16:creationId xmlns:a16="http://schemas.microsoft.com/office/drawing/2014/main" id="{9369200B-4EC2-E6EF-E861-2128EC3F55E6}"/>
              </a:ext>
            </a:extLst>
          </p:cNvPr>
          <p:cNvSpPr txBox="1"/>
          <p:nvPr/>
        </p:nvSpPr>
        <p:spPr>
          <a:xfrm>
            <a:off x="323528" y="1059582"/>
            <a:ext cx="7848872" cy="3139321"/>
          </a:xfrm>
          <a:prstGeom prst="rect">
            <a:avLst/>
          </a:prstGeom>
          <a:noFill/>
        </p:spPr>
        <p:txBody>
          <a:bodyPr wrap="square">
            <a:spAutoFit/>
          </a:bodyPr>
          <a:lstStyle/>
          <a:p>
            <a:r>
              <a:rPr lang="zh-CN" altLang="en-US" dirty="0"/>
              <a:t>2)页式管理中每个页表项大小的下限如何决定？</a:t>
            </a:r>
          </a:p>
          <a:p>
            <a:r>
              <a:rPr lang="zh-CN" altLang="en-US" dirty="0"/>
              <a:t>页表项的作用是找到该页在内存中的位置。以32位逻辑地址空间、字节编址单位、一页4KB为例，地址空间内共含有232B/4KB=1M页，需要Iog21M=20位才能保证表示范围能容纳所有页面，又因为以字节作为编址单位，即页表项的大小≥20/8=3B。当然，也可选择更大的页表项大小，让一个页面能够正好容下整数个页表项，以方便存储（例如取成4B,一页正好可以装下1K个页表项），或增加一些其他信息。</a:t>
            </a:r>
          </a:p>
          <a:p>
            <a:r>
              <a:rPr lang="zh-CN" altLang="en-US" dirty="0"/>
              <a:t>3)多级页表解决了什么问题？又会带来什么问题？</a:t>
            </a:r>
          </a:p>
          <a:p>
            <a:r>
              <a:rPr lang="zh-CN" altLang="en-US" dirty="0"/>
              <a:t>多级页表解决了当逻辑地址空间过大时，页表的长度会大大增加的问题。而采用多级页表时，一次访盘需要多次访问内存甚至磁盘，会大大增加一次访存的时间。</a:t>
            </a:r>
          </a:p>
        </p:txBody>
      </p:sp>
    </p:spTree>
    <p:extLst>
      <p:ext uri="{BB962C8B-B14F-4D97-AF65-F5344CB8AC3E}">
        <p14:creationId xmlns:p14="http://schemas.microsoft.com/office/powerpoint/2010/main" val="25523981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4">
            <a:extLst>
              <a:ext uri="{FF2B5EF4-FFF2-40B4-BE49-F238E27FC236}">
                <a16:creationId xmlns:a16="http://schemas.microsoft.com/office/drawing/2014/main" id="{D59E8CDF-B620-4E8C-B787-7128127C8336}"/>
              </a:ext>
            </a:extLst>
          </p:cNvPr>
          <p:cNvSpPr/>
          <p:nvPr>
            <p:custDataLst>
              <p:tags r:id="rId1"/>
            </p:custDataLst>
          </p:nvPr>
        </p:nvSpPr>
        <p:spPr>
          <a:xfrm>
            <a:off x="-36512" y="1635646"/>
            <a:ext cx="9180512" cy="1667152"/>
          </a:xfrm>
          <a:prstGeom prst="rect">
            <a:avLst/>
          </a:prstGeom>
          <a:solidFill>
            <a:srgbClr val="002060"/>
          </a:solidFill>
          <a:ln>
            <a:noFill/>
          </a:ln>
        </p:spPr>
        <p:txBody>
          <a:bodyPr anchor="ctr"/>
          <a:lstStyle/>
          <a:p>
            <a:pPr algn="ctr"/>
            <a:endParaRPr lang="zh-CN" sz="1350">
              <a:solidFill>
                <a:schemeClr val="bg1"/>
              </a:solidFill>
              <a:latin typeface="微软雅黑"/>
              <a:ea typeface="微软雅黑"/>
            </a:endParaRPr>
          </a:p>
        </p:txBody>
      </p:sp>
      <p:sp>
        <p:nvSpPr>
          <p:cNvPr id="5" name="文本框 7">
            <a:extLst>
              <a:ext uri="{FF2B5EF4-FFF2-40B4-BE49-F238E27FC236}">
                <a16:creationId xmlns:a16="http://schemas.microsoft.com/office/drawing/2014/main" id="{B914676D-2707-4D58-98F3-655BBED91BCE}"/>
              </a:ext>
            </a:extLst>
          </p:cNvPr>
          <p:cNvSpPr txBox="1"/>
          <p:nvPr>
            <p:custDataLst>
              <p:tags r:id="rId2"/>
            </p:custDataLst>
          </p:nvPr>
        </p:nvSpPr>
        <p:spPr>
          <a:xfrm>
            <a:off x="2582551" y="2163475"/>
            <a:ext cx="4225766" cy="685800"/>
          </a:xfrm>
          <a:prstGeom prst="rect">
            <a:avLst/>
          </a:prstGeom>
          <a:noFill/>
        </p:spPr>
        <p:txBody>
          <a:bodyPr wrap="square" lIns="47625" tIns="19050" rIns="47625" bIns="19050" anchor="ctr"/>
          <a:lstStyle/>
          <a:p>
            <a:pPr marL="0" indent="0" algn="ctr">
              <a:lnSpc>
                <a:spcPct val="100000"/>
              </a:lnSpc>
              <a:spcBef>
                <a:spcPts val="0"/>
              </a:spcBef>
              <a:spcAft>
                <a:spcPts val="0"/>
              </a:spcAft>
              <a:buSzPct val="100000"/>
              <a:buNone/>
            </a:pPr>
            <a:r>
              <a:rPr lang="zh-CN" altLang="en-US" sz="3200" b="1" spc="300" dirty="0">
                <a:solidFill>
                  <a:schemeClr val="bg1"/>
                </a:solidFill>
                <a:latin typeface="微软雅黑"/>
                <a:ea typeface="微软雅黑"/>
              </a:rPr>
              <a:t>谢谢</a:t>
            </a:r>
            <a:endParaRPr lang="zh-CN" sz="3200" b="1" spc="300" dirty="0">
              <a:solidFill>
                <a:schemeClr val="bg1"/>
              </a:solidFill>
              <a:latin typeface="微软雅黑"/>
              <a:ea typeface="微软雅黑"/>
            </a:endParaRPr>
          </a:p>
        </p:txBody>
      </p:sp>
      <p:grpSp>
        <p:nvGrpSpPr>
          <p:cNvPr id="18" name="组合 17">
            <a:extLst>
              <a:ext uri="{FF2B5EF4-FFF2-40B4-BE49-F238E27FC236}">
                <a16:creationId xmlns:a16="http://schemas.microsoft.com/office/drawing/2014/main" id="{521A3BC6-F6EA-4F46-A238-D5E70BE0475E}"/>
              </a:ext>
            </a:extLst>
          </p:cNvPr>
          <p:cNvGrpSpPr/>
          <p:nvPr/>
        </p:nvGrpSpPr>
        <p:grpSpPr>
          <a:xfrm>
            <a:off x="2699792" y="-918"/>
            <a:ext cx="3327790" cy="577152"/>
            <a:chOff x="2483768" y="122390"/>
            <a:chExt cx="3327790" cy="577152"/>
          </a:xfrm>
        </p:grpSpPr>
        <p:pic>
          <p:nvPicPr>
            <p:cNvPr id="19" name="图片 18">
              <a:extLst>
                <a:ext uri="{FF2B5EF4-FFF2-40B4-BE49-F238E27FC236}">
                  <a16:creationId xmlns:a16="http://schemas.microsoft.com/office/drawing/2014/main" id="{CD42DF88-B883-46D2-B76B-7DCE544B5274}"/>
                </a:ext>
              </a:extLst>
            </p:cNvPr>
            <p:cNvPicPr>
              <a:picLocks noChangeAspect="1"/>
            </p:cNvPicPr>
            <p:nvPr/>
          </p:nvPicPr>
          <p:blipFill>
            <a:blip r:embed="rId4"/>
            <a:stretch>
              <a:fillRect/>
            </a:stretch>
          </p:blipFill>
          <p:spPr>
            <a:xfrm>
              <a:off x="3147262" y="238477"/>
              <a:ext cx="2664296" cy="311140"/>
            </a:xfrm>
            <a:prstGeom prst="rect">
              <a:avLst/>
            </a:prstGeom>
          </p:spPr>
        </p:pic>
        <p:pic>
          <p:nvPicPr>
            <p:cNvPr id="20" name="图片 19">
              <a:extLst>
                <a:ext uri="{FF2B5EF4-FFF2-40B4-BE49-F238E27FC236}">
                  <a16:creationId xmlns:a16="http://schemas.microsoft.com/office/drawing/2014/main" id="{3EE04374-D444-417B-8632-4FE8C583BD12}"/>
                </a:ext>
              </a:extLst>
            </p:cNvPr>
            <p:cNvPicPr>
              <a:picLocks noChangeAspect="1"/>
            </p:cNvPicPr>
            <p:nvPr/>
          </p:nvPicPr>
          <p:blipFill>
            <a:blip r:embed="rId5"/>
            <a:stretch>
              <a:fillRect/>
            </a:stretch>
          </p:blipFill>
          <p:spPr>
            <a:xfrm>
              <a:off x="2483768" y="122390"/>
              <a:ext cx="576064" cy="577152"/>
            </a:xfrm>
            <a:prstGeom prst="rect">
              <a:avLst/>
            </a:prstGeom>
          </p:spPr>
        </p:pic>
      </p:grpSp>
      <p:sp>
        <p:nvSpPr>
          <p:cNvPr id="25" name="矩形 24">
            <a:extLst>
              <a:ext uri="{FF2B5EF4-FFF2-40B4-BE49-F238E27FC236}">
                <a16:creationId xmlns:a16="http://schemas.microsoft.com/office/drawing/2014/main" id="{6259C244-8D74-4468-AA86-20094C28A194}"/>
              </a:ext>
            </a:extLst>
          </p:cNvPr>
          <p:cNvSpPr/>
          <p:nvPr/>
        </p:nvSpPr>
        <p:spPr>
          <a:xfrm>
            <a:off x="6372200" y="25872"/>
            <a:ext cx="2520280" cy="646331"/>
          </a:xfrm>
          <a:prstGeom prst="rect">
            <a:avLst/>
          </a:prstGeom>
          <a:solidFill>
            <a:schemeClr val="bg1"/>
          </a:solidFill>
          <a:ln>
            <a:solidFill>
              <a:schemeClr val="bg1"/>
            </a:solidFill>
          </a:ln>
        </p:spPr>
        <p:txBody>
          <a:bodyPr wrap="square">
            <a:spAutoFit/>
          </a:bodyPr>
          <a:lstStyle/>
          <a:p>
            <a:endParaRPr lang="en-US"/>
          </a:p>
          <a:p>
            <a:endParaRPr lang="zh-CN"/>
          </a:p>
        </p:txBody>
      </p:sp>
      <p:cxnSp>
        <p:nvCxnSpPr>
          <p:cNvPr id="22" name="直接连接符 21">
            <a:extLst>
              <a:ext uri="{FF2B5EF4-FFF2-40B4-BE49-F238E27FC236}">
                <a16:creationId xmlns:a16="http://schemas.microsoft.com/office/drawing/2014/main" id="{FC1D829A-63AA-4DF0-9139-1E5DDD71A72A}"/>
              </a:ext>
            </a:extLst>
          </p:cNvPr>
          <p:cNvCxnSpPr/>
          <p:nvPr/>
        </p:nvCxnSpPr>
        <p:spPr>
          <a:xfrm>
            <a:off x="35496" y="576234"/>
            <a:ext cx="9073008" cy="8720"/>
          </a:xfrm>
          <a:prstGeom prst="line">
            <a:avLst/>
          </a:prstGeom>
          <a:ln w="9525">
            <a:solidFill>
              <a:schemeClr val="accent6">
                <a:shade val="95000"/>
              </a:schemeClr>
            </a:solidFill>
            <a:prstDash val="solid"/>
            <a:headEnd type="none" w="med" len="med"/>
            <a:tailEnd type="none" w="med" len="med"/>
          </a:ln>
        </p:spPr>
      </p:cxnSp>
    </p:spTree>
    <p:extLst>
      <p:ext uri="{BB962C8B-B14F-4D97-AF65-F5344CB8AC3E}">
        <p14:creationId xmlns:p14="http://schemas.microsoft.com/office/powerpoint/2010/main" val="2198394826"/>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M_UNIT_BLOCK" val="0"/>
  <p:tag name="KSO_WM_UNIT_DEC_AREA_ID" val="40d7a0f1b3604e6c919066e9622fd25f"/>
  <p:tag name="KSO_WM_UNIT_HIGHLIGHT" val="0"/>
  <p:tag name="KSO_WM_UNIT_COMPATIBLE" val="0"/>
  <p:tag name="KSO_WM_UNIT_DIAGRAM_ISNUMVISUAL" val="0"/>
  <p:tag name="KSO_WM_UNIT_DIAGRAM_ISREFERUNIT" val="0"/>
  <p:tag name="KSO_WM_UNIT_TYPE" val="i"/>
  <p:tag name="KSO_WM_UNIT_INDEX" val="1"/>
  <p:tag name="KSO_WM_UNIT_ID" val="diagram20210145_1*i*1"/>
  <p:tag name="KSO_WM_TEMPLATE_CATEGORY" val="diagram"/>
  <p:tag name="KSO_WM_TEMPLATE_INDEX" val="20210145"/>
  <p:tag name="KSO_WM_UNIT_LAYERLEVEL" val="1"/>
  <p:tag name="KSO_WM_TAG_VERSION" val="1.0"/>
  <p:tag name="KSO_WM_BEAUTIFY_FLAG" val="#wm#"/>
  <p:tag name="KSO_WM_UNIT_SM_LIMIT_TYPE" val="1"/>
  <p:tag name="KSO_WM_UNIT_DECORATE_INFO" val="{&quot;ReferentInfo&quot;:{&quot;Id&quot;:&quot;slide&quot;,&quot;X&quot;:{&quot;Pos&quot;:0},&quot;Y&quot;:{&quot;Pos&quot;:0}},&quot;DecorateInfoX&quot;:{&quot;Pos&quot;:0,&quot;IsAbs&quot;:false},&quot;DecorateInfoY&quot;:{&quot;Pos&quot;:0,&quot;IsAbs&quot;:false},&quot;DecorateInfoW&quot;:{&quot;IsAbs&quot;:true},&quot;DecorateInfoH&quot;:{&quot;IsAbs&quot;:true},&quot;whChangeMode&quot;:0}"/>
  <p:tag name="KSO_WM_CHIP_GROUPID" val="5f2a0e3645e1f15ec24fd3f5"/>
  <p:tag name="KSO_WM_CHIP_XID" val="5f2a0e3645e1f15ec24fd3f6"/>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UNIT_VALUE" val="583"/>
  <p:tag name="KSO_WM_TEMPLATE_ASSEMBLE_XID" val="5f48a2c2f3f92eac73830e8c"/>
  <p:tag name="KSO_WM_TEMPLATE_ASSEMBLE_GROUPID" val="5f48a2c2f3f92eac73830e8c"/>
</p:tagLst>
</file>

<file path=ppt/tags/tag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6"/>
  <p:tag name="KSO_WM_UNIT_HIGHLIGHT" val="0"/>
  <p:tag name="KSO_WM_UNIT_COMPATIBLE" val="0"/>
  <p:tag name="KSO_WM_UNIT_DIAGRAM_ISNUMVISUAL" val="0"/>
  <p:tag name="KSO_WM_UNIT_DIAGRAM_ISREFERUNIT" val="0"/>
  <p:tag name="KSO_WM_UNIT_TYPE" val="a"/>
  <p:tag name="KSO_WM_UNIT_INDEX" val="1"/>
  <p:tag name="KSO_WM_UNIT_ID" val="diagram20210145_1*a*1"/>
  <p:tag name="KSO_WM_TEMPLATE_CATEGORY" val="diagram"/>
  <p:tag name="KSO_WM_TEMPLATE_INDEX" val="20210145"/>
  <p:tag name="KSO_WM_UNIT_LAYERLEVEL" val="1"/>
  <p:tag name="KSO_WM_TAG_VERSION" val="1.0"/>
  <p:tag name="KSO_WM_BEAUTIFY_FLAG" val="#wm#"/>
  <p:tag name="KSO_WM_UNIT_PRESET_TEXT" val="标题"/>
  <p:tag name="KSO_WM_UNIT_DEFAULT_FONT" val="24;44;4"/>
  <p:tag name="KSO_WM_UNIT_BLOCK" val="0"/>
  <p:tag name="KSO_WM_UNIT_SHOW_EDIT_AREA_INDICATION" val="1"/>
  <p:tag name="KSO_WM_CHIP_GROUPID" val="5e7881253197e252a37019b5"/>
  <p:tag name="KSO_WM_CHIP_XID" val="5e7881253197e252a37019b6"/>
  <p:tag name="KSO_WM_CHIP_FILLAREA_FILL_RULE" val="{&quot;fill_align&quot;:&quot;cm&quot;,&quot;fill_mode&quot;:&quot;full&quot;}"/>
  <p:tag name="KSO_WM_UNIT_DEC_AREA_ID" val="d8c195ecc7734c688ed4d0a18e265861"/>
  <p:tag name="KSO_WM_ASSEMBLE_CHIP_INDEX" val="06cc6b2436d54d959c9c99756b32b152"/>
  <p:tag name="KSO_WM_UNIT_TEXT_FILL_FORE_SCHEMECOLOR_INDEX_BRIGHTNESS" val="0"/>
  <p:tag name="KSO_WM_UNIT_TEXT_FILL_FORE_SCHEMECOLOR_INDEX" val="13"/>
  <p:tag name="KSO_WM_UNIT_TEXT_FILL_TYPE" val="1"/>
  <p:tag name="KSO_WM_TEMPLATE_ASSEMBLE_XID" val="5f48a2c2f3f92eac73830e8c"/>
  <p:tag name="KSO_WM_TEMPLATE_ASSEMBLE_GROUPID" val="5f48a2c2f3f92eac73830e8c"/>
  <p:tag name="KSO_WM_TAG_FRONT_SIZE" val=""/>
  <p:tag name="KSO_WM_TAG_BACKGROUP_ID" val=""/>
  <p:tag name="KSO_WM_TAG_BACKGROUP_SIZE" val=""/>
  <p:tag name="KSO_WM_TAG_ZODER_POSITION" val=""/>
</p:tagLst>
</file>

<file path=ppt/theme/theme1.xml><?xml version="1.0" encoding="utf-8"?>
<a:theme xmlns:a="http://schemas.openxmlformats.org/drawingml/2006/main" name="Office 主题​​">
  <a:themeElements>
    <a:clrScheme name="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主题​​">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rgbClr val="000000"/>
      </a:dk1>
      <a:lt1>
        <a:srgbClr val="FFFFFF"/>
      </a:lt1>
      <a:dk2>
        <a:srgbClr val="000000"/>
      </a:dk2>
      <a:lt2>
        <a:srgbClr val="FFFFFF"/>
      </a:lt2>
      <a:accent1>
        <a:srgbClr val="7889FB"/>
      </a:accent1>
      <a:accent2>
        <a:srgbClr val="D6DBFE"/>
      </a:accent2>
      <a:accent3>
        <a:srgbClr val="FFFFFF"/>
      </a:accent3>
      <a:accent4>
        <a:srgbClr val="000000"/>
      </a:accent4>
      <a:accent5>
        <a:srgbClr val="BEC4FD"/>
      </a:accent5>
      <a:accent6>
        <a:srgbClr val="C2C6E6"/>
      </a:accent6>
      <a:hlink>
        <a:srgbClr val="7889FB"/>
      </a:hlink>
      <a:folHlink>
        <a:srgbClr val="9900CC"/>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15645</TotalTime>
  <Words>7956</Words>
  <Application>Microsoft Office PowerPoint</Application>
  <PresentationFormat>全屏显示(16:9)</PresentationFormat>
  <Paragraphs>205</Paragraphs>
  <Slides>32</Slides>
  <Notes>31</Notes>
  <HiddenSlides>0</HiddenSlides>
  <MMClips>0</MMClips>
  <ScaleCrop>false</ScaleCrop>
  <HeadingPairs>
    <vt:vector size="6" baseType="variant">
      <vt:variant>
        <vt:lpstr>已用的字体</vt:lpstr>
      </vt:variant>
      <vt:variant>
        <vt:i4>9</vt:i4>
      </vt:variant>
      <vt:variant>
        <vt:lpstr>主题</vt:lpstr>
      </vt:variant>
      <vt:variant>
        <vt:i4>4</vt:i4>
      </vt:variant>
      <vt:variant>
        <vt:lpstr>幻灯片标题</vt:lpstr>
      </vt:variant>
      <vt:variant>
        <vt:i4>32</vt:i4>
      </vt:variant>
    </vt:vector>
  </HeadingPairs>
  <TitlesOfParts>
    <vt:vector size="45" baseType="lpstr">
      <vt:lpstr>OPPOSans B</vt:lpstr>
      <vt:lpstr>OPPOSans-S</vt:lpstr>
      <vt:lpstr>SimSun</vt:lpstr>
      <vt:lpstr>微软雅黑</vt:lpstr>
      <vt:lpstr>Arial</vt:lpstr>
      <vt:lpstr>Arial Black</vt:lpstr>
      <vt:lpstr>Broadway</vt:lpstr>
      <vt:lpstr>Calibri</vt:lpstr>
      <vt:lpstr>Wingdings</vt:lpstr>
      <vt:lpstr>Office 主题​​</vt:lpstr>
      <vt:lpstr>Office 主题​​</vt:lpstr>
      <vt:lpstr>Office 主题​​</vt:lpstr>
      <vt:lpstr>Office 主题​​</vt:lpstr>
      <vt:lpstr>第7章 内存管理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诚 聘 英 才</dc:title>
  <dc:creator>Fish</dc:creator>
  <cp:lastModifiedBy>guilin li</cp:lastModifiedBy>
  <cp:revision>2666</cp:revision>
  <cp:lastPrinted>2017-11-30T03:12:00Z</cp:lastPrinted>
  <dcterms:created xsi:type="dcterms:W3CDTF">2018-05-31T06:32:00Z</dcterms:created>
  <dcterms:modified xsi:type="dcterms:W3CDTF">2023-10-03T08:17:59Z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2052-11.1.0.10072</vt:lpwstr>
  </property>
</Properties>
</file>