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4" r:id="rId2"/>
    <p:sldMasterId id="2147483687" r:id="rId3"/>
    <p:sldMasterId id="2147483776" r:id="rId4"/>
  </p:sldMasterIdLst>
  <p:notesMasterIdLst>
    <p:notesMasterId r:id="rId35"/>
  </p:notesMasterIdLst>
  <p:handoutMasterIdLst>
    <p:handoutMasterId r:id="rId36"/>
  </p:handoutMasterIdLst>
  <p:sldIdLst>
    <p:sldId id="256" r:id="rId5"/>
    <p:sldId id="325" r:id="rId6"/>
    <p:sldId id="326" r:id="rId7"/>
    <p:sldId id="327" r:id="rId8"/>
    <p:sldId id="328" r:id="rId9"/>
    <p:sldId id="329" r:id="rId10"/>
    <p:sldId id="330" r:id="rId11"/>
    <p:sldId id="331" r:id="rId12"/>
    <p:sldId id="332" r:id="rId13"/>
    <p:sldId id="333" r:id="rId14"/>
    <p:sldId id="334" r:id="rId15"/>
    <p:sldId id="335" r:id="rId16"/>
    <p:sldId id="347" r:id="rId17"/>
    <p:sldId id="336" r:id="rId18"/>
    <p:sldId id="337" r:id="rId19"/>
    <p:sldId id="348" r:id="rId20"/>
    <p:sldId id="338" r:id="rId21"/>
    <p:sldId id="339" r:id="rId22"/>
    <p:sldId id="349" r:id="rId23"/>
    <p:sldId id="340" r:id="rId24"/>
    <p:sldId id="341" r:id="rId25"/>
    <p:sldId id="351" r:id="rId26"/>
    <p:sldId id="350" r:id="rId27"/>
    <p:sldId id="342" r:id="rId28"/>
    <p:sldId id="352" r:id="rId29"/>
    <p:sldId id="343" r:id="rId30"/>
    <p:sldId id="344" r:id="rId31"/>
    <p:sldId id="345" r:id="rId32"/>
    <p:sldId id="346" r:id="rId33"/>
    <p:sldId id="320" r:id="rId34"/>
  </p:sldIdLst>
  <p:sldSz cx="9144000" cy="5143500" type="screen16x9"/>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04">
          <p15:clr>
            <a:srgbClr val="A4A3A4"/>
          </p15:clr>
        </p15:guide>
        <p15:guide id="2" pos="2946">
          <p15:clr>
            <a:srgbClr val="A4A3A4"/>
          </p15:clr>
        </p15:guide>
      </p15:sldGuideLst>
    </p:ext>
    <p:ext uri="{2D200454-40CA-4A62-9FC3-DE9A4176ACB9}">
      <p15:notesGuideLst xmlns:p15="http://schemas.microsoft.com/office/powerpoint/2012/main">
        <p15:guide id="1" orient="horz" pos="3097">
          <p15:clr>
            <a:srgbClr val="A4A3A4"/>
          </p15:clr>
        </p15:guide>
        <p15:guide id="2" pos="219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3F62"/>
    <a:srgbClr val="8A141E"/>
    <a:srgbClr val="8A151F"/>
    <a:srgbClr val="52AD5B"/>
    <a:srgbClr val="0888FB"/>
    <a:srgbClr val="C00000"/>
    <a:srgbClr val="253F61"/>
    <a:srgbClr val="254060"/>
    <a:srgbClr val="243E63"/>
    <a:srgbClr val="8A14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srgbClr val="000000"/>
        </a:fontRef>
        <a:schemeClr val="lt1"/>
      </a:tcTxStyle>
      <a:tcStyle>
        <a:tcBdr/>
        <a:fill>
          <a:solidFill>
            <a:schemeClr val="accent1"/>
          </a:solidFill>
        </a:fill>
      </a:tcStyle>
    </a:lastCol>
    <a:firstCol>
      <a:tcTxStyle b="on">
        <a:fontRef idx="minor">
          <a:srgbClr val="000000"/>
        </a:fontRef>
        <a:schemeClr val="lt1"/>
      </a:tcTxStyle>
      <a:tcStyle>
        <a:tcBdr/>
        <a:fill>
          <a:solidFill>
            <a:schemeClr val="accent1"/>
          </a:solidFill>
        </a:fill>
      </a:tcStyle>
    </a:firstCol>
    <a:lastRow>
      <a:tcTxStyle b="on">
        <a:fontRef idx="minor">
          <a:srgbClr val="000000"/>
        </a:fontRef>
        <a:schemeClr val="lt1"/>
      </a:tcTxStyle>
      <a:tcStyle>
        <a:tcBdr>
          <a:top>
            <a:ln w="38100" cmpd="sng">
              <a:solidFill>
                <a:schemeClr val="lt1"/>
              </a:solidFill>
            </a:ln>
          </a:top>
        </a:tcBdr>
        <a:fill>
          <a:solidFill>
            <a:schemeClr val="accent1"/>
          </a:solidFill>
        </a:fill>
      </a:tcStyle>
    </a:lastRow>
    <a:firstRow>
      <a:tcTxStyle b="on">
        <a:fontRef idx="minor">
          <a:srgbClr val="000000"/>
        </a:fontRef>
        <a:schemeClr val="lt1"/>
      </a:tcTxStyle>
      <a:tcStyle>
        <a:tcBdr>
          <a:bottom>
            <a:ln w="38100" cmpd="sng">
              <a:solidFill>
                <a:schemeClr val="lt1"/>
              </a:solidFill>
            </a:ln>
          </a:bottom>
        </a:tcBdr>
        <a:fill>
          <a:solidFill>
            <a:schemeClr val="accent1"/>
          </a:solidFill>
        </a:fill>
      </a:tcStyle>
    </a:firstRow>
  </a:tblStyle>
  <a:tblStyle styleId="{58542034-FE4F-4ADA-92B8-4CA66D0F0DF3}" styleName="腾讯文档-基本">
    <a:wholeTbl>
      <a:tcTxStyle>
        <a:fontRef idx="minor">
          <a:srgbClr val="000000"/>
        </a:fontRef>
        <a:srgbClr val="000000"/>
      </a:tcTxStyle>
      <a:tcStyle>
        <a:tcBdr>
          <a:left>
            <a:ln w="12700" cmpd="sng">
              <a:solidFill>
                <a:srgbClr val="999999"/>
              </a:solidFill>
            </a:ln>
          </a:left>
          <a:right>
            <a:ln w="12700" cmpd="sng">
              <a:solidFill>
                <a:srgbClr val="999999"/>
              </a:solidFill>
            </a:ln>
          </a:right>
          <a:top>
            <a:ln w="12700" cmpd="sng">
              <a:solidFill>
                <a:srgbClr val="999999"/>
              </a:solidFill>
            </a:ln>
          </a:top>
          <a:bottom>
            <a:ln w="12700" cmpd="sng">
              <a:solidFill>
                <a:srgbClr val="999999"/>
              </a:solidFill>
            </a:ln>
          </a:bottom>
          <a:insideH>
            <a:ln w="12700" cmpd="sng">
              <a:solidFill>
                <a:srgbClr val="999999"/>
              </a:solidFill>
            </a:ln>
          </a:insideH>
          <a:insideV>
            <a:ln w="12700" cmpd="sng">
              <a:solidFill>
                <a:srgbClr val="999999"/>
              </a:solidFill>
            </a:ln>
          </a:insideV>
        </a:tcBdr>
        <a:fill>
          <a:solidFill>
            <a:srgbClr val="FFFFFF"/>
          </a:solid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10" autoAdjust="0"/>
    <p:restoredTop sz="72117" autoAdjust="0"/>
  </p:normalViewPr>
  <p:slideViewPr>
    <p:cSldViewPr>
      <p:cViewPr varScale="1">
        <p:scale>
          <a:sx n="81" d="100"/>
          <a:sy n="81" d="100"/>
        </p:scale>
        <p:origin x="1522" y="58"/>
      </p:cViewPr>
      <p:guideLst>
        <p:guide orient="horz" pos="1604"/>
        <p:guide pos="2946"/>
      </p:guideLst>
    </p:cSldViewPr>
  </p:slideViewPr>
  <p:outlineViewPr>
    <p:cViewPr>
      <p:scale>
        <a:sx n="33" d="100"/>
        <a:sy n="33" d="100"/>
      </p:scale>
      <p:origin x="0" y="5236"/>
    </p:cViewPr>
  </p:outlineViewPr>
  <p:notesTextViewPr>
    <p:cViewPr>
      <p:scale>
        <a:sx n="100" d="100"/>
        <a:sy n="100" d="100"/>
      </p:scale>
      <p:origin x="0" y="0"/>
    </p:cViewPr>
  </p:notesTextViewPr>
  <p:sorterViewPr>
    <p:cViewPr>
      <p:scale>
        <a:sx n="100" d="100"/>
        <a:sy n="100" d="100"/>
      </p:scale>
      <p:origin x="0" y="-4080"/>
    </p:cViewPr>
  </p:sorterViewPr>
  <p:notesViewPr>
    <p:cSldViewPr>
      <p:cViewPr varScale="1">
        <p:scale>
          <a:sx n="53" d="100"/>
          <a:sy n="53" d="100"/>
        </p:scale>
        <p:origin x="-2706" y="-96"/>
      </p:cViewPr>
      <p:guideLst>
        <p:guide orient="horz" pos="3097"/>
        <p:guide pos="219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1275" y="0"/>
            <a:ext cx="2946400" cy="496888"/>
          </a:xfrm>
          <a:prstGeom prst="rect">
            <a:avLst/>
          </a:prstGeom>
        </p:spPr>
        <p:txBody>
          <a:bodyPr vert="horz" lIns="91440" tIns="45720" rIns="91440" bIns="45720" rtlCol="0"/>
          <a:lstStyle>
            <a:lvl1pPr algn="r">
              <a:defRPr sz="1200"/>
            </a:lvl1pPr>
          </a:lstStyle>
          <a:p>
            <a:fld id="{2FE92D19-DAB1-4875-885C-5CE9930C4D72}" type="datetimeFigureOut">
              <a:rPr lang="zh-CN" altLang="en-US" smtClean="0"/>
              <a:t>2023/10/3</a:t>
            </a:fld>
            <a:endParaRPr lang="zh-CN" altLang="en-US"/>
          </a:p>
        </p:txBody>
      </p:sp>
      <p:sp>
        <p:nvSpPr>
          <p:cNvPr id="4" name="页脚占位符 3"/>
          <p:cNvSpPr>
            <a:spLocks noGrp="1"/>
          </p:cNvSpPr>
          <p:nvPr>
            <p:ph type="ftr" sz="quarter" idx="2"/>
          </p:nvPr>
        </p:nvSpPr>
        <p:spPr>
          <a:xfrm>
            <a:off x="0" y="9431338"/>
            <a:ext cx="2946400" cy="4968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1275" y="9431338"/>
            <a:ext cx="2946400" cy="496887"/>
          </a:xfrm>
          <a:prstGeom prst="rect">
            <a:avLst/>
          </a:prstGeom>
        </p:spPr>
        <p:txBody>
          <a:bodyPr vert="horz" lIns="91440" tIns="45720" rIns="91440" bIns="45720" rtlCol="0" anchor="b"/>
          <a:lstStyle>
            <a:lvl1pPr algn="r">
              <a:defRPr sz="1200"/>
            </a:lvl1pPr>
          </a:lstStyle>
          <a:p>
            <a:fld id="{483AE0EB-002D-4EDA-9D7A-1A5304305124}"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2946400" cy="496888"/>
          </a:xfrm>
          <a:prstGeom prst="rect">
            <a:avLst/>
          </a:prstGeom>
          <a:noFill/>
          <a:ln w="9525">
            <a:noFill/>
            <a:miter lim="800000"/>
          </a:ln>
        </p:spPr>
        <p:txBody>
          <a:bodyPr vert="horz" wrap="square" lIns="92172" tIns="46086" rIns="92172" bIns="46086" numCol="1" anchor="t"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2051" name="日期占位符 2"/>
          <p:cNvSpPr>
            <a:spLocks noGrp="1" noChangeArrowheads="1"/>
          </p:cNvSpPr>
          <p:nvPr>
            <p:ph type="dt" idx="1"/>
          </p:nvPr>
        </p:nvSpPr>
        <p:spPr bwMode="auto">
          <a:xfrm>
            <a:off x="3851275" y="0"/>
            <a:ext cx="2946400" cy="496888"/>
          </a:xfrm>
          <a:prstGeom prst="rect">
            <a:avLst/>
          </a:prstGeom>
          <a:noFill/>
          <a:ln w="9525">
            <a:noFill/>
            <a:miter lim="800000"/>
          </a:ln>
        </p:spPr>
        <p:txBody>
          <a:bodyPr vert="horz" wrap="square" lIns="92172" tIns="46086" rIns="92172" bIns="46086" numCol="1" anchor="t"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11268" name="幻灯片图像占位符 3"/>
          <p:cNvSpPr>
            <a:spLocks noGrp="1" noRot="1" noChangeAspect="1" noChangeArrowheads="1"/>
          </p:cNvSpPr>
          <p:nvPr>
            <p:ph type="sldImg" idx="4294967295"/>
          </p:nvPr>
        </p:nvSpPr>
        <p:spPr bwMode="auto">
          <a:xfrm>
            <a:off x="88900" y="744538"/>
            <a:ext cx="6621463" cy="3724275"/>
          </a:xfrm>
          <a:prstGeom prst="rect">
            <a:avLst/>
          </a:prstGeom>
          <a:noFill/>
          <a:ln w="12700">
            <a:noFill/>
            <a:miter lim="800000"/>
          </a:ln>
        </p:spPr>
      </p:sp>
      <p:sp>
        <p:nvSpPr>
          <p:cNvPr id="2053" name="备注占位符 4"/>
          <p:cNvSpPr>
            <a:spLocks noGrp="1" noChangeArrowheads="1"/>
          </p:cNvSpPr>
          <p:nvPr>
            <p:ph type="body" sz="quarter" idx="3"/>
          </p:nvPr>
        </p:nvSpPr>
        <p:spPr bwMode="auto">
          <a:xfrm>
            <a:off x="679450" y="4716463"/>
            <a:ext cx="5440363" cy="4468812"/>
          </a:xfrm>
          <a:prstGeom prst="rect">
            <a:avLst/>
          </a:prstGeom>
          <a:noFill/>
          <a:ln w="12700" cmpd="sng">
            <a:noFill/>
            <a:miter lim="800000"/>
          </a:ln>
        </p:spPr>
        <p:txBody>
          <a:bodyPr vert="horz" wrap="square" lIns="92172" tIns="46086" rIns="92172" bIns="46086" numCol="1" anchor="ctr"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页脚占位符 5"/>
          <p:cNvSpPr>
            <a:spLocks noGrp="1" noChangeArrowheads="1"/>
          </p:cNvSpPr>
          <p:nvPr>
            <p:ph type="ftr" sz="quarter" idx="4"/>
          </p:nvPr>
        </p:nvSpPr>
        <p:spPr bwMode="auto">
          <a:xfrm>
            <a:off x="0" y="9431338"/>
            <a:ext cx="2946400" cy="496887"/>
          </a:xfrm>
          <a:prstGeom prst="rect">
            <a:avLst/>
          </a:prstGeom>
          <a:noFill/>
          <a:ln w="9525">
            <a:noFill/>
            <a:miter lim="800000"/>
          </a:ln>
        </p:spPr>
        <p:txBody>
          <a:bodyPr vert="horz" wrap="square" lIns="92172" tIns="46086" rIns="92172" bIns="46086" numCol="1" anchor="b"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2055" name="灯片编号占位符 6"/>
          <p:cNvSpPr>
            <a:spLocks noGrp="1" noChangeArrowheads="1"/>
          </p:cNvSpPr>
          <p:nvPr>
            <p:ph type="sldNum" sz="quarter" idx="5"/>
          </p:nvPr>
        </p:nvSpPr>
        <p:spPr bwMode="auto">
          <a:xfrm>
            <a:off x="3851275" y="9431338"/>
            <a:ext cx="2946400" cy="496887"/>
          </a:xfrm>
          <a:prstGeom prst="rect">
            <a:avLst/>
          </a:prstGeom>
          <a:noFill/>
          <a:ln w="9525">
            <a:noFill/>
            <a:miter lim="800000"/>
          </a:ln>
        </p:spPr>
        <p:txBody>
          <a:bodyPr vert="horz" wrap="square" lIns="92172" tIns="46086" rIns="92172" bIns="46086" numCol="1" anchor="b" anchorCtr="0" compatLnSpc="1"/>
          <a:lstStyle>
            <a:lvl1pPr algn="r">
              <a:defRPr sz="1200">
                <a:latin typeface="Calibri" panose="020F0502020204030204" pitchFamily="34" charset="0"/>
              </a:defRPr>
            </a:lvl1pPr>
          </a:lstStyle>
          <a:p>
            <a:fld id="{0B97B80F-142F-4A8D-AA75-D1CDF5ADA1E9}"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p>
        </p:txBody>
      </p:sp>
    </p:spTree>
    <p:extLst>
      <p:ext uri="{BB962C8B-B14F-4D97-AF65-F5344CB8AC3E}">
        <p14:creationId xmlns:p14="http://schemas.microsoft.com/office/powerpoint/2010/main" val="939989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1.</a:t>
            </a:r>
            <a:r>
              <a:rPr lang="zh-CN" altLang="en-US" dirty="0"/>
              <a:t>传统存储管理方式的特征</a:t>
            </a:r>
          </a:p>
          <a:p>
            <a:pPr lvl="0"/>
            <a:r>
              <a:rPr lang="zh-CN" altLang="en-US" dirty="0"/>
              <a:t>在内存管理讨论的各种内存管理策略都是为了同时将多个进程保存在内存中，以便允许进行多道程序设计。它们都具有以下两个共同的特征：</a:t>
            </a:r>
          </a:p>
          <a:p>
            <a:pPr lvl="0"/>
            <a:r>
              <a:rPr lang="en-US" altLang="zh-CN" dirty="0"/>
              <a:t>1)</a:t>
            </a:r>
            <a:r>
              <a:rPr lang="zh-CN" altLang="en-US" dirty="0"/>
              <a:t>一次性。作业必须一次性全部装入内存后，才能开始运行。这会导致两种情况：①当作业很大而不能全部被装入内存时，将使该作业无法运行：②当大量作业要求运行时，由于内存不足以容纳所有作业，只能使少数作业先运行，导致多道程序度的下降。</a:t>
            </a:r>
          </a:p>
          <a:p>
            <a:pPr lvl="0"/>
            <a:r>
              <a:rPr lang="en-US" altLang="zh-CN" dirty="0"/>
              <a:t>2)</a:t>
            </a:r>
            <a:r>
              <a:rPr lang="zh-CN" altLang="en-US" dirty="0"/>
              <a:t>驻留性。作业被装入内存后，就一直驻留在内存中，其任何部分都不会被换出，直至作业运行结束。运行中的进程会因等待</a:t>
            </a:r>
            <a:r>
              <a:rPr lang="en-US" altLang="zh-CN" dirty="0"/>
              <a:t>/O</a:t>
            </a:r>
            <a:r>
              <a:rPr lang="zh-CN" altLang="en-US" dirty="0"/>
              <a:t>而被阻塞，可能处于长期等待状态。</a:t>
            </a:r>
          </a:p>
          <a:p>
            <a:pPr lvl="0"/>
            <a:r>
              <a:rPr lang="zh-CN" altLang="en-US" dirty="0"/>
              <a:t>由以上分析可知，许多在程序运行中不用或暂时不用的程序（数据）占据了大量的内存空间，而一些需要运行的作业又无法装入运行，显然浪费了宝贵的内存资源。</a:t>
            </a:r>
            <a:endParaRPr lang="zh-CN" dirty="0"/>
          </a:p>
        </p:txBody>
      </p:sp>
    </p:spTree>
    <p:extLst>
      <p:ext uri="{BB962C8B-B14F-4D97-AF65-F5344CB8AC3E}">
        <p14:creationId xmlns:p14="http://schemas.microsoft.com/office/powerpoint/2010/main" val="261458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2.</a:t>
            </a:r>
            <a:r>
              <a:rPr lang="zh-CN" altLang="en-US" dirty="0"/>
              <a:t>局部性原理</a:t>
            </a:r>
          </a:p>
          <a:p>
            <a:pPr lvl="0"/>
            <a:r>
              <a:rPr lang="zh-CN" altLang="en-US" dirty="0"/>
              <a:t>要真正理解虚拟内存技术的思想，首先须了解著名的局部性原理。从广义上讲，快表、页高速缓存及虚拟内存技术都属于高速缓存技术，这个技术所依赖的原理就是局部性原理。局部性原理既适用于程序结构，又适用于数据结构。</a:t>
            </a:r>
          </a:p>
          <a:p>
            <a:pPr lvl="0"/>
            <a:r>
              <a:rPr lang="zh-CN" altLang="en-US" dirty="0"/>
              <a:t>局部性原理表现在以下两个方面：</a:t>
            </a:r>
          </a:p>
          <a:p>
            <a:pPr lvl="0"/>
            <a:r>
              <a:rPr lang="en-US" altLang="zh-CN" dirty="0"/>
              <a:t>1)</a:t>
            </a:r>
            <a:r>
              <a:rPr lang="zh-CN" altLang="en-US" dirty="0"/>
              <a:t>时间局部性。程序中的某条指令一旦执行，不久后该指令可能再次执行：某数据被访问过，不久后该数据可能再次被访问。产生的原因是程序中存在着大量的循环操作。</a:t>
            </a:r>
          </a:p>
          <a:p>
            <a:pPr lvl="0"/>
            <a:r>
              <a:rPr lang="en-US" altLang="zh-CN" dirty="0"/>
              <a:t>2)</a:t>
            </a:r>
            <a:r>
              <a:rPr lang="zh-CN" altLang="en-US" dirty="0"/>
              <a:t>空间局部性。一旦程序访问了某个存储单元，在不久后，其附近的存储单元也将被访问，即程序在一段时间内所访问的地址，可能集中在一定的范围之内，因为指令通常是顺序存放、顺序执行的，数据也一般是以向量、数组、表等形式簇聚存储的。</a:t>
            </a:r>
          </a:p>
          <a:p>
            <a:pPr lvl="0"/>
            <a:r>
              <a:rPr lang="zh-CN" altLang="en-US" dirty="0"/>
              <a:t>时间局部性通过将近来使用的指令和数据保存到高速缓存中，并使用高速缓存的层次结构实现。空间局部性通常使用较大的高速缓存，并将预取机制集成到高速缓存控制逻辑中实现。虚拟内存技术实际上建立了“内存</a:t>
            </a:r>
            <a:r>
              <a:rPr lang="en-US" altLang="zh-CN" dirty="0"/>
              <a:t>-</a:t>
            </a:r>
            <a:r>
              <a:rPr lang="zh-CN" altLang="en-US" dirty="0"/>
              <a:t>外存”的两级存储器结构，利用局部性原理实现高速缓存。</a:t>
            </a:r>
            <a:endParaRPr lang="zh-CN" dirty="0"/>
          </a:p>
        </p:txBody>
      </p:sp>
    </p:spTree>
    <p:extLst>
      <p:ext uri="{BB962C8B-B14F-4D97-AF65-F5344CB8AC3E}">
        <p14:creationId xmlns:p14="http://schemas.microsoft.com/office/powerpoint/2010/main" val="2603499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3.</a:t>
            </a:r>
            <a:r>
              <a:rPr lang="zh-CN" altLang="en-US" dirty="0"/>
              <a:t>虚拟存储器的定义和特征</a:t>
            </a:r>
          </a:p>
          <a:p>
            <a:pPr lvl="0"/>
            <a:r>
              <a:rPr lang="zh-CN" altLang="en-US" dirty="0"/>
              <a:t>基于局部性原理，在程序装入时，仅须将程序当前要运行的少数页面或段先装入内存，而将其余部分暂留在外存，便可启动程序执行。在程序执行过程中，当所访问的信息不在内存时，由操作系统将所需要的部分调入内存，然后继续执行程序。另一方面，操作系统将内存中暂时不使用的内容换出到外存上，从而腾出空间存放将要调入内存的信息。这样，系统好像为用户提供了一个比实际内存容量大得多的存储器，称为虚拟存储器。</a:t>
            </a:r>
          </a:p>
          <a:p>
            <a:pPr lvl="0"/>
            <a:r>
              <a:rPr lang="zh-CN" altLang="en-US" dirty="0"/>
              <a:t>之所以将其称为虚拟存储器，是因为这种存储器实际上并不存在，只是由于系统提供了部分装入、请求调入和置换功能后（对用户透明），给用户的感觉是好像存在一个比实际物理内存大得多的存储器。但容量大只是一种错觉，是虚的。虚拟存储器有以下三个主要特征：</a:t>
            </a:r>
          </a:p>
          <a:p>
            <a:pPr lvl="0"/>
            <a:r>
              <a:rPr lang="en-US" altLang="zh-CN" dirty="0"/>
              <a:t>1)</a:t>
            </a:r>
            <a:r>
              <a:rPr lang="zh-CN" altLang="en-US" dirty="0"/>
              <a:t>多次性。是指无须在作业运行时一次性地全部装入内存，而允许被分成多次调入内存运行，即只需将当前要运行的那部分程序和数据装入内存即可开始运行。以后每当要运行到尚未调入的那部分程序时，再将它调入。多次性是虚拟存储器最重要的特征。</a:t>
            </a:r>
          </a:p>
          <a:p>
            <a:pPr lvl="0"/>
            <a:r>
              <a:rPr lang="en-US" altLang="zh-CN" dirty="0"/>
              <a:t>2)</a:t>
            </a:r>
            <a:r>
              <a:rPr lang="zh-CN" altLang="en-US" dirty="0"/>
              <a:t>对换性。是指无须在作业运行时一直常驻内存，在进程运行期间，允许将那些暂不使用的程序和数据从内存调至外存的对换区（换出），待以后需要时再将它们从外存调至内存（换进）。正是由于对换性，才使得虚拟存储器得以正常运行。</a:t>
            </a:r>
          </a:p>
          <a:p>
            <a:pPr lvl="0"/>
            <a:r>
              <a:rPr lang="en-US" altLang="zh-CN" dirty="0"/>
              <a:t>3)</a:t>
            </a:r>
            <a:r>
              <a:rPr lang="zh-CN" altLang="en-US" dirty="0"/>
              <a:t>虚拟性。是指从逻辑上扩充内存的容量，使用户所看到的内存容量远大于实际的内存容量。这是虚拟存储器所表现出的最重要特征，也是实现虚拟存储器的最重要目标。</a:t>
            </a:r>
            <a:endParaRPr lang="zh-CN" dirty="0"/>
          </a:p>
        </p:txBody>
      </p:sp>
    </p:spTree>
    <p:extLst>
      <p:ext uri="{BB962C8B-B14F-4D97-AF65-F5344CB8AC3E}">
        <p14:creationId xmlns:p14="http://schemas.microsoft.com/office/powerpoint/2010/main" val="1625389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4.</a:t>
            </a:r>
            <a:r>
              <a:rPr lang="zh-CN" altLang="en-US" dirty="0"/>
              <a:t>虚拟内存技术的实现</a:t>
            </a:r>
          </a:p>
          <a:p>
            <a:pPr lvl="0"/>
            <a:r>
              <a:rPr lang="zh-CN" altLang="en-US" dirty="0"/>
              <a:t>虚拟内存技术允许将一个作业分多次调入内存。采用连续分配方式时，会使相当一部分内存空间都处于暂时或“永久”的空闲状态，造成内存资源的严重浪费，而且也无法从逻辑上扩大内存容量。因此，虚拟内存的实现需要建立在离散分配的内存管理方式的基础上。</a:t>
            </a:r>
          </a:p>
          <a:p>
            <a:pPr lvl="0"/>
            <a:r>
              <a:rPr lang="zh-CN" altLang="en-US" dirty="0"/>
              <a:t>虚拟内存的实现有以下三种方式：</a:t>
            </a:r>
          </a:p>
          <a:p>
            <a:pPr lvl="0"/>
            <a:r>
              <a:rPr lang="en-US" altLang="zh-CN" dirty="0"/>
              <a:t>·</a:t>
            </a:r>
            <a:r>
              <a:rPr lang="zh-CN" altLang="en-US" dirty="0"/>
              <a:t>请求分页存储管理。</a:t>
            </a:r>
          </a:p>
          <a:p>
            <a:pPr lvl="0"/>
            <a:r>
              <a:rPr lang="en-US" altLang="zh-CN" dirty="0"/>
              <a:t>·</a:t>
            </a:r>
            <a:r>
              <a:rPr lang="zh-CN" altLang="en-US" dirty="0"/>
              <a:t>请求分段存储管理。</a:t>
            </a:r>
          </a:p>
          <a:p>
            <a:pPr lvl="0"/>
            <a:r>
              <a:rPr lang="en-US" altLang="zh-CN" dirty="0"/>
              <a:t>·</a:t>
            </a:r>
            <a:r>
              <a:rPr lang="zh-CN" altLang="en-US" dirty="0"/>
              <a:t>请求段页式存储管理。</a:t>
            </a:r>
          </a:p>
          <a:p>
            <a:pPr lvl="0"/>
            <a:r>
              <a:rPr lang="zh-CN" altLang="en-US" dirty="0"/>
              <a:t>不管哪种方式，都需要有一定的硬件支持。一般需要的支持有以下几个方面：</a:t>
            </a:r>
          </a:p>
          <a:p>
            <a:pPr lvl="0"/>
            <a:r>
              <a:rPr lang="en-US" altLang="zh-CN" dirty="0"/>
              <a:t>·</a:t>
            </a:r>
            <a:r>
              <a:rPr lang="zh-CN" altLang="en-US" dirty="0"/>
              <a:t>一定容量的内存和外存。</a:t>
            </a:r>
          </a:p>
          <a:p>
            <a:pPr lvl="0"/>
            <a:r>
              <a:rPr lang="en-US" altLang="zh-CN" dirty="0"/>
              <a:t>·</a:t>
            </a:r>
            <a:r>
              <a:rPr lang="zh-CN" altLang="en-US" dirty="0"/>
              <a:t>页表机制（或段表机制），作为主要的数据结构。</a:t>
            </a:r>
          </a:p>
          <a:p>
            <a:pPr lvl="0"/>
            <a:r>
              <a:rPr lang="en-US" altLang="zh-CN" dirty="0"/>
              <a:t>·</a:t>
            </a:r>
            <a:r>
              <a:rPr lang="zh-CN" altLang="en-US" dirty="0"/>
              <a:t>中断机构，当用户程序要访问的部分尚未调入内存时，则产生中断。</a:t>
            </a:r>
          </a:p>
          <a:p>
            <a:pPr lvl="0"/>
            <a:r>
              <a:rPr lang="en-US" altLang="zh-CN" dirty="0"/>
              <a:t>·</a:t>
            </a:r>
            <a:r>
              <a:rPr lang="zh-CN" altLang="en-US" dirty="0"/>
              <a:t>地址变换机构，逻辑地址到物理地址的变换。</a:t>
            </a:r>
            <a:endParaRPr lang="zh-CN" dirty="0"/>
          </a:p>
        </p:txBody>
      </p:sp>
    </p:spTree>
    <p:extLst>
      <p:ext uri="{BB962C8B-B14F-4D97-AF65-F5344CB8AC3E}">
        <p14:creationId xmlns:p14="http://schemas.microsoft.com/office/powerpoint/2010/main" val="38548705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请求分页管理方式</a:t>
            </a:r>
          </a:p>
          <a:p>
            <a:pPr lvl="0"/>
            <a:r>
              <a:rPr lang="zh-CN" altLang="en-US" dirty="0"/>
              <a:t>请求分页系统建立在基本分页系统基础之上，为了支持虚拟存储器功能而增加了请求调页功能和页面置换功能。请求分页是目前最常用的一种实现虚拟存储器的方法。</a:t>
            </a:r>
          </a:p>
          <a:p>
            <a:pPr lvl="0"/>
            <a:r>
              <a:rPr lang="zh-CN" altLang="en-US" dirty="0"/>
              <a:t>在请求分页系统中，只要求将当前需要的一部分页面装入内存，便可以启动作业运行。在作业执行过程中，当所要访问的页面不在内存中时，再通过调页功能将其调入，同时还可通过置换功能将暂时不用的页面换出到外存上，以便腾出内存空间。</a:t>
            </a:r>
          </a:p>
          <a:p>
            <a:pPr lvl="0"/>
            <a:r>
              <a:rPr lang="zh-CN" altLang="en-US" dirty="0"/>
              <a:t>为了实现请求分页，系统必须提供一定的硬件支持。除了需要一定容量的内存及外存的计算机系统，还需要有页表机制、缺页中断机构和地址变换机构。</a:t>
            </a:r>
          </a:p>
          <a:p>
            <a:pPr lvl="0"/>
            <a:r>
              <a:rPr lang="en-US" altLang="zh-CN" dirty="0"/>
              <a:t>1.</a:t>
            </a:r>
            <a:r>
              <a:rPr lang="zh-CN" altLang="en-US" dirty="0"/>
              <a:t>页表机制</a:t>
            </a:r>
          </a:p>
          <a:p>
            <a:pPr lvl="0"/>
            <a:r>
              <a:rPr lang="zh-CN" altLang="en-US" dirty="0"/>
              <a:t>请求分页系统的页表机制不同于基本分页系统，请求分页系统在一个作业运行之前不要求全部一次性调入内存，因此在作业的运行过程中，必然会出现要访问的页面不在内存中的情况，如何发现和处理这种情况是请求分页系统必须解决的两个基本问题。为此，在请求页表项中增加了</a:t>
            </a:r>
            <a:r>
              <a:rPr lang="en-US" altLang="zh-CN" dirty="0"/>
              <a:t>4</a:t>
            </a:r>
            <a:r>
              <a:rPr lang="zh-CN" altLang="en-US" dirty="0"/>
              <a:t>个字段，如图所示。</a:t>
            </a:r>
            <a:endParaRPr lang="en-US" altLang="zh-CN" dirty="0"/>
          </a:p>
          <a:p>
            <a:pPr lvl="0"/>
            <a:r>
              <a:rPr lang="zh-CN" altLang="en-US" dirty="0"/>
              <a:t>增加的</a:t>
            </a:r>
            <a:r>
              <a:rPr lang="en-US" altLang="zh-CN" dirty="0"/>
              <a:t>4</a:t>
            </a:r>
            <a:r>
              <a:rPr lang="zh-CN" altLang="en-US" dirty="0"/>
              <a:t>个字段说明如下：</a:t>
            </a:r>
          </a:p>
          <a:p>
            <a:pPr lvl="0"/>
            <a:r>
              <a:rPr lang="en-US" altLang="zh-CN" dirty="0"/>
              <a:t>1. </a:t>
            </a:r>
            <a:r>
              <a:rPr lang="zh-CN" altLang="en-US" dirty="0"/>
              <a:t>状态位</a:t>
            </a:r>
            <a:r>
              <a:rPr lang="en-US" altLang="zh-CN" dirty="0"/>
              <a:t>P</a:t>
            </a:r>
            <a:r>
              <a:rPr lang="zh-CN" altLang="en-US" dirty="0"/>
              <a:t>。用于指示该页是否已调入内存，供程序访问时参考。</a:t>
            </a:r>
          </a:p>
          <a:p>
            <a:pPr lvl="0"/>
            <a:r>
              <a:rPr lang="en-US" altLang="zh-CN" dirty="0"/>
              <a:t>2. </a:t>
            </a:r>
            <a:r>
              <a:rPr lang="zh-CN" altLang="en-US" dirty="0"/>
              <a:t>访问字段</a:t>
            </a:r>
            <a:r>
              <a:rPr lang="en-US" altLang="zh-CN" dirty="0"/>
              <a:t>A</a:t>
            </a:r>
            <a:r>
              <a:rPr lang="zh-CN" altLang="en-US" dirty="0"/>
              <a:t>。用于记录本页在一段时间内被访问的次数，或记录本页最近已有多长时间未被访问，供置换算法换出页面时参考。</a:t>
            </a:r>
          </a:p>
          <a:p>
            <a:pPr lvl="0"/>
            <a:r>
              <a:rPr lang="en-US" altLang="zh-CN" dirty="0"/>
              <a:t>3. </a:t>
            </a:r>
            <a:r>
              <a:rPr lang="zh-CN" altLang="en-US" dirty="0"/>
              <a:t>修改位</a:t>
            </a:r>
            <a:r>
              <a:rPr lang="en-US" altLang="zh-CN" dirty="0"/>
              <a:t>M</a:t>
            </a:r>
            <a:r>
              <a:rPr lang="zh-CN" altLang="en-US" dirty="0"/>
              <a:t>。标识该页在调入内存后是否被修改过，以确定页面置换时是否写回外存。</a:t>
            </a:r>
          </a:p>
          <a:p>
            <a:pPr lvl="0"/>
            <a:r>
              <a:rPr lang="en-US" altLang="zh-CN" dirty="0"/>
              <a:t>4. </a:t>
            </a:r>
            <a:r>
              <a:rPr lang="zh-CN" altLang="en-US" dirty="0"/>
              <a:t>外存地址。用于指出该页在外存上的地址，通常是物理块号，供调入该页时参考。</a:t>
            </a:r>
            <a:endParaRPr lang="zh-CN" dirty="0"/>
          </a:p>
        </p:txBody>
      </p:sp>
    </p:spTree>
    <p:extLst>
      <p:ext uri="{BB962C8B-B14F-4D97-AF65-F5344CB8AC3E}">
        <p14:creationId xmlns:p14="http://schemas.microsoft.com/office/powerpoint/2010/main" val="19716333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缺页中断机构</a:t>
            </a:r>
          </a:p>
          <a:p>
            <a:pPr lvl="0"/>
            <a:r>
              <a:rPr lang="zh-CN" altLang="en-US" dirty="0"/>
              <a:t>在请求分页系统中，每当所要访问的页面不在内存中时，便产生一个缺页中断，请求操作系统将所缺的页调入内存。此时应将缺页的进程阻塞</a:t>
            </a:r>
            <a:r>
              <a:rPr lang="en-US" altLang="zh-CN" dirty="0"/>
              <a:t>(</a:t>
            </a:r>
            <a:r>
              <a:rPr lang="zh-CN" altLang="en-US" dirty="0"/>
              <a:t>（调页完成唤醒），若内存中有空闲块，则分配一个块，将要调入的页装入该块，并修改页表中的相应页表项，若此时内存中没有空闲块，则要淘汰某页</a:t>
            </a:r>
            <a:r>
              <a:rPr lang="en-US" altLang="zh-CN" dirty="0"/>
              <a:t>(</a:t>
            </a:r>
            <a:r>
              <a:rPr lang="zh-CN" altLang="en-US" dirty="0"/>
              <a:t>若被淘汰页在内存期间被修改过，则要将其写回外存</a:t>
            </a:r>
            <a:r>
              <a:rPr lang="en-US" altLang="zh-CN" dirty="0"/>
              <a:t>)</a:t>
            </a:r>
            <a:r>
              <a:rPr lang="zh-CN" altLang="en-US" dirty="0"/>
              <a:t>。</a:t>
            </a:r>
          </a:p>
          <a:p>
            <a:pPr lvl="0"/>
            <a:r>
              <a:rPr lang="zh-CN" altLang="en-US" dirty="0"/>
              <a:t>缺页中断作为中断，同样要经历诸如保护</a:t>
            </a:r>
            <a:r>
              <a:rPr lang="en-US" altLang="zh-CN" dirty="0"/>
              <a:t>CPU</a:t>
            </a:r>
            <a:r>
              <a:rPr lang="zh-CN" altLang="en-US" dirty="0"/>
              <a:t>环境、分析中断原因、转入缺页中断处理程序、恢复</a:t>
            </a:r>
            <a:r>
              <a:rPr lang="en-US" altLang="zh-CN" dirty="0"/>
              <a:t>CPU</a:t>
            </a:r>
            <a:r>
              <a:rPr lang="zh-CN" altLang="en-US" dirty="0"/>
              <a:t>环境等几个步骤。但与一般的中断相比，它有以下两个明显的区别：</a:t>
            </a:r>
          </a:p>
          <a:p>
            <a:pPr lvl="0"/>
            <a:r>
              <a:rPr lang="en-US" altLang="zh-CN" dirty="0"/>
              <a:t>1. </a:t>
            </a:r>
            <a:r>
              <a:rPr lang="zh-CN" altLang="en-US" dirty="0"/>
              <a:t>在指令执行期间而非一条指令执行完后产生和处理中断信号，属于内部异常。</a:t>
            </a:r>
          </a:p>
          <a:p>
            <a:pPr lvl="0"/>
            <a:r>
              <a:rPr lang="en-US" altLang="zh-CN" dirty="0"/>
              <a:t>2. </a:t>
            </a:r>
            <a:r>
              <a:rPr lang="zh-CN" altLang="en-US" dirty="0"/>
              <a:t>一条指令在执行期间，可能产生多次缺页中断。</a:t>
            </a:r>
            <a:endParaRPr lang="zh-CN" dirty="0"/>
          </a:p>
        </p:txBody>
      </p:sp>
    </p:spTree>
    <p:extLst>
      <p:ext uri="{BB962C8B-B14F-4D97-AF65-F5344CB8AC3E}">
        <p14:creationId xmlns:p14="http://schemas.microsoft.com/office/powerpoint/2010/main" val="8335209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地址变换机构</a:t>
            </a:r>
          </a:p>
          <a:p>
            <a:pPr lvl="0"/>
            <a:r>
              <a:rPr lang="zh-CN" altLang="en-US" dirty="0"/>
              <a:t>请求分页系统中的地址变换机构，是在分页系统地址变换机构的基础上，为实现虚拟内存，又增加了某些功能而形成的，如产生和处理缺页中断，及从内存中换出一页的功能等等。</a:t>
            </a:r>
          </a:p>
          <a:p>
            <a:pPr lvl="0"/>
            <a:r>
              <a:rPr lang="zh-CN" altLang="en-US" dirty="0"/>
              <a:t>在进行地址变换时，先检索快表：</a:t>
            </a:r>
            <a:endParaRPr lang="en-US" altLang="zh-CN" dirty="0"/>
          </a:p>
          <a:p>
            <a:pPr lvl="0"/>
            <a:r>
              <a:rPr lang="en-US" altLang="zh-CN" dirty="0"/>
              <a:t>·</a:t>
            </a:r>
            <a:r>
              <a:rPr lang="zh-CN" altLang="en-US" dirty="0"/>
              <a:t>若找到要访问的页，则修改页表项中的访问位（写指令还需要重置修改位），然后利用页表项中给出的物理块号和页内地址形成物理地址。</a:t>
            </a:r>
          </a:p>
          <a:p>
            <a:pPr lvl="0"/>
            <a:r>
              <a:rPr lang="en-US" altLang="zh-CN" dirty="0"/>
              <a:t>·</a:t>
            </a:r>
            <a:r>
              <a:rPr lang="zh-CN" altLang="en-US" dirty="0"/>
              <a:t>若未找到该页的页表项，则应到内存中去查找页表，再对比页表项中的状态位</a:t>
            </a:r>
            <a:r>
              <a:rPr lang="en-US" altLang="zh-CN" dirty="0"/>
              <a:t>P,</a:t>
            </a:r>
            <a:r>
              <a:rPr lang="zh-CN" altLang="en-US" dirty="0"/>
              <a:t>看该页是否己调入内存，若页面已调入，则将该页的页表写入快表，若快表己满，则需采用某种算法替换。若页面未调入，则产生缺页中断，请求从外存把该页调入内存。</a:t>
            </a:r>
            <a:endParaRPr lang="zh-CN" dirty="0"/>
          </a:p>
        </p:txBody>
      </p:sp>
    </p:spTree>
    <p:extLst>
      <p:ext uri="{BB962C8B-B14F-4D97-AF65-F5344CB8AC3E}">
        <p14:creationId xmlns:p14="http://schemas.microsoft.com/office/powerpoint/2010/main" val="1607182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如图所示给出了详细的请求分页中的地址变换过程</a:t>
            </a:r>
            <a:endParaRPr lang="zh-CN" dirty="0"/>
          </a:p>
        </p:txBody>
      </p:sp>
    </p:spTree>
    <p:extLst>
      <p:ext uri="{BB962C8B-B14F-4D97-AF65-F5344CB8AC3E}">
        <p14:creationId xmlns:p14="http://schemas.microsoft.com/office/powerpoint/2010/main" val="35520489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驻留集大小</a:t>
            </a:r>
          </a:p>
          <a:p>
            <a:pPr lvl="0"/>
            <a:r>
              <a:rPr lang="zh-CN" altLang="en-US" dirty="0"/>
              <a:t>对于分页式的虚拟内存，在进程准备执行时，不需要也不可能把一个进程的所有页都读入主存。因此，操作系统必须决定读取多少页，即决定给特定的进程分配几个页框。给一个进程分配的物理页框的集合就是这个进程的驻留集。需要考虑以下几点：</a:t>
            </a:r>
          </a:p>
          <a:p>
            <a:pPr lvl="0"/>
            <a:r>
              <a:rPr lang="en-US" altLang="zh-CN" dirty="0"/>
              <a:t>1)</a:t>
            </a:r>
            <a:r>
              <a:rPr lang="zh-CN" altLang="en-US" dirty="0"/>
              <a:t>分配给一个进程的页框越少，驻留在主存中的进程就越多，从而可提高</a:t>
            </a:r>
            <a:r>
              <a:rPr lang="en-US" altLang="zh-CN" dirty="0"/>
              <a:t>CPU</a:t>
            </a:r>
            <a:r>
              <a:rPr lang="zh-CN" altLang="en-US" dirty="0"/>
              <a:t>的利用率。</a:t>
            </a:r>
          </a:p>
          <a:p>
            <a:pPr lvl="0"/>
            <a:r>
              <a:rPr lang="en-US" altLang="zh-CN" dirty="0"/>
              <a:t>2)</a:t>
            </a:r>
            <a:r>
              <a:rPr lang="zh-CN" altLang="en-US" dirty="0"/>
              <a:t>若一个进程在主存中的页面过少，则尽管有局部性原理，缺页率仍相对较高。</a:t>
            </a:r>
          </a:p>
          <a:p>
            <a:pPr lvl="0"/>
            <a:r>
              <a:rPr lang="en-US" altLang="zh-CN" dirty="0"/>
              <a:t>3)</a:t>
            </a:r>
            <a:r>
              <a:rPr lang="zh-CN" altLang="en-US" dirty="0"/>
              <a:t>若分配的页框过多，则由于局部性原理，对该进程的缺页率没有太明显的影响。</a:t>
            </a:r>
            <a:endParaRPr lang="zh-CN" dirty="0"/>
          </a:p>
        </p:txBody>
      </p:sp>
    </p:spTree>
    <p:extLst>
      <p:ext uri="{BB962C8B-B14F-4D97-AF65-F5344CB8AC3E}">
        <p14:creationId xmlns:p14="http://schemas.microsoft.com/office/powerpoint/2010/main" val="36194353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内存分配策略</a:t>
            </a:r>
          </a:p>
          <a:p>
            <a:pPr lvl="0"/>
            <a:r>
              <a:rPr lang="zh-CN" altLang="en-US" dirty="0"/>
              <a:t>在请求分页系统中，可采取两种内存分配策略，即固定和可变分配策略。在进行置换时，也可采取两种策略，即全局置换和局部置换。于是可组合出下面三种适用的策略。</a:t>
            </a:r>
          </a:p>
          <a:p>
            <a:pPr lvl="0"/>
            <a:r>
              <a:rPr lang="en-US" altLang="zh-CN" dirty="0"/>
              <a:t>(1)</a:t>
            </a:r>
            <a:r>
              <a:rPr lang="zh-CN" altLang="en-US" dirty="0"/>
              <a:t>固定分配局部置换</a:t>
            </a:r>
          </a:p>
          <a:p>
            <a:pPr lvl="0"/>
            <a:r>
              <a:rPr lang="zh-CN" altLang="en-US" dirty="0"/>
              <a:t>为每个进程分配一定数目的物理块，在进程运行期间都不改变。所谓局部置换，是指如果进程在运行中发生缺页，则只能从分配给该进程在内存的页面中选出一页换出，然后再调入一页，以保证分配给该进程的内存空间不变。实现这种策略时，难以确定应为每个进程分配的物理块数目：太少会频繁出现缺页中断，太多又会降低</a:t>
            </a:r>
            <a:r>
              <a:rPr lang="en-US" altLang="zh-CN" dirty="0"/>
              <a:t>CPU</a:t>
            </a:r>
            <a:r>
              <a:rPr lang="zh-CN" altLang="en-US" dirty="0"/>
              <a:t>和其他资源的利用率。</a:t>
            </a:r>
          </a:p>
          <a:p>
            <a:pPr lvl="0"/>
            <a:r>
              <a:rPr lang="en-US" altLang="zh-CN" dirty="0"/>
              <a:t>(2)</a:t>
            </a:r>
            <a:r>
              <a:rPr lang="zh-CN" altLang="en-US" dirty="0"/>
              <a:t>可变分配全局置换</a:t>
            </a:r>
          </a:p>
          <a:p>
            <a:pPr lvl="0"/>
            <a:r>
              <a:rPr lang="zh-CN" altLang="en-US" dirty="0"/>
              <a:t>先为每个进程分配一定数目的物理块，在进程运行期间可根据情况适当地增加或减少。所谓全局置换，是指如果进程在运行中发生缺页，系统从空闲物理块队列中取出一块分配给该进程，并将所缺页调入。这种方法比固定分配局部置换更加灵活，可以动态增加进程的物理块，但也存在弊端，如它会盲目地给进程增加物理块，从而导致系统多道程序的并发能力下降。</a:t>
            </a:r>
            <a:endParaRPr lang="en-US" altLang="zh-CN" dirty="0"/>
          </a:p>
          <a:p>
            <a:pPr lvl="0"/>
            <a:r>
              <a:rPr lang="en-US" altLang="zh-CN" dirty="0"/>
              <a:t>(3)</a:t>
            </a:r>
            <a:r>
              <a:rPr lang="zh-CN" altLang="en-US" dirty="0"/>
              <a:t>可变分配局部置换</a:t>
            </a:r>
          </a:p>
          <a:p>
            <a:pPr lvl="0"/>
            <a:r>
              <a:rPr lang="zh-CN" altLang="en-US" dirty="0"/>
              <a:t>为每个进程分配一定数目的物理块，当某进程发生缺页时，只允许从该进程在内存的页面中选出一页换出，因此不会影响其他进程的运行。若进程在运行中频繁地发生缺页中断，则系统再为该进程分配若干物理块，直至该进程的缺页率趋于适当程度：反之，若进程在运行中的缺页率特别低，则可适当减少分配给该进程的物理块，但不能引起其缺页率的明显增加。这种方法在保证进程不会过多地调页的同时，也保持了系统的多道程序并发能力。当然它需要更复杂的实现，也需要更大的开销，但对比频繁地换入</a:t>
            </a:r>
            <a:r>
              <a:rPr lang="en-US" altLang="zh-CN" dirty="0"/>
              <a:t>/</a:t>
            </a:r>
            <a:r>
              <a:rPr lang="zh-CN" altLang="en-US" dirty="0"/>
              <a:t>换出所浪费的计算机资源，这种牺牲是值得的。</a:t>
            </a:r>
            <a:endParaRPr lang="zh-CN" dirty="0"/>
          </a:p>
        </p:txBody>
      </p:sp>
    </p:spTree>
    <p:extLst>
      <p:ext uri="{BB962C8B-B14F-4D97-AF65-F5344CB8AC3E}">
        <p14:creationId xmlns:p14="http://schemas.microsoft.com/office/powerpoint/2010/main" val="492256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物理块调入算法</a:t>
            </a:r>
          </a:p>
          <a:p>
            <a:pPr lvl="0"/>
            <a:r>
              <a:rPr lang="zh-CN" altLang="en-US" dirty="0"/>
              <a:t>采用固定分配策略时，将系统中的空闲物理块分配给各个进程，可采用下述几种算法。</a:t>
            </a:r>
          </a:p>
          <a:p>
            <a:pPr lvl="0"/>
            <a:r>
              <a:rPr lang="en-US" altLang="zh-CN" dirty="0"/>
              <a:t>1)</a:t>
            </a:r>
            <a:r>
              <a:rPr lang="zh-CN" altLang="en-US" dirty="0"/>
              <a:t>平均分配算法，将系统中所有可供分配的物理块平均分配给各个进程。</a:t>
            </a:r>
            <a:endParaRPr lang="en-US" altLang="zh-CN" dirty="0"/>
          </a:p>
          <a:p>
            <a:pPr lvl="0"/>
            <a:r>
              <a:rPr lang="en-US" altLang="zh-CN" dirty="0"/>
              <a:t>2)</a:t>
            </a:r>
            <a:r>
              <a:rPr lang="zh-CN" altLang="en-US" dirty="0"/>
              <a:t>按比例分配算法，根据进程的大小按比例分配物理块。</a:t>
            </a:r>
          </a:p>
          <a:p>
            <a:pPr lvl="0"/>
            <a:r>
              <a:rPr lang="en-US" altLang="zh-CN" dirty="0"/>
              <a:t>3)</a:t>
            </a:r>
            <a:r>
              <a:rPr lang="zh-CN" altLang="en-US" dirty="0"/>
              <a:t>优先权分配算法，为重要和紧迫的进程分配较多的物理块。通常采取的方法是把所有可分配的物理块分成两部分：一部分按比例分配给各个进程；一部分则根据优先权分配。</a:t>
            </a:r>
            <a:endParaRPr lang="zh-CN" dirty="0"/>
          </a:p>
        </p:txBody>
      </p:sp>
    </p:spTree>
    <p:extLst>
      <p:ext uri="{BB962C8B-B14F-4D97-AF65-F5344CB8AC3E}">
        <p14:creationId xmlns:p14="http://schemas.microsoft.com/office/powerpoint/2010/main" val="27565338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调入页面的时机</a:t>
            </a:r>
          </a:p>
          <a:p>
            <a:pPr lvl="0"/>
            <a:r>
              <a:rPr lang="zh-CN" altLang="en-US" dirty="0"/>
              <a:t>为确定系统将进程运行时所缺的页面调入内存的时机，可采取以下两种调页策略：</a:t>
            </a:r>
          </a:p>
          <a:p>
            <a:pPr lvl="0"/>
            <a:r>
              <a:rPr lang="en-US" altLang="zh-CN" dirty="0"/>
              <a:t>1)</a:t>
            </a:r>
            <a:r>
              <a:rPr lang="zh-CN" altLang="en-US" dirty="0"/>
              <a:t>预调页策略。根据局部性原理，一次调入若干相邻的页会比一次调入一页更高效。但若调入的一批页面中的大多数都未被访问，则又是低效的。因此，需要采用以预测为基础的预调页策略，将那些预计在不久之后便会被访问的页面预先调入内存。但目前预调页的成功率仅约</a:t>
            </a:r>
            <a:r>
              <a:rPr lang="en-US" altLang="zh-CN" dirty="0"/>
              <a:t>50%</a:t>
            </a:r>
            <a:r>
              <a:rPr lang="zh-CN" altLang="en-US" dirty="0"/>
              <a:t>。因此这种策略主要用于进程的首次调入，由程序员指出应先调入哪些页。</a:t>
            </a:r>
          </a:p>
          <a:p>
            <a:pPr lvl="0"/>
            <a:r>
              <a:rPr lang="en-US" altLang="zh-CN" dirty="0"/>
              <a:t>2)</a:t>
            </a:r>
            <a:r>
              <a:rPr lang="zh-CN" altLang="en-US" dirty="0"/>
              <a:t>请求调页策略。进程在运行中需要访问的页面不在内存，便提出请求，由系统将其所需页面调入内存。由这种策略调入的页一定会被访问，且这种策略比较易于实现，因此目前的虚拟存储器大多采用此策略。其缺点是每次仅调入一页，增加了磁盘</a:t>
            </a:r>
            <a:r>
              <a:rPr lang="en-US" altLang="zh-CN" dirty="0"/>
              <a:t>I/O</a:t>
            </a:r>
            <a:r>
              <a:rPr lang="zh-CN" altLang="en-US" dirty="0"/>
              <a:t>开销。预调入实际上就是运行前的调入，请求调页实际上就是运行期间调入。</a:t>
            </a:r>
            <a:endParaRPr lang="zh-CN" dirty="0"/>
          </a:p>
        </p:txBody>
      </p:sp>
    </p:spTree>
    <p:extLst>
      <p:ext uri="{BB962C8B-B14F-4D97-AF65-F5344CB8AC3E}">
        <p14:creationId xmlns:p14="http://schemas.microsoft.com/office/powerpoint/2010/main" val="14131527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从何处调入页面</a:t>
            </a:r>
          </a:p>
          <a:p>
            <a:pPr lvl="0"/>
            <a:r>
              <a:rPr lang="zh-CN" altLang="en-US" dirty="0"/>
              <a:t>请求分页系统中的外存分为两部分：用于存放文件的文件区和用于存放对换页面的对换区。对换区采用连续分配方式，而文件区采用离散分配方式，因此对换区的磁盘</a:t>
            </a:r>
            <a:r>
              <a:rPr lang="en-US" altLang="zh-CN" dirty="0"/>
              <a:t>/O</a:t>
            </a:r>
            <a:r>
              <a:rPr lang="zh-CN" altLang="en-US" dirty="0"/>
              <a:t>速度比文件区的更快。这样，当发生缺页请求时，系统从何处将缺页调入内存就分为三种情况：</a:t>
            </a:r>
          </a:p>
          <a:p>
            <a:pPr lvl="0"/>
            <a:r>
              <a:rPr lang="en-US" altLang="zh-CN" dirty="0"/>
              <a:t>1)</a:t>
            </a:r>
            <a:r>
              <a:rPr lang="zh-CN" altLang="en-US" dirty="0"/>
              <a:t>系统拥有足够的对换区空间。可以全部从对换区调入所需页面，以提高调页速度。为此，在进程运行前，需将与该进程有关的文件从文件区复制到对换区。</a:t>
            </a:r>
          </a:p>
          <a:p>
            <a:pPr lvl="0"/>
            <a:r>
              <a:rPr lang="en-US" altLang="zh-CN" dirty="0"/>
              <a:t>2)</a:t>
            </a:r>
            <a:r>
              <a:rPr lang="zh-CN" altLang="en-US" dirty="0"/>
              <a:t>系统缺少足够的对换区空间。凡是不会被修改的文件都直接从文件区调入；而当换出这些页面时，由于它们未被修改而不必再将它们换出。但对于那些可能被修改的部分，在将它们换出时须调到对换区，以后需要时再从对换区调入（因为读比写的速度快）。</a:t>
            </a:r>
          </a:p>
          <a:p>
            <a:pPr lvl="0"/>
            <a:r>
              <a:rPr lang="en-US" altLang="zh-CN" dirty="0"/>
              <a:t>3)UNIX</a:t>
            </a:r>
            <a:r>
              <a:rPr lang="zh-CN" altLang="en-US" dirty="0"/>
              <a:t>方式。与进程有关的文件都放在文件区，因此未运行过的页面都应从文件区调入。曾经运行过但又被换出的页面，由于是放在对换区，因此在下次调入时应从对换区调入。进程请求的共享页面若被其他进程调入内存，则无须再从对换区调入。</a:t>
            </a:r>
            <a:endParaRPr lang="zh-CN" dirty="0"/>
          </a:p>
        </p:txBody>
      </p:sp>
    </p:spTree>
    <p:extLst>
      <p:ext uri="{BB962C8B-B14F-4D97-AF65-F5344CB8AC3E}">
        <p14:creationId xmlns:p14="http://schemas.microsoft.com/office/powerpoint/2010/main" val="37784058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29463951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进程运行时，若其访问的页面不在内存中而需将其调入，但内存已无空闲空间时，就需要从内存中调出一页程序或数据，送入磁盘的对换区。</a:t>
            </a:r>
          </a:p>
          <a:p>
            <a:pPr lvl="0"/>
            <a:r>
              <a:rPr lang="zh-CN" altLang="en-US" dirty="0"/>
              <a:t>选择调出页面的算法就称为页面置换算法。好的页面置换算法应有较低的页面更换频率，也就是说，应将以后不会再访问或以后较长时间内不会再访问的页面先调出。</a:t>
            </a:r>
          </a:p>
          <a:p>
            <a:pPr lvl="0"/>
            <a:r>
              <a:rPr lang="zh-CN" altLang="en-US" dirty="0"/>
              <a:t>常见的置换算法有以下</a:t>
            </a:r>
            <a:r>
              <a:rPr lang="en-US" altLang="zh-CN" dirty="0"/>
              <a:t>4</a:t>
            </a:r>
            <a:r>
              <a:rPr lang="zh-CN" altLang="en-US" dirty="0"/>
              <a:t>种。</a:t>
            </a:r>
            <a:endParaRPr lang="en-US" altLang="zh-CN" dirty="0"/>
          </a:p>
          <a:p>
            <a:pPr lvl="0"/>
            <a:endParaRPr lang="en-US" altLang="zh-CN" dirty="0"/>
          </a:p>
          <a:p>
            <a:pPr lvl="0"/>
            <a:r>
              <a:rPr lang="en-US" altLang="zh-CN" dirty="0"/>
              <a:t>1.</a:t>
            </a:r>
            <a:r>
              <a:rPr lang="zh-CN" altLang="en-US" dirty="0"/>
              <a:t>最佳</a:t>
            </a:r>
            <a:r>
              <a:rPr lang="en-US" altLang="zh-CN" dirty="0"/>
              <a:t>(OPT)</a:t>
            </a:r>
            <a:r>
              <a:rPr lang="zh-CN" altLang="en-US" dirty="0"/>
              <a:t>置换算法</a:t>
            </a:r>
          </a:p>
          <a:p>
            <a:pPr lvl="0"/>
            <a:r>
              <a:rPr lang="zh-CN" altLang="en-US" dirty="0"/>
              <a:t>最佳置换算法选择的被淘汰页面是以后永不使用的页面，或是在最长时间内不再被访问的页面，以便保证获得最低的缺页率。然而，由于人们目前无法预知进程在内存下的若干页面中哪个是未来最长时间内不再被访问的，因而该算法无法实现。但可利用该算法去评价其他算法。</a:t>
            </a:r>
          </a:p>
          <a:p>
            <a:pPr lvl="0"/>
            <a:r>
              <a:rPr lang="zh-CN" altLang="en-US" dirty="0"/>
              <a:t>假定系统为某进程分配了三个物理块，并考虑有页面号引用串：</a:t>
            </a:r>
          </a:p>
          <a:p>
            <a:pPr lvl="0"/>
            <a:r>
              <a:rPr lang="en-US" altLang="zh-CN" dirty="0"/>
              <a:t>7,0,1,2,0,3,0,4,2,3,0,3,2,1,2,0,1,7,0,1</a:t>
            </a:r>
          </a:p>
          <a:p>
            <a:pPr lvl="0"/>
            <a:r>
              <a:rPr lang="zh-CN" altLang="en-US" dirty="0"/>
              <a:t>进程运行时，先将</a:t>
            </a:r>
            <a:r>
              <a:rPr lang="en-US" altLang="zh-CN" dirty="0"/>
              <a:t>7,0,1</a:t>
            </a:r>
            <a:r>
              <a:rPr lang="zh-CN" altLang="en-US" dirty="0"/>
              <a:t>三个页面依次装入内存。当进程要访问页面</a:t>
            </a:r>
            <a:r>
              <a:rPr lang="en-US" altLang="zh-CN" dirty="0"/>
              <a:t>2</a:t>
            </a:r>
            <a:r>
              <a:rPr lang="zh-CN" altLang="en-US" dirty="0"/>
              <a:t>时，产生缺页中断，根据最佳置换算法，选择将第</a:t>
            </a:r>
            <a:r>
              <a:rPr lang="en-US" altLang="zh-CN" dirty="0"/>
              <a:t>18</a:t>
            </a:r>
            <a:r>
              <a:rPr lang="zh-CN" altLang="en-US" dirty="0"/>
              <a:t>次访问才需调入的页面</a:t>
            </a:r>
            <a:r>
              <a:rPr lang="en-US" altLang="zh-CN" dirty="0"/>
              <a:t>7</a:t>
            </a:r>
            <a:r>
              <a:rPr lang="zh-CN" altLang="en-US" dirty="0"/>
              <a:t>淘汰。然后，访问页面</a:t>
            </a:r>
            <a:r>
              <a:rPr lang="en-US" altLang="zh-CN" dirty="0"/>
              <a:t>0</a:t>
            </a:r>
            <a:r>
              <a:rPr lang="zh-CN" altLang="en-US" dirty="0"/>
              <a:t>时，因为它已在内存中，所以不必产生缺页中断。访问页面</a:t>
            </a:r>
            <a:r>
              <a:rPr lang="en-US" altLang="zh-CN" dirty="0"/>
              <a:t>3</a:t>
            </a:r>
            <a:r>
              <a:rPr lang="zh-CN" altLang="en-US" dirty="0"/>
              <a:t>时，又会根据最佳置换算法将页面</a:t>
            </a:r>
            <a:r>
              <a:rPr lang="en-US" altLang="zh-CN" dirty="0"/>
              <a:t>1</a:t>
            </a:r>
            <a:r>
              <a:rPr lang="zh-CN" altLang="en-US" dirty="0"/>
              <a:t>淘汰</a:t>
            </a:r>
            <a:r>
              <a:rPr lang="en-US" altLang="zh-CN" dirty="0"/>
              <a:t>…</a:t>
            </a:r>
            <a:r>
              <a:rPr lang="zh-CN" altLang="en-US" dirty="0"/>
              <a:t>以此类推，如图所示，从图中可以看出采用最佳置换算法时的情况。</a:t>
            </a:r>
            <a:endParaRPr lang="en-US" altLang="zh-CN" dirty="0"/>
          </a:p>
          <a:p>
            <a:pPr lvl="0"/>
            <a:r>
              <a:rPr lang="zh-CN" altLang="en-US" dirty="0"/>
              <a:t>可以看到，发生缺页中断的次数为</a:t>
            </a:r>
            <a:r>
              <a:rPr lang="en-US" altLang="zh-CN" dirty="0"/>
              <a:t>9</a:t>
            </a:r>
            <a:r>
              <a:rPr lang="zh-CN" altLang="en-US" dirty="0"/>
              <a:t>，页面置换的次数为</a:t>
            </a:r>
            <a:r>
              <a:rPr lang="en-US" altLang="zh-CN" dirty="0"/>
              <a:t>6.</a:t>
            </a:r>
          </a:p>
        </p:txBody>
      </p:sp>
    </p:spTree>
    <p:extLst>
      <p:ext uri="{BB962C8B-B14F-4D97-AF65-F5344CB8AC3E}">
        <p14:creationId xmlns:p14="http://schemas.microsoft.com/office/powerpoint/2010/main" val="17187764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先进先出</a:t>
            </a:r>
            <a:r>
              <a:rPr lang="en-US" altLang="zh-CN" dirty="0"/>
              <a:t>(FIFO)</a:t>
            </a:r>
            <a:r>
              <a:rPr lang="zh-CN" altLang="en-US" dirty="0"/>
              <a:t>页面置换算法</a:t>
            </a:r>
          </a:p>
          <a:p>
            <a:pPr lvl="0"/>
            <a:r>
              <a:rPr lang="zh-CN" altLang="en-US" dirty="0"/>
              <a:t>优先淘汰最早进入内存的页面，即淘汰在内存中驻留时间最久的页面。该算法实现简单，只需把已调入内存的页面根据先后次序链接成队列，设置一个指针总是指向最老的页面。但该算法与进程实际运行时的规律不适应，因为在进程中，有的页面经常被访问。</a:t>
            </a:r>
          </a:p>
          <a:p>
            <a:pPr lvl="0"/>
            <a:r>
              <a:rPr lang="zh-CN" altLang="en-US" dirty="0"/>
              <a:t>这里仍用上面的例子采用</a:t>
            </a:r>
            <a:r>
              <a:rPr lang="en-US" altLang="zh-CN" dirty="0"/>
              <a:t>FIFO</a:t>
            </a:r>
            <a:r>
              <a:rPr lang="zh-CN" altLang="en-US" dirty="0"/>
              <a:t>算法进行页面置换。当进程访问页面</a:t>
            </a:r>
            <a:r>
              <a:rPr lang="en-US" altLang="zh-CN" dirty="0"/>
              <a:t>2</a:t>
            </a:r>
            <a:r>
              <a:rPr lang="zh-CN" altLang="en-US" dirty="0"/>
              <a:t>时，把最早进入内存的页面</a:t>
            </a:r>
            <a:r>
              <a:rPr lang="en-US" altLang="zh-CN" dirty="0"/>
              <a:t>7</a:t>
            </a:r>
            <a:r>
              <a:rPr lang="zh-CN" altLang="en-US" dirty="0"/>
              <a:t>换出。然后访问页面</a:t>
            </a:r>
            <a:r>
              <a:rPr lang="en-US" altLang="zh-CN" dirty="0"/>
              <a:t>3</a:t>
            </a:r>
            <a:r>
              <a:rPr lang="zh-CN" altLang="en-US" dirty="0"/>
              <a:t>时，把</a:t>
            </a:r>
            <a:r>
              <a:rPr lang="en-US" altLang="zh-CN" dirty="0"/>
              <a:t>2,0,1</a:t>
            </a:r>
            <a:r>
              <a:rPr lang="zh-CN" altLang="en-US" dirty="0"/>
              <a:t>中最先进入内存的页面</a:t>
            </a:r>
            <a:r>
              <a:rPr lang="en-US" altLang="zh-CN" dirty="0"/>
              <a:t>0</a:t>
            </a:r>
            <a:r>
              <a:rPr lang="zh-CN" altLang="en-US" dirty="0"/>
              <a:t>换出。由下图可以看出，利用</a:t>
            </a:r>
            <a:r>
              <a:rPr lang="en-US" altLang="zh-CN" dirty="0"/>
              <a:t>FIFO</a:t>
            </a:r>
            <a:r>
              <a:rPr lang="zh-CN" altLang="en-US" dirty="0"/>
              <a:t>算法时进行了</a:t>
            </a:r>
            <a:r>
              <a:rPr lang="en-US" altLang="zh-CN" dirty="0"/>
              <a:t>12</a:t>
            </a:r>
            <a:r>
              <a:rPr lang="zh-CN" altLang="en-US" dirty="0"/>
              <a:t>次页面置换，比最佳置换算法正好多一倍。</a:t>
            </a:r>
          </a:p>
        </p:txBody>
      </p:sp>
    </p:spTree>
    <p:extLst>
      <p:ext uri="{BB962C8B-B14F-4D97-AF65-F5344CB8AC3E}">
        <p14:creationId xmlns:p14="http://schemas.microsoft.com/office/powerpoint/2010/main" val="35974526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FIFO</a:t>
            </a:r>
            <a:r>
              <a:rPr lang="zh-CN" altLang="en-US" dirty="0"/>
              <a:t>算法还会产生所分配的物理块数增大而页故障数不减反增的异常现象。只有</a:t>
            </a:r>
            <a:r>
              <a:rPr lang="en-US" altLang="zh-CN" dirty="0"/>
              <a:t>FIFO</a:t>
            </a:r>
            <a:r>
              <a:rPr lang="zh-CN" altLang="en-US" dirty="0"/>
              <a:t>算法可能出现此类异常，</a:t>
            </a:r>
            <a:r>
              <a:rPr lang="en-US" altLang="zh-CN" dirty="0"/>
              <a:t>LRU</a:t>
            </a:r>
            <a:r>
              <a:rPr lang="zh-CN" altLang="en-US" dirty="0"/>
              <a:t>和</a:t>
            </a:r>
            <a:r>
              <a:rPr lang="en-US" altLang="zh-CN" dirty="0"/>
              <a:t>OPT</a:t>
            </a:r>
            <a:r>
              <a:rPr lang="zh-CN" altLang="en-US" dirty="0"/>
              <a:t>算法永远不会出现此类异常。</a:t>
            </a:r>
            <a:endParaRPr lang="en-US" altLang="zh-CN" dirty="0"/>
          </a:p>
          <a:p>
            <a:pPr lvl="0"/>
            <a:r>
              <a:rPr lang="zh-CN" altLang="en-US" dirty="0"/>
              <a:t>如图所示，页面访问顺序为</a:t>
            </a:r>
            <a:r>
              <a:rPr lang="en-US" altLang="zh-CN" dirty="0"/>
              <a:t>3,2,1,0,3,2,4,3,2,1,0,4</a:t>
            </a:r>
            <a:r>
              <a:rPr lang="zh-CN" altLang="en-US" dirty="0"/>
              <a:t>。若采用</a:t>
            </a:r>
            <a:r>
              <a:rPr lang="en-US" altLang="zh-CN" dirty="0"/>
              <a:t>FF0</a:t>
            </a:r>
            <a:r>
              <a:rPr lang="zh-CN" altLang="en-US" dirty="0"/>
              <a:t>置换算法，当分配的物理块为</a:t>
            </a:r>
            <a:r>
              <a:rPr lang="en-US" altLang="zh-CN" dirty="0"/>
              <a:t>3</a:t>
            </a:r>
            <a:r>
              <a:rPr lang="zh-CN" altLang="en-US" dirty="0"/>
              <a:t>个时，缺页次数为</a:t>
            </a:r>
            <a:r>
              <a:rPr lang="en-US" altLang="zh-CN" dirty="0"/>
              <a:t>9</a:t>
            </a:r>
            <a:r>
              <a:rPr lang="zh-CN" altLang="en-US" dirty="0"/>
              <a:t>次；当分配的物理块为</a:t>
            </a:r>
            <a:r>
              <a:rPr lang="en-US" altLang="zh-CN" dirty="0"/>
              <a:t>4</a:t>
            </a:r>
            <a:r>
              <a:rPr lang="zh-CN" altLang="en-US" dirty="0"/>
              <a:t>个时，缺页次数为</a:t>
            </a:r>
            <a:r>
              <a:rPr lang="en-US" altLang="zh-CN" dirty="0"/>
              <a:t>10</a:t>
            </a:r>
            <a:r>
              <a:rPr lang="zh-CN" altLang="en-US" dirty="0"/>
              <a:t>次。分配给进程的物理块增多，但缺页次数不减反增。</a:t>
            </a:r>
            <a:endParaRPr lang="zh-CN" altLang="zh-CN" dirty="0"/>
          </a:p>
        </p:txBody>
      </p:sp>
    </p:spTree>
    <p:extLst>
      <p:ext uri="{BB962C8B-B14F-4D97-AF65-F5344CB8AC3E}">
        <p14:creationId xmlns:p14="http://schemas.microsoft.com/office/powerpoint/2010/main" val="12136705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最近最久未使用</a:t>
            </a:r>
            <a:r>
              <a:rPr lang="en-US" altLang="zh-CN" dirty="0"/>
              <a:t>(LRU)</a:t>
            </a:r>
            <a:r>
              <a:rPr lang="zh-CN" altLang="en-US" dirty="0"/>
              <a:t>置换算法</a:t>
            </a:r>
          </a:p>
          <a:p>
            <a:pPr lvl="0"/>
            <a:r>
              <a:rPr lang="zh-CN" altLang="en-US" dirty="0"/>
              <a:t>选择最近最长时间未访问过的页面予以淘汰，它认为过去一段时间内未访问过的页面，在最近的将来可能也不会被访问。该算法为每个页面设置一个访问字段，用来记录页面自上次被访问以来所经历的时间，淘汰页面时选择现有页面中值最大的予以淘汰。</a:t>
            </a:r>
          </a:p>
          <a:p>
            <a:pPr lvl="0"/>
            <a:r>
              <a:rPr lang="zh-CN" altLang="en-US" dirty="0"/>
              <a:t>再对上面的例子采用</a:t>
            </a:r>
            <a:r>
              <a:rPr lang="en-US" altLang="zh-CN" dirty="0"/>
              <a:t>LRU</a:t>
            </a:r>
            <a:r>
              <a:rPr lang="zh-CN" altLang="en-US" dirty="0"/>
              <a:t>算法进行页面置换，如图所示。进程第一次对页面</a:t>
            </a:r>
            <a:r>
              <a:rPr lang="en-US" altLang="zh-CN" dirty="0"/>
              <a:t>2</a:t>
            </a:r>
            <a:r>
              <a:rPr lang="zh-CN" altLang="en-US" dirty="0"/>
              <a:t>访问时，将最近最久未被访问的页面</a:t>
            </a:r>
            <a:r>
              <a:rPr lang="en-US" altLang="zh-CN" dirty="0"/>
              <a:t>7</a:t>
            </a:r>
            <a:r>
              <a:rPr lang="zh-CN" altLang="en-US" dirty="0"/>
              <a:t>置换出去。然后在访问页面</a:t>
            </a:r>
            <a:r>
              <a:rPr lang="en-US" altLang="zh-CN" dirty="0"/>
              <a:t>3</a:t>
            </a:r>
            <a:r>
              <a:rPr lang="zh-CN" altLang="en-US" dirty="0"/>
              <a:t>时，将最近最久未使用的页面</a:t>
            </a:r>
            <a:r>
              <a:rPr lang="en-US" altLang="zh-CN" dirty="0"/>
              <a:t>1</a:t>
            </a:r>
            <a:r>
              <a:rPr lang="zh-CN" altLang="en-US" dirty="0"/>
              <a:t>换出。</a:t>
            </a:r>
            <a:endParaRPr lang="en-US" altLang="zh-CN" dirty="0"/>
          </a:p>
          <a:p>
            <a:pPr lvl="0"/>
            <a:r>
              <a:rPr lang="zh-CN" altLang="en-US" dirty="0"/>
              <a:t>在该图中，前</a:t>
            </a:r>
            <a:r>
              <a:rPr lang="en-US" altLang="zh-CN" dirty="0"/>
              <a:t>5</a:t>
            </a:r>
            <a:r>
              <a:rPr lang="zh-CN" altLang="en-US" dirty="0"/>
              <a:t>次置换的情况与最佳置换算法相同，但两种算法并无必然联系。实际上，</a:t>
            </a:r>
            <a:r>
              <a:rPr lang="en-US" altLang="zh-CN" dirty="0"/>
              <a:t>LRU</a:t>
            </a:r>
            <a:r>
              <a:rPr lang="zh-CN" altLang="en-US" dirty="0"/>
              <a:t>算法根据各页以前的使用情况来判断，是“向前看”的，而最佳置换算法则根据各页以后的使用情况来判断，是“向后看”的。而页面过去和未来的走向之间并无必然联系。</a:t>
            </a:r>
          </a:p>
          <a:p>
            <a:pPr lvl="0"/>
            <a:r>
              <a:rPr lang="en-US" altLang="zh-CN" dirty="0"/>
              <a:t>LRU</a:t>
            </a:r>
            <a:r>
              <a:rPr lang="zh-CN" altLang="en-US" dirty="0"/>
              <a:t>算法的性能较好，但需要寄存器和栈的硬件支持。</a:t>
            </a:r>
            <a:r>
              <a:rPr lang="en-US" altLang="zh-CN" dirty="0"/>
              <a:t>LRU</a:t>
            </a:r>
            <a:r>
              <a:rPr lang="zh-CN" altLang="en-US" dirty="0"/>
              <a:t>是堆栈类的算法。</a:t>
            </a:r>
            <a:endParaRPr lang="zh-CN" dirty="0"/>
          </a:p>
        </p:txBody>
      </p:sp>
    </p:spTree>
    <p:extLst>
      <p:ext uri="{BB962C8B-B14F-4D97-AF65-F5344CB8AC3E}">
        <p14:creationId xmlns:p14="http://schemas.microsoft.com/office/powerpoint/2010/main" val="36737570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时钟</a:t>
            </a:r>
            <a:r>
              <a:rPr lang="en-US" altLang="zh-CN" dirty="0"/>
              <a:t>(CLOCK)</a:t>
            </a:r>
            <a:r>
              <a:rPr lang="zh-CN" altLang="en-US" dirty="0"/>
              <a:t>置换算法</a:t>
            </a:r>
          </a:p>
          <a:p>
            <a:pPr lvl="0"/>
            <a:r>
              <a:rPr lang="en-US" altLang="zh-CN" dirty="0"/>
              <a:t>LRU</a:t>
            </a:r>
            <a:r>
              <a:rPr lang="zh-CN" altLang="en-US" dirty="0"/>
              <a:t>算法的性能接近</a:t>
            </a:r>
            <a:r>
              <a:rPr lang="en-US" altLang="zh-CN" dirty="0"/>
              <a:t>OPT</a:t>
            </a:r>
            <a:r>
              <a:rPr lang="zh-CN" altLang="en-US" dirty="0"/>
              <a:t>算法，但实现起来的开销大。因此，操作系统的设计者尝试了很多算法，试图用比较小的开销接近</a:t>
            </a:r>
            <a:r>
              <a:rPr lang="en-US" altLang="zh-CN" dirty="0"/>
              <a:t>LRU</a:t>
            </a:r>
            <a:r>
              <a:rPr lang="zh-CN" altLang="en-US" dirty="0"/>
              <a:t>算法的性能，这类算法都是</a:t>
            </a:r>
            <a:r>
              <a:rPr lang="en-US" altLang="zh-CN" dirty="0"/>
              <a:t>CLOCK</a:t>
            </a:r>
            <a:r>
              <a:rPr lang="zh-CN" altLang="en-US" dirty="0"/>
              <a:t>算法的变体。</a:t>
            </a:r>
          </a:p>
          <a:p>
            <a:pPr lvl="0"/>
            <a:r>
              <a:rPr lang="en-US" altLang="zh-CN" dirty="0"/>
              <a:t>(1)</a:t>
            </a:r>
            <a:r>
              <a:rPr lang="zh-CN" altLang="en-US" dirty="0"/>
              <a:t>简单的</a:t>
            </a:r>
            <a:r>
              <a:rPr lang="en-US" altLang="zh-CN" dirty="0"/>
              <a:t>CLOCK</a:t>
            </a:r>
            <a:r>
              <a:rPr lang="zh-CN" altLang="en-US" dirty="0"/>
              <a:t>置换算法</a:t>
            </a:r>
          </a:p>
          <a:p>
            <a:pPr lvl="0"/>
            <a:r>
              <a:rPr lang="zh-CN" altLang="en-US" dirty="0"/>
              <a:t>为每帧设置一位访问位，当某页首次被装入或被访问时，其访问位被置为</a:t>
            </a:r>
            <a:r>
              <a:rPr lang="en-US" altLang="zh-CN" dirty="0"/>
              <a:t>1</a:t>
            </a:r>
            <a:r>
              <a:rPr lang="zh-CN" altLang="en-US" dirty="0"/>
              <a:t>。对于替换算法，将内存中的所有页面视为一个循环队列，并有一个替换指针与之相关联，当某一页被替换时，该指针被设置指向被替换页面的下一页。在选择一页淘汰时，只需检查页的访问位。若为</a:t>
            </a:r>
            <a:r>
              <a:rPr lang="en-US" altLang="zh-CN" dirty="0"/>
              <a:t>0</a:t>
            </a:r>
            <a:r>
              <a:rPr lang="zh-CN" altLang="en-US" dirty="0"/>
              <a:t>，就选择该页换出：若为</a:t>
            </a:r>
            <a:r>
              <a:rPr lang="en-US" altLang="zh-CN" dirty="0"/>
              <a:t>1</a:t>
            </a:r>
            <a:r>
              <a:rPr lang="zh-CN" altLang="en-US" dirty="0"/>
              <a:t>，则将它置为</a:t>
            </a:r>
            <a:r>
              <a:rPr lang="en-US" altLang="zh-CN" dirty="0"/>
              <a:t>0</a:t>
            </a:r>
            <a:r>
              <a:rPr lang="zh-CN" altLang="en-US" dirty="0"/>
              <a:t>，暂不换出，给予该页第二次驻留内存的机会，再依次顺序检查下一个页面。当检查到队列中的最后一个页面时，若其访问位仍为</a:t>
            </a:r>
            <a:r>
              <a:rPr lang="en-US" altLang="zh-CN" dirty="0"/>
              <a:t>1</a:t>
            </a:r>
            <a:r>
              <a:rPr lang="zh-CN" altLang="en-US" dirty="0"/>
              <a:t>，则返回到队首去循环检查。由于该算法是循环地检查各个页面的使用情况，故称</a:t>
            </a:r>
            <a:r>
              <a:rPr lang="en-US" altLang="zh-CN" dirty="0"/>
              <a:t>CLOCK</a:t>
            </a:r>
            <a:r>
              <a:rPr lang="zh-CN" altLang="en-US" dirty="0"/>
              <a:t>算法。但是，因为该算法只有一位访问位，而置换时将未使用过的页面换出，故又称最近未用</a:t>
            </a:r>
            <a:r>
              <a:rPr lang="en-US" altLang="zh-CN" dirty="0"/>
              <a:t>(NRU)</a:t>
            </a:r>
            <a:r>
              <a:rPr lang="zh-CN" altLang="en-US" dirty="0"/>
              <a:t>算法。</a:t>
            </a:r>
          </a:p>
          <a:p>
            <a:pPr lvl="0"/>
            <a:r>
              <a:rPr lang="zh-CN" altLang="en-US" dirty="0"/>
              <a:t>假设页面访问顺序为</a:t>
            </a:r>
            <a:r>
              <a:rPr lang="en-US" altLang="zh-CN" dirty="0"/>
              <a:t>7,0,1,2,0,3,0,4,2,3,0,3,2,1,3,2</a:t>
            </a:r>
            <a:r>
              <a:rPr lang="zh-CN" altLang="en-US" dirty="0"/>
              <a:t>，采用简单</a:t>
            </a:r>
            <a:r>
              <a:rPr lang="en-US" altLang="zh-CN" dirty="0"/>
              <a:t>CLOCK</a:t>
            </a:r>
            <a:r>
              <a:rPr lang="zh-CN" altLang="en-US" dirty="0"/>
              <a:t>置换算法，分配</a:t>
            </a:r>
            <a:r>
              <a:rPr lang="en-US" altLang="zh-CN" dirty="0"/>
              <a:t>4</a:t>
            </a:r>
            <a:r>
              <a:rPr lang="zh-CN" altLang="en-US" dirty="0"/>
              <a:t>个页帧，每个页对应的结构为</a:t>
            </a:r>
            <a:r>
              <a:rPr lang="en-US" altLang="zh-CN" dirty="0"/>
              <a:t>(</a:t>
            </a:r>
            <a:r>
              <a:rPr lang="zh-CN" altLang="en-US" dirty="0"/>
              <a:t>页面号，访问位</a:t>
            </a:r>
            <a:r>
              <a:rPr lang="en-US" altLang="zh-CN" dirty="0"/>
              <a:t>)</a:t>
            </a:r>
            <a:r>
              <a:rPr lang="zh-CN" altLang="en-US" dirty="0"/>
              <a:t>，置换过程如图所示。</a:t>
            </a:r>
            <a:endParaRPr lang="zh-CN" dirty="0"/>
          </a:p>
        </p:txBody>
      </p:sp>
    </p:spTree>
    <p:extLst>
      <p:ext uri="{BB962C8B-B14F-4D97-AF65-F5344CB8AC3E}">
        <p14:creationId xmlns:p14="http://schemas.microsoft.com/office/powerpoint/2010/main" val="13803595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首次访问</a:t>
            </a:r>
            <a:r>
              <a:rPr lang="en-US" altLang="zh-CN" dirty="0"/>
              <a:t>7,0,1,2</a:t>
            </a:r>
            <a:r>
              <a:rPr lang="zh-CN" altLang="en-US" dirty="0"/>
              <a:t>时，产生缺页中断，依次调入主存，访问位都置为</a:t>
            </a:r>
            <a:r>
              <a:rPr lang="en-US" altLang="zh-CN" dirty="0"/>
              <a:t>1</a:t>
            </a:r>
            <a:r>
              <a:rPr lang="zh-CN" altLang="en-US" dirty="0"/>
              <a:t>。访问</a:t>
            </a:r>
            <a:r>
              <a:rPr lang="en-US" altLang="zh-CN" dirty="0"/>
              <a:t>0</a:t>
            </a:r>
            <a:r>
              <a:rPr lang="zh-CN" altLang="en-US" dirty="0"/>
              <a:t>时，已存在，访问位置为</a:t>
            </a:r>
            <a:r>
              <a:rPr lang="en-US" altLang="zh-CN" dirty="0"/>
              <a:t>1</a:t>
            </a:r>
            <a:r>
              <a:rPr lang="zh-CN" altLang="en-US" dirty="0"/>
              <a:t>。访问</a:t>
            </a:r>
            <a:r>
              <a:rPr lang="en-US" altLang="zh-CN" dirty="0"/>
              <a:t>3</a:t>
            </a:r>
            <a:r>
              <a:rPr lang="zh-CN" altLang="en-US" dirty="0"/>
              <a:t>时，产生第</a:t>
            </a:r>
            <a:r>
              <a:rPr lang="en-US" altLang="zh-CN" dirty="0"/>
              <a:t>5</a:t>
            </a:r>
            <a:r>
              <a:rPr lang="zh-CN" altLang="en-US" dirty="0"/>
              <a:t>次缺页中断，替换指针初始指向帧</a:t>
            </a:r>
            <a:r>
              <a:rPr lang="en-US" altLang="zh-CN" dirty="0"/>
              <a:t>1</a:t>
            </a:r>
            <a:r>
              <a:rPr lang="zh-CN" altLang="en-US" dirty="0"/>
              <a:t>，此时所有帧的访问位均为</a:t>
            </a:r>
            <a:r>
              <a:rPr lang="en-US" altLang="zh-CN" dirty="0"/>
              <a:t>1</a:t>
            </a:r>
            <a:r>
              <a:rPr lang="zh-CN" altLang="en-US" dirty="0"/>
              <a:t>，则替换指针完整地扫描一周，把所有帧的访问位都置为</a:t>
            </a:r>
            <a:r>
              <a:rPr lang="en-US" altLang="zh-CN" dirty="0"/>
              <a:t>0</a:t>
            </a:r>
            <a:r>
              <a:rPr lang="zh-CN" altLang="en-US" dirty="0"/>
              <a:t>，然后回到最初的位置</a:t>
            </a:r>
            <a:r>
              <a:rPr lang="en-US" altLang="zh-CN" dirty="0"/>
              <a:t>(</a:t>
            </a:r>
            <a:r>
              <a:rPr lang="zh-CN" altLang="en-US" dirty="0"/>
              <a:t>帧</a:t>
            </a:r>
            <a:r>
              <a:rPr lang="en-US" altLang="zh-CN" dirty="0"/>
              <a:t>1)</a:t>
            </a:r>
            <a:r>
              <a:rPr lang="zh-CN" altLang="en-US" dirty="0"/>
              <a:t>，替换帧</a:t>
            </a:r>
            <a:r>
              <a:rPr lang="en-US" altLang="zh-CN" dirty="0"/>
              <a:t>1</a:t>
            </a:r>
            <a:r>
              <a:rPr lang="zh-CN" altLang="en-US" dirty="0"/>
              <a:t>中的页</a:t>
            </a:r>
            <a:r>
              <a:rPr lang="en-US" altLang="zh-CN" dirty="0"/>
              <a:t>(</a:t>
            </a:r>
            <a:r>
              <a:rPr lang="zh-CN" altLang="en-US" dirty="0"/>
              <a:t>包括置换页面和置访问位为</a:t>
            </a:r>
            <a:r>
              <a:rPr lang="en-US" altLang="zh-CN" dirty="0"/>
              <a:t>1)</a:t>
            </a:r>
            <a:r>
              <a:rPr lang="zh-CN" altLang="en-US" dirty="0"/>
              <a:t>，如图</a:t>
            </a:r>
            <a:r>
              <a:rPr lang="en-US" altLang="zh-CN" dirty="0"/>
              <a:t>a</a:t>
            </a:r>
            <a:r>
              <a:rPr lang="zh-CN" altLang="en-US" dirty="0"/>
              <a:t>所示。访问</a:t>
            </a:r>
            <a:r>
              <a:rPr lang="en-US" altLang="zh-CN" dirty="0"/>
              <a:t>0</a:t>
            </a:r>
            <a:r>
              <a:rPr lang="zh-CN" altLang="en-US" dirty="0"/>
              <a:t>时，己存在，访问位置为</a:t>
            </a:r>
            <a:r>
              <a:rPr lang="en-US" altLang="zh-CN" dirty="0"/>
              <a:t>1</a:t>
            </a:r>
            <a:r>
              <a:rPr lang="zh-CN" altLang="en-US" dirty="0"/>
              <a:t>。访问</a:t>
            </a:r>
            <a:r>
              <a:rPr lang="en-US" altLang="zh-CN" dirty="0"/>
              <a:t>4</a:t>
            </a:r>
            <a:r>
              <a:rPr lang="zh-CN" altLang="en-US" dirty="0"/>
              <a:t>时，产生第</a:t>
            </a:r>
            <a:r>
              <a:rPr lang="en-US" altLang="zh-CN" dirty="0"/>
              <a:t>6</a:t>
            </a:r>
            <a:r>
              <a:rPr lang="zh-CN" altLang="en-US" dirty="0"/>
              <a:t>次缺页中断，替换指针指向帧</a:t>
            </a:r>
            <a:r>
              <a:rPr lang="en-US" altLang="zh-CN" dirty="0"/>
              <a:t>2</a:t>
            </a:r>
            <a:r>
              <a:rPr lang="zh-CN" altLang="en-US" dirty="0"/>
              <a:t>（上次替换位置的下一帧），帧</a:t>
            </a:r>
            <a:r>
              <a:rPr lang="en-US" altLang="zh-CN" dirty="0"/>
              <a:t>2</a:t>
            </a:r>
            <a:r>
              <a:rPr lang="zh-CN" altLang="en-US" dirty="0"/>
              <a:t>的访问位为</a:t>
            </a:r>
            <a:r>
              <a:rPr lang="en-US" altLang="zh-CN" dirty="0"/>
              <a:t>1</a:t>
            </a:r>
            <a:r>
              <a:rPr lang="zh-CN" altLang="en-US" dirty="0"/>
              <a:t>，将其修改为</a:t>
            </a:r>
            <a:r>
              <a:rPr lang="en-US" altLang="zh-CN" dirty="0"/>
              <a:t>0</a:t>
            </a:r>
            <a:r>
              <a:rPr lang="zh-CN" altLang="en-US" dirty="0"/>
              <a:t>，继续扫描，帧</a:t>
            </a:r>
            <a:r>
              <a:rPr lang="en-US" altLang="zh-CN" dirty="0"/>
              <a:t>3</a:t>
            </a:r>
            <a:r>
              <a:rPr lang="zh-CN" altLang="en-US" dirty="0"/>
              <a:t>的访问位为</a:t>
            </a:r>
            <a:r>
              <a:rPr lang="en-US" altLang="zh-CN" dirty="0"/>
              <a:t>0</a:t>
            </a:r>
            <a:r>
              <a:rPr lang="zh-CN" altLang="en-US" dirty="0"/>
              <a:t>，替换帧</a:t>
            </a:r>
            <a:r>
              <a:rPr lang="en-US" altLang="zh-CN" dirty="0"/>
              <a:t>3</a:t>
            </a:r>
            <a:r>
              <a:rPr lang="zh-CN" altLang="en-US" dirty="0"/>
              <a:t>中的页，如图</a:t>
            </a:r>
            <a:r>
              <a:rPr lang="en-US" altLang="zh-CN" dirty="0"/>
              <a:t>b</a:t>
            </a:r>
            <a:r>
              <a:rPr lang="zh-CN" altLang="en-US" dirty="0"/>
              <a:t>所示。然后依次访问</a:t>
            </a:r>
            <a:r>
              <a:rPr lang="en-US" altLang="zh-CN" dirty="0"/>
              <a:t>2,3,0,3,2</a:t>
            </a:r>
            <a:r>
              <a:rPr lang="zh-CN" altLang="en-US" dirty="0"/>
              <a:t>，均已存在，每次访问都将其访问位置为</a:t>
            </a:r>
            <a:r>
              <a:rPr lang="en-US" altLang="zh-CN" dirty="0"/>
              <a:t>1</a:t>
            </a:r>
            <a:r>
              <a:rPr lang="zh-CN" altLang="en-US" dirty="0"/>
              <a:t>。访问</a:t>
            </a:r>
            <a:r>
              <a:rPr lang="en-US" altLang="zh-CN" dirty="0"/>
              <a:t>1</a:t>
            </a:r>
            <a:r>
              <a:rPr lang="zh-CN" altLang="en-US" dirty="0"/>
              <a:t>时，产生缺页中断，替换指针指向帧</a:t>
            </a:r>
            <a:r>
              <a:rPr lang="en-US" altLang="zh-CN" dirty="0"/>
              <a:t>4</a:t>
            </a:r>
            <a:r>
              <a:rPr lang="zh-CN" altLang="en-US" dirty="0"/>
              <a:t>，此时所有帧的访问位均为</a:t>
            </a:r>
            <a:r>
              <a:rPr lang="en-US" altLang="zh-CN" dirty="0"/>
              <a:t>1</a:t>
            </a:r>
            <a:r>
              <a:rPr lang="zh-CN" altLang="en-US" dirty="0"/>
              <a:t>，又完整扫描一周并置访问位为</a:t>
            </a:r>
            <a:r>
              <a:rPr lang="en-US" altLang="zh-CN" dirty="0"/>
              <a:t>0</a:t>
            </a:r>
            <a:r>
              <a:rPr lang="zh-CN" altLang="en-US" dirty="0"/>
              <a:t>，回到帧</a:t>
            </a:r>
            <a:r>
              <a:rPr lang="en-US" altLang="zh-CN" dirty="0"/>
              <a:t>4</a:t>
            </a:r>
            <a:r>
              <a:rPr lang="zh-CN" altLang="en-US" dirty="0"/>
              <a:t>，替换之。访问</a:t>
            </a:r>
            <a:r>
              <a:rPr lang="en-US" altLang="zh-CN" dirty="0"/>
              <a:t>3</a:t>
            </a:r>
            <a:r>
              <a:rPr lang="zh-CN" altLang="en-US" dirty="0"/>
              <a:t>时，已存在，访问位置为</a:t>
            </a:r>
            <a:r>
              <a:rPr lang="en-US" altLang="zh-CN" dirty="0"/>
              <a:t>1</a:t>
            </a:r>
            <a:r>
              <a:rPr lang="zh-CN" altLang="en-US" dirty="0"/>
              <a:t>。访问</a:t>
            </a:r>
            <a:r>
              <a:rPr lang="en-US" altLang="zh-CN" dirty="0"/>
              <a:t>2</a:t>
            </a:r>
            <a:r>
              <a:rPr lang="zh-CN" altLang="en-US" dirty="0"/>
              <a:t>时，产生缺页中断，替换指针指向帧</a:t>
            </a:r>
            <a:r>
              <a:rPr lang="en-US" altLang="zh-CN" dirty="0"/>
              <a:t>1</a:t>
            </a:r>
            <a:r>
              <a:rPr lang="zh-CN" altLang="en-US" dirty="0"/>
              <a:t>，帧</a:t>
            </a:r>
            <a:r>
              <a:rPr lang="en-US" altLang="zh-CN" dirty="0"/>
              <a:t>1</a:t>
            </a:r>
            <a:r>
              <a:rPr lang="zh-CN" altLang="en-US" dirty="0"/>
              <a:t>的访问位为</a:t>
            </a:r>
            <a:r>
              <a:rPr lang="en-US" altLang="zh-CN" dirty="0"/>
              <a:t>1</a:t>
            </a:r>
            <a:r>
              <a:rPr lang="zh-CN" altLang="en-US" dirty="0"/>
              <a:t>，将其修改为</a:t>
            </a:r>
            <a:r>
              <a:rPr lang="en-US" altLang="zh-CN" dirty="0"/>
              <a:t>0</a:t>
            </a:r>
            <a:r>
              <a:rPr lang="zh-CN" altLang="en-US" dirty="0"/>
              <a:t>，继续扫描，帧</a:t>
            </a:r>
            <a:r>
              <a:rPr lang="en-US" altLang="zh-CN" dirty="0"/>
              <a:t>2</a:t>
            </a:r>
            <a:r>
              <a:rPr lang="zh-CN" altLang="en-US" dirty="0"/>
              <a:t>的访问位为</a:t>
            </a:r>
            <a:r>
              <a:rPr lang="en-US" altLang="zh-CN" dirty="0"/>
              <a:t>0</a:t>
            </a:r>
            <a:r>
              <a:rPr lang="zh-CN" altLang="en-US" dirty="0"/>
              <a:t>，替换帧</a:t>
            </a:r>
            <a:r>
              <a:rPr lang="en-US" altLang="zh-CN" dirty="0"/>
              <a:t>2</a:t>
            </a:r>
            <a:r>
              <a:rPr lang="zh-CN" altLang="en-US" dirty="0"/>
              <a:t>中的页。</a:t>
            </a:r>
            <a:endParaRPr lang="zh-CN" dirty="0"/>
          </a:p>
        </p:txBody>
      </p:sp>
    </p:spTree>
    <p:extLst>
      <p:ext uri="{BB962C8B-B14F-4D97-AF65-F5344CB8AC3E}">
        <p14:creationId xmlns:p14="http://schemas.microsoft.com/office/powerpoint/2010/main" val="24933684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改进型</a:t>
            </a:r>
            <a:r>
              <a:rPr lang="en-US" altLang="zh-CN" dirty="0"/>
              <a:t>CLOCK</a:t>
            </a:r>
            <a:r>
              <a:rPr lang="zh-CN" altLang="en-US" dirty="0"/>
              <a:t>置换算法</a:t>
            </a:r>
          </a:p>
          <a:p>
            <a:pPr lvl="0"/>
            <a:r>
              <a:rPr lang="zh-CN" altLang="en-US" dirty="0"/>
              <a:t>将一个页面换出时，若该页已被修改过，则要将该页写回磁盘，若该页未被修改过，则不必将它写回磁盘。可见，对于修改过的页面，替换代价更大。在改进型</a:t>
            </a:r>
            <a:r>
              <a:rPr lang="en-US" altLang="zh-CN" dirty="0"/>
              <a:t>CLOCK</a:t>
            </a:r>
            <a:r>
              <a:rPr lang="zh-CN" altLang="en-US" dirty="0"/>
              <a:t>算法中，除考虑页面使用情况外，还增加了置换代价一修改位。在选择页面换出时，优先考虑既未使用过又未修改过的页面。由访问位</a:t>
            </a:r>
            <a:r>
              <a:rPr lang="en-US" altLang="zh-CN" dirty="0"/>
              <a:t>A</a:t>
            </a:r>
            <a:r>
              <a:rPr lang="zh-CN" altLang="en-US" dirty="0"/>
              <a:t>和修改位</a:t>
            </a:r>
            <a:r>
              <a:rPr lang="en-US" altLang="zh-CN" dirty="0"/>
              <a:t>M</a:t>
            </a:r>
            <a:r>
              <a:rPr lang="zh-CN" altLang="en-US" dirty="0"/>
              <a:t>可以组合成下面四种类型的页面：</a:t>
            </a:r>
          </a:p>
          <a:p>
            <a:pPr lvl="0"/>
            <a:r>
              <a:rPr lang="en-US" altLang="zh-CN" dirty="0"/>
              <a:t>·1</a:t>
            </a:r>
            <a:r>
              <a:rPr lang="zh-CN" altLang="en-US" dirty="0"/>
              <a:t>类</a:t>
            </a:r>
            <a:r>
              <a:rPr lang="en-US" altLang="zh-CN" dirty="0"/>
              <a:t>A=0,M=0:</a:t>
            </a:r>
            <a:r>
              <a:rPr lang="zh-CN" altLang="en-US" dirty="0"/>
              <a:t>最近未被访问且未被修改，是最佳淘汰页。</a:t>
            </a:r>
          </a:p>
          <a:p>
            <a:pPr lvl="0"/>
            <a:r>
              <a:rPr lang="en-US" altLang="zh-CN" dirty="0"/>
              <a:t>·2</a:t>
            </a:r>
            <a:r>
              <a:rPr lang="zh-CN" altLang="en-US" dirty="0"/>
              <a:t>类</a:t>
            </a:r>
            <a:r>
              <a:rPr lang="en-US" altLang="zh-CN" dirty="0"/>
              <a:t>A=0,M=1:</a:t>
            </a:r>
            <a:r>
              <a:rPr lang="zh-CN" altLang="en-US" dirty="0"/>
              <a:t>最近未被访问，但已被修改，不是很好的淘汰页。</a:t>
            </a:r>
          </a:p>
          <a:p>
            <a:pPr lvl="0"/>
            <a:r>
              <a:rPr lang="en-US" altLang="zh-CN" dirty="0"/>
              <a:t>·3</a:t>
            </a:r>
            <a:r>
              <a:rPr lang="zh-CN" altLang="en-US" dirty="0"/>
              <a:t>类</a:t>
            </a:r>
            <a:r>
              <a:rPr lang="en-US" altLang="zh-CN" dirty="0"/>
              <a:t>A=1,M=0:</a:t>
            </a:r>
            <a:r>
              <a:rPr lang="zh-CN" altLang="en-US" dirty="0"/>
              <a:t>最近已被访问，但未被修改，可能再被访问。</a:t>
            </a:r>
          </a:p>
          <a:p>
            <a:pPr lvl="0"/>
            <a:r>
              <a:rPr lang="en-US" altLang="zh-CN" dirty="0"/>
              <a:t>·4</a:t>
            </a:r>
            <a:r>
              <a:rPr lang="zh-CN" altLang="en-US" dirty="0"/>
              <a:t>类</a:t>
            </a:r>
            <a:r>
              <a:rPr lang="en-US" altLang="zh-CN" dirty="0"/>
              <a:t>A=1,M=1:</a:t>
            </a:r>
            <a:r>
              <a:rPr lang="zh-CN" altLang="en-US" dirty="0"/>
              <a:t>最近已被访问且己被修改，可能再被访问。</a:t>
            </a:r>
          </a:p>
          <a:p>
            <a:pPr lvl="0"/>
            <a:r>
              <a:rPr lang="zh-CN" altLang="en-US" dirty="0"/>
              <a:t>内存中的每页必定都是这四类页面之一。在进行页面置换时，可采用与简单</a:t>
            </a:r>
            <a:r>
              <a:rPr lang="en-US" altLang="zh-CN" dirty="0"/>
              <a:t>CLOCK</a:t>
            </a:r>
            <a:r>
              <a:rPr lang="zh-CN" altLang="en-US" dirty="0"/>
              <a:t>算法类似的算法，差别在于该算法要同时检查访问位和修改位。算法执行过程如下：</a:t>
            </a:r>
          </a:p>
          <a:p>
            <a:pPr lvl="0"/>
            <a:r>
              <a:rPr lang="en-US" altLang="zh-CN" dirty="0"/>
              <a:t>1)</a:t>
            </a:r>
            <a:r>
              <a:rPr lang="zh-CN" altLang="en-US" dirty="0"/>
              <a:t>从指针的当前位置开始，扫描循环队列，寻找</a:t>
            </a:r>
            <a:r>
              <a:rPr lang="en-US" altLang="zh-CN" dirty="0"/>
              <a:t>A=0</a:t>
            </a:r>
            <a:r>
              <a:rPr lang="zh-CN" altLang="en-US" dirty="0"/>
              <a:t>且</a:t>
            </a:r>
            <a:r>
              <a:rPr lang="en-US" altLang="zh-CN" dirty="0"/>
              <a:t>M=0</a:t>
            </a:r>
            <a:r>
              <a:rPr lang="zh-CN" altLang="en-US" dirty="0"/>
              <a:t>的</a:t>
            </a:r>
            <a:r>
              <a:rPr lang="en-US" altLang="zh-CN" dirty="0"/>
              <a:t>1</a:t>
            </a:r>
            <a:r>
              <a:rPr lang="zh-CN" altLang="en-US" dirty="0"/>
              <a:t>类页面，将遇到的第一个</a:t>
            </a:r>
            <a:r>
              <a:rPr lang="en-US" altLang="zh-CN" dirty="0"/>
              <a:t>1</a:t>
            </a:r>
            <a:r>
              <a:rPr lang="zh-CN" altLang="en-US" dirty="0"/>
              <a:t>类页面作为选中的淘汰页。在第一次扫描期间不改变访问位</a:t>
            </a:r>
            <a:r>
              <a:rPr lang="en-US" altLang="zh-CN" dirty="0"/>
              <a:t>A.</a:t>
            </a:r>
          </a:p>
          <a:p>
            <a:pPr lvl="0"/>
            <a:r>
              <a:rPr lang="en-US" altLang="zh-CN" dirty="0"/>
              <a:t>2)</a:t>
            </a:r>
            <a:r>
              <a:rPr lang="zh-CN" altLang="en-US" dirty="0"/>
              <a:t>若第</a:t>
            </a:r>
            <a:r>
              <a:rPr lang="en-US" altLang="zh-CN" dirty="0"/>
              <a:t>1)</a:t>
            </a:r>
            <a:r>
              <a:rPr lang="zh-CN" altLang="en-US" dirty="0"/>
              <a:t>步失败，则进行第二轮扫描，寻找</a:t>
            </a:r>
            <a:r>
              <a:rPr lang="en-US" altLang="zh-CN" dirty="0"/>
              <a:t>A=0</a:t>
            </a:r>
            <a:r>
              <a:rPr lang="zh-CN" altLang="en-US" dirty="0"/>
              <a:t>且</a:t>
            </a:r>
            <a:r>
              <a:rPr lang="en-US" altLang="zh-CN" dirty="0"/>
              <a:t>M=1</a:t>
            </a:r>
            <a:r>
              <a:rPr lang="zh-CN" altLang="en-US" dirty="0"/>
              <a:t>的</a:t>
            </a:r>
            <a:r>
              <a:rPr lang="en-US" altLang="zh-CN" dirty="0"/>
              <a:t>2</a:t>
            </a:r>
            <a:r>
              <a:rPr lang="zh-CN" altLang="en-US" dirty="0"/>
              <a:t>类页面。将遇到的第一个</a:t>
            </a:r>
            <a:r>
              <a:rPr lang="en-US" altLang="zh-CN" dirty="0"/>
              <a:t>2</a:t>
            </a:r>
            <a:r>
              <a:rPr lang="zh-CN" altLang="en-US" dirty="0"/>
              <a:t>类页面作为淘汰页。在第二轮扫描期间，将所有扫描过的页面的访问位都置为</a:t>
            </a:r>
            <a:r>
              <a:rPr lang="en-US" altLang="zh-CN" dirty="0"/>
              <a:t>0</a:t>
            </a:r>
            <a:r>
              <a:rPr lang="zh-CN" altLang="en-US" dirty="0"/>
              <a:t>。</a:t>
            </a:r>
            <a:endParaRPr lang="en-US" altLang="zh-CN" dirty="0"/>
          </a:p>
          <a:p>
            <a:pPr lvl="0"/>
            <a:r>
              <a:rPr lang="en-US" altLang="zh-CN" dirty="0"/>
              <a:t>3)</a:t>
            </a:r>
            <a:r>
              <a:rPr lang="zh-CN" altLang="en-US" dirty="0"/>
              <a:t>若第</a:t>
            </a:r>
            <a:r>
              <a:rPr lang="en-US" altLang="zh-CN" dirty="0"/>
              <a:t>2)</a:t>
            </a:r>
            <a:r>
              <a:rPr lang="zh-CN" altLang="en-US" dirty="0"/>
              <a:t>步也失败，则将指针返回到开始的位置，并将所有帧的访问位置为</a:t>
            </a:r>
            <a:r>
              <a:rPr lang="en-US" altLang="zh-CN" dirty="0"/>
              <a:t>0</a:t>
            </a:r>
            <a:r>
              <a:rPr lang="zh-CN" altLang="en-US" dirty="0"/>
              <a:t>。重复第</a:t>
            </a:r>
            <a:r>
              <a:rPr lang="en-US" altLang="zh-CN" dirty="0"/>
              <a:t>1)</a:t>
            </a:r>
            <a:r>
              <a:rPr lang="zh-CN" altLang="en-US" dirty="0"/>
              <a:t>步，并且若有必要，重复第</a:t>
            </a:r>
            <a:r>
              <a:rPr lang="en-US" altLang="zh-CN" dirty="0"/>
              <a:t>2)</a:t>
            </a:r>
            <a:r>
              <a:rPr lang="zh-CN" altLang="en-US" dirty="0"/>
              <a:t>步，此时一定能找到被淘汰的页。</a:t>
            </a:r>
          </a:p>
          <a:p>
            <a:pPr lvl="0"/>
            <a:r>
              <a:rPr lang="zh-CN" altLang="en-US" dirty="0"/>
              <a:t>改进型</a:t>
            </a:r>
            <a:r>
              <a:rPr lang="en-US" altLang="zh-CN" dirty="0"/>
              <a:t>CLOCK</a:t>
            </a:r>
            <a:r>
              <a:rPr lang="zh-CN" altLang="en-US" dirty="0"/>
              <a:t>算法优于简单</a:t>
            </a:r>
            <a:r>
              <a:rPr lang="en-US" altLang="zh-CN" dirty="0"/>
              <a:t>CLOCK</a:t>
            </a:r>
            <a:r>
              <a:rPr lang="zh-CN" altLang="en-US" dirty="0"/>
              <a:t>算法的地方在于，可减少磁盘的</a:t>
            </a:r>
            <a:r>
              <a:rPr lang="en-US" altLang="zh-CN" dirty="0"/>
              <a:t>/O</a:t>
            </a:r>
            <a:r>
              <a:rPr lang="zh-CN" altLang="en-US" dirty="0"/>
              <a:t>操作次数。但为了找到一个可置换的页，可能要经过几轮扫描，即实现算法本身的开销将有所增加。</a:t>
            </a:r>
          </a:p>
          <a:p>
            <a:pPr lvl="0"/>
            <a:r>
              <a:rPr lang="zh-CN" altLang="en-US" dirty="0"/>
              <a:t>操作系统中的页面置换算法都有一个原则，即尽可能保留访问过的页面，而淘汰未访问的页面。简单的</a:t>
            </a:r>
            <a:r>
              <a:rPr lang="en-US" altLang="zh-CN" dirty="0"/>
              <a:t>CLOCK</a:t>
            </a:r>
            <a:r>
              <a:rPr lang="zh-CN" altLang="en-US" dirty="0"/>
              <a:t>算法只考虑页面是否被访问过；改进型</a:t>
            </a:r>
            <a:r>
              <a:rPr lang="en-US" altLang="zh-CN" dirty="0"/>
              <a:t>CLOCK</a:t>
            </a:r>
            <a:r>
              <a:rPr lang="zh-CN" altLang="en-US" dirty="0"/>
              <a:t>算法对这两类页面做了细分，分为修改过的页面和未修改的页面。因此，若有未使用过的页面，则当然优先将其中未修改过的页面换出。若全部页面都用过，还是优先将其中未修改过的页面换出。</a:t>
            </a:r>
            <a:endParaRPr lang="zh-CN" dirty="0"/>
          </a:p>
        </p:txBody>
      </p:sp>
    </p:spTree>
    <p:extLst>
      <p:ext uri="{BB962C8B-B14F-4D97-AF65-F5344CB8AC3E}">
        <p14:creationId xmlns:p14="http://schemas.microsoft.com/office/powerpoint/2010/main" val="41739911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抖动</a:t>
            </a:r>
          </a:p>
          <a:p>
            <a:pPr lvl="0"/>
            <a:r>
              <a:rPr lang="zh-CN" altLang="en-US" dirty="0"/>
              <a:t>在页面置换过程中，一种最糟糕的情形是，列刚换出的页面马上又要换入主存，刚刚换入的页面马上又要换出主存，这种频繁的页面调度行为称为抖动或颠簸。</a:t>
            </a:r>
          </a:p>
          <a:p>
            <a:pPr lvl="0"/>
            <a:r>
              <a:rPr lang="zh-CN" altLang="en-US" dirty="0"/>
              <a:t>系统发生抖动的根本原因是，系统中同时运行的进程太多，由此分配给每个进程的物理块太少，不能满足进程正常运行的基本要求，致使每个进程在运行时频繁地出现缺页，必须请求系统将所缺页面调入内存。这会使得在系统中排队等待页面调入</a:t>
            </a:r>
            <a:r>
              <a:rPr lang="en-US" altLang="zh-CN" dirty="0"/>
              <a:t>/</a:t>
            </a:r>
            <a:r>
              <a:rPr lang="zh-CN" altLang="en-US" dirty="0"/>
              <a:t>调出的进程数目增加。显然，对磁盘的有效访问时间也随之急剧增加，造成每个进程的大部分时间都用于页面的换入</a:t>
            </a:r>
            <a:r>
              <a:rPr lang="en-US" altLang="zh-CN" dirty="0"/>
              <a:t>/</a:t>
            </a:r>
            <a:r>
              <a:rPr lang="zh-CN" altLang="en-US" dirty="0"/>
              <a:t>换出，而几乎不能再去做任何有效的工作，进而导致发生处理机的利用率急剧下降并趋于零的情况。</a:t>
            </a:r>
          </a:p>
          <a:p>
            <a:pPr lvl="0"/>
            <a:r>
              <a:rPr lang="zh-CN" altLang="en-US" dirty="0"/>
              <a:t>抖动是进程运行时出现的严重问题，必须采取相应的措施解决它。由于抖动的发生与系统为进程分配物理块的多少有关，于是又提出了关于进程工作集的概念。</a:t>
            </a:r>
            <a:endParaRPr lang="zh-CN" dirty="0"/>
          </a:p>
        </p:txBody>
      </p:sp>
    </p:spTree>
    <p:extLst>
      <p:ext uri="{BB962C8B-B14F-4D97-AF65-F5344CB8AC3E}">
        <p14:creationId xmlns:p14="http://schemas.microsoft.com/office/powerpoint/2010/main" val="40477757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工作集</a:t>
            </a:r>
          </a:p>
          <a:p>
            <a:pPr lvl="0"/>
            <a:r>
              <a:rPr lang="zh-CN" altLang="en-US" dirty="0"/>
              <a:t>工作集是指在某段时间间隔内，进程要访问的页面集合。基于局部性原理，可以用最近访问过的页面来确定工作集。一般来说，工作集</a:t>
            </a:r>
            <a:r>
              <a:rPr lang="en-US" altLang="zh-CN" dirty="0"/>
              <a:t>W</a:t>
            </a:r>
            <a:r>
              <a:rPr lang="zh-CN" altLang="en-US" dirty="0"/>
              <a:t>可由时间</a:t>
            </a:r>
            <a:r>
              <a:rPr lang="en-US" altLang="zh-CN" dirty="0"/>
              <a:t>t</a:t>
            </a:r>
            <a:r>
              <a:rPr lang="zh-CN" altLang="en-US" dirty="0"/>
              <a:t>和工作集窗口大小</a:t>
            </a:r>
            <a:r>
              <a:rPr lang="en-US" altLang="zh-CN" dirty="0"/>
              <a:t>delta</a:t>
            </a:r>
            <a:r>
              <a:rPr lang="zh-CN" altLang="en-US" dirty="0"/>
              <a:t>来确定。例如，某进程对页面的访问次序如下：</a:t>
            </a:r>
            <a:endParaRPr lang="en-US" altLang="zh-CN" dirty="0"/>
          </a:p>
          <a:p>
            <a:pPr lvl="0"/>
            <a:endParaRPr lang="en-US" altLang="zh-CN" dirty="0"/>
          </a:p>
          <a:p>
            <a:pPr lvl="0"/>
            <a:r>
              <a:rPr lang="zh-CN" altLang="en-US" dirty="0"/>
              <a:t>假设系统为该进程设定的工作集窗口大小</a:t>
            </a:r>
            <a:r>
              <a:rPr lang="en-US" altLang="zh-CN" dirty="0"/>
              <a:t>4</a:t>
            </a:r>
            <a:r>
              <a:rPr lang="zh-CN" altLang="en-US" dirty="0"/>
              <a:t>为</a:t>
            </a:r>
            <a:r>
              <a:rPr lang="en-US" altLang="zh-CN" dirty="0"/>
              <a:t>5</a:t>
            </a:r>
            <a:r>
              <a:rPr lang="zh-CN" altLang="en-US" dirty="0"/>
              <a:t>，则在</a:t>
            </a:r>
            <a:r>
              <a:rPr lang="en-US" altLang="zh-CN" dirty="0"/>
              <a:t>t1</a:t>
            </a:r>
            <a:r>
              <a:rPr lang="zh-CN" altLang="en-US" dirty="0"/>
              <a:t>时刻，进程的工作集为</a:t>
            </a:r>
            <a:r>
              <a:rPr lang="en-US" altLang="zh-CN" dirty="0"/>
              <a:t>{2,3,5}</a:t>
            </a:r>
            <a:r>
              <a:rPr lang="zh-CN" altLang="en-US" dirty="0"/>
              <a:t>，在</a:t>
            </a:r>
            <a:r>
              <a:rPr lang="en-US" altLang="zh-CN" dirty="0"/>
              <a:t>t2</a:t>
            </a:r>
            <a:r>
              <a:rPr lang="zh-CN" altLang="en-US" dirty="0"/>
              <a:t>时刻，进程的工作集为</a:t>
            </a:r>
            <a:r>
              <a:rPr lang="en-US" altLang="zh-CN" dirty="0"/>
              <a:t>{1,2,3,4}</a:t>
            </a:r>
            <a:r>
              <a:rPr lang="zh-CN" altLang="en-US" dirty="0"/>
              <a:t>。</a:t>
            </a:r>
          </a:p>
          <a:p>
            <a:pPr lvl="0"/>
            <a:r>
              <a:rPr lang="zh-CN" altLang="en-US" dirty="0"/>
              <a:t>实际应用中，工作集窗口会设置得很大，即对于局部性好的程序，工作集大小一般会比工作集窗口</a:t>
            </a:r>
            <a:r>
              <a:rPr lang="en-US" altLang="zh-CN" dirty="0"/>
              <a:t>delta</a:t>
            </a:r>
            <a:r>
              <a:rPr lang="zh-CN" altLang="en-US" dirty="0"/>
              <a:t>小很多。工作集反映了进程在接下来的一段时间内很有可能会频繁访问的页面集合，因此，若分配给进程的物理块小于工作集大小，则该进程就很有可能频繁缺页，所以为了防止这种抖动现象，一般来说分配给进程的物理块数（即驻留集大小）要大于工作集大小。</a:t>
            </a:r>
          </a:p>
          <a:p>
            <a:pPr lvl="0"/>
            <a:r>
              <a:rPr lang="zh-CN" altLang="en-US" dirty="0"/>
              <a:t>工作集模型的原理是，让操作系统跟踪每个进程的工作集，并为进程分配大于其工作集的物理块。落在工作集内的页面需要调入驻留集中，而落在工作集外的页面可从驻留集中换出。若还有空闲物理块，则可再调一个进程到内存。若所有进程的工作集之和超过了可用物理块总数，则操作系统会暂停一个进程，将其页面调出并将物理块分配给其他进程，防止出现抖动现象。</a:t>
            </a:r>
            <a:endParaRPr lang="zh-CN" dirty="0"/>
          </a:p>
        </p:txBody>
      </p:sp>
    </p:spTree>
    <p:extLst>
      <p:ext uri="{BB962C8B-B14F-4D97-AF65-F5344CB8AC3E}">
        <p14:creationId xmlns:p14="http://schemas.microsoft.com/office/powerpoint/2010/main" val="33316729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内存映射文件</a:t>
            </a:r>
          </a:p>
          <a:p>
            <a:pPr lvl="0"/>
            <a:r>
              <a:rPr lang="zh-CN" altLang="en-US" dirty="0"/>
              <a:t>内存映射文件</a:t>
            </a:r>
            <a:r>
              <a:rPr lang="en-US" altLang="zh-CN" dirty="0"/>
              <a:t>(Memory-.Mapped Files)</a:t>
            </a:r>
            <a:r>
              <a:rPr lang="zh-CN" altLang="en-US" dirty="0"/>
              <a:t>与虚拟内存有些相似，将磁盘文件的全部或部分内容与进程虚拟地址空间的某个区域建立映射关系，便可以直接访问被映射的文件，而不必执行文件。</a:t>
            </a:r>
            <a:endParaRPr lang="en-US" altLang="zh-CN" dirty="0"/>
          </a:p>
          <a:p>
            <a:pPr lvl="0"/>
            <a:r>
              <a:rPr lang="en-US" altLang="zh-CN" dirty="0"/>
              <a:t>I/O</a:t>
            </a:r>
            <a:r>
              <a:rPr lang="zh-CN" altLang="en-US" dirty="0"/>
              <a:t>操作，也无须对文件内容进行缓存处理。这种特性非常适合用来管理大尺寸文件。</a:t>
            </a:r>
          </a:p>
          <a:p>
            <a:pPr lvl="0"/>
            <a:r>
              <a:rPr lang="zh-CN" altLang="en-US" dirty="0"/>
              <a:t>使用内存映射文件所进行的任何实际交互都是在内存中进行的，并且是以标准的内存地址形式来访问的。磁盘的周期性分页是由操作系统在后台隐蔽实现的，对应用程序而言是完全透明的。系统内存中的所有页面都由虚拟存储器负责管理，虚拟存储器以统一的方式处理所有磁盘</a:t>
            </a:r>
            <a:r>
              <a:rPr lang="en-US" altLang="zh-CN" dirty="0"/>
              <a:t>I/O</a:t>
            </a:r>
            <a:r>
              <a:rPr lang="zh-CN" altLang="en-US" dirty="0"/>
              <a:t>。当进程退出或显式地解除文件映射时，所有被改动的页面会被写回磁盘文件。</a:t>
            </a:r>
          </a:p>
          <a:p>
            <a:pPr lvl="0"/>
            <a:r>
              <a:rPr lang="zh-CN" altLang="en-US" dirty="0"/>
              <a:t>多个进程允许并发地内存映射同一文件，以便允许数据共享。实际上，很多时候，共享内存是通过内存映射来实现的。进程可以通过共享内存来通信，而共享内存是通过映射相同文件到通信进程的虚拟地址空间实现的。内存映射文件充当通信进程之间的共享内存区域，如图所示。一个进程在共享内存上完成了写操作，此刻当另一个进程在映射到这个文件的虚拟地址空间上执行读操作时，就能立刻看到上一个进程写操作的结果。</a:t>
            </a:r>
            <a:endParaRPr lang="zh-CN" dirty="0"/>
          </a:p>
        </p:txBody>
      </p:sp>
    </p:spTree>
    <p:extLst>
      <p:ext uri="{BB962C8B-B14F-4D97-AF65-F5344CB8AC3E}">
        <p14:creationId xmlns:p14="http://schemas.microsoft.com/office/powerpoint/2010/main" val="4294516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5885817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42011898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533045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457200" lvl="1" indent="0" algn="ctr">
              <a:buNone/>
            </a:lvl2pPr>
            <a:lvl3pPr marL="914400" lvl="2" indent="0" algn="ctr">
              <a:buNone/>
            </a:lvl3pPr>
            <a:lvl4pPr marL="1371600" lvl="3" indent="0" algn="ctr">
              <a:buNone/>
            </a:lvl4pPr>
            <a:lvl5pPr marL="1828800" lvl="4" indent="0" algn="ctr">
              <a:buNone/>
            </a:lvl5pPr>
            <a:lvl6pPr marL="2286000" lvl="5" indent="0" algn="ctr">
              <a:buNone/>
            </a:lvl6pPr>
            <a:lvl7pPr marL="2743200" lvl="6" indent="0" algn="ctr">
              <a:buNone/>
            </a:lvl7pPr>
            <a:lvl8pPr marL="3200400" lvl="7" indent="0" algn="ctr">
              <a:buNone/>
            </a:lvl8pPr>
            <a:lvl9pPr marL="3657600"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AB2C465C-8FA2-430C-ADF3-904E03A8F6D5}" type="slidenum">
              <a:rPr lang="zh-CN"/>
              <a:t>‹#›</a:t>
            </a:fld>
            <a:endParaRPr 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4160B0C6-1D85-4301-8154-9EA3552A82D4}" type="slidenum">
              <a:rPr lang="zh-CN"/>
              <a:t>‹#›</a:t>
            </a:fld>
            <a:endParaRPr lang="zh-CN"/>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8"/>
            <a:ext cx="7772400" cy="1125537"/>
          </a:xfrm>
        </p:spPr>
        <p:txBody>
          <a:bodyPr anchor="b"/>
          <a:lstStyle>
            <a:lvl1pPr marL="0" lvl="0" indent="0">
              <a:buNone/>
              <a:defRPr sz="2000"/>
            </a:lvl1pPr>
            <a:lvl2pPr marL="457200" lvl="1" indent="0">
              <a:buNone/>
              <a:defRPr sz="1800"/>
            </a:lvl2pPr>
            <a:lvl3pPr marL="914400" lvl="2" indent="0">
              <a:buNone/>
              <a:defRPr sz="1600"/>
            </a:lvl3pPr>
            <a:lvl4pPr marL="1371600" lvl="3" indent="0">
              <a:buNone/>
              <a:defRPr sz="1400"/>
            </a:lvl4pPr>
            <a:lvl5pPr marL="1828800" lvl="4" indent="0">
              <a:buNone/>
              <a:defRPr sz="1400"/>
            </a:lvl5pPr>
            <a:lvl6pPr marL="2286000" lvl="5" indent="0">
              <a:buNone/>
              <a:defRPr sz="1400"/>
            </a:lvl6pPr>
            <a:lvl7pPr marL="2743200" lvl="6" indent="0">
              <a:buNone/>
              <a:defRPr sz="1400"/>
            </a:lvl7pPr>
            <a:lvl8pPr marL="3200400" lvl="7" indent="0">
              <a:buNone/>
              <a:defRPr sz="1400"/>
            </a:lvl8pPr>
            <a:lvl9pPr marL="3657600"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9AA898CA-9DC4-4DEB-987F-5794FE28A276}" type="slidenum">
              <a:rPr lang="zh-CN"/>
              <a:t>‹#›</a:t>
            </a:fld>
            <a:endParaRPr lang="zh-CN"/>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userDrawn="1"/>
        </p:nvPicPr>
        <p:blipFill>
          <a:blip r:embed="rId2" cstate="print"/>
          <a:srcRect/>
          <a:stretch>
            <a:fillRect/>
          </a:stretch>
        </p:blipFill>
        <p:spPr>
          <a:xfrm>
            <a:off x="7251700" y="161925"/>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F56F47AF-6E9B-44E0-8B3C-C99367D85570}" type="slidenum">
              <a:rPr lang="zh-CN"/>
              <a:t>‹#›</a:t>
            </a:fld>
            <a:endParaRPr lang="zh-CN"/>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a:solidFill>
                <a:srgbClr val="C00000"/>
              </a:solidFill>
            </a:endParaRPr>
          </a:p>
        </p:txBody>
      </p:sp>
      <p:pic>
        <p:nvPicPr>
          <p:cNvPr id="3" name="图片 7"/>
          <p:cNvPicPr>
            <a:picLocks noChangeAspect="1" noChangeArrowheads="1"/>
          </p:cNvPicPr>
          <p:nvPr userDrawn="1"/>
        </p:nvPicPr>
        <p:blipFill>
          <a:blip r:embed="rId2" cstate="print">
            <a:clrChange>
              <a:clrFrom>
                <a:srgbClr val="8A1025"/>
              </a:clrFrom>
              <a:clrTo>
                <a:srgbClr val="8A1025">
                  <a:alpha val="0"/>
                </a:srgbClr>
              </a:clrTo>
            </a:clrChange>
          </a:blip>
          <a:srcRect t="4836" b="29471"/>
          <a:stretch>
            <a:fillRect/>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4707B3C6-01FB-418A-A503-30BBA367DFC0}" type="slidenum">
              <a:rPr lang="zh-CN"/>
              <a:t>‹#›</a:t>
            </a:fld>
            <a:endParaRPr lang="zh-C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A7421A49-5667-41F8-BE17-1B845396D5DB}" type="slidenum">
              <a:rPr lang="zh-CN"/>
              <a:t>‹#›</a:t>
            </a:fld>
            <a:endParaRPr lang="zh-C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02386B43-1405-4E8E-813D-472D21B2C6EF}" type="slidenum">
              <a:rPr lang="zh-CN"/>
              <a:t>‹#›</a:t>
            </a:fld>
            <a:endParaRPr lang="zh-CN"/>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183FDC7-D04F-4C48-ADCE-652D6AA1EF83}" type="slidenum">
              <a:rPr lang="zh-CN"/>
              <a:t>‹#›</a:t>
            </a:fld>
            <a:endParaRPr lang="zh-CN"/>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B7C7ADB0-93AD-4236-858F-3DBD1C0AB6F0}" type="slidenum">
              <a:rPr lang="zh-CN"/>
              <a:t>‹#›</a:t>
            </a:fld>
            <a:endParaRPr lang="zh-CN"/>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pic>
        <p:nvPicPr>
          <p:cNvPr id="8" name="图片 12"/>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266418AD-6F9A-4D71-B11D-DEB52ADAFDED}" type="slidenum">
              <a:rPr lang="zh-CN"/>
              <a:t>‹#›</a:t>
            </a:fld>
            <a:endParaRPr lang="zh-CN"/>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prstClr val="black">
                <a:alpha val="40000"/>
              </a:prstClr>
            </a:outerShdw>
          </a:effectLst>
        </p:spPr>
        <p:txBody>
          <a:bodyPr anchor="ctr"/>
          <a:lstStyle/>
          <a:p>
            <a:pPr algn="ctr">
              <a:buFontTx/>
              <a:buNone/>
            </a:pPr>
            <a:endParaRPr lang="ko-KR">
              <a:solidFill>
                <a:schemeClr val="lt1"/>
              </a:solidFill>
            </a:endParaRPr>
          </a:p>
        </p:txBody>
      </p:sp>
      <p:pic>
        <p:nvPicPr>
          <p:cNvPr id="5" name="Picture 5"/>
          <p:cNvPicPr>
            <a:picLocks noChangeAspect="1" noChangeArrowheads="1"/>
          </p:cNvPicPr>
          <p:nvPr userDrawn="1"/>
        </p:nvPicPr>
        <p:blipFill>
          <a:blip r:embed="rId2" cstate="print"/>
          <a:srcRect t="70982"/>
          <a:stretch>
            <a:fillRect/>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CD1B9F34-C406-4928-9AD5-876CC2DF2B15}"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extLst>
      <p:ext uri="{BB962C8B-B14F-4D97-AF65-F5344CB8AC3E}">
        <p14:creationId xmlns:p14="http://schemas.microsoft.com/office/powerpoint/2010/main" val="3048003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457200" lvl="1" indent="0" algn="ctr">
              <a:buNone/>
            </a:lvl2pPr>
            <a:lvl3pPr marL="914400" lvl="2" indent="0" algn="ctr">
              <a:buNone/>
            </a:lvl3pPr>
            <a:lvl4pPr marL="1371600" lvl="3" indent="0" algn="ctr">
              <a:buNone/>
            </a:lvl4pPr>
            <a:lvl5pPr marL="1828800" lvl="4" indent="0" algn="ctr">
              <a:buNone/>
            </a:lvl5pPr>
            <a:lvl6pPr marL="2286000" lvl="5" indent="0" algn="ctr">
              <a:buNone/>
            </a:lvl6pPr>
            <a:lvl7pPr marL="2743200" lvl="6" indent="0" algn="ctr">
              <a:buNone/>
            </a:lvl7pPr>
            <a:lvl8pPr marL="3200400" lvl="7" indent="0" algn="ctr">
              <a:buNone/>
            </a:lvl8pPr>
            <a:lvl9pPr marL="3657600"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11484A87-50AD-4B79-A3C7-C417EE16EDBF}" type="slidenum">
              <a:rPr lang="zh-CN"/>
              <a:t>‹#›</a:t>
            </a:fld>
            <a:endParaRPr 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0D89955F-190E-498C-AC5E-75ECF52E8F3E}" type="slidenum">
              <a:rPr lang="zh-CN"/>
              <a:t>‹#›</a:t>
            </a:fld>
            <a:endParaRPr 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8"/>
            <a:ext cx="7772400" cy="1125537"/>
          </a:xfrm>
        </p:spPr>
        <p:txBody>
          <a:bodyPr anchor="b"/>
          <a:lstStyle>
            <a:lvl1pPr marL="0" lvl="0" indent="0">
              <a:buNone/>
              <a:defRPr sz="2000"/>
            </a:lvl1pPr>
            <a:lvl2pPr marL="457200" lvl="1" indent="0">
              <a:buNone/>
              <a:defRPr sz="1800"/>
            </a:lvl2pPr>
            <a:lvl3pPr marL="914400" lvl="2" indent="0">
              <a:buNone/>
              <a:defRPr sz="1600"/>
            </a:lvl3pPr>
            <a:lvl4pPr marL="1371600" lvl="3" indent="0">
              <a:buNone/>
              <a:defRPr sz="1400"/>
            </a:lvl4pPr>
            <a:lvl5pPr marL="1828800" lvl="4" indent="0">
              <a:buNone/>
              <a:defRPr sz="1400"/>
            </a:lvl5pPr>
            <a:lvl6pPr marL="2286000" lvl="5" indent="0">
              <a:buNone/>
              <a:defRPr sz="1400"/>
            </a:lvl6pPr>
            <a:lvl7pPr marL="2743200" lvl="6" indent="0">
              <a:buNone/>
              <a:defRPr sz="1400"/>
            </a:lvl7pPr>
            <a:lvl8pPr marL="3200400" lvl="7" indent="0">
              <a:buNone/>
              <a:defRPr sz="1400"/>
            </a:lvl8pPr>
            <a:lvl9pPr marL="3657600"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74E77EB7-F2A0-46CA-A721-46FCA8021F8E}" type="slidenum">
              <a:rPr lang="zh-CN"/>
              <a:t>‹#›</a:t>
            </a:fld>
            <a:endParaRPr 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tretch/>
        </p:blipFill>
        <p:spPr>
          <a:xfrm>
            <a:off x="7251700" y="161925"/>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F66F0598-21B1-4440-AE75-4815C1DC4EC5}" type="slidenum">
              <a:rPr lang="zh-CN"/>
              <a:t>‹#›</a:t>
            </a:fld>
            <a:endParaRPr 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a:solidFill>
                <a:srgbClr val="C00000"/>
              </a:solidFill>
            </a:endParaRPr>
          </a:p>
        </p:txBody>
      </p:sp>
      <p:pic>
        <p:nvPicPr>
          <p:cNvPr id="3" name="图片 7"/>
          <p:cNvPicPr>
            <a:picLocks noChangeAspect="1" noChangeArrowheads="1"/>
          </p:cNvPicPr>
          <p:nvPr/>
        </p:nvPicPr>
        <p:blipFill>
          <a:blip r:embed="rId2"/>
          <a:srcRect t="4836" b="29471"/>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1A2EC84F-588A-46AD-BE8D-B7C706380F82}" type="slidenum">
              <a:rPr lang="zh-CN"/>
              <a:t>‹#›</a:t>
            </a:fld>
            <a:endParaRPr 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9A644E26-11CA-4390-8B0D-33A4D45FDBCF}" type="slidenum">
              <a:rPr lang="zh-CN"/>
              <a:t>‹#›</a:t>
            </a:fld>
            <a:endParaRPr 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15371423-9E31-436C-88EE-BB1FBC6D8B7B}" type="slidenum">
              <a:rPr lang="zh-CN"/>
              <a:t>‹#›</a:t>
            </a:fld>
            <a:endParaRPr 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3B2B1BF-F1CD-45C9-8721-A997A2366572}" type="slidenum">
              <a:rPr lang="zh-CN"/>
              <a:t>‹#›</a:t>
            </a:fld>
            <a:endParaRPr 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43EB20AC-6F21-4545-A41F-17C9031D6150}" type="slidenum">
              <a:rPr lang="zh-CN"/>
              <a:t>‹#›</a:t>
            </a:fld>
            <a:endParaRPr 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p:nvPicPr>
        <p:blipFill>
          <a:blip r:embed="rId2"/>
          <a:stretch/>
        </p:blipFill>
        <p:spPr>
          <a:xfrm>
            <a:off x="6689725" y="4778375"/>
            <a:ext cx="1266825" cy="342900"/>
          </a:xfrm>
          <a:prstGeom prst="rect">
            <a:avLst/>
          </a:prstGeom>
          <a:noFill/>
          <a:ln>
            <a:noFill/>
          </a:ln>
        </p:spPr>
      </p:pic>
      <p:pic>
        <p:nvPicPr>
          <p:cNvPr id="8" name="图片 12"/>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823B0D69-AB24-44A5-A7EA-D7191C8AB2A6}" type="slidenum">
              <a:rPr lang="zh-CN"/>
              <a:t>‹#›</a:t>
            </a:fld>
            <a:endParaRPr 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srgbClr val="000000">
                <a:alpha val="40000"/>
              </a:srgbClr>
            </a:outerShdw>
          </a:effectLst>
        </p:spPr>
        <p:txBody>
          <a:bodyPr anchor="ctr"/>
          <a:lstStyle/>
          <a:p>
            <a:pPr algn="ctr">
              <a:buFontTx/>
              <a:buNone/>
            </a:pPr>
            <a:endParaRPr lang="ko-KR">
              <a:solidFill>
                <a:schemeClr val="lt1"/>
              </a:solidFill>
            </a:endParaRPr>
          </a:p>
        </p:txBody>
      </p:sp>
      <p:pic>
        <p:nvPicPr>
          <p:cNvPr id="5" name="Picture 5"/>
          <p:cNvPicPr>
            <a:picLocks noChangeAspect="1" noChangeArrowheads="1"/>
          </p:cNvPicPr>
          <p:nvPr/>
        </p:nvPicPr>
        <p:blipFill>
          <a:blip r:embed="rId2"/>
          <a:srcRect t="70982"/>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EACA589E-567E-49C4-8261-CB6A4823C55A}"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4"/>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609585" lvl="1" indent="0" algn="ctr">
              <a:buNone/>
            </a:lvl2pPr>
            <a:lvl3pPr marL="1219170" lvl="2" indent="0" algn="ctr">
              <a:buNone/>
            </a:lvl3pPr>
            <a:lvl4pPr marL="1828754" lvl="3" indent="0" algn="ctr">
              <a:buNone/>
            </a:lvl4pPr>
            <a:lvl5pPr marL="2438339" lvl="4" indent="0" algn="ctr">
              <a:buNone/>
            </a:lvl5pPr>
            <a:lvl6pPr marL="3047924" lvl="5" indent="0" algn="ctr">
              <a:buNone/>
            </a:lvl6pPr>
            <a:lvl7pPr marL="3657509" lvl="6" indent="0" algn="ctr">
              <a:buNone/>
            </a:lvl7pPr>
            <a:lvl8pPr marL="4267093" lvl="7" indent="0" algn="ctr">
              <a:buNone/>
            </a:lvl8pPr>
            <a:lvl9pPr marL="4876678"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AE1C8ADA-986C-4CD0-8B07-7B4FAC0DDF0A}" type="slidenum">
              <a:rPr lang="zh-CN"/>
              <a:t>‹#›</a:t>
            </a:fld>
            <a:endParaRPr 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0569AF65-7210-48C0-9D6F-4ED9578326A3}" type="slidenum">
              <a:rPr lang="zh-CN"/>
              <a:t>‹#›</a:t>
            </a:fld>
            <a:endParaRPr 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9"/>
            <a:ext cx="7772400" cy="1125537"/>
          </a:xfrm>
        </p:spPr>
        <p:txBody>
          <a:bodyPr anchor="b"/>
          <a:lstStyle>
            <a:lvl1pPr marL="0" lvl="0" indent="0">
              <a:buNone/>
              <a:defRPr sz="2000"/>
            </a:lvl1pPr>
            <a:lvl2pPr marL="609585" lvl="1" indent="0">
              <a:buNone/>
              <a:defRPr sz="1800"/>
            </a:lvl2pPr>
            <a:lvl3pPr marL="1219170" lvl="2" indent="0">
              <a:buNone/>
              <a:defRPr sz="1600"/>
            </a:lvl3pPr>
            <a:lvl4pPr marL="1828754" lvl="3" indent="0">
              <a:buNone/>
              <a:defRPr sz="1400"/>
            </a:lvl4pPr>
            <a:lvl5pPr marL="2438339" lvl="4" indent="0">
              <a:buNone/>
              <a:defRPr sz="1400"/>
            </a:lvl5pPr>
            <a:lvl6pPr marL="3047924" lvl="5" indent="0">
              <a:buNone/>
              <a:defRPr sz="1400"/>
            </a:lvl6pPr>
            <a:lvl7pPr marL="3657509" lvl="6" indent="0">
              <a:buNone/>
              <a:defRPr sz="1400"/>
            </a:lvl7pPr>
            <a:lvl8pPr marL="4267093" lvl="7" indent="0">
              <a:buNone/>
              <a:defRPr sz="1400"/>
            </a:lvl8pPr>
            <a:lvl9pPr marL="4876678"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DB2A9E76-B0EF-4942-AF63-EC4240A249C3}" type="slidenum">
              <a:rPr lang="zh-CN"/>
              <a:t>‹#›</a:t>
            </a:fld>
            <a:endParaRPr 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tretch/>
        </p:blipFill>
        <p:spPr>
          <a:xfrm>
            <a:off x="7251700" y="161926"/>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sz="1800">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717E04D5-9CCC-4B4A-819A-E85D3819BE70}" type="slidenum">
              <a:rPr lang="zh-CN"/>
              <a:t>‹#›</a:t>
            </a:fld>
            <a:endParaRPr 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sz="1800">
              <a:solidFill>
                <a:srgbClr val="C00000"/>
              </a:solidFill>
            </a:endParaRPr>
          </a:p>
        </p:txBody>
      </p:sp>
      <p:pic>
        <p:nvPicPr>
          <p:cNvPr id="3" name="图片 7"/>
          <p:cNvPicPr>
            <a:picLocks noChangeAspect="1" noChangeArrowheads="1"/>
          </p:cNvPicPr>
          <p:nvPr/>
        </p:nvPicPr>
        <p:blipFill>
          <a:blip r:embed="rId2"/>
          <a:srcRect t="4836" b="29471"/>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19FC0DCD-6495-4C19-9764-D98D8DA4A9DD}" type="slidenum">
              <a:rPr lang="zh-CN"/>
              <a:t>‹#›</a:t>
            </a:fld>
            <a:endParaRPr 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19CE01A9-8458-46EC-B416-1AC5D0886737}" type="slidenum">
              <a:rPr lang="zh-CN"/>
              <a:t>‹#›</a:t>
            </a:fld>
            <a:endParaRPr 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DD7966A8-8BEB-4A6F-9BE7-DA30B1191586}" type="slidenum">
              <a:rPr lang="zh-CN"/>
              <a:t>‹#›</a:t>
            </a:fld>
            <a:endParaRPr 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1AD6A95-45B5-42CF-B13C-7B8CA6B10B7D}" type="slidenum">
              <a:rPr lang="zh-CN"/>
              <a:t>‹#›</a:t>
            </a:fld>
            <a:endParaRPr 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0"/>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E0115C96-B7F2-4EC9-A9A0-38E758E649DF}" type="slidenum">
              <a:rPr lang="zh-CN"/>
              <a:t>‹#›</a:t>
            </a:fld>
            <a:endParaRPr 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0"/>
          <p:cNvPicPr>
            <a:picLocks noChangeAspect="1" noChangeArrowheads="1"/>
          </p:cNvPicPr>
          <p:nvPr/>
        </p:nvPicPr>
        <p:blipFill>
          <a:blip r:embed="rId2"/>
          <a:stretch/>
        </p:blipFill>
        <p:spPr>
          <a:xfrm>
            <a:off x="6689726" y="4778375"/>
            <a:ext cx="1266825" cy="342900"/>
          </a:xfrm>
          <a:prstGeom prst="rect">
            <a:avLst/>
          </a:prstGeom>
          <a:noFill/>
          <a:ln>
            <a:noFill/>
          </a:ln>
        </p:spPr>
      </p:pic>
      <p:pic>
        <p:nvPicPr>
          <p:cNvPr id="8" name="图片 12"/>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3FC4E793-5685-40B3-81CC-4A8DE5B11FDE}" type="slidenum">
              <a:rPr lang="zh-CN"/>
              <a:t>‹#›</a:t>
            </a:fld>
            <a:endParaRPr lang="zh-C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sz="1800">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sz="1800">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srgbClr val="000000">
                <a:alpha val="40000"/>
              </a:srgbClr>
            </a:outerShdw>
          </a:effectLst>
        </p:spPr>
        <p:txBody>
          <a:bodyPr anchor="ctr"/>
          <a:lstStyle/>
          <a:p>
            <a:pPr algn="ctr">
              <a:buFontTx/>
              <a:buNone/>
            </a:pPr>
            <a:endParaRPr lang="ko-KR" sz="1800">
              <a:solidFill>
                <a:schemeClr val="lt1"/>
              </a:solidFill>
            </a:endParaRPr>
          </a:p>
        </p:txBody>
      </p:sp>
      <p:pic>
        <p:nvPicPr>
          <p:cNvPr id="5" name="Picture 5"/>
          <p:cNvPicPr>
            <a:picLocks noChangeAspect="1" noChangeArrowheads="1"/>
          </p:cNvPicPr>
          <p:nvPr/>
        </p:nvPicPr>
        <p:blipFill>
          <a:blip r:embed="rId2"/>
          <a:srcRect t="70982"/>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38972883-C56B-4905-BF1E-3D6412BEFE4F}"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9"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cSld name="标题幻灯片">
    <p:spTree>
      <p:nvGrpSpPr>
        <p:cNvPr id="1" name=""/>
        <p:cNvGrpSpPr/>
        <p:nvPr/>
      </p:nvGrpSpPr>
      <p:grpSpPr>
        <a:xfrm>
          <a:off x="0" y="0"/>
          <a:ext cx="0" cy="0"/>
          <a:chOff x="0" y="0"/>
          <a:chExt cx="0" cy="0"/>
        </a:xfrm>
      </p:grpSpPr>
      <p:sp>
        <p:nvSpPr>
          <p:cNvPr id="3074" name="Line 4"/>
          <p:cNvSpPr/>
          <p:nvPr/>
        </p:nvSpPr>
        <p:spPr>
          <a:xfrm flipV="1">
            <a:off x="274638" y="458152"/>
            <a:ext cx="8594725" cy="0"/>
          </a:xfrm>
          <a:prstGeom prst="line">
            <a:avLst/>
          </a:prstGeom>
          <a:ln w="38100">
            <a:solidFill>
              <a:srgbClr val="00B050"/>
            </a:solidFill>
            <a:prstDash val="solid"/>
            <a:headEnd type="none" w="med" len="med"/>
            <a:tailEnd type="none" w="med" len="med"/>
          </a:ln>
        </p:spPr>
        <p:txBody>
          <a:bodyPr/>
          <a:lstStyle/>
          <a:p>
            <a:endParaRPr/>
          </a:p>
        </p:txBody>
      </p:sp>
      <p:pic>
        <p:nvPicPr>
          <p:cNvPr id="3075" name="Picture 6"/>
          <p:cNvPicPr>
            <a:picLocks noChangeAspect="1"/>
          </p:cNvPicPr>
          <p:nvPr/>
        </p:nvPicPr>
        <p:blipFill>
          <a:blip r:embed="rId2"/>
          <a:stretch/>
        </p:blipFill>
        <p:spPr>
          <a:xfrm>
            <a:off x="7118350" y="63513"/>
            <a:ext cx="1779588" cy="394097"/>
          </a:xfrm>
          <a:prstGeom prst="rect">
            <a:avLst/>
          </a:prstGeom>
          <a:noFill/>
          <a:ln>
            <a:noFill/>
          </a:ln>
        </p:spPr>
      </p:pic>
      <p:pic>
        <p:nvPicPr>
          <p:cNvPr id="3076" name="Picture 2"/>
          <p:cNvPicPr>
            <a:picLocks noChangeAspect="1"/>
          </p:cNvPicPr>
          <p:nvPr/>
        </p:nvPicPr>
        <p:blipFill>
          <a:blip r:embed="rId3"/>
          <a:srcRect t="13902" b="15382"/>
          <a:stretch/>
        </p:blipFill>
        <p:spPr>
          <a:xfrm>
            <a:off x="0" y="2903935"/>
            <a:ext cx="8807450" cy="1701403"/>
          </a:xfrm>
          <a:prstGeom prst="rect">
            <a:avLst/>
          </a:prstGeom>
          <a:noFill/>
          <a:ln>
            <a:noFill/>
          </a:ln>
        </p:spPr>
      </p:pic>
      <p:sp>
        <p:nvSpPr>
          <p:cNvPr id="123906" name="Rectangle 2"/>
          <p:cNvSpPr>
            <a:spLocks noGrp="1" noChangeArrowheads="1"/>
          </p:cNvSpPr>
          <p:nvPr>
            <p:ph type="ctrTitle"/>
          </p:nvPr>
        </p:nvSpPr>
        <p:spPr>
          <a:xfrm>
            <a:off x="255270" y="629365"/>
            <a:ext cx="7772400" cy="1102519"/>
          </a:xfrm>
        </p:spPr>
        <p:txBody>
          <a:bodyPr/>
          <a:lstStyle>
            <a:lvl1pPr lvl="0">
              <a:defRPr sz="2700"/>
            </a:lvl1pPr>
          </a:lstStyle>
          <a:p>
            <a:r>
              <a:rPr lang="en-US" strike="noStrike"/>
              <a:t>Click to edit Master title style</a:t>
            </a:r>
          </a:p>
        </p:txBody>
      </p:sp>
      <p:sp>
        <p:nvSpPr>
          <p:cNvPr id="123907" name="Rectangle 3"/>
          <p:cNvSpPr>
            <a:spLocks noGrp="1" noChangeArrowheads="1"/>
          </p:cNvSpPr>
          <p:nvPr>
            <p:ph type="subTitle" idx="1"/>
          </p:nvPr>
        </p:nvSpPr>
        <p:spPr>
          <a:xfrm>
            <a:off x="684213" y="2409825"/>
            <a:ext cx="7775575" cy="540544"/>
          </a:xfrm>
        </p:spPr>
        <p:txBody>
          <a:bodyPr/>
          <a:lstStyle>
            <a:lvl1pPr marL="0" lvl="0" indent="0">
              <a:buFont typeface="Wingdings" charset="2"/>
              <a:buNone/>
            </a:lvl1pPr>
          </a:lstStyle>
          <a:p>
            <a:r>
              <a:rPr lang="en-US" strike="noStrike"/>
              <a:t>Click to edit Master subtitle style</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标题和表格">
    <p:spTree>
      <p:nvGrpSpPr>
        <p:cNvPr id="1" name=""/>
        <p:cNvGrpSpPr/>
        <p:nvPr/>
      </p:nvGrpSpPr>
      <p:grpSpPr>
        <a:xfrm>
          <a:off x="0" y="0"/>
          <a:ext cx="0" cy="0"/>
          <a:chOff x="0" y="0"/>
          <a:chExt cx="0" cy="0"/>
        </a:xfrm>
      </p:grpSpPr>
      <p:sp>
        <p:nvSpPr>
          <p:cNvPr id="3" name="表格占位符 2"/>
          <p:cNvSpPr>
            <a:spLocks noGrp="1"/>
          </p:cNvSpPr>
          <p:nvPr>
            <p:ph type="tbl" idx="1"/>
          </p:nvPr>
        </p:nvSpPr>
        <p:spPr>
          <a:xfrm>
            <a:off x="182563" y="1021080"/>
            <a:ext cx="8686800" cy="3368278"/>
          </a:xfrm>
        </p:spPr>
        <p:txBody>
          <a:bodyPr vert="horz" wrap="square" lIns="91440" tIns="45720" rIns="91440" bIns="45720" numCol="1" anchor="t" anchorCtr="0"/>
          <a:lstStyle/>
          <a:p>
            <a:pPr marL="173355" lvl="0" indent="-173355" algn="l" defTabSz="914400">
              <a:lnSpc>
                <a:spcPct val="100000"/>
              </a:lnSpc>
              <a:spcBef>
                <a:spcPct val="20000"/>
              </a:spcBef>
              <a:spcAft>
                <a:spcPct val="0"/>
              </a:spcAft>
              <a:buClr>
                <a:schemeClr val="accent1"/>
              </a:buClr>
              <a:buSzPct val="60000"/>
              <a:buFont typeface="Wingdings" charset="2"/>
              <a:buChar char="n"/>
            </a:pPr>
            <a:endParaRPr lang="zh-CN" sz="1200" b="0" i="0" u="none" strike="noStrike" kern="0" spc="0" baseline="0">
              <a:ln>
                <a:noFill/>
              </a:ln>
              <a:solidFill>
                <a:schemeClr val="tx1"/>
              </a:solidFill>
              <a:effectLst/>
              <a:latin typeface="Arial"/>
              <a:ea typeface="宋体"/>
            </a:endParaRPr>
          </a:p>
        </p:txBody>
      </p:sp>
      <p:sp>
        <p:nvSpPr>
          <p:cNvPr id="9" name="燕尾形 5"/>
          <p:cNvSpPr/>
          <p:nvPr/>
        </p:nvSpPr>
        <p:spPr>
          <a:xfrm>
            <a:off x="285274" y="65246"/>
            <a:ext cx="3840956" cy="313372"/>
          </a:xfrm>
          <a:prstGeom prst="chevron">
            <a:avLst/>
          </a:prstGeom>
          <a:solidFill>
            <a:srgbClr val="009259"/>
          </a:solidFill>
          <a:ln>
            <a:noFill/>
          </a:ln>
        </p:spPr>
        <p:txBody>
          <a:bodyPr vert="horz" wrap="square" numCol="1" spcCol="0" anchor="ctr" anchorCtr="0"/>
          <a:lstStyle>
            <a:lvl1pPr marL="0" lvl="0" indent="0" algn="l" defTabSz="914400">
              <a:lnSpc>
                <a:spcPct val="100000"/>
              </a:lnSpc>
              <a:spcBef>
                <a:spcPct val="0"/>
              </a:spcBef>
              <a:spcAft>
                <a:spcPct val="0"/>
              </a:spcAft>
              <a:buNone/>
              <a:defRPr sz="1350" b="0" i="0" u="none" kern="1200" baseline="0">
                <a:solidFill>
                  <a:schemeClr val="lt1"/>
                </a:solidFill>
                <a:latin typeface="Arial"/>
                <a:ea typeface="宋体"/>
              </a:defRPr>
            </a:lvl1pPr>
            <a:lvl2pPr marL="455930" lvl="1" indent="1270" algn="l" defTabSz="914400">
              <a:lnSpc>
                <a:spcPct val="100000"/>
              </a:lnSpc>
              <a:spcBef>
                <a:spcPct val="0"/>
              </a:spcBef>
              <a:spcAft>
                <a:spcPct val="0"/>
              </a:spcAft>
              <a:buNone/>
              <a:defRPr sz="1350" b="0" i="0" u="none" kern="1200" baseline="0">
                <a:solidFill>
                  <a:schemeClr val="lt1"/>
                </a:solidFill>
                <a:latin typeface="Arial"/>
                <a:ea typeface="宋体"/>
              </a:defRPr>
            </a:lvl2pPr>
            <a:lvl3pPr marL="913130" lvl="2" indent="1270" algn="l" defTabSz="914400">
              <a:lnSpc>
                <a:spcPct val="100000"/>
              </a:lnSpc>
              <a:spcBef>
                <a:spcPct val="0"/>
              </a:spcBef>
              <a:spcAft>
                <a:spcPct val="0"/>
              </a:spcAft>
              <a:buNone/>
              <a:defRPr sz="1350" b="0" i="0" u="none" kern="1200" baseline="0">
                <a:solidFill>
                  <a:schemeClr val="lt1"/>
                </a:solidFill>
                <a:latin typeface="Arial"/>
                <a:ea typeface="宋体"/>
              </a:defRPr>
            </a:lvl3pPr>
            <a:lvl4pPr marL="1370330" lvl="3" indent="1270" algn="l" defTabSz="914400">
              <a:lnSpc>
                <a:spcPct val="100000"/>
              </a:lnSpc>
              <a:spcBef>
                <a:spcPct val="0"/>
              </a:spcBef>
              <a:spcAft>
                <a:spcPct val="0"/>
              </a:spcAft>
              <a:buNone/>
              <a:defRPr sz="1350" b="0" i="0" u="none" kern="1200" baseline="0">
                <a:solidFill>
                  <a:schemeClr val="lt1"/>
                </a:solidFill>
                <a:latin typeface="Arial"/>
                <a:ea typeface="宋体"/>
              </a:defRPr>
            </a:lvl4pPr>
            <a:lvl5pPr marL="1827530" lvl="4" indent="1270" algn="l" defTabSz="914400">
              <a:lnSpc>
                <a:spcPct val="100000"/>
              </a:lnSpc>
              <a:spcBef>
                <a:spcPct val="0"/>
              </a:spcBef>
              <a:spcAft>
                <a:spcPct val="0"/>
              </a:spcAft>
              <a:buNone/>
              <a:defRPr sz="1350" b="0" i="0" u="none" kern="1200" baseline="0">
                <a:solidFill>
                  <a:schemeClr val="lt1"/>
                </a:solidFill>
                <a:latin typeface="Arial"/>
                <a:ea typeface="宋体"/>
              </a:defRPr>
            </a:lvl5pPr>
            <a:lvl6pPr marL="2286000" lvl="5" indent="1270" algn="l" defTabSz="914400">
              <a:lnSpc>
                <a:spcPct val="100000"/>
              </a:lnSpc>
              <a:spcBef>
                <a:spcPct val="0"/>
              </a:spcBef>
              <a:spcAft>
                <a:spcPct val="0"/>
              </a:spcAft>
              <a:buNone/>
              <a:defRPr sz="1350" b="0" i="0" u="none" kern="1200" baseline="0">
                <a:solidFill>
                  <a:schemeClr val="lt1"/>
                </a:solidFill>
                <a:latin typeface="Arial"/>
                <a:ea typeface="宋体"/>
              </a:defRPr>
            </a:lvl6pPr>
            <a:lvl7pPr marL="2743200" lvl="6" indent="1270" algn="l" defTabSz="914400">
              <a:lnSpc>
                <a:spcPct val="100000"/>
              </a:lnSpc>
              <a:spcBef>
                <a:spcPct val="0"/>
              </a:spcBef>
              <a:spcAft>
                <a:spcPct val="0"/>
              </a:spcAft>
              <a:buNone/>
              <a:defRPr sz="1350" b="0" i="0" u="none" kern="1200" baseline="0">
                <a:solidFill>
                  <a:schemeClr val="lt1"/>
                </a:solidFill>
                <a:latin typeface="Arial"/>
                <a:ea typeface="宋体"/>
              </a:defRPr>
            </a:lvl7pPr>
            <a:lvl8pPr marL="3200400" lvl="7" indent="1270" algn="l" defTabSz="914400">
              <a:lnSpc>
                <a:spcPct val="100000"/>
              </a:lnSpc>
              <a:spcBef>
                <a:spcPct val="0"/>
              </a:spcBef>
              <a:spcAft>
                <a:spcPct val="0"/>
              </a:spcAft>
              <a:buNone/>
              <a:defRPr sz="1350" b="0" i="0" u="none" kern="1200" baseline="0">
                <a:solidFill>
                  <a:schemeClr val="lt1"/>
                </a:solidFill>
                <a:latin typeface="Arial"/>
                <a:ea typeface="宋体"/>
              </a:defRPr>
            </a:lvl8pPr>
            <a:lvl9pPr marL="3657600" lvl="8" indent="1270" algn="l" defTabSz="914400">
              <a:lnSpc>
                <a:spcPct val="100000"/>
              </a:lnSpc>
              <a:spcBef>
                <a:spcPct val="0"/>
              </a:spcBef>
              <a:spcAft>
                <a:spcPct val="0"/>
              </a:spcAft>
              <a:buNone/>
              <a:defRPr sz="1350" b="0" i="0" u="none" kern="1200" baseline="0">
                <a:solidFill>
                  <a:schemeClr val="lt1"/>
                </a:solidFill>
                <a:latin typeface="Arial"/>
                <a:ea typeface="宋体"/>
              </a:defRPr>
            </a:lvl9pPr>
          </a:lstStyle>
          <a:p>
            <a:endParaRPr lang="en-US" sz="1200" b="1">
              <a:solidFill>
                <a:srgbClr val="FFFFFF"/>
              </a:solidFill>
              <a:latin typeface="微软雅黑"/>
              <a:ea typeface="微软雅黑"/>
            </a:endParaRPr>
          </a:p>
        </p:txBody>
      </p:sp>
      <p:sp>
        <p:nvSpPr>
          <p:cNvPr id="2" name="文本框 1"/>
          <p:cNvSpPr txBox="1"/>
          <p:nvPr/>
        </p:nvSpPr>
        <p:spPr>
          <a:xfrm>
            <a:off x="535780" y="91172"/>
            <a:ext cx="1821656" cy="276999"/>
          </a:xfrm>
          <a:prstGeom prst="rect">
            <a:avLst/>
          </a:prstGeom>
          <a:noFill/>
        </p:spPr>
        <p:txBody>
          <a:bodyPr wrap="square">
            <a:spAutoFit/>
          </a:bodyPr>
          <a:lstStyle/>
          <a:p>
            <a:pPr marL="0" lvl="0" indent="0" algn="l" defTabSz="914400">
              <a:lnSpc>
                <a:spcPct val="100000"/>
              </a:lnSpc>
              <a:spcBef>
                <a:spcPts val="0"/>
              </a:spcBef>
              <a:spcAft>
                <a:spcPts val="0"/>
              </a:spcAft>
              <a:tabLst/>
            </a:pPr>
            <a:r>
              <a:rPr lang="zh-CN" sz="1350">
                <a:latin typeface="OPPOSans B"/>
                <a:ea typeface="OPPOSans B"/>
              </a:rPr>
              <a:t>联合实验室进展</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2" y="4795838"/>
            <a:ext cx="3307556" cy="219075"/>
          </a:xfrm>
        </p:spPr>
        <p:txBody>
          <a:bodyPr>
            <a:normAutofit/>
          </a:bodyPr>
          <a:lstStyle>
            <a:lvl1pPr lvl="0">
              <a:defRPr sz="712"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image" Target="../media/image9.png"/><Relationship Id="rId5" Type="http://schemas.openxmlformats.org/officeDocument/2006/relationships/theme" Target="../theme/theme4.xml"/><Relationship Id="rId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rotWithShape="1">
          <a:blip r:embed="rId14">
            <a:lum/>
          </a:blip>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0"/>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00D68A8B-6C62-432B-A43C-A1BCAB8AA3A8}"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lvl1pPr lvl="0" algn="ctr">
        <a:spcBef>
          <a:spcPct val="0"/>
        </a:spcBef>
        <a:spcAft>
          <a:spcPct val="0"/>
        </a:spcAft>
        <a:defRPr sz="4400">
          <a:solidFill>
            <a:schemeClr val="tx1"/>
          </a:solidFill>
          <a:latin typeface="Calibri"/>
          <a:ea typeface="宋体"/>
        </a:defRPr>
      </a:lvl1pPr>
      <a:lvl2pPr lvl="1" algn="ctr">
        <a:spcBef>
          <a:spcPct val="0"/>
        </a:spcBef>
        <a:spcAft>
          <a:spcPct val="0"/>
        </a:spcAft>
        <a:defRPr sz="4400">
          <a:solidFill>
            <a:schemeClr val="tx1"/>
          </a:solidFill>
          <a:latin typeface="Calibri"/>
          <a:ea typeface="宋体"/>
        </a:defRPr>
      </a:lvl2pPr>
      <a:lvl3pPr lvl="2" algn="ctr">
        <a:spcBef>
          <a:spcPct val="0"/>
        </a:spcBef>
        <a:spcAft>
          <a:spcPct val="0"/>
        </a:spcAft>
        <a:defRPr sz="4400">
          <a:solidFill>
            <a:schemeClr val="tx1"/>
          </a:solidFill>
          <a:latin typeface="Calibri"/>
          <a:ea typeface="宋体"/>
        </a:defRPr>
      </a:lvl3pPr>
      <a:lvl4pPr lvl="3" algn="ctr">
        <a:spcBef>
          <a:spcPct val="0"/>
        </a:spcBef>
        <a:spcAft>
          <a:spcPct val="0"/>
        </a:spcAft>
        <a:defRPr sz="4400">
          <a:solidFill>
            <a:schemeClr val="tx1"/>
          </a:solidFill>
          <a:latin typeface="Calibri"/>
          <a:ea typeface="宋体"/>
        </a:defRPr>
      </a:lvl4pPr>
      <a:lvl5pPr lvl="4" algn="ctr">
        <a:spcBef>
          <a:spcPct val="0"/>
        </a:spcBef>
        <a:spcAft>
          <a:spcPct val="0"/>
        </a:spcAft>
        <a:defRPr sz="4400">
          <a:solidFill>
            <a:schemeClr val="tx1"/>
          </a:solidFill>
          <a:latin typeface="Calibri"/>
          <a:ea typeface="宋体"/>
        </a:defRPr>
      </a:lvl5pPr>
      <a:lvl6pPr marL="457200" lvl="5" algn="ctr">
        <a:spcBef>
          <a:spcPct val="0"/>
        </a:spcBef>
        <a:spcAft>
          <a:spcPct val="0"/>
        </a:spcAft>
        <a:defRPr sz="4400">
          <a:solidFill>
            <a:schemeClr val="tx1"/>
          </a:solidFill>
          <a:latin typeface="Calibri"/>
          <a:ea typeface="宋体"/>
        </a:defRPr>
      </a:lvl6pPr>
      <a:lvl7pPr marL="914400" lvl="6" algn="ctr">
        <a:spcBef>
          <a:spcPct val="0"/>
        </a:spcBef>
        <a:spcAft>
          <a:spcPct val="0"/>
        </a:spcAft>
        <a:defRPr sz="4400">
          <a:solidFill>
            <a:schemeClr val="tx1"/>
          </a:solidFill>
          <a:latin typeface="Calibri"/>
          <a:ea typeface="宋体"/>
        </a:defRPr>
      </a:lvl7pPr>
      <a:lvl8pPr marL="1371600" lvl="7" algn="ctr">
        <a:spcBef>
          <a:spcPct val="0"/>
        </a:spcBef>
        <a:spcAft>
          <a:spcPct val="0"/>
        </a:spcAft>
        <a:defRPr sz="4400">
          <a:solidFill>
            <a:schemeClr val="tx1"/>
          </a:solidFill>
          <a:latin typeface="Calibri"/>
          <a:ea typeface="宋体"/>
        </a:defRPr>
      </a:lvl8pPr>
      <a:lvl9pPr marL="1828800" lvl="8" algn="ctr">
        <a:spcBef>
          <a:spcPct val="0"/>
        </a:spcBef>
        <a:spcAft>
          <a:spcPct val="0"/>
        </a:spcAft>
        <a:defRPr sz="4400">
          <a:solidFill>
            <a:schemeClr val="tx1"/>
          </a:solidFill>
          <a:latin typeface="Calibri"/>
          <a:ea typeface="宋体"/>
        </a:defRPr>
      </a:lvl9pPr>
    </p:titleStyle>
    <p:bodyStyle>
      <a:lvl1pPr marL="342900" lvl="0" indent="-342900" algn="l">
        <a:spcBef>
          <a:spcPct val="20000"/>
        </a:spcBef>
        <a:spcAft>
          <a:spcPct val="0"/>
        </a:spcAft>
        <a:buFont typeface="Arial" charset="0"/>
        <a:buChar char="•"/>
        <a:defRPr sz="3200">
          <a:solidFill>
            <a:schemeClr val="tx1"/>
          </a:solidFill>
          <a:latin typeface="Calibri"/>
          <a:ea typeface="宋体"/>
        </a:defRPr>
      </a:lvl1pPr>
      <a:lvl2pPr marL="742950" lvl="1" indent="-285750" algn="l">
        <a:spcBef>
          <a:spcPct val="20000"/>
        </a:spcBef>
        <a:spcAft>
          <a:spcPct val="0"/>
        </a:spcAft>
        <a:buFont typeface="Arial" charset="0"/>
        <a:buChar char="–"/>
        <a:defRPr sz="2800">
          <a:solidFill>
            <a:schemeClr val="tx1"/>
          </a:solidFill>
          <a:latin typeface="Calibri"/>
          <a:ea typeface="宋体"/>
        </a:defRPr>
      </a:lvl2pPr>
      <a:lvl3pPr marL="1143000" lvl="2" indent="-228600" algn="l">
        <a:spcBef>
          <a:spcPct val="20000"/>
        </a:spcBef>
        <a:spcAft>
          <a:spcPct val="0"/>
        </a:spcAft>
        <a:buFont typeface="Arial" charset="0"/>
        <a:buChar char="•"/>
        <a:defRPr sz="2400">
          <a:solidFill>
            <a:schemeClr val="tx1"/>
          </a:solidFill>
          <a:latin typeface="Calibri"/>
          <a:ea typeface="宋体"/>
        </a:defRPr>
      </a:lvl3pPr>
      <a:lvl4pPr marL="1600200" lvl="3" indent="-228600" algn="l">
        <a:spcBef>
          <a:spcPct val="20000"/>
        </a:spcBef>
        <a:spcAft>
          <a:spcPct val="0"/>
        </a:spcAft>
        <a:buFont typeface="Arial" charset="0"/>
        <a:buChar char="–"/>
        <a:defRPr sz="2000">
          <a:solidFill>
            <a:schemeClr val="tx1"/>
          </a:solidFill>
          <a:latin typeface="Calibri"/>
          <a:ea typeface="宋体"/>
        </a:defRPr>
      </a:lvl4pPr>
      <a:lvl5pPr marL="2057400" lvl="4" indent="-228600" algn="l">
        <a:spcBef>
          <a:spcPct val="20000"/>
        </a:spcBef>
        <a:spcAft>
          <a:spcPct val="0"/>
        </a:spcAft>
        <a:buFont typeface="Arial" charset="0"/>
        <a:buChar char="»"/>
        <a:defRPr sz="2000">
          <a:solidFill>
            <a:schemeClr val="tx1"/>
          </a:solidFill>
          <a:latin typeface="Calibri"/>
          <a:ea typeface="宋体"/>
        </a:defRPr>
      </a:lvl5pPr>
      <a:lvl6pPr marL="2514600" lvl="5" indent="-228600" algn="l">
        <a:spcBef>
          <a:spcPct val="20000"/>
        </a:spcBef>
        <a:spcAft>
          <a:spcPct val="0"/>
        </a:spcAft>
        <a:buFont typeface="Arial" charset="0"/>
        <a:buChar char="»"/>
        <a:defRPr sz="2000">
          <a:solidFill>
            <a:schemeClr val="tx1"/>
          </a:solidFill>
          <a:latin typeface="Calibri"/>
          <a:ea typeface="宋体"/>
        </a:defRPr>
      </a:lvl6pPr>
      <a:lvl7pPr marL="2971800" lvl="6" indent="-228600" algn="l">
        <a:spcBef>
          <a:spcPct val="20000"/>
        </a:spcBef>
        <a:spcAft>
          <a:spcPct val="0"/>
        </a:spcAft>
        <a:buFont typeface="Arial" charset="0"/>
        <a:buChar char="»"/>
        <a:defRPr sz="2000">
          <a:solidFill>
            <a:schemeClr val="tx1"/>
          </a:solidFill>
          <a:latin typeface="Calibri"/>
          <a:ea typeface="宋体"/>
        </a:defRPr>
      </a:lvl7pPr>
      <a:lvl8pPr marL="3429000" lvl="7" indent="-228600" algn="l">
        <a:spcBef>
          <a:spcPct val="20000"/>
        </a:spcBef>
        <a:spcAft>
          <a:spcPct val="0"/>
        </a:spcAft>
        <a:buFont typeface="Arial" charset="0"/>
        <a:buChar char="»"/>
        <a:defRPr sz="2000">
          <a:solidFill>
            <a:schemeClr val="tx1"/>
          </a:solidFill>
          <a:latin typeface="Calibri"/>
          <a:ea typeface="宋体"/>
        </a:defRPr>
      </a:lvl8pPr>
      <a:lvl9pPr marL="3886200" lvl="8" indent="-228600" algn="l">
        <a:spcBef>
          <a:spcPct val="20000"/>
        </a:spcBef>
        <a:spcAft>
          <a:spcPct val="0"/>
        </a:spcAft>
        <a:buFont typeface="Arial" charset="0"/>
        <a:buChar char="»"/>
        <a:defRPr sz="2000">
          <a:solidFill>
            <a:schemeClr val="tx1"/>
          </a:solidFill>
          <a:latin typeface="Calibri"/>
          <a:ea typeface="宋体"/>
        </a:defRPr>
      </a:lvl9pPr>
    </p:bodyStyle>
    <p:otherStyle>
      <a:lvl1pPr marL="0" lvl="0" algn="l" defTabSz="914400">
        <a:defRPr sz="1800" kern="1200">
          <a:solidFill>
            <a:schemeClr val="tx1"/>
          </a:solidFill>
          <a:latin typeface="Calibri"/>
          <a:ea typeface="宋体"/>
        </a:defRPr>
      </a:lvl1pPr>
      <a:lvl2pPr marL="457200" lvl="1" algn="l" defTabSz="914400">
        <a:defRPr sz="1800" kern="1200">
          <a:solidFill>
            <a:schemeClr val="tx1"/>
          </a:solidFill>
          <a:latin typeface="Calibri"/>
          <a:ea typeface="宋体"/>
        </a:defRPr>
      </a:lvl2pPr>
      <a:lvl3pPr marL="914400" lvl="2" algn="l" defTabSz="914400">
        <a:defRPr sz="1800" kern="1200">
          <a:solidFill>
            <a:schemeClr val="tx1"/>
          </a:solidFill>
          <a:latin typeface="Calibri"/>
          <a:ea typeface="宋体"/>
        </a:defRPr>
      </a:lvl3pPr>
      <a:lvl4pPr marL="1371600" lvl="3" algn="l" defTabSz="914400">
        <a:defRPr sz="1800" kern="1200">
          <a:solidFill>
            <a:schemeClr val="tx1"/>
          </a:solidFill>
          <a:latin typeface="Calibri"/>
          <a:ea typeface="宋体"/>
        </a:defRPr>
      </a:lvl4pPr>
      <a:lvl5pPr marL="1828800" lvl="4" algn="l" defTabSz="914400">
        <a:defRPr sz="1800" kern="1200">
          <a:solidFill>
            <a:schemeClr val="tx1"/>
          </a:solidFill>
          <a:latin typeface="Calibri"/>
          <a:ea typeface="宋体"/>
        </a:defRPr>
      </a:lvl5pPr>
      <a:lvl6pPr marL="2286000" lvl="5" algn="l" defTabSz="914400">
        <a:defRPr sz="1800" kern="1200">
          <a:solidFill>
            <a:schemeClr val="tx1"/>
          </a:solidFill>
          <a:latin typeface="Calibri"/>
          <a:ea typeface="宋体"/>
        </a:defRPr>
      </a:lvl6pPr>
      <a:lvl7pPr marL="2743200" lvl="6" algn="l" defTabSz="914400">
        <a:defRPr sz="1800" kern="1200">
          <a:solidFill>
            <a:schemeClr val="tx1"/>
          </a:solidFill>
          <a:latin typeface="Calibri"/>
          <a:ea typeface="宋体"/>
        </a:defRPr>
      </a:lvl7pPr>
      <a:lvl8pPr marL="3200400" lvl="7" algn="l" defTabSz="914400">
        <a:defRPr sz="1800" kern="1200">
          <a:solidFill>
            <a:schemeClr val="tx1"/>
          </a:solidFill>
          <a:latin typeface="Calibri"/>
          <a:ea typeface="宋体"/>
        </a:defRPr>
      </a:lvl8pPr>
      <a:lvl9pPr marL="3657600" lvl="8" algn="l" defTabSz="914400">
        <a:defRPr sz="1800" kern="1200">
          <a:solidFill>
            <a:schemeClr val="tx1"/>
          </a:solidFill>
          <a:latin typeface="Calibri"/>
          <a:ea typeface="宋体"/>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4"/>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0"/>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46CA1F34-64BF-43C4-8E64-78EC09648AC6}"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lvl="0" algn="ctr">
        <a:spcBef>
          <a:spcPct val="0"/>
        </a:spcBef>
        <a:spcAft>
          <a:spcPct val="0"/>
        </a:spcAft>
        <a:defRPr sz="4400">
          <a:solidFill>
            <a:schemeClr val="tx1"/>
          </a:solidFill>
          <a:latin typeface="Calibri"/>
          <a:ea typeface="宋体"/>
        </a:defRPr>
      </a:lvl1pPr>
      <a:lvl2pPr lvl="1" algn="ctr">
        <a:spcBef>
          <a:spcPct val="0"/>
        </a:spcBef>
        <a:spcAft>
          <a:spcPct val="0"/>
        </a:spcAft>
        <a:defRPr sz="4400">
          <a:solidFill>
            <a:schemeClr val="tx1"/>
          </a:solidFill>
          <a:latin typeface="Calibri"/>
          <a:ea typeface="宋体"/>
        </a:defRPr>
      </a:lvl2pPr>
      <a:lvl3pPr lvl="2" algn="ctr">
        <a:spcBef>
          <a:spcPct val="0"/>
        </a:spcBef>
        <a:spcAft>
          <a:spcPct val="0"/>
        </a:spcAft>
        <a:defRPr sz="4400">
          <a:solidFill>
            <a:schemeClr val="tx1"/>
          </a:solidFill>
          <a:latin typeface="Calibri"/>
          <a:ea typeface="宋体"/>
        </a:defRPr>
      </a:lvl3pPr>
      <a:lvl4pPr lvl="3" algn="ctr">
        <a:spcBef>
          <a:spcPct val="0"/>
        </a:spcBef>
        <a:spcAft>
          <a:spcPct val="0"/>
        </a:spcAft>
        <a:defRPr sz="4400">
          <a:solidFill>
            <a:schemeClr val="tx1"/>
          </a:solidFill>
          <a:latin typeface="Calibri"/>
          <a:ea typeface="宋体"/>
        </a:defRPr>
      </a:lvl4pPr>
      <a:lvl5pPr lvl="4" algn="ctr">
        <a:spcBef>
          <a:spcPct val="0"/>
        </a:spcBef>
        <a:spcAft>
          <a:spcPct val="0"/>
        </a:spcAft>
        <a:defRPr sz="4400">
          <a:solidFill>
            <a:schemeClr val="tx1"/>
          </a:solidFill>
          <a:latin typeface="Calibri"/>
          <a:ea typeface="宋体"/>
        </a:defRPr>
      </a:lvl5pPr>
      <a:lvl6pPr marL="457200" lvl="5" algn="ctr">
        <a:spcBef>
          <a:spcPct val="0"/>
        </a:spcBef>
        <a:spcAft>
          <a:spcPct val="0"/>
        </a:spcAft>
        <a:defRPr sz="4400">
          <a:solidFill>
            <a:schemeClr val="tx1"/>
          </a:solidFill>
          <a:latin typeface="Calibri"/>
          <a:ea typeface="宋体"/>
        </a:defRPr>
      </a:lvl6pPr>
      <a:lvl7pPr marL="914400" lvl="6" algn="ctr">
        <a:spcBef>
          <a:spcPct val="0"/>
        </a:spcBef>
        <a:spcAft>
          <a:spcPct val="0"/>
        </a:spcAft>
        <a:defRPr sz="4400">
          <a:solidFill>
            <a:schemeClr val="tx1"/>
          </a:solidFill>
          <a:latin typeface="Calibri"/>
          <a:ea typeface="宋体"/>
        </a:defRPr>
      </a:lvl7pPr>
      <a:lvl8pPr marL="1371600" lvl="7" algn="ctr">
        <a:spcBef>
          <a:spcPct val="0"/>
        </a:spcBef>
        <a:spcAft>
          <a:spcPct val="0"/>
        </a:spcAft>
        <a:defRPr sz="4400">
          <a:solidFill>
            <a:schemeClr val="tx1"/>
          </a:solidFill>
          <a:latin typeface="Calibri"/>
          <a:ea typeface="宋体"/>
        </a:defRPr>
      </a:lvl8pPr>
      <a:lvl9pPr marL="1828800" lvl="8" algn="ctr">
        <a:spcBef>
          <a:spcPct val="0"/>
        </a:spcBef>
        <a:spcAft>
          <a:spcPct val="0"/>
        </a:spcAft>
        <a:defRPr sz="4400">
          <a:solidFill>
            <a:schemeClr val="tx1"/>
          </a:solidFill>
          <a:latin typeface="Calibri"/>
          <a:ea typeface="宋体"/>
        </a:defRPr>
      </a:lvl9pPr>
    </p:titleStyle>
    <p:bodyStyle>
      <a:lvl1pPr marL="342900" lvl="0" indent="-342900" algn="l">
        <a:spcBef>
          <a:spcPct val="20000"/>
        </a:spcBef>
        <a:spcAft>
          <a:spcPct val="0"/>
        </a:spcAft>
        <a:buFont typeface="Arial" charset="0"/>
        <a:buChar char="•"/>
        <a:defRPr sz="3200">
          <a:solidFill>
            <a:schemeClr val="tx1"/>
          </a:solidFill>
          <a:latin typeface="Calibri"/>
          <a:ea typeface="宋体"/>
        </a:defRPr>
      </a:lvl1pPr>
      <a:lvl2pPr marL="742950" lvl="1" indent="-285750" algn="l">
        <a:spcBef>
          <a:spcPct val="20000"/>
        </a:spcBef>
        <a:spcAft>
          <a:spcPct val="0"/>
        </a:spcAft>
        <a:buFont typeface="Arial" charset="0"/>
        <a:buChar char="–"/>
        <a:defRPr sz="2800">
          <a:solidFill>
            <a:schemeClr val="tx1"/>
          </a:solidFill>
          <a:latin typeface="Calibri"/>
          <a:ea typeface="宋体"/>
        </a:defRPr>
      </a:lvl2pPr>
      <a:lvl3pPr marL="1143000" lvl="2" indent="-228600" algn="l">
        <a:spcBef>
          <a:spcPct val="20000"/>
        </a:spcBef>
        <a:spcAft>
          <a:spcPct val="0"/>
        </a:spcAft>
        <a:buFont typeface="Arial" charset="0"/>
        <a:buChar char="•"/>
        <a:defRPr sz="2400">
          <a:solidFill>
            <a:schemeClr val="tx1"/>
          </a:solidFill>
          <a:latin typeface="Calibri"/>
          <a:ea typeface="宋体"/>
        </a:defRPr>
      </a:lvl3pPr>
      <a:lvl4pPr marL="1600200" lvl="3" indent="-228600" algn="l">
        <a:spcBef>
          <a:spcPct val="20000"/>
        </a:spcBef>
        <a:spcAft>
          <a:spcPct val="0"/>
        </a:spcAft>
        <a:buFont typeface="Arial" charset="0"/>
        <a:buChar char="–"/>
        <a:defRPr sz="2000">
          <a:solidFill>
            <a:schemeClr val="tx1"/>
          </a:solidFill>
          <a:latin typeface="Calibri"/>
          <a:ea typeface="宋体"/>
        </a:defRPr>
      </a:lvl4pPr>
      <a:lvl5pPr marL="2057400" lvl="4" indent="-228600" algn="l">
        <a:spcBef>
          <a:spcPct val="20000"/>
        </a:spcBef>
        <a:spcAft>
          <a:spcPct val="0"/>
        </a:spcAft>
        <a:buFont typeface="Arial" charset="0"/>
        <a:buChar char="»"/>
        <a:defRPr sz="2000">
          <a:solidFill>
            <a:schemeClr val="tx1"/>
          </a:solidFill>
          <a:latin typeface="Calibri"/>
          <a:ea typeface="宋体"/>
        </a:defRPr>
      </a:lvl5pPr>
      <a:lvl6pPr marL="2514600" lvl="5" indent="-228600" algn="l">
        <a:spcBef>
          <a:spcPct val="20000"/>
        </a:spcBef>
        <a:spcAft>
          <a:spcPct val="0"/>
        </a:spcAft>
        <a:buFont typeface="Arial" charset="0"/>
        <a:buChar char="»"/>
        <a:defRPr sz="2000">
          <a:solidFill>
            <a:schemeClr val="tx1"/>
          </a:solidFill>
          <a:latin typeface="Calibri"/>
          <a:ea typeface="宋体"/>
        </a:defRPr>
      </a:lvl6pPr>
      <a:lvl7pPr marL="2971800" lvl="6" indent="-228600" algn="l">
        <a:spcBef>
          <a:spcPct val="20000"/>
        </a:spcBef>
        <a:spcAft>
          <a:spcPct val="0"/>
        </a:spcAft>
        <a:buFont typeface="Arial" charset="0"/>
        <a:buChar char="»"/>
        <a:defRPr sz="2000">
          <a:solidFill>
            <a:schemeClr val="tx1"/>
          </a:solidFill>
          <a:latin typeface="Calibri"/>
          <a:ea typeface="宋体"/>
        </a:defRPr>
      </a:lvl7pPr>
      <a:lvl8pPr marL="3429000" lvl="7" indent="-228600" algn="l">
        <a:spcBef>
          <a:spcPct val="20000"/>
        </a:spcBef>
        <a:spcAft>
          <a:spcPct val="0"/>
        </a:spcAft>
        <a:buFont typeface="Arial" charset="0"/>
        <a:buChar char="»"/>
        <a:defRPr sz="2000">
          <a:solidFill>
            <a:schemeClr val="tx1"/>
          </a:solidFill>
          <a:latin typeface="Calibri"/>
          <a:ea typeface="宋体"/>
        </a:defRPr>
      </a:lvl8pPr>
      <a:lvl9pPr marL="3886200" lvl="8" indent="-228600" algn="l">
        <a:spcBef>
          <a:spcPct val="20000"/>
        </a:spcBef>
        <a:spcAft>
          <a:spcPct val="0"/>
        </a:spcAft>
        <a:buFont typeface="Arial" charset="0"/>
        <a:buChar char="»"/>
        <a:defRPr sz="2000">
          <a:solidFill>
            <a:schemeClr val="tx1"/>
          </a:solidFill>
          <a:latin typeface="Calibri"/>
          <a:ea typeface="宋体"/>
        </a:defRPr>
      </a:lvl9pPr>
    </p:bodyStyle>
    <p:otherStyle>
      <a:lvl1pPr marL="0" lvl="0" algn="l" defTabSz="914400">
        <a:defRPr sz="1800" kern="1200">
          <a:solidFill>
            <a:schemeClr val="tx1"/>
          </a:solidFill>
          <a:latin typeface="Calibri"/>
          <a:ea typeface="宋体"/>
        </a:defRPr>
      </a:lvl1pPr>
      <a:lvl2pPr marL="457200" lvl="1" algn="l" defTabSz="914400">
        <a:defRPr sz="1800" kern="1200">
          <a:solidFill>
            <a:schemeClr val="tx1"/>
          </a:solidFill>
          <a:latin typeface="Calibri"/>
          <a:ea typeface="宋体"/>
        </a:defRPr>
      </a:lvl2pPr>
      <a:lvl3pPr marL="914400" lvl="2" algn="l" defTabSz="914400">
        <a:defRPr sz="1800" kern="1200">
          <a:solidFill>
            <a:schemeClr val="tx1"/>
          </a:solidFill>
          <a:latin typeface="Calibri"/>
          <a:ea typeface="宋体"/>
        </a:defRPr>
      </a:lvl3pPr>
      <a:lvl4pPr marL="1371600" lvl="3" algn="l" defTabSz="914400">
        <a:defRPr sz="1800" kern="1200">
          <a:solidFill>
            <a:schemeClr val="tx1"/>
          </a:solidFill>
          <a:latin typeface="Calibri"/>
          <a:ea typeface="宋体"/>
        </a:defRPr>
      </a:lvl4pPr>
      <a:lvl5pPr marL="1828800" lvl="4" algn="l" defTabSz="914400">
        <a:defRPr sz="1800" kern="1200">
          <a:solidFill>
            <a:schemeClr val="tx1"/>
          </a:solidFill>
          <a:latin typeface="Calibri"/>
          <a:ea typeface="宋体"/>
        </a:defRPr>
      </a:lvl5pPr>
      <a:lvl6pPr marL="2286000" lvl="5" algn="l" defTabSz="914400">
        <a:defRPr sz="1800" kern="1200">
          <a:solidFill>
            <a:schemeClr val="tx1"/>
          </a:solidFill>
          <a:latin typeface="Calibri"/>
          <a:ea typeface="宋体"/>
        </a:defRPr>
      </a:lvl6pPr>
      <a:lvl7pPr marL="2743200" lvl="6" algn="l" defTabSz="914400">
        <a:defRPr sz="1800" kern="1200">
          <a:solidFill>
            <a:schemeClr val="tx1"/>
          </a:solidFill>
          <a:latin typeface="Calibri"/>
          <a:ea typeface="宋体"/>
        </a:defRPr>
      </a:lvl7pPr>
      <a:lvl8pPr marL="3200400" lvl="7" algn="l" defTabSz="914400">
        <a:defRPr sz="1800" kern="1200">
          <a:solidFill>
            <a:schemeClr val="tx1"/>
          </a:solidFill>
          <a:latin typeface="Calibri"/>
          <a:ea typeface="宋体"/>
        </a:defRPr>
      </a:lvl8pPr>
      <a:lvl9pPr marL="3657600" lvl="8" algn="l" defTabSz="914400">
        <a:defRPr sz="1800" kern="1200">
          <a:solidFill>
            <a:schemeClr val="tx1"/>
          </a:solidFill>
          <a:latin typeface="Calibri"/>
          <a:ea typeface="宋体"/>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1">
          <a:blip r:embed="rId14"/>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1"/>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2B865F8E-C9A6-450B-A9C7-5798BE3FFA29}"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lvl="0" algn="ctr">
        <a:spcBef>
          <a:spcPct val="0"/>
        </a:spcBef>
        <a:spcAft>
          <a:spcPct val="0"/>
        </a:spcAft>
        <a:defRPr sz="5867">
          <a:solidFill>
            <a:schemeClr val="tx1"/>
          </a:solidFill>
          <a:latin typeface="Calibri"/>
          <a:ea typeface="宋体"/>
        </a:defRPr>
      </a:lvl1pPr>
      <a:lvl2pPr lvl="1" algn="ctr">
        <a:spcBef>
          <a:spcPct val="0"/>
        </a:spcBef>
        <a:spcAft>
          <a:spcPct val="0"/>
        </a:spcAft>
        <a:defRPr sz="5867">
          <a:solidFill>
            <a:schemeClr val="tx1"/>
          </a:solidFill>
          <a:latin typeface="Calibri"/>
          <a:ea typeface="宋体"/>
        </a:defRPr>
      </a:lvl2pPr>
      <a:lvl3pPr lvl="2" algn="ctr">
        <a:spcBef>
          <a:spcPct val="0"/>
        </a:spcBef>
        <a:spcAft>
          <a:spcPct val="0"/>
        </a:spcAft>
        <a:defRPr sz="5867">
          <a:solidFill>
            <a:schemeClr val="tx1"/>
          </a:solidFill>
          <a:latin typeface="Calibri"/>
          <a:ea typeface="宋体"/>
        </a:defRPr>
      </a:lvl3pPr>
      <a:lvl4pPr lvl="3" algn="ctr">
        <a:spcBef>
          <a:spcPct val="0"/>
        </a:spcBef>
        <a:spcAft>
          <a:spcPct val="0"/>
        </a:spcAft>
        <a:defRPr sz="5867">
          <a:solidFill>
            <a:schemeClr val="tx1"/>
          </a:solidFill>
          <a:latin typeface="Calibri"/>
          <a:ea typeface="宋体"/>
        </a:defRPr>
      </a:lvl4pPr>
      <a:lvl5pPr lvl="4" algn="ctr">
        <a:spcBef>
          <a:spcPct val="0"/>
        </a:spcBef>
        <a:spcAft>
          <a:spcPct val="0"/>
        </a:spcAft>
        <a:defRPr sz="5867">
          <a:solidFill>
            <a:schemeClr val="tx1"/>
          </a:solidFill>
          <a:latin typeface="Calibri"/>
          <a:ea typeface="宋体"/>
        </a:defRPr>
      </a:lvl5pPr>
      <a:lvl6pPr marL="609585" lvl="5" algn="ctr">
        <a:spcBef>
          <a:spcPct val="0"/>
        </a:spcBef>
        <a:spcAft>
          <a:spcPct val="0"/>
        </a:spcAft>
        <a:defRPr sz="5867">
          <a:solidFill>
            <a:schemeClr val="tx1"/>
          </a:solidFill>
          <a:latin typeface="Calibri"/>
          <a:ea typeface="宋体"/>
        </a:defRPr>
      </a:lvl6pPr>
      <a:lvl7pPr marL="1219170" lvl="6" algn="ctr">
        <a:spcBef>
          <a:spcPct val="0"/>
        </a:spcBef>
        <a:spcAft>
          <a:spcPct val="0"/>
        </a:spcAft>
        <a:defRPr sz="5867">
          <a:solidFill>
            <a:schemeClr val="tx1"/>
          </a:solidFill>
          <a:latin typeface="Calibri"/>
          <a:ea typeface="宋体"/>
        </a:defRPr>
      </a:lvl7pPr>
      <a:lvl8pPr marL="1828754" lvl="7" algn="ctr">
        <a:spcBef>
          <a:spcPct val="0"/>
        </a:spcBef>
        <a:spcAft>
          <a:spcPct val="0"/>
        </a:spcAft>
        <a:defRPr sz="5867">
          <a:solidFill>
            <a:schemeClr val="tx1"/>
          </a:solidFill>
          <a:latin typeface="Calibri"/>
          <a:ea typeface="宋体"/>
        </a:defRPr>
      </a:lvl8pPr>
      <a:lvl9pPr marL="2438339" lvl="8" algn="ctr">
        <a:spcBef>
          <a:spcPct val="0"/>
        </a:spcBef>
        <a:spcAft>
          <a:spcPct val="0"/>
        </a:spcAft>
        <a:defRPr sz="5867">
          <a:solidFill>
            <a:schemeClr val="tx1"/>
          </a:solidFill>
          <a:latin typeface="Calibri"/>
          <a:ea typeface="宋体"/>
        </a:defRPr>
      </a:lvl9pPr>
    </p:titleStyle>
    <p:bodyStyle>
      <a:lvl1pPr marL="457189" lvl="0" indent="-457189" algn="l">
        <a:spcBef>
          <a:spcPct val="20000"/>
        </a:spcBef>
        <a:spcAft>
          <a:spcPct val="0"/>
        </a:spcAft>
        <a:buFont typeface="Arial" charset="0"/>
        <a:buChar char="•"/>
        <a:defRPr sz="4267">
          <a:solidFill>
            <a:schemeClr val="tx1"/>
          </a:solidFill>
          <a:latin typeface="Calibri"/>
          <a:ea typeface="宋体"/>
        </a:defRPr>
      </a:lvl1pPr>
      <a:lvl2pPr marL="990575" lvl="1" indent="-380990" algn="l">
        <a:spcBef>
          <a:spcPct val="20000"/>
        </a:spcBef>
        <a:spcAft>
          <a:spcPct val="0"/>
        </a:spcAft>
        <a:buFont typeface="Arial" charset="0"/>
        <a:buChar char="–"/>
        <a:defRPr sz="3733">
          <a:solidFill>
            <a:schemeClr val="tx1"/>
          </a:solidFill>
          <a:latin typeface="Calibri"/>
          <a:ea typeface="宋体"/>
        </a:defRPr>
      </a:lvl2pPr>
      <a:lvl3pPr marL="1523962" lvl="2" indent="-304792" algn="l">
        <a:spcBef>
          <a:spcPct val="20000"/>
        </a:spcBef>
        <a:spcAft>
          <a:spcPct val="0"/>
        </a:spcAft>
        <a:buFont typeface="Arial" charset="0"/>
        <a:buChar char="•"/>
        <a:defRPr sz="3200">
          <a:solidFill>
            <a:schemeClr val="tx1"/>
          </a:solidFill>
          <a:latin typeface="Calibri"/>
          <a:ea typeface="宋体"/>
        </a:defRPr>
      </a:lvl3pPr>
      <a:lvl4pPr marL="2133547" lvl="3" indent="-304792" algn="l">
        <a:spcBef>
          <a:spcPct val="20000"/>
        </a:spcBef>
        <a:spcAft>
          <a:spcPct val="0"/>
        </a:spcAft>
        <a:buFont typeface="Arial" charset="0"/>
        <a:buChar char="–"/>
        <a:defRPr sz="2667">
          <a:solidFill>
            <a:schemeClr val="tx1"/>
          </a:solidFill>
          <a:latin typeface="Calibri"/>
          <a:ea typeface="宋体"/>
        </a:defRPr>
      </a:lvl4pPr>
      <a:lvl5pPr marL="2743131" lvl="4" indent="-304792" algn="l">
        <a:spcBef>
          <a:spcPct val="20000"/>
        </a:spcBef>
        <a:spcAft>
          <a:spcPct val="0"/>
        </a:spcAft>
        <a:buFont typeface="Arial" charset="0"/>
        <a:buChar char="»"/>
        <a:defRPr sz="2667">
          <a:solidFill>
            <a:schemeClr val="tx1"/>
          </a:solidFill>
          <a:latin typeface="Calibri"/>
          <a:ea typeface="宋体"/>
        </a:defRPr>
      </a:lvl5pPr>
      <a:lvl6pPr marL="3352716" lvl="5" indent="-304792" algn="l">
        <a:spcBef>
          <a:spcPct val="20000"/>
        </a:spcBef>
        <a:spcAft>
          <a:spcPct val="0"/>
        </a:spcAft>
        <a:buFont typeface="Arial" charset="0"/>
        <a:buChar char="»"/>
        <a:defRPr sz="2667">
          <a:solidFill>
            <a:schemeClr val="tx1"/>
          </a:solidFill>
          <a:latin typeface="Calibri"/>
          <a:ea typeface="宋体"/>
        </a:defRPr>
      </a:lvl6pPr>
      <a:lvl7pPr marL="3962301" lvl="6" indent="-304792" algn="l">
        <a:spcBef>
          <a:spcPct val="20000"/>
        </a:spcBef>
        <a:spcAft>
          <a:spcPct val="0"/>
        </a:spcAft>
        <a:buFont typeface="Arial" charset="0"/>
        <a:buChar char="»"/>
        <a:defRPr sz="2667">
          <a:solidFill>
            <a:schemeClr val="tx1"/>
          </a:solidFill>
          <a:latin typeface="Calibri"/>
          <a:ea typeface="宋体"/>
        </a:defRPr>
      </a:lvl7pPr>
      <a:lvl8pPr marL="4571886" lvl="7" indent="-304792" algn="l">
        <a:spcBef>
          <a:spcPct val="20000"/>
        </a:spcBef>
        <a:spcAft>
          <a:spcPct val="0"/>
        </a:spcAft>
        <a:buFont typeface="Arial" charset="0"/>
        <a:buChar char="»"/>
        <a:defRPr sz="2667">
          <a:solidFill>
            <a:schemeClr val="tx1"/>
          </a:solidFill>
          <a:latin typeface="Calibri"/>
          <a:ea typeface="宋体"/>
        </a:defRPr>
      </a:lvl8pPr>
      <a:lvl9pPr marL="5181470" lvl="8" indent="-304792" algn="l">
        <a:spcBef>
          <a:spcPct val="20000"/>
        </a:spcBef>
        <a:spcAft>
          <a:spcPct val="0"/>
        </a:spcAft>
        <a:buFont typeface="Arial" charset="0"/>
        <a:buChar char="»"/>
        <a:defRPr sz="2667">
          <a:solidFill>
            <a:schemeClr val="tx1"/>
          </a:solidFill>
          <a:latin typeface="Calibri"/>
          <a:ea typeface="宋体"/>
        </a:defRPr>
      </a:lvl9pPr>
    </p:bodyStyle>
    <p:otherStyle>
      <a:lvl1pPr marL="0" lvl="0" algn="l" defTabSz="1219170">
        <a:defRPr sz="2400" kern="1200">
          <a:solidFill>
            <a:schemeClr val="tx1"/>
          </a:solidFill>
          <a:latin typeface="Calibri"/>
          <a:ea typeface="宋体"/>
        </a:defRPr>
      </a:lvl1pPr>
      <a:lvl2pPr marL="609585" lvl="1" algn="l" defTabSz="1219170">
        <a:defRPr sz="2400" kern="1200">
          <a:solidFill>
            <a:schemeClr val="tx1"/>
          </a:solidFill>
          <a:latin typeface="Calibri"/>
          <a:ea typeface="宋体"/>
        </a:defRPr>
      </a:lvl2pPr>
      <a:lvl3pPr marL="1219170" lvl="2" algn="l" defTabSz="1219170">
        <a:defRPr sz="2400" kern="1200">
          <a:solidFill>
            <a:schemeClr val="tx1"/>
          </a:solidFill>
          <a:latin typeface="Calibri"/>
          <a:ea typeface="宋体"/>
        </a:defRPr>
      </a:lvl3pPr>
      <a:lvl4pPr marL="1828754" lvl="3" algn="l" defTabSz="1219170">
        <a:defRPr sz="2400" kern="1200">
          <a:solidFill>
            <a:schemeClr val="tx1"/>
          </a:solidFill>
          <a:latin typeface="Calibri"/>
          <a:ea typeface="宋体"/>
        </a:defRPr>
      </a:lvl4pPr>
      <a:lvl5pPr marL="2438339" lvl="4" algn="l" defTabSz="1219170">
        <a:defRPr sz="2400" kern="1200">
          <a:solidFill>
            <a:schemeClr val="tx1"/>
          </a:solidFill>
          <a:latin typeface="Calibri"/>
          <a:ea typeface="宋体"/>
        </a:defRPr>
      </a:lvl5pPr>
      <a:lvl6pPr marL="3047924" lvl="5" algn="l" defTabSz="1219170">
        <a:defRPr sz="2400" kern="1200">
          <a:solidFill>
            <a:schemeClr val="tx1"/>
          </a:solidFill>
          <a:latin typeface="Calibri"/>
          <a:ea typeface="宋体"/>
        </a:defRPr>
      </a:lvl6pPr>
      <a:lvl7pPr marL="3657509" lvl="6" algn="l" defTabSz="1219170">
        <a:defRPr sz="2400" kern="1200">
          <a:solidFill>
            <a:schemeClr val="tx1"/>
          </a:solidFill>
          <a:latin typeface="Calibri"/>
          <a:ea typeface="宋体"/>
        </a:defRPr>
      </a:lvl7pPr>
      <a:lvl8pPr marL="4267093" lvl="7" algn="l" defTabSz="1219170">
        <a:defRPr sz="2400" kern="1200">
          <a:solidFill>
            <a:schemeClr val="tx1"/>
          </a:solidFill>
          <a:latin typeface="Calibri"/>
          <a:ea typeface="宋体"/>
        </a:defRPr>
      </a:lvl8pPr>
      <a:lvl9pPr marL="4876678" lvl="8" algn="l" defTabSz="1219170">
        <a:defRPr sz="2400" kern="1200">
          <a:solidFill>
            <a:schemeClr val="tx1"/>
          </a:solidFill>
          <a:latin typeface="Calibri"/>
          <a:ea typeface="宋体"/>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82563" y="171688"/>
            <a:ext cx="8686800" cy="611981"/>
          </a:xfrm>
          <a:prstGeom prst="rect">
            <a:avLst/>
          </a:prstGeom>
          <a:noFill/>
          <a:ln>
            <a:noFill/>
          </a:ln>
        </p:spPr>
        <p:txBody>
          <a:bodyPr anchor="b"/>
          <a:lstStyle/>
          <a:p>
            <a:pPr lvl="0"/>
            <a:endParaRPr lang="en-US"/>
          </a:p>
        </p:txBody>
      </p:sp>
      <p:sp>
        <p:nvSpPr>
          <p:cNvPr id="1027" name="Rectangle 3"/>
          <p:cNvSpPr>
            <a:spLocks noGrp="1"/>
          </p:cNvSpPr>
          <p:nvPr>
            <p:ph type="body"/>
          </p:nvPr>
        </p:nvSpPr>
        <p:spPr>
          <a:xfrm>
            <a:off x="182563" y="913448"/>
            <a:ext cx="8686800" cy="3368278"/>
          </a:xfrm>
          <a:prstGeom prst="rect">
            <a:avLst/>
          </a:prstGeom>
          <a:noFill/>
          <a:ln>
            <a:noFill/>
          </a:ln>
        </p:spPr>
        <p:txBody>
          <a:bodyPr anchor="t"/>
          <a:lstStyle/>
          <a:p>
            <a:pPr lvl="0" indent="-130016"/>
            <a:r>
              <a:rPr lang="en-US"/>
              <a:t>Click to edit Master text styles</a:t>
            </a:r>
          </a:p>
          <a:p>
            <a:pPr lvl="1" indent="-122872"/>
            <a:r>
              <a:rPr lang="en-US"/>
              <a:t>Second level</a:t>
            </a:r>
          </a:p>
          <a:p>
            <a:pPr lvl="2" indent="-130016"/>
            <a:r>
              <a:rPr lang="en-US"/>
              <a:t>Third level</a:t>
            </a:r>
          </a:p>
        </p:txBody>
      </p:sp>
      <p:sp>
        <p:nvSpPr>
          <p:cNvPr id="1029" name="灯片编号占位符 1"/>
          <p:cNvSpPr txBox="1">
            <a:spLocks noGrp="1"/>
          </p:cNvSpPr>
          <p:nvPr/>
        </p:nvSpPr>
        <p:spPr>
          <a:xfrm>
            <a:off x="182563" y="4902994"/>
            <a:ext cx="366713" cy="138112"/>
          </a:xfrm>
          <a:prstGeom prst="rect">
            <a:avLst/>
          </a:prstGeom>
          <a:noFill/>
          <a:ln>
            <a:noFill/>
          </a:ln>
        </p:spPr>
        <p:txBody>
          <a:bodyPr lIns="122766" tIns="61384" rIns="122766" bIns="61384"/>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a:spcBef>
                <a:spcPct val="0"/>
              </a:spcBef>
              <a:spcAft>
                <a:spcPct val="0"/>
              </a:spcAft>
              <a:defRPr>
                <a:solidFill>
                  <a:schemeClr val="tx1"/>
                </a:solidFill>
                <a:latin typeface="Arial"/>
                <a:ea typeface="宋体"/>
              </a:defRPr>
            </a:lvl6pPr>
            <a:lvl7pPr marL="2971800" lvl="6" indent="-228600">
              <a:spcBef>
                <a:spcPct val="0"/>
              </a:spcBef>
              <a:spcAft>
                <a:spcPct val="0"/>
              </a:spcAft>
              <a:defRPr>
                <a:solidFill>
                  <a:schemeClr val="tx1"/>
                </a:solidFill>
                <a:latin typeface="Arial"/>
                <a:ea typeface="宋体"/>
              </a:defRPr>
            </a:lvl7pPr>
            <a:lvl8pPr marL="3429000" lvl="7" indent="-228600">
              <a:spcBef>
                <a:spcPct val="0"/>
              </a:spcBef>
              <a:spcAft>
                <a:spcPct val="0"/>
              </a:spcAft>
              <a:defRPr>
                <a:solidFill>
                  <a:schemeClr val="tx1"/>
                </a:solidFill>
                <a:latin typeface="Arial"/>
                <a:ea typeface="宋体"/>
              </a:defRPr>
            </a:lvl8pPr>
            <a:lvl9pPr marL="3886200" lvl="8" indent="-228600">
              <a:spcBef>
                <a:spcPct val="0"/>
              </a:spcBef>
              <a:spcAft>
                <a:spcPct val="0"/>
              </a:spcAft>
              <a:defRPr>
                <a:solidFill>
                  <a:schemeClr val="tx1"/>
                </a:solidFill>
                <a:latin typeface="Arial"/>
                <a:ea typeface="宋体"/>
              </a:defRPr>
            </a:lvl9pPr>
          </a:lstStyle>
          <a:p>
            <a:pPr marL="0" lvl="0" indent="0" algn="l" defTabSz="914400">
              <a:lnSpc>
                <a:spcPct val="100000"/>
              </a:lnSpc>
              <a:spcBef>
                <a:spcPct val="0"/>
              </a:spcBef>
              <a:spcAft>
                <a:spcPct val="0"/>
              </a:spcAft>
              <a:buClrTx/>
              <a:buSzTx/>
              <a:buFontTx/>
              <a:buNone/>
            </a:pPr>
            <a:fld id="{6359C5F3-6B52-41BD-A82B-B26B2F758E32}" type="slidenum">
              <a:rPr lang="zh-CN" sz="799" b="0" i="0" u="none" strike="noStrike" kern="1200" spc="0" baseline="0">
                <a:ln>
                  <a:noFill/>
                </a:ln>
                <a:solidFill>
                  <a:schemeClr val="tx1"/>
                </a:solidFill>
                <a:effectLst/>
                <a:latin typeface="Arial"/>
                <a:ea typeface="宋体"/>
              </a:rPr>
              <a:t>‹#›</a:t>
            </a:fld>
            <a:endParaRPr lang="en-US" sz="799" b="0" i="0" u="none" strike="noStrike" kern="1200" spc="0" baseline="0">
              <a:ln>
                <a:noFill/>
              </a:ln>
              <a:solidFill>
                <a:schemeClr val="tx1"/>
              </a:solidFill>
              <a:effectLst/>
              <a:latin typeface="Arial"/>
              <a:ea typeface="宋体"/>
            </a:endParaRPr>
          </a:p>
        </p:txBody>
      </p:sp>
      <p:pic>
        <p:nvPicPr>
          <p:cNvPr id="1030" name="Picture 6"/>
          <p:cNvPicPr>
            <a:picLocks noChangeAspect="1"/>
          </p:cNvPicPr>
          <p:nvPr/>
        </p:nvPicPr>
        <p:blipFill>
          <a:blip r:embed="rId6"/>
          <a:stretch/>
        </p:blipFill>
        <p:spPr>
          <a:xfrm>
            <a:off x="7118350" y="-476"/>
            <a:ext cx="1779588" cy="394097"/>
          </a:xfrm>
          <a:prstGeom prst="rect">
            <a:avLst/>
          </a:prstGeom>
          <a:noFill/>
          <a:ln>
            <a:noFill/>
          </a:ln>
        </p:spPr>
      </p:pic>
      <p:sp>
        <p:nvSpPr>
          <p:cNvPr id="7" name="Line 4"/>
          <p:cNvSpPr/>
          <p:nvPr/>
        </p:nvSpPr>
        <p:spPr>
          <a:xfrm flipV="1">
            <a:off x="274638" y="424382"/>
            <a:ext cx="8594725" cy="0"/>
          </a:xfrm>
          <a:prstGeom prst="line">
            <a:avLst/>
          </a:prstGeom>
          <a:ln w="38100">
            <a:solidFill>
              <a:srgbClr val="00B050"/>
            </a:solidFill>
            <a:prstDash val="solid"/>
            <a:headEnd type="none" w="med" len="med"/>
            <a:tailEnd type="none" w="med" len="med"/>
          </a:ln>
        </p:spPr>
        <p:txBody>
          <a:bodyPr/>
          <a:lstStyle/>
          <a:p>
            <a:endParaRPr/>
          </a:p>
        </p:txBody>
      </p:sp>
    </p:spTree>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Lst>
  <p:hf sldNum="0" hdr="0" ftr="0" dt="0"/>
  <p:txStyles>
    <p:titleStyle>
      <a:lvl1pPr lvl="0" algn="l">
        <a:lnSpc>
          <a:spcPct val="90000"/>
        </a:lnSpc>
        <a:spcBef>
          <a:spcPct val="0"/>
        </a:spcBef>
        <a:spcAft>
          <a:spcPct val="0"/>
        </a:spcAft>
        <a:defRPr sz="2200" b="1">
          <a:solidFill>
            <a:schemeClr val="hlink"/>
          </a:solidFill>
          <a:latin typeface="Arial"/>
          <a:ea typeface="宋体"/>
        </a:defRPr>
      </a:lvl1pPr>
      <a:lvl2pPr lvl="1" algn="l">
        <a:lnSpc>
          <a:spcPct val="90000"/>
        </a:lnSpc>
        <a:spcBef>
          <a:spcPct val="0"/>
        </a:spcBef>
        <a:spcAft>
          <a:spcPct val="0"/>
        </a:spcAft>
        <a:defRPr sz="2200" b="1">
          <a:solidFill>
            <a:schemeClr val="hlink"/>
          </a:solidFill>
          <a:latin typeface="Arial"/>
          <a:ea typeface="宋体"/>
        </a:defRPr>
      </a:lvl2pPr>
      <a:lvl3pPr lvl="2" algn="l">
        <a:lnSpc>
          <a:spcPct val="90000"/>
        </a:lnSpc>
        <a:spcBef>
          <a:spcPct val="0"/>
        </a:spcBef>
        <a:spcAft>
          <a:spcPct val="0"/>
        </a:spcAft>
        <a:defRPr sz="2200" b="1">
          <a:solidFill>
            <a:schemeClr val="hlink"/>
          </a:solidFill>
          <a:latin typeface="Arial"/>
          <a:ea typeface="宋体"/>
        </a:defRPr>
      </a:lvl3pPr>
      <a:lvl4pPr lvl="3" algn="l">
        <a:lnSpc>
          <a:spcPct val="90000"/>
        </a:lnSpc>
        <a:spcBef>
          <a:spcPct val="0"/>
        </a:spcBef>
        <a:spcAft>
          <a:spcPct val="0"/>
        </a:spcAft>
        <a:defRPr sz="2200" b="1">
          <a:solidFill>
            <a:schemeClr val="hlink"/>
          </a:solidFill>
          <a:latin typeface="Arial"/>
          <a:ea typeface="宋体"/>
        </a:defRPr>
      </a:lvl4pPr>
      <a:lvl5pPr lvl="4" algn="l">
        <a:lnSpc>
          <a:spcPct val="90000"/>
        </a:lnSpc>
        <a:spcBef>
          <a:spcPct val="0"/>
        </a:spcBef>
        <a:spcAft>
          <a:spcPct val="0"/>
        </a:spcAft>
        <a:defRPr sz="2200" b="1">
          <a:solidFill>
            <a:schemeClr val="hlink"/>
          </a:solidFill>
          <a:latin typeface="Arial"/>
          <a:ea typeface="宋体"/>
        </a:defRPr>
      </a:lvl5pPr>
      <a:lvl6pPr marL="457200" lvl="5" algn="l">
        <a:lnSpc>
          <a:spcPct val="90000"/>
        </a:lnSpc>
        <a:spcBef>
          <a:spcPct val="0"/>
        </a:spcBef>
        <a:spcAft>
          <a:spcPct val="0"/>
        </a:spcAft>
        <a:defRPr sz="2200" b="1">
          <a:solidFill>
            <a:schemeClr val="hlink"/>
          </a:solidFill>
          <a:latin typeface="Arial"/>
          <a:ea typeface="宋体"/>
        </a:defRPr>
      </a:lvl6pPr>
      <a:lvl7pPr marL="914400" lvl="6" algn="l">
        <a:lnSpc>
          <a:spcPct val="90000"/>
        </a:lnSpc>
        <a:spcBef>
          <a:spcPct val="0"/>
        </a:spcBef>
        <a:spcAft>
          <a:spcPct val="0"/>
        </a:spcAft>
        <a:defRPr sz="2200" b="1">
          <a:solidFill>
            <a:schemeClr val="hlink"/>
          </a:solidFill>
          <a:latin typeface="Arial"/>
          <a:ea typeface="宋体"/>
        </a:defRPr>
      </a:lvl7pPr>
      <a:lvl8pPr marL="1371600" lvl="7" algn="l">
        <a:lnSpc>
          <a:spcPct val="90000"/>
        </a:lnSpc>
        <a:spcBef>
          <a:spcPct val="0"/>
        </a:spcBef>
        <a:spcAft>
          <a:spcPct val="0"/>
        </a:spcAft>
        <a:defRPr sz="2200" b="1">
          <a:solidFill>
            <a:schemeClr val="hlink"/>
          </a:solidFill>
          <a:latin typeface="Arial"/>
          <a:ea typeface="宋体"/>
        </a:defRPr>
      </a:lvl8pPr>
      <a:lvl9pPr marL="1828800" lvl="8" algn="l">
        <a:lnSpc>
          <a:spcPct val="90000"/>
        </a:lnSpc>
        <a:spcBef>
          <a:spcPct val="0"/>
        </a:spcBef>
        <a:spcAft>
          <a:spcPct val="0"/>
        </a:spcAft>
        <a:defRPr sz="2200" b="1">
          <a:solidFill>
            <a:schemeClr val="hlink"/>
          </a:solidFill>
          <a:latin typeface="Arial"/>
          <a:ea typeface="宋体"/>
        </a:defRPr>
      </a:lvl9pPr>
    </p:titleStyle>
    <p:bodyStyle>
      <a:lvl1pPr marL="173355" lvl="0" indent="-173355" algn="l">
        <a:spcBef>
          <a:spcPct val="20000"/>
        </a:spcBef>
        <a:spcAft>
          <a:spcPct val="0"/>
        </a:spcAft>
        <a:buClr>
          <a:schemeClr val="accent1"/>
        </a:buClr>
        <a:buSzPct val="60000"/>
        <a:buFont typeface="Wingdings" charset="2"/>
        <a:buChar char="n"/>
        <a:defRPr sz="1600">
          <a:solidFill>
            <a:schemeClr val="tx1"/>
          </a:solidFill>
          <a:latin typeface="Arial"/>
          <a:ea typeface="宋体"/>
        </a:defRPr>
      </a:lvl1pPr>
      <a:lvl2pPr marL="509905" lvl="1" indent="-163830" algn="l">
        <a:spcBef>
          <a:spcPct val="20000"/>
        </a:spcBef>
        <a:spcAft>
          <a:spcPct val="0"/>
        </a:spcAft>
        <a:buClr>
          <a:schemeClr val="accent1"/>
        </a:buClr>
        <a:buFont typeface="Arial" charset="0"/>
        <a:buChar char="–"/>
        <a:defRPr sz="1400">
          <a:solidFill>
            <a:schemeClr val="tx1"/>
          </a:solidFill>
          <a:latin typeface="Arial"/>
          <a:ea typeface="宋体"/>
        </a:defRPr>
      </a:lvl2pPr>
      <a:lvl3pPr marL="855980" lvl="2" indent="-173355" algn="l">
        <a:spcBef>
          <a:spcPct val="20000"/>
        </a:spcBef>
        <a:spcAft>
          <a:spcPct val="0"/>
        </a:spcAft>
        <a:buClr>
          <a:schemeClr val="accent1"/>
        </a:buClr>
        <a:buChar char="•"/>
        <a:defRPr sz="1200">
          <a:solidFill>
            <a:schemeClr val="tx1"/>
          </a:solidFill>
          <a:latin typeface="Arial"/>
          <a:ea typeface="宋体"/>
        </a:defRPr>
      </a:lvl3pPr>
      <a:lvl4pPr marL="1202055" lvl="3" indent="-173355" algn="l">
        <a:spcBef>
          <a:spcPct val="20000"/>
        </a:spcBef>
        <a:spcAft>
          <a:spcPct val="0"/>
        </a:spcAft>
        <a:buClr>
          <a:schemeClr val="bg1"/>
        </a:buClr>
        <a:buChar char="–"/>
        <a:defRPr sz="1600">
          <a:solidFill>
            <a:schemeClr val="bg1"/>
          </a:solidFill>
          <a:latin typeface="Arial"/>
          <a:ea typeface="宋体"/>
        </a:defRPr>
      </a:lvl4pPr>
      <a:lvl5pPr marL="1538605" lvl="4" indent="-163830" algn="l">
        <a:spcBef>
          <a:spcPct val="20000"/>
        </a:spcBef>
        <a:spcAft>
          <a:spcPct val="0"/>
        </a:spcAft>
        <a:buClr>
          <a:schemeClr val="bg1"/>
        </a:buClr>
        <a:buChar char="»"/>
        <a:defRPr sz="1600">
          <a:solidFill>
            <a:schemeClr val="bg1"/>
          </a:solidFill>
          <a:latin typeface="Arial"/>
          <a:ea typeface="宋体"/>
        </a:defRPr>
      </a:lvl5pPr>
      <a:lvl6pPr marL="1997075" lvl="5" indent="-163830" algn="l">
        <a:spcBef>
          <a:spcPct val="20000"/>
        </a:spcBef>
        <a:spcAft>
          <a:spcPct val="0"/>
        </a:spcAft>
        <a:buClr>
          <a:schemeClr val="bg1"/>
        </a:buClr>
        <a:buChar char="»"/>
        <a:defRPr sz="1600">
          <a:solidFill>
            <a:schemeClr val="bg1"/>
          </a:solidFill>
          <a:latin typeface="Arial"/>
          <a:ea typeface="宋体"/>
        </a:defRPr>
      </a:lvl6pPr>
      <a:lvl7pPr marL="2454275" lvl="6" indent="-163830" algn="l">
        <a:spcBef>
          <a:spcPct val="20000"/>
        </a:spcBef>
        <a:spcAft>
          <a:spcPct val="0"/>
        </a:spcAft>
        <a:buClr>
          <a:schemeClr val="bg1"/>
        </a:buClr>
        <a:buChar char="»"/>
        <a:defRPr sz="1600">
          <a:solidFill>
            <a:schemeClr val="bg1"/>
          </a:solidFill>
          <a:latin typeface="Arial"/>
          <a:ea typeface="宋体"/>
        </a:defRPr>
      </a:lvl7pPr>
      <a:lvl8pPr marL="2911475" lvl="7" indent="-163830" algn="l">
        <a:spcBef>
          <a:spcPct val="20000"/>
        </a:spcBef>
        <a:spcAft>
          <a:spcPct val="0"/>
        </a:spcAft>
        <a:buClr>
          <a:schemeClr val="bg1"/>
        </a:buClr>
        <a:buChar char="»"/>
        <a:defRPr sz="1600">
          <a:solidFill>
            <a:schemeClr val="bg1"/>
          </a:solidFill>
          <a:latin typeface="Arial"/>
          <a:ea typeface="宋体"/>
        </a:defRPr>
      </a:lvl8pPr>
      <a:lvl9pPr marL="3368675" lvl="8" indent="-163830" algn="l">
        <a:spcBef>
          <a:spcPct val="20000"/>
        </a:spcBef>
        <a:spcAft>
          <a:spcPct val="0"/>
        </a:spcAft>
        <a:buClr>
          <a:schemeClr val="bg1"/>
        </a:buClr>
        <a:buChar char="»"/>
        <a:defRPr sz="1600">
          <a:solidFill>
            <a:schemeClr val="bg1"/>
          </a:solidFill>
          <a:latin typeface="Arial"/>
          <a:ea typeface="宋体"/>
        </a:defRPr>
      </a:lvl9pPr>
    </p:bodyStyle>
    <p:otherStyle>
      <a:lvl1pPr marL="0" lvl="0" algn="l" defTabSz="914400">
        <a:defRPr sz="1800" kern="1200">
          <a:solidFill>
            <a:schemeClr val="tx1"/>
          </a:solidFill>
          <a:latin typeface="Arial"/>
          <a:ea typeface="宋体"/>
        </a:defRPr>
      </a:lvl1pPr>
      <a:lvl2pPr marL="457200" lvl="1" algn="l" defTabSz="914400">
        <a:defRPr sz="1800" kern="1200">
          <a:solidFill>
            <a:schemeClr val="tx1"/>
          </a:solidFill>
          <a:latin typeface="Arial"/>
          <a:ea typeface="宋体"/>
        </a:defRPr>
      </a:lvl2pPr>
      <a:lvl3pPr marL="914400" lvl="2" algn="l" defTabSz="914400">
        <a:defRPr sz="1800" kern="1200">
          <a:solidFill>
            <a:schemeClr val="tx1"/>
          </a:solidFill>
          <a:latin typeface="Arial"/>
          <a:ea typeface="宋体"/>
        </a:defRPr>
      </a:lvl3pPr>
      <a:lvl4pPr marL="1371600" lvl="3" algn="l" defTabSz="914400">
        <a:defRPr sz="1800" kern="1200">
          <a:solidFill>
            <a:schemeClr val="tx1"/>
          </a:solidFill>
          <a:latin typeface="Arial"/>
          <a:ea typeface="宋体"/>
        </a:defRPr>
      </a:lvl4pPr>
      <a:lvl5pPr marL="1828800" lvl="4" algn="l" defTabSz="914400">
        <a:defRPr sz="1800" kern="1200">
          <a:solidFill>
            <a:schemeClr val="tx1"/>
          </a:solidFill>
          <a:latin typeface="Arial"/>
          <a:ea typeface="宋体"/>
        </a:defRPr>
      </a:lvl5pPr>
      <a:lvl6pPr marL="2286000" lvl="5" algn="l" defTabSz="914400">
        <a:defRPr sz="1800" kern="1200">
          <a:solidFill>
            <a:schemeClr val="tx1"/>
          </a:solidFill>
          <a:latin typeface="Arial"/>
          <a:ea typeface="宋体"/>
        </a:defRPr>
      </a:lvl6pPr>
      <a:lvl7pPr marL="2743200" lvl="6" algn="l" defTabSz="914400">
        <a:defRPr sz="1800" kern="1200">
          <a:solidFill>
            <a:schemeClr val="tx1"/>
          </a:solidFill>
          <a:latin typeface="Arial"/>
          <a:ea typeface="宋体"/>
        </a:defRPr>
      </a:lvl7pPr>
      <a:lvl8pPr marL="3200400" lvl="7" algn="l" defTabSz="914400">
        <a:defRPr sz="1800" kern="1200">
          <a:solidFill>
            <a:schemeClr val="tx1"/>
          </a:solidFill>
          <a:latin typeface="Arial"/>
          <a:ea typeface="宋体"/>
        </a:defRPr>
      </a:lvl8pPr>
      <a:lvl9pPr marL="3657600" lvl="8" algn="l" defTabSz="914400">
        <a:defRPr sz="1800" kern="1200">
          <a:solidFill>
            <a:schemeClr val="tx1"/>
          </a:solidFill>
          <a:latin typeface="Arial"/>
          <a:ea typeface="宋体"/>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36.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44.png"/><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467543" y="1357939"/>
            <a:ext cx="8208912" cy="648072"/>
          </a:xfrm>
        </p:spPr>
        <p:txBody>
          <a:bodyPr vert="horz" wrap="square" lIns="91440" tIns="45720" rIns="91440" bIns="45720" anchor="t" anchorCtr="0"/>
          <a:lstStyle/>
          <a:p>
            <a:pPr lvl="0" algn="ctr"/>
            <a:r>
              <a:rPr lang="zh-CN" altLang="en-US" sz="3600" dirty="0">
                <a:solidFill>
                  <a:srgbClr val="254061"/>
                </a:solidFill>
                <a:effectLst>
                  <a:outerShdw blurRad="38100" dist="38100" dir="2700000" algn="tl">
                    <a:srgbClr val="000000">
                      <a:alpha val="43137"/>
                    </a:srgbClr>
                  </a:outerShdw>
                </a:effectLst>
                <a:latin typeface="微软雅黑"/>
                <a:ea typeface="微软雅黑"/>
              </a:rPr>
              <a:t>第</a:t>
            </a:r>
            <a:r>
              <a:rPr lang="en-US" altLang="zh-CN" sz="3600" dirty="0">
                <a:solidFill>
                  <a:srgbClr val="254061"/>
                </a:solidFill>
                <a:effectLst>
                  <a:outerShdw blurRad="38100" dist="38100" dir="2700000" algn="tl">
                    <a:srgbClr val="000000">
                      <a:alpha val="43137"/>
                    </a:srgbClr>
                  </a:outerShdw>
                </a:effectLst>
                <a:latin typeface="微软雅黑"/>
                <a:ea typeface="微软雅黑"/>
              </a:rPr>
              <a:t>7</a:t>
            </a:r>
            <a:r>
              <a:rPr lang="zh-CN" altLang="en-US" sz="3600" dirty="0">
                <a:solidFill>
                  <a:srgbClr val="254061"/>
                </a:solidFill>
                <a:effectLst>
                  <a:outerShdw blurRad="38100" dist="38100" dir="2700000" algn="tl">
                    <a:srgbClr val="000000">
                      <a:alpha val="43137"/>
                    </a:srgbClr>
                  </a:outerShdw>
                </a:effectLst>
                <a:latin typeface="微软雅黑"/>
                <a:ea typeface="微软雅黑"/>
              </a:rPr>
              <a:t>章 虚拟内存</a:t>
            </a:r>
            <a:endParaRPr lang="zh-CN" sz="2400"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Rectangle 2"/>
          <p:cNvSpPr txBox="1">
            <a:spLocks noChangeArrowheads="1"/>
          </p:cNvSpPr>
          <p:nvPr/>
        </p:nvSpPr>
        <p:spPr>
          <a:xfrm>
            <a:off x="3740068" y="4654991"/>
            <a:ext cx="1478682" cy="500063"/>
          </a:xfrm>
          <a:prstGeom prst="rect">
            <a:avLst/>
          </a:prstGeom>
          <a:noFill/>
          <a:ln>
            <a:noFill/>
          </a:ln>
        </p:spPr>
        <p:txBody>
          <a:bodyPr anchor="ctr"/>
          <a:lstStyle/>
          <a:p>
            <a:pPr algn="ctr"/>
            <a:fld id="{2860F326-4499-4A67-8F03-170333456A58}" type="datetime1">
              <a:rPr lang="en-US" altLang="zh-CN" sz="1600">
                <a:solidFill>
                  <a:srgbClr val="17375E"/>
                </a:solidFill>
                <a:latin typeface="Broadway"/>
                <a:ea typeface="华文行楷"/>
              </a:rPr>
              <a:t>10/3/2023</a:t>
            </a:fld>
            <a:endParaRPr lang="en-US" sz="1600">
              <a:solidFill>
                <a:srgbClr val="17375E"/>
              </a:solidFill>
              <a:latin typeface="Broadway"/>
              <a:ea typeface="华文行楷"/>
            </a:endParaRPr>
          </a:p>
        </p:txBody>
      </p:sp>
      <p:grpSp>
        <p:nvGrpSpPr>
          <p:cNvPr id="7" name="组合 6">
            <a:extLst>
              <a:ext uri="{FF2B5EF4-FFF2-40B4-BE49-F238E27FC236}">
                <a16:creationId xmlns:a16="http://schemas.microsoft.com/office/drawing/2014/main" id="{4F018464-AAE5-4663-B2FF-22814387CF72}"/>
              </a:ext>
            </a:extLst>
          </p:cNvPr>
          <p:cNvGrpSpPr/>
          <p:nvPr/>
        </p:nvGrpSpPr>
        <p:grpSpPr>
          <a:xfrm>
            <a:off x="0" y="2752987"/>
            <a:ext cx="9144000" cy="1897394"/>
            <a:chOff x="0" y="2762588"/>
            <a:chExt cx="9144000" cy="1897394"/>
          </a:xfrm>
        </p:grpSpPr>
        <p:pic>
          <p:nvPicPr>
            <p:cNvPr id="4" name="图片 3">
              <a:extLst>
                <a:ext uri="{FF2B5EF4-FFF2-40B4-BE49-F238E27FC236}">
                  <a16:creationId xmlns:a16="http://schemas.microsoft.com/office/drawing/2014/main" id="{2B647894-CD4F-4FA2-B187-FCA4C09F86F4}"/>
                </a:ext>
              </a:extLst>
            </p:cNvPr>
            <p:cNvPicPr>
              <a:picLocks noChangeAspect="1"/>
            </p:cNvPicPr>
            <p:nvPr/>
          </p:nvPicPr>
          <p:blipFill>
            <a:blip r:embed="rId3"/>
            <a:stretch>
              <a:fillRect/>
            </a:stretch>
          </p:blipFill>
          <p:spPr>
            <a:xfrm>
              <a:off x="0" y="2931790"/>
              <a:ext cx="3059832" cy="1554009"/>
            </a:xfrm>
            <a:prstGeom prst="rect">
              <a:avLst/>
            </a:prstGeom>
          </p:spPr>
        </p:pic>
        <p:pic>
          <p:nvPicPr>
            <p:cNvPr id="6" name="图片 5">
              <a:extLst>
                <a:ext uri="{FF2B5EF4-FFF2-40B4-BE49-F238E27FC236}">
                  <a16:creationId xmlns:a16="http://schemas.microsoft.com/office/drawing/2014/main" id="{28A03D7B-164F-4C9F-9867-D689658162C4}"/>
                </a:ext>
              </a:extLst>
            </p:cNvPr>
            <p:cNvPicPr>
              <a:picLocks noChangeAspect="1"/>
            </p:cNvPicPr>
            <p:nvPr/>
          </p:nvPicPr>
          <p:blipFill>
            <a:blip r:embed="rId4"/>
            <a:stretch>
              <a:fillRect/>
            </a:stretch>
          </p:blipFill>
          <p:spPr>
            <a:xfrm>
              <a:off x="6028692" y="2934479"/>
              <a:ext cx="3115308" cy="1558630"/>
            </a:xfrm>
            <a:prstGeom prst="rect">
              <a:avLst/>
            </a:prstGeom>
          </p:spPr>
        </p:pic>
        <p:pic>
          <p:nvPicPr>
            <p:cNvPr id="5" name="图片 4">
              <a:extLst>
                <a:ext uri="{FF2B5EF4-FFF2-40B4-BE49-F238E27FC236}">
                  <a16:creationId xmlns:a16="http://schemas.microsoft.com/office/drawing/2014/main" id="{295B3FB4-D30E-47F8-8C9D-C8DD4EDC37E6}"/>
                </a:ext>
              </a:extLst>
            </p:cNvPr>
            <p:cNvPicPr>
              <a:picLocks noChangeAspect="1"/>
            </p:cNvPicPr>
            <p:nvPr/>
          </p:nvPicPr>
          <p:blipFill>
            <a:blip r:embed="rId5"/>
            <a:stretch>
              <a:fillRect/>
            </a:stretch>
          </p:blipFill>
          <p:spPr>
            <a:xfrm>
              <a:off x="3000374" y="2762588"/>
              <a:ext cx="3143251" cy="189739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grpSp>
        <p:nvGrpSpPr>
          <p:cNvPr id="14" name="组合 13">
            <a:extLst>
              <a:ext uri="{FF2B5EF4-FFF2-40B4-BE49-F238E27FC236}">
                <a16:creationId xmlns:a16="http://schemas.microsoft.com/office/drawing/2014/main" id="{7BC1E073-CE8A-4C78-A1AB-394008508CD2}"/>
              </a:ext>
            </a:extLst>
          </p:cNvPr>
          <p:cNvGrpSpPr/>
          <p:nvPr/>
        </p:nvGrpSpPr>
        <p:grpSpPr>
          <a:xfrm>
            <a:off x="2483768" y="122390"/>
            <a:ext cx="3327790" cy="577152"/>
            <a:chOff x="2483768" y="122390"/>
            <a:chExt cx="3327790" cy="577152"/>
          </a:xfrm>
        </p:grpSpPr>
        <p:pic>
          <p:nvPicPr>
            <p:cNvPr id="3" name="图片 2">
              <a:extLst>
                <a:ext uri="{FF2B5EF4-FFF2-40B4-BE49-F238E27FC236}">
                  <a16:creationId xmlns:a16="http://schemas.microsoft.com/office/drawing/2014/main" id="{57289174-A8A6-4188-88A8-EA01ECDB7586}"/>
                </a:ext>
              </a:extLst>
            </p:cNvPr>
            <p:cNvPicPr>
              <a:picLocks noChangeAspect="1"/>
            </p:cNvPicPr>
            <p:nvPr/>
          </p:nvPicPr>
          <p:blipFill>
            <a:blip r:embed="rId6"/>
            <a:stretch>
              <a:fillRect/>
            </a:stretch>
          </p:blipFill>
          <p:spPr>
            <a:xfrm>
              <a:off x="3147262" y="238477"/>
              <a:ext cx="2664296" cy="311140"/>
            </a:xfrm>
            <a:prstGeom prst="rect">
              <a:avLst/>
            </a:prstGeom>
          </p:spPr>
        </p:pic>
        <p:pic>
          <p:nvPicPr>
            <p:cNvPr id="8" name="图片 7">
              <a:extLst>
                <a:ext uri="{FF2B5EF4-FFF2-40B4-BE49-F238E27FC236}">
                  <a16:creationId xmlns:a16="http://schemas.microsoft.com/office/drawing/2014/main" id="{26A49076-80F6-4533-B789-F02377856BDF}"/>
                </a:ext>
              </a:extLst>
            </p:cNvPr>
            <p:cNvPicPr>
              <a:picLocks noChangeAspect="1"/>
            </p:cNvPicPr>
            <p:nvPr/>
          </p:nvPicPr>
          <p:blipFill>
            <a:blip r:embed="rId7"/>
            <a:stretch>
              <a:fillRect/>
            </a:stretch>
          </p:blipFill>
          <p:spPr>
            <a:xfrm>
              <a:off x="2483768" y="122390"/>
              <a:ext cx="576064" cy="577152"/>
            </a:xfrm>
            <a:prstGeom prst="rect">
              <a:avLst/>
            </a:prstGeom>
          </p:spPr>
        </p:pic>
      </p:grpSp>
    </p:spTree>
    <p:extLst>
      <p:ext uri="{BB962C8B-B14F-4D97-AF65-F5344CB8AC3E}">
        <p14:creationId xmlns:p14="http://schemas.microsoft.com/office/powerpoint/2010/main" val="465048668"/>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0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请同学们思考的问题</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AC8DFB50-7230-DC06-9C5D-49399B362F41}"/>
              </a:ext>
            </a:extLst>
          </p:cNvPr>
          <p:cNvSpPr txBox="1"/>
          <p:nvPr/>
        </p:nvSpPr>
        <p:spPr>
          <a:xfrm>
            <a:off x="467544" y="1491630"/>
            <a:ext cx="7776864" cy="1938992"/>
          </a:xfrm>
          <a:prstGeom prst="rect">
            <a:avLst/>
          </a:prstGeom>
          <a:noFill/>
        </p:spPr>
        <p:txBody>
          <a:bodyPr wrap="square">
            <a:spAutoFit/>
          </a:bodyPr>
          <a:lstStyle/>
          <a:p>
            <a:pPr marL="457200" indent="-457200">
              <a:buAutoNum type="arabicParenR"/>
            </a:pP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为什么要引入虚拟内存？</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pPr marL="457200" indent="-457200">
              <a:buAutoNum type="arabicParenR"/>
            </a:pPr>
            <a:endParaRPr lang="zh-CN" altLang="en-US" sz="2400" b="1" dirty="0">
              <a:solidFill>
                <a:srgbClr val="254061"/>
              </a:solidFill>
              <a:effectLst>
                <a:outerShdw blurRad="38100" dist="38100" dir="2700000" algn="tl">
                  <a:srgbClr val="000000">
                    <a:alpha val="43137"/>
                  </a:srgbClr>
                </a:outerShdw>
              </a:effectLst>
              <a:latin typeface="微软雅黑"/>
              <a:ea typeface="微软雅黑"/>
            </a:endParaRPr>
          </a:p>
          <a:p>
            <a:pPr marL="457200" indent="-457200">
              <a:buAutoNum type="arabicParenR"/>
            </a:pPr>
            <a:r>
              <a:rPr lang="zh-CN" altLang="en-US" sz="2400" b="1" dirty="0">
                <a:solidFill>
                  <a:srgbClr val="254061"/>
                </a:solidFill>
                <a:effectLst>
                  <a:outerShdw blurRad="38100" dist="38100" dir="2700000" algn="tl">
                    <a:srgbClr val="000000">
                      <a:alpha val="43137"/>
                    </a:srgbClr>
                  </a:outerShdw>
                </a:effectLst>
                <a:latin typeface="微软雅黑"/>
                <a:ea typeface="微软雅黑"/>
              </a:rPr>
              <a:t>虚拟内存空间的大小由什么因素决定？</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pPr marL="457200" indent="-457200">
              <a:buAutoNum type="arabicParenR"/>
            </a:pPr>
            <a:endParaRPr lang="zh-CN" altLang="en-US" sz="2400" b="1" dirty="0">
              <a:solidFill>
                <a:srgbClr val="254061"/>
              </a:solidFill>
              <a:effectLst>
                <a:outerShdw blurRad="38100" dist="38100" dir="2700000" algn="tl">
                  <a:srgbClr val="000000">
                    <a:alpha val="43137"/>
                  </a:srgbClr>
                </a:outerShdw>
              </a:effectLst>
              <a:latin typeface="微软雅黑"/>
              <a:ea typeface="微软雅黑"/>
            </a:endParaRPr>
          </a:p>
          <a:p>
            <a:pPr marL="457200" indent="-457200">
              <a:buAutoNum type="arabicParenR"/>
            </a:pPr>
            <a:r>
              <a:rPr lang="zh-CN" altLang="en-US" sz="2400" b="1" dirty="0">
                <a:solidFill>
                  <a:srgbClr val="254061"/>
                </a:solidFill>
                <a:effectLst>
                  <a:outerShdw blurRad="38100" dist="38100" dir="2700000" algn="tl">
                    <a:srgbClr val="000000">
                      <a:alpha val="43137"/>
                    </a:srgbClr>
                  </a:outerShdw>
                </a:effectLst>
                <a:latin typeface="微软雅黑"/>
                <a:ea typeface="微软雅黑"/>
              </a:rPr>
              <a:t>虚拟内存是怎么解决问题的？会带来什么问题？</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spTree>
    <p:extLst>
      <p:ext uri="{BB962C8B-B14F-4D97-AF65-F5344CB8AC3E}">
        <p14:creationId xmlns:p14="http://schemas.microsoft.com/office/powerpoint/2010/main" val="825656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虚拟内存的基本概念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2" name="图片 1">
            <a:extLst>
              <a:ext uri="{FF2B5EF4-FFF2-40B4-BE49-F238E27FC236}">
                <a16:creationId xmlns:a16="http://schemas.microsoft.com/office/drawing/2014/main" id="{3566D1F7-B943-FE06-2A94-24C30E3FA507}"/>
              </a:ext>
            </a:extLst>
          </p:cNvPr>
          <p:cNvPicPr>
            <a:picLocks noChangeAspect="1"/>
          </p:cNvPicPr>
          <p:nvPr/>
        </p:nvPicPr>
        <p:blipFill>
          <a:blip r:embed="rId3"/>
          <a:stretch>
            <a:fillRect/>
          </a:stretch>
        </p:blipFill>
        <p:spPr>
          <a:xfrm>
            <a:off x="107504" y="834504"/>
            <a:ext cx="1928027" cy="381033"/>
          </a:xfrm>
          <a:prstGeom prst="rect">
            <a:avLst/>
          </a:prstGeom>
        </p:spPr>
      </p:pic>
      <p:pic>
        <p:nvPicPr>
          <p:cNvPr id="5" name="图片 4">
            <a:extLst>
              <a:ext uri="{FF2B5EF4-FFF2-40B4-BE49-F238E27FC236}">
                <a16:creationId xmlns:a16="http://schemas.microsoft.com/office/drawing/2014/main" id="{40DB7447-7862-32DE-F83E-0B432DC9447D}"/>
              </a:ext>
            </a:extLst>
          </p:cNvPr>
          <p:cNvPicPr>
            <a:picLocks noChangeAspect="1"/>
          </p:cNvPicPr>
          <p:nvPr/>
        </p:nvPicPr>
        <p:blipFill>
          <a:blip r:embed="rId4"/>
          <a:stretch>
            <a:fillRect/>
          </a:stretch>
        </p:blipFill>
        <p:spPr>
          <a:xfrm>
            <a:off x="487560" y="1286102"/>
            <a:ext cx="4557155" cy="449619"/>
          </a:xfrm>
          <a:prstGeom prst="rect">
            <a:avLst/>
          </a:prstGeom>
        </p:spPr>
      </p:pic>
      <p:pic>
        <p:nvPicPr>
          <p:cNvPr id="9" name="图片 8">
            <a:extLst>
              <a:ext uri="{FF2B5EF4-FFF2-40B4-BE49-F238E27FC236}">
                <a16:creationId xmlns:a16="http://schemas.microsoft.com/office/drawing/2014/main" id="{957ECBAB-C60C-D0C9-942C-BB1E3F12E2A6}"/>
              </a:ext>
            </a:extLst>
          </p:cNvPr>
          <p:cNvPicPr>
            <a:picLocks noChangeAspect="1"/>
          </p:cNvPicPr>
          <p:nvPr/>
        </p:nvPicPr>
        <p:blipFill>
          <a:blip r:embed="rId5"/>
          <a:stretch>
            <a:fillRect/>
          </a:stretch>
        </p:blipFill>
        <p:spPr>
          <a:xfrm>
            <a:off x="1547664" y="1797233"/>
            <a:ext cx="6591871" cy="754445"/>
          </a:xfrm>
          <a:prstGeom prst="rect">
            <a:avLst/>
          </a:prstGeom>
        </p:spPr>
      </p:pic>
      <p:pic>
        <p:nvPicPr>
          <p:cNvPr id="13" name="图片 12">
            <a:extLst>
              <a:ext uri="{FF2B5EF4-FFF2-40B4-BE49-F238E27FC236}">
                <a16:creationId xmlns:a16="http://schemas.microsoft.com/office/drawing/2014/main" id="{0277C218-864E-D62B-E5D6-07ABC8E2BB51}"/>
              </a:ext>
            </a:extLst>
          </p:cNvPr>
          <p:cNvPicPr>
            <a:picLocks noChangeAspect="1"/>
          </p:cNvPicPr>
          <p:nvPr/>
        </p:nvPicPr>
        <p:blipFill>
          <a:blip r:embed="rId6"/>
          <a:stretch>
            <a:fillRect/>
          </a:stretch>
        </p:blipFill>
        <p:spPr>
          <a:xfrm>
            <a:off x="539552" y="2787774"/>
            <a:ext cx="5349704" cy="335309"/>
          </a:xfrm>
          <a:prstGeom prst="rect">
            <a:avLst/>
          </a:prstGeom>
        </p:spPr>
      </p:pic>
    </p:spTree>
    <p:extLst>
      <p:ext uri="{BB962C8B-B14F-4D97-AF65-F5344CB8AC3E}">
        <p14:creationId xmlns:p14="http://schemas.microsoft.com/office/powerpoint/2010/main" val="2820154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虚拟内存的基本概念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37AEE9CB-BA06-61B0-1D7A-B80C397A3750}"/>
              </a:ext>
            </a:extLst>
          </p:cNvPr>
          <p:cNvPicPr>
            <a:picLocks noChangeAspect="1"/>
          </p:cNvPicPr>
          <p:nvPr/>
        </p:nvPicPr>
        <p:blipFill>
          <a:blip r:embed="rId3"/>
          <a:stretch>
            <a:fillRect/>
          </a:stretch>
        </p:blipFill>
        <p:spPr>
          <a:xfrm>
            <a:off x="0" y="1571958"/>
            <a:ext cx="9144000" cy="1999583"/>
          </a:xfrm>
          <a:prstGeom prst="rect">
            <a:avLst/>
          </a:prstGeom>
        </p:spPr>
      </p:pic>
    </p:spTree>
    <p:extLst>
      <p:ext uri="{BB962C8B-B14F-4D97-AF65-F5344CB8AC3E}">
        <p14:creationId xmlns:p14="http://schemas.microsoft.com/office/powerpoint/2010/main" val="2115352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虚拟内存的基本概念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78298DCC-6845-A87A-3614-8D9940DC005E}"/>
              </a:ext>
            </a:extLst>
          </p:cNvPr>
          <p:cNvPicPr>
            <a:picLocks noChangeAspect="1"/>
          </p:cNvPicPr>
          <p:nvPr/>
        </p:nvPicPr>
        <p:blipFill>
          <a:blip r:embed="rId3"/>
          <a:stretch>
            <a:fillRect/>
          </a:stretch>
        </p:blipFill>
        <p:spPr>
          <a:xfrm>
            <a:off x="1259632" y="1059582"/>
            <a:ext cx="1981372" cy="358171"/>
          </a:xfrm>
          <a:prstGeom prst="rect">
            <a:avLst/>
          </a:prstGeom>
        </p:spPr>
      </p:pic>
      <p:pic>
        <p:nvPicPr>
          <p:cNvPr id="5" name="图片 4">
            <a:extLst>
              <a:ext uri="{FF2B5EF4-FFF2-40B4-BE49-F238E27FC236}">
                <a16:creationId xmlns:a16="http://schemas.microsoft.com/office/drawing/2014/main" id="{52BA15E7-C3A9-7048-011C-AE2E7402008F}"/>
              </a:ext>
            </a:extLst>
          </p:cNvPr>
          <p:cNvPicPr>
            <a:picLocks noChangeAspect="1"/>
          </p:cNvPicPr>
          <p:nvPr/>
        </p:nvPicPr>
        <p:blipFill>
          <a:blip r:embed="rId4"/>
          <a:stretch>
            <a:fillRect/>
          </a:stretch>
        </p:blipFill>
        <p:spPr>
          <a:xfrm>
            <a:off x="0" y="1980243"/>
            <a:ext cx="9144000" cy="1183013"/>
          </a:xfrm>
          <a:prstGeom prst="rect">
            <a:avLst/>
          </a:prstGeom>
        </p:spPr>
      </p:pic>
    </p:spTree>
    <p:extLst>
      <p:ext uri="{BB962C8B-B14F-4D97-AF65-F5344CB8AC3E}">
        <p14:creationId xmlns:p14="http://schemas.microsoft.com/office/powerpoint/2010/main" val="40364054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虚拟内存的基本概念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C46B03E9-29E5-1437-1F68-C7FF3A79A89E}"/>
              </a:ext>
            </a:extLst>
          </p:cNvPr>
          <p:cNvPicPr>
            <a:picLocks noChangeAspect="1"/>
          </p:cNvPicPr>
          <p:nvPr/>
        </p:nvPicPr>
        <p:blipFill>
          <a:blip r:embed="rId3"/>
          <a:stretch>
            <a:fillRect/>
          </a:stretch>
        </p:blipFill>
        <p:spPr>
          <a:xfrm>
            <a:off x="1977165" y="1291479"/>
            <a:ext cx="5189670" cy="2560542"/>
          </a:xfrm>
          <a:prstGeom prst="rect">
            <a:avLst/>
          </a:prstGeom>
        </p:spPr>
      </p:pic>
    </p:spTree>
    <p:extLst>
      <p:ext uri="{BB962C8B-B14F-4D97-AF65-F5344CB8AC3E}">
        <p14:creationId xmlns:p14="http://schemas.microsoft.com/office/powerpoint/2010/main" val="261625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请求分页管理方式</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39D0EBB9-AB8F-B86C-FF15-0AD274971FE4}"/>
              </a:ext>
            </a:extLst>
          </p:cNvPr>
          <p:cNvPicPr>
            <a:picLocks noChangeAspect="1"/>
          </p:cNvPicPr>
          <p:nvPr/>
        </p:nvPicPr>
        <p:blipFill>
          <a:blip r:embed="rId3"/>
          <a:stretch>
            <a:fillRect/>
          </a:stretch>
        </p:blipFill>
        <p:spPr>
          <a:xfrm>
            <a:off x="683568" y="771550"/>
            <a:ext cx="7651143" cy="2248095"/>
          </a:xfrm>
          <a:prstGeom prst="rect">
            <a:avLst/>
          </a:prstGeom>
        </p:spPr>
      </p:pic>
      <p:pic>
        <p:nvPicPr>
          <p:cNvPr id="5" name="图片 4">
            <a:extLst>
              <a:ext uri="{FF2B5EF4-FFF2-40B4-BE49-F238E27FC236}">
                <a16:creationId xmlns:a16="http://schemas.microsoft.com/office/drawing/2014/main" id="{FC674DED-FAC3-FFF6-C67E-6A8EBF34094F}"/>
              </a:ext>
            </a:extLst>
          </p:cNvPr>
          <p:cNvPicPr>
            <a:picLocks noChangeAspect="1"/>
          </p:cNvPicPr>
          <p:nvPr/>
        </p:nvPicPr>
        <p:blipFill>
          <a:blip r:embed="rId4"/>
          <a:stretch>
            <a:fillRect/>
          </a:stretch>
        </p:blipFill>
        <p:spPr>
          <a:xfrm>
            <a:off x="2195736" y="3219822"/>
            <a:ext cx="3955123" cy="350550"/>
          </a:xfrm>
          <a:prstGeom prst="rect">
            <a:avLst/>
          </a:prstGeom>
        </p:spPr>
      </p:pic>
    </p:spTree>
    <p:extLst>
      <p:ext uri="{BB962C8B-B14F-4D97-AF65-F5344CB8AC3E}">
        <p14:creationId xmlns:p14="http://schemas.microsoft.com/office/powerpoint/2010/main" val="3036977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虚拟内存的基本概念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A2BEDFEE-1168-9A4D-1DB0-59C356FB3548}"/>
              </a:ext>
            </a:extLst>
          </p:cNvPr>
          <p:cNvPicPr>
            <a:picLocks noChangeAspect="1"/>
          </p:cNvPicPr>
          <p:nvPr/>
        </p:nvPicPr>
        <p:blipFill>
          <a:blip r:embed="rId3"/>
          <a:stretch>
            <a:fillRect/>
          </a:stretch>
        </p:blipFill>
        <p:spPr>
          <a:xfrm>
            <a:off x="982669" y="771550"/>
            <a:ext cx="7178662" cy="1158340"/>
          </a:xfrm>
          <a:prstGeom prst="rect">
            <a:avLst/>
          </a:prstGeom>
        </p:spPr>
      </p:pic>
    </p:spTree>
    <p:extLst>
      <p:ext uri="{BB962C8B-B14F-4D97-AF65-F5344CB8AC3E}">
        <p14:creationId xmlns:p14="http://schemas.microsoft.com/office/powerpoint/2010/main" val="1292115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虚拟内存的基本概念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1488DB8B-BA82-F567-7C6B-FEF16E65A717}"/>
              </a:ext>
            </a:extLst>
          </p:cNvPr>
          <p:cNvPicPr>
            <a:picLocks noChangeAspect="1"/>
          </p:cNvPicPr>
          <p:nvPr/>
        </p:nvPicPr>
        <p:blipFill>
          <a:blip r:embed="rId3"/>
          <a:stretch>
            <a:fillRect/>
          </a:stretch>
        </p:blipFill>
        <p:spPr>
          <a:xfrm>
            <a:off x="251520" y="636245"/>
            <a:ext cx="1150720" cy="525826"/>
          </a:xfrm>
          <a:prstGeom prst="rect">
            <a:avLst/>
          </a:prstGeom>
        </p:spPr>
      </p:pic>
      <p:pic>
        <p:nvPicPr>
          <p:cNvPr id="5" name="图片 4">
            <a:extLst>
              <a:ext uri="{FF2B5EF4-FFF2-40B4-BE49-F238E27FC236}">
                <a16:creationId xmlns:a16="http://schemas.microsoft.com/office/drawing/2014/main" id="{46E75182-82C9-D0C5-D41D-293E78E97255}"/>
              </a:ext>
            </a:extLst>
          </p:cNvPr>
          <p:cNvPicPr>
            <a:picLocks noChangeAspect="1"/>
          </p:cNvPicPr>
          <p:nvPr/>
        </p:nvPicPr>
        <p:blipFill>
          <a:blip r:embed="rId4"/>
          <a:stretch>
            <a:fillRect/>
          </a:stretch>
        </p:blipFill>
        <p:spPr>
          <a:xfrm>
            <a:off x="0" y="1215846"/>
            <a:ext cx="9144000" cy="808074"/>
          </a:xfrm>
          <a:prstGeom prst="rect">
            <a:avLst/>
          </a:prstGeom>
        </p:spPr>
      </p:pic>
    </p:spTree>
    <p:extLst>
      <p:ext uri="{BB962C8B-B14F-4D97-AF65-F5344CB8AC3E}">
        <p14:creationId xmlns:p14="http://schemas.microsoft.com/office/powerpoint/2010/main" val="1329257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虚拟内存的基本概念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2" name="图片 1">
            <a:extLst>
              <a:ext uri="{FF2B5EF4-FFF2-40B4-BE49-F238E27FC236}">
                <a16:creationId xmlns:a16="http://schemas.microsoft.com/office/drawing/2014/main" id="{937FD7C6-CB1E-20E5-668A-F56E83547CC2}"/>
              </a:ext>
            </a:extLst>
          </p:cNvPr>
          <p:cNvPicPr>
            <a:picLocks noChangeAspect="1"/>
          </p:cNvPicPr>
          <p:nvPr/>
        </p:nvPicPr>
        <p:blipFill>
          <a:blip r:embed="rId3"/>
          <a:stretch>
            <a:fillRect/>
          </a:stretch>
        </p:blipFill>
        <p:spPr>
          <a:xfrm>
            <a:off x="683568" y="675096"/>
            <a:ext cx="4747671" cy="4389500"/>
          </a:xfrm>
          <a:prstGeom prst="rect">
            <a:avLst/>
          </a:prstGeom>
        </p:spPr>
      </p:pic>
    </p:spTree>
    <p:extLst>
      <p:ext uri="{BB962C8B-B14F-4D97-AF65-F5344CB8AC3E}">
        <p14:creationId xmlns:p14="http://schemas.microsoft.com/office/powerpoint/2010/main" val="2286879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页面分配策略</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DEC5973D-83EC-E036-422A-475943A7D398}"/>
              </a:ext>
            </a:extLst>
          </p:cNvPr>
          <p:cNvPicPr>
            <a:picLocks noChangeAspect="1"/>
          </p:cNvPicPr>
          <p:nvPr/>
        </p:nvPicPr>
        <p:blipFill>
          <a:blip r:embed="rId3"/>
          <a:stretch>
            <a:fillRect/>
          </a:stretch>
        </p:blipFill>
        <p:spPr>
          <a:xfrm>
            <a:off x="140586" y="1908752"/>
            <a:ext cx="8862828" cy="1325995"/>
          </a:xfrm>
          <a:prstGeom prst="rect">
            <a:avLst/>
          </a:prstGeom>
        </p:spPr>
      </p:pic>
    </p:spTree>
    <p:extLst>
      <p:ext uri="{BB962C8B-B14F-4D97-AF65-F5344CB8AC3E}">
        <p14:creationId xmlns:p14="http://schemas.microsoft.com/office/powerpoint/2010/main" val="184207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虚拟内存的基本概念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AF187FAC-7D25-E917-927A-DD04F6E9E6C4}"/>
              </a:ext>
            </a:extLst>
          </p:cNvPr>
          <p:cNvPicPr>
            <a:picLocks noChangeAspect="1"/>
          </p:cNvPicPr>
          <p:nvPr/>
        </p:nvPicPr>
        <p:blipFill>
          <a:blip r:embed="rId3"/>
          <a:stretch>
            <a:fillRect/>
          </a:stretch>
        </p:blipFill>
        <p:spPr>
          <a:xfrm>
            <a:off x="0" y="1500736"/>
            <a:ext cx="9144000" cy="2142027"/>
          </a:xfrm>
          <a:prstGeom prst="rect">
            <a:avLst/>
          </a:prstGeom>
        </p:spPr>
      </p:pic>
    </p:spTree>
    <p:extLst>
      <p:ext uri="{BB962C8B-B14F-4D97-AF65-F5344CB8AC3E}">
        <p14:creationId xmlns:p14="http://schemas.microsoft.com/office/powerpoint/2010/main" val="530078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虚拟内存的基本概念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文本框 1">
            <a:extLst>
              <a:ext uri="{FF2B5EF4-FFF2-40B4-BE49-F238E27FC236}">
                <a16:creationId xmlns:a16="http://schemas.microsoft.com/office/drawing/2014/main" id="{4AA8F741-6BD9-FEA0-4A6F-23020A84EC3C}"/>
              </a:ext>
            </a:extLst>
          </p:cNvPr>
          <p:cNvSpPr txBox="1"/>
          <p:nvPr/>
        </p:nvSpPr>
        <p:spPr>
          <a:xfrm>
            <a:off x="467544" y="1491630"/>
            <a:ext cx="7776864" cy="1938992"/>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物理块调入算法</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endParaRPr lang="zh-CN" altLang="en-US" sz="2400" b="1" dirty="0">
              <a:solidFill>
                <a:srgbClr val="254061"/>
              </a:solidFill>
              <a:effectLst>
                <a:outerShdw blurRad="38100" dist="38100" dir="2700000" algn="tl">
                  <a:srgbClr val="000000">
                    <a:alpha val="43137"/>
                  </a:srgbClr>
                </a:outerShdw>
              </a:effectLst>
              <a:latin typeface="微软雅黑"/>
              <a:ea typeface="微软雅黑"/>
            </a:endParaRPr>
          </a:p>
          <a:p>
            <a:pPr marL="457200" indent="-457200">
              <a:buAutoNum type="arabicParenR"/>
            </a:pPr>
            <a:r>
              <a:rPr lang="zh-CN" altLang="en-US" sz="2400" b="1" dirty="0">
                <a:solidFill>
                  <a:srgbClr val="254061"/>
                </a:solidFill>
                <a:effectLst>
                  <a:outerShdw blurRad="38100" dist="38100" dir="2700000" algn="tl">
                    <a:srgbClr val="000000">
                      <a:alpha val="43137"/>
                    </a:srgbClr>
                  </a:outerShdw>
                </a:effectLst>
                <a:latin typeface="微软雅黑"/>
                <a:ea typeface="微软雅黑"/>
              </a:rPr>
              <a:t>平均分配算法</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pPr marL="457200" indent="-457200">
              <a:buAutoNum type="arabicParenR"/>
            </a:pPr>
            <a:r>
              <a:rPr lang="zh-CN" altLang="en-US" sz="2400" b="1" dirty="0">
                <a:solidFill>
                  <a:srgbClr val="254061"/>
                </a:solidFill>
                <a:effectLst>
                  <a:outerShdw blurRad="38100" dist="38100" dir="2700000" algn="tl">
                    <a:srgbClr val="000000">
                      <a:alpha val="43137"/>
                    </a:srgbClr>
                  </a:outerShdw>
                </a:effectLst>
                <a:latin typeface="微软雅黑"/>
                <a:ea typeface="微软雅黑"/>
              </a:rPr>
              <a:t>按比例分配算法</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pPr marL="457200" indent="-457200">
              <a:buAutoNum type="arabicParenR"/>
            </a:pPr>
            <a:r>
              <a:rPr lang="zh-CN" altLang="en-US" sz="2400" b="1" dirty="0">
                <a:solidFill>
                  <a:srgbClr val="254061"/>
                </a:solidFill>
                <a:effectLst>
                  <a:outerShdw blurRad="38100" dist="38100" dir="2700000" algn="tl">
                    <a:srgbClr val="000000">
                      <a:alpha val="43137"/>
                    </a:srgbClr>
                  </a:outerShdw>
                </a:effectLst>
                <a:latin typeface="微软雅黑"/>
                <a:ea typeface="微软雅黑"/>
              </a:rPr>
              <a:t>优先权分配算法</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spTree>
    <p:extLst>
      <p:ext uri="{BB962C8B-B14F-4D97-AF65-F5344CB8AC3E}">
        <p14:creationId xmlns:p14="http://schemas.microsoft.com/office/powerpoint/2010/main" val="3389578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虚拟内存的基本概念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49364025-271D-A689-3258-B1C1E3AB7ED4}"/>
              </a:ext>
            </a:extLst>
          </p:cNvPr>
          <p:cNvPicPr>
            <a:picLocks noChangeAspect="1"/>
          </p:cNvPicPr>
          <p:nvPr/>
        </p:nvPicPr>
        <p:blipFill>
          <a:blip r:embed="rId3"/>
          <a:stretch>
            <a:fillRect/>
          </a:stretch>
        </p:blipFill>
        <p:spPr>
          <a:xfrm>
            <a:off x="1382753" y="2087838"/>
            <a:ext cx="6378493" cy="967824"/>
          </a:xfrm>
          <a:prstGeom prst="rect">
            <a:avLst/>
          </a:prstGeom>
        </p:spPr>
      </p:pic>
    </p:spTree>
    <p:extLst>
      <p:ext uri="{BB962C8B-B14F-4D97-AF65-F5344CB8AC3E}">
        <p14:creationId xmlns:p14="http://schemas.microsoft.com/office/powerpoint/2010/main" val="1789398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虚拟内存的基本概念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BA3E71F8-08FA-7243-DA2D-CA4D2CBCC64E}"/>
              </a:ext>
            </a:extLst>
          </p:cNvPr>
          <p:cNvPicPr>
            <a:picLocks noChangeAspect="1"/>
          </p:cNvPicPr>
          <p:nvPr/>
        </p:nvPicPr>
        <p:blipFill>
          <a:blip r:embed="rId3"/>
          <a:stretch>
            <a:fillRect/>
          </a:stretch>
        </p:blipFill>
        <p:spPr>
          <a:xfrm>
            <a:off x="0" y="1861402"/>
            <a:ext cx="9144000" cy="710348"/>
          </a:xfrm>
          <a:prstGeom prst="rect">
            <a:avLst/>
          </a:prstGeom>
        </p:spPr>
      </p:pic>
    </p:spTree>
    <p:extLst>
      <p:ext uri="{BB962C8B-B14F-4D97-AF65-F5344CB8AC3E}">
        <p14:creationId xmlns:p14="http://schemas.microsoft.com/office/powerpoint/2010/main" val="4147655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虚拟内存的基本概念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文本框 1">
            <a:extLst>
              <a:ext uri="{FF2B5EF4-FFF2-40B4-BE49-F238E27FC236}">
                <a16:creationId xmlns:a16="http://schemas.microsoft.com/office/drawing/2014/main" id="{4AA8F741-6BD9-FEA0-4A6F-23020A84EC3C}"/>
              </a:ext>
            </a:extLst>
          </p:cNvPr>
          <p:cNvSpPr txBox="1"/>
          <p:nvPr/>
        </p:nvSpPr>
        <p:spPr>
          <a:xfrm>
            <a:off x="107504" y="1059582"/>
            <a:ext cx="8784976" cy="3293209"/>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如何调入页面</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r>
              <a:rPr lang="zh-CN" altLang="en-US" sz="2000" b="1" dirty="0">
                <a:solidFill>
                  <a:srgbClr val="254061"/>
                </a:solidFill>
                <a:effectLst>
                  <a:outerShdw blurRad="38100" dist="38100" dir="2700000" algn="tl">
                    <a:srgbClr val="000000">
                      <a:alpha val="43137"/>
                    </a:srgbClr>
                  </a:outerShdw>
                </a:effectLst>
                <a:latin typeface="微软雅黑"/>
                <a:ea typeface="微软雅黑"/>
              </a:rPr>
              <a:t>当进程所访问的页面不在内存中时</a:t>
            </a:r>
            <a:r>
              <a:rPr lang="en-US" altLang="zh-CN" sz="2000" b="1" dirty="0">
                <a:solidFill>
                  <a:srgbClr val="254061"/>
                </a:solidFill>
                <a:effectLst>
                  <a:outerShdw blurRad="38100" dist="38100" dir="2700000" algn="tl">
                    <a:srgbClr val="000000">
                      <a:alpha val="43137"/>
                    </a:srgbClr>
                  </a:outerShdw>
                </a:effectLst>
                <a:latin typeface="微软雅黑"/>
                <a:ea typeface="微软雅黑"/>
              </a:rPr>
              <a:t>(</a:t>
            </a:r>
            <a:r>
              <a:rPr lang="zh-CN" altLang="en-US" sz="2000" b="1" dirty="0">
                <a:solidFill>
                  <a:srgbClr val="254061"/>
                </a:solidFill>
                <a:effectLst>
                  <a:outerShdw blurRad="38100" dist="38100" dir="2700000" algn="tl">
                    <a:srgbClr val="000000">
                      <a:alpha val="43137"/>
                    </a:srgbClr>
                  </a:outerShdw>
                </a:effectLst>
                <a:latin typeface="微软雅黑"/>
                <a:ea typeface="微软雅黑"/>
              </a:rPr>
              <a:t>存在位为</a:t>
            </a:r>
            <a:r>
              <a:rPr lang="en-US" altLang="zh-CN" sz="2000" b="1" dirty="0">
                <a:solidFill>
                  <a:srgbClr val="254061"/>
                </a:solidFill>
                <a:effectLst>
                  <a:outerShdw blurRad="38100" dist="38100" dir="2700000" algn="tl">
                    <a:srgbClr val="000000">
                      <a:alpha val="43137"/>
                    </a:srgbClr>
                  </a:outerShdw>
                </a:effectLst>
                <a:latin typeface="微软雅黑"/>
                <a:ea typeface="微软雅黑"/>
              </a:rPr>
              <a:t>0)</a:t>
            </a:r>
            <a:r>
              <a:rPr lang="zh-CN" altLang="en-US" sz="2000" b="1" dirty="0">
                <a:solidFill>
                  <a:srgbClr val="254061"/>
                </a:solidFill>
                <a:effectLst>
                  <a:outerShdw blurRad="38100" dist="38100" dir="2700000" algn="tl">
                    <a:srgbClr val="000000">
                      <a:alpha val="43137"/>
                    </a:srgbClr>
                  </a:outerShdw>
                </a:effectLst>
                <a:latin typeface="微软雅黑"/>
                <a:ea typeface="微软雅黑"/>
              </a:rPr>
              <a:t>，便向</a:t>
            </a:r>
            <a:r>
              <a:rPr lang="en-US" altLang="zh-CN" sz="2000" b="1" dirty="0">
                <a:solidFill>
                  <a:srgbClr val="254061"/>
                </a:solidFill>
                <a:effectLst>
                  <a:outerShdw blurRad="38100" dist="38100" dir="2700000" algn="tl">
                    <a:srgbClr val="000000">
                      <a:alpha val="43137"/>
                    </a:srgbClr>
                  </a:outerShdw>
                </a:effectLst>
                <a:latin typeface="微软雅黑"/>
                <a:ea typeface="微软雅黑"/>
              </a:rPr>
              <a:t>CPU</a:t>
            </a:r>
            <a:r>
              <a:rPr lang="zh-CN" altLang="en-US" sz="2000" b="1" dirty="0">
                <a:solidFill>
                  <a:srgbClr val="254061"/>
                </a:solidFill>
                <a:effectLst>
                  <a:outerShdw blurRad="38100" dist="38100" dir="2700000" algn="tl">
                    <a:srgbClr val="000000">
                      <a:alpha val="43137"/>
                    </a:srgbClr>
                  </a:outerShdw>
                </a:effectLst>
                <a:latin typeface="微软雅黑"/>
                <a:ea typeface="微软雅黑"/>
              </a:rPr>
              <a:t>发出缺页中断，中断响应后便转入缺页中断处理程序。该程序通过查找页表得到该页的物理块，此时如果内存未满，则启动磁盘</a:t>
            </a:r>
            <a:r>
              <a:rPr lang="en-US" altLang="zh-CN" sz="20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000" b="1" dirty="0">
                <a:solidFill>
                  <a:srgbClr val="254061"/>
                </a:solidFill>
                <a:effectLst>
                  <a:outerShdw blurRad="38100" dist="38100" dir="2700000" algn="tl">
                    <a:srgbClr val="000000">
                      <a:alpha val="43137"/>
                    </a:srgbClr>
                  </a:outerShdw>
                </a:effectLst>
                <a:latin typeface="微软雅黑"/>
                <a:ea typeface="微软雅黑"/>
              </a:rPr>
              <a:t>将所缺页调入内存，并修改页表。如果内存已满，则先按某种置换算法从内存中选出一页准备换出：如果该页未被修改过</a:t>
            </a:r>
            <a:r>
              <a:rPr lang="en-US" altLang="zh-CN" sz="2000" b="1" dirty="0">
                <a:solidFill>
                  <a:srgbClr val="254061"/>
                </a:solidFill>
                <a:effectLst>
                  <a:outerShdw blurRad="38100" dist="38100" dir="2700000" algn="tl">
                    <a:srgbClr val="000000">
                      <a:alpha val="43137"/>
                    </a:srgbClr>
                  </a:outerShdw>
                </a:effectLst>
                <a:latin typeface="微软雅黑"/>
                <a:ea typeface="微软雅黑"/>
              </a:rPr>
              <a:t>(</a:t>
            </a:r>
            <a:r>
              <a:rPr lang="zh-CN" altLang="en-US" sz="2000" b="1" dirty="0">
                <a:solidFill>
                  <a:srgbClr val="254061"/>
                </a:solidFill>
                <a:effectLst>
                  <a:outerShdw blurRad="38100" dist="38100" dir="2700000" algn="tl">
                    <a:srgbClr val="000000">
                      <a:alpha val="43137"/>
                    </a:srgbClr>
                  </a:outerShdw>
                </a:effectLst>
                <a:latin typeface="微软雅黑"/>
                <a:ea typeface="微软雅黑"/>
              </a:rPr>
              <a:t>修改位为</a:t>
            </a:r>
            <a:r>
              <a:rPr lang="en-US" altLang="zh-CN" sz="2000" b="1" dirty="0">
                <a:solidFill>
                  <a:srgbClr val="254061"/>
                </a:solidFill>
                <a:effectLst>
                  <a:outerShdw blurRad="38100" dist="38100" dir="2700000" algn="tl">
                    <a:srgbClr val="000000">
                      <a:alpha val="43137"/>
                    </a:srgbClr>
                  </a:outerShdw>
                </a:effectLst>
                <a:latin typeface="微软雅黑"/>
                <a:ea typeface="微软雅黑"/>
              </a:rPr>
              <a:t>0)</a:t>
            </a:r>
            <a:r>
              <a:rPr lang="zh-CN" altLang="en-US" sz="2000" b="1" dirty="0">
                <a:solidFill>
                  <a:srgbClr val="254061"/>
                </a:solidFill>
                <a:effectLst>
                  <a:outerShdw blurRad="38100" dist="38100" dir="2700000" algn="tl">
                    <a:srgbClr val="000000">
                      <a:alpha val="43137"/>
                    </a:srgbClr>
                  </a:outerShdw>
                </a:effectLst>
                <a:latin typeface="微软雅黑"/>
                <a:ea typeface="微软雅黑"/>
              </a:rPr>
              <a:t>，则无须将该页写回磁盘；但是，如果该页已被修改</a:t>
            </a:r>
            <a:r>
              <a:rPr lang="en-US" altLang="zh-CN" sz="2000" b="1" dirty="0">
                <a:solidFill>
                  <a:srgbClr val="254061"/>
                </a:solidFill>
                <a:effectLst>
                  <a:outerShdw blurRad="38100" dist="38100" dir="2700000" algn="tl">
                    <a:srgbClr val="000000">
                      <a:alpha val="43137"/>
                    </a:srgbClr>
                  </a:outerShdw>
                </a:effectLst>
                <a:latin typeface="微软雅黑"/>
                <a:ea typeface="微软雅黑"/>
              </a:rPr>
              <a:t>(</a:t>
            </a:r>
            <a:r>
              <a:rPr lang="zh-CN" altLang="en-US" sz="2000" b="1" dirty="0">
                <a:solidFill>
                  <a:srgbClr val="254061"/>
                </a:solidFill>
                <a:effectLst>
                  <a:outerShdw blurRad="38100" dist="38100" dir="2700000" algn="tl">
                    <a:srgbClr val="000000">
                      <a:alpha val="43137"/>
                    </a:srgbClr>
                  </a:outerShdw>
                </a:effectLst>
                <a:latin typeface="微软雅黑"/>
                <a:ea typeface="微软雅黑"/>
              </a:rPr>
              <a:t>修改位为</a:t>
            </a:r>
            <a:r>
              <a:rPr lang="en-US" altLang="zh-CN" sz="2000" b="1" dirty="0">
                <a:solidFill>
                  <a:srgbClr val="254061"/>
                </a:solidFill>
                <a:effectLst>
                  <a:outerShdw blurRad="38100" dist="38100" dir="2700000" algn="tl">
                    <a:srgbClr val="000000">
                      <a:alpha val="43137"/>
                    </a:srgbClr>
                  </a:outerShdw>
                </a:effectLst>
                <a:latin typeface="微软雅黑"/>
                <a:ea typeface="微软雅黑"/>
              </a:rPr>
              <a:t>1)</a:t>
            </a:r>
            <a:r>
              <a:rPr lang="zh-CN" altLang="en-US" sz="2000" b="1" dirty="0">
                <a:solidFill>
                  <a:srgbClr val="254061"/>
                </a:solidFill>
                <a:effectLst>
                  <a:outerShdw blurRad="38100" dist="38100" dir="2700000" algn="tl">
                    <a:srgbClr val="000000">
                      <a:alpha val="43137"/>
                    </a:srgbClr>
                  </a:outerShdw>
                </a:effectLst>
                <a:latin typeface="微软雅黑"/>
                <a:ea typeface="微软雅黑"/>
              </a:rPr>
              <a:t>，则必须将该页写回磁盘，然后将所缺页调入内存，并修改页表中的相应表项，置其存在位为</a:t>
            </a:r>
            <a:r>
              <a:rPr lang="en-US" altLang="zh-CN" sz="2000" b="1" dirty="0">
                <a:solidFill>
                  <a:srgbClr val="254061"/>
                </a:solidFill>
                <a:effectLst>
                  <a:outerShdw blurRad="38100" dist="38100" dir="2700000" algn="tl">
                    <a:srgbClr val="000000">
                      <a:alpha val="43137"/>
                    </a:srgbClr>
                  </a:outerShdw>
                </a:effectLst>
                <a:latin typeface="微软雅黑"/>
                <a:ea typeface="微软雅黑"/>
              </a:rPr>
              <a:t>1</a:t>
            </a:r>
            <a:r>
              <a:rPr lang="zh-CN" altLang="en-US" sz="2000" b="1" dirty="0">
                <a:solidFill>
                  <a:srgbClr val="254061"/>
                </a:solidFill>
                <a:effectLst>
                  <a:outerShdw blurRad="38100" dist="38100" dir="2700000" algn="tl">
                    <a:srgbClr val="000000">
                      <a:alpha val="43137"/>
                    </a:srgbClr>
                  </a:outerShdw>
                </a:effectLst>
                <a:latin typeface="微软雅黑"/>
                <a:ea typeface="微软雅黑"/>
              </a:rPr>
              <a:t>。调入完成后，进程就可利用修改后的页表形成所要访问数据的内存地址。</a:t>
            </a:r>
          </a:p>
        </p:txBody>
      </p:sp>
    </p:spTree>
    <p:extLst>
      <p:ext uri="{BB962C8B-B14F-4D97-AF65-F5344CB8AC3E}">
        <p14:creationId xmlns:p14="http://schemas.microsoft.com/office/powerpoint/2010/main" val="764866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页面置换算法</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DC34EDAE-FEF7-1A4D-867C-DB4854ABC4F9}"/>
              </a:ext>
            </a:extLst>
          </p:cNvPr>
          <p:cNvPicPr>
            <a:picLocks noChangeAspect="1"/>
          </p:cNvPicPr>
          <p:nvPr/>
        </p:nvPicPr>
        <p:blipFill>
          <a:blip r:embed="rId3"/>
          <a:stretch>
            <a:fillRect/>
          </a:stretch>
        </p:blipFill>
        <p:spPr>
          <a:xfrm>
            <a:off x="755576" y="987574"/>
            <a:ext cx="6660457" cy="548688"/>
          </a:xfrm>
          <a:prstGeom prst="rect">
            <a:avLst/>
          </a:prstGeom>
        </p:spPr>
      </p:pic>
      <p:pic>
        <p:nvPicPr>
          <p:cNvPr id="5" name="图片 4">
            <a:extLst>
              <a:ext uri="{FF2B5EF4-FFF2-40B4-BE49-F238E27FC236}">
                <a16:creationId xmlns:a16="http://schemas.microsoft.com/office/drawing/2014/main" id="{283995EE-3F5E-4CFB-0F64-10FE20C57576}"/>
              </a:ext>
            </a:extLst>
          </p:cNvPr>
          <p:cNvPicPr>
            <a:picLocks noChangeAspect="1"/>
          </p:cNvPicPr>
          <p:nvPr/>
        </p:nvPicPr>
        <p:blipFill>
          <a:blip r:embed="rId4"/>
          <a:stretch>
            <a:fillRect/>
          </a:stretch>
        </p:blipFill>
        <p:spPr>
          <a:xfrm>
            <a:off x="740685" y="1666592"/>
            <a:ext cx="3795089" cy="441998"/>
          </a:xfrm>
          <a:prstGeom prst="rect">
            <a:avLst/>
          </a:prstGeom>
        </p:spPr>
      </p:pic>
      <p:pic>
        <p:nvPicPr>
          <p:cNvPr id="8" name="图片 7">
            <a:extLst>
              <a:ext uri="{FF2B5EF4-FFF2-40B4-BE49-F238E27FC236}">
                <a16:creationId xmlns:a16="http://schemas.microsoft.com/office/drawing/2014/main" id="{272D859B-54C7-B86C-ACC9-8DC329C504B7}"/>
              </a:ext>
            </a:extLst>
          </p:cNvPr>
          <p:cNvPicPr>
            <a:picLocks noChangeAspect="1"/>
          </p:cNvPicPr>
          <p:nvPr/>
        </p:nvPicPr>
        <p:blipFill>
          <a:blip r:embed="rId5"/>
          <a:stretch>
            <a:fillRect/>
          </a:stretch>
        </p:blipFill>
        <p:spPr>
          <a:xfrm>
            <a:off x="930850" y="2564467"/>
            <a:ext cx="5738357" cy="1074513"/>
          </a:xfrm>
          <a:prstGeom prst="rect">
            <a:avLst/>
          </a:prstGeom>
        </p:spPr>
      </p:pic>
    </p:spTree>
    <p:extLst>
      <p:ext uri="{BB962C8B-B14F-4D97-AF65-F5344CB8AC3E}">
        <p14:creationId xmlns:p14="http://schemas.microsoft.com/office/powerpoint/2010/main" val="2816518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虚拟内存的基本概念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C24E9631-D28A-D83B-5CDA-521F2824F065}"/>
              </a:ext>
            </a:extLst>
          </p:cNvPr>
          <p:cNvPicPr>
            <a:picLocks noChangeAspect="1"/>
          </p:cNvPicPr>
          <p:nvPr/>
        </p:nvPicPr>
        <p:blipFill>
          <a:blip r:embed="rId3"/>
          <a:stretch>
            <a:fillRect/>
          </a:stretch>
        </p:blipFill>
        <p:spPr>
          <a:xfrm>
            <a:off x="611560" y="843558"/>
            <a:ext cx="7544454" cy="1013548"/>
          </a:xfrm>
          <a:prstGeom prst="rect">
            <a:avLst/>
          </a:prstGeom>
        </p:spPr>
      </p:pic>
      <p:pic>
        <p:nvPicPr>
          <p:cNvPr id="5" name="图片 4">
            <a:extLst>
              <a:ext uri="{FF2B5EF4-FFF2-40B4-BE49-F238E27FC236}">
                <a16:creationId xmlns:a16="http://schemas.microsoft.com/office/drawing/2014/main" id="{5F375AE0-9EA8-CBC3-EF86-76F5A05C942B}"/>
              </a:ext>
            </a:extLst>
          </p:cNvPr>
          <p:cNvPicPr>
            <a:picLocks noChangeAspect="1"/>
          </p:cNvPicPr>
          <p:nvPr/>
        </p:nvPicPr>
        <p:blipFill>
          <a:blip r:embed="rId4"/>
          <a:stretch>
            <a:fillRect/>
          </a:stretch>
        </p:blipFill>
        <p:spPr>
          <a:xfrm>
            <a:off x="611560" y="2931790"/>
            <a:ext cx="5715495" cy="1082134"/>
          </a:xfrm>
          <a:prstGeom prst="rect">
            <a:avLst/>
          </a:prstGeom>
        </p:spPr>
      </p:pic>
    </p:spTree>
    <p:extLst>
      <p:ext uri="{BB962C8B-B14F-4D97-AF65-F5344CB8AC3E}">
        <p14:creationId xmlns:p14="http://schemas.microsoft.com/office/powerpoint/2010/main" val="1159226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虚拟内存的基本概念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3E3E5C45-BC20-4B80-8689-DE56365F81E2}"/>
              </a:ext>
            </a:extLst>
          </p:cNvPr>
          <p:cNvPicPr>
            <a:picLocks noChangeAspect="1"/>
          </p:cNvPicPr>
          <p:nvPr/>
        </p:nvPicPr>
        <p:blipFill>
          <a:blip r:embed="rId3"/>
          <a:stretch>
            <a:fillRect/>
          </a:stretch>
        </p:blipFill>
        <p:spPr>
          <a:xfrm>
            <a:off x="655762" y="919799"/>
            <a:ext cx="7832476" cy="3303901"/>
          </a:xfrm>
          <a:prstGeom prst="rect">
            <a:avLst/>
          </a:prstGeom>
        </p:spPr>
      </p:pic>
    </p:spTree>
    <p:extLst>
      <p:ext uri="{BB962C8B-B14F-4D97-AF65-F5344CB8AC3E}">
        <p14:creationId xmlns:p14="http://schemas.microsoft.com/office/powerpoint/2010/main" val="1744626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虚拟内存的基本概念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52DAA6DE-4F48-B042-6394-CE611DDA251A}"/>
              </a:ext>
            </a:extLst>
          </p:cNvPr>
          <p:cNvPicPr>
            <a:picLocks noChangeAspect="1"/>
          </p:cNvPicPr>
          <p:nvPr/>
        </p:nvPicPr>
        <p:blipFill>
          <a:blip r:embed="rId3"/>
          <a:stretch>
            <a:fillRect/>
          </a:stretch>
        </p:blipFill>
        <p:spPr>
          <a:xfrm>
            <a:off x="0" y="843558"/>
            <a:ext cx="9144000" cy="709639"/>
          </a:xfrm>
          <a:prstGeom prst="rect">
            <a:avLst/>
          </a:prstGeom>
        </p:spPr>
      </p:pic>
      <p:pic>
        <p:nvPicPr>
          <p:cNvPr id="5" name="图片 4">
            <a:extLst>
              <a:ext uri="{FF2B5EF4-FFF2-40B4-BE49-F238E27FC236}">
                <a16:creationId xmlns:a16="http://schemas.microsoft.com/office/drawing/2014/main" id="{A71CA27D-6710-DBDC-9A1F-6C2DF1858BB9}"/>
              </a:ext>
            </a:extLst>
          </p:cNvPr>
          <p:cNvPicPr>
            <a:picLocks noChangeAspect="1"/>
          </p:cNvPicPr>
          <p:nvPr/>
        </p:nvPicPr>
        <p:blipFill>
          <a:blip r:embed="rId4"/>
          <a:stretch>
            <a:fillRect/>
          </a:stretch>
        </p:blipFill>
        <p:spPr>
          <a:xfrm>
            <a:off x="557684" y="1970123"/>
            <a:ext cx="8028631" cy="1512168"/>
          </a:xfrm>
          <a:prstGeom prst="rect">
            <a:avLst/>
          </a:prstGeom>
        </p:spPr>
      </p:pic>
    </p:spTree>
    <p:extLst>
      <p:ext uri="{BB962C8B-B14F-4D97-AF65-F5344CB8AC3E}">
        <p14:creationId xmlns:p14="http://schemas.microsoft.com/office/powerpoint/2010/main" val="3165916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虚拟内存的基本概念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10" name="图片 9">
            <a:extLst>
              <a:ext uri="{FF2B5EF4-FFF2-40B4-BE49-F238E27FC236}">
                <a16:creationId xmlns:a16="http://schemas.microsoft.com/office/drawing/2014/main" id="{FE8FAEF0-D1DF-A66C-63CB-7F40FBFF988E}"/>
              </a:ext>
            </a:extLst>
          </p:cNvPr>
          <p:cNvPicPr>
            <a:picLocks noChangeAspect="1"/>
          </p:cNvPicPr>
          <p:nvPr/>
        </p:nvPicPr>
        <p:blipFill>
          <a:blip r:embed="rId3"/>
          <a:stretch>
            <a:fillRect/>
          </a:stretch>
        </p:blipFill>
        <p:spPr>
          <a:xfrm>
            <a:off x="1115616" y="2181023"/>
            <a:ext cx="7330790" cy="1651601"/>
          </a:xfrm>
          <a:prstGeom prst="rect">
            <a:avLst/>
          </a:prstGeom>
        </p:spPr>
      </p:pic>
      <p:pic>
        <p:nvPicPr>
          <p:cNvPr id="7" name="图片 6">
            <a:extLst>
              <a:ext uri="{FF2B5EF4-FFF2-40B4-BE49-F238E27FC236}">
                <a16:creationId xmlns:a16="http://schemas.microsoft.com/office/drawing/2014/main" id="{42DB6FE6-8FF0-21F6-8909-12C239CD8140}"/>
              </a:ext>
            </a:extLst>
          </p:cNvPr>
          <p:cNvPicPr>
            <a:picLocks noChangeAspect="1"/>
          </p:cNvPicPr>
          <p:nvPr/>
        </p:nvPicPr>
        <p:blipFill>
          <a:blip r:embed="rId4"/>
          <a:stretch>
            <a:fillRect/>
          </a:stretch>
        </p:blipFill>
        <p:spPr>
          <a:xfrm>
            <a:off x="107504" y="821770"/>
            <a:ext cx="1785040" cy="432048"/>
          </a:xfrm>
          <a:prstGeom prst="rect">
            <a:avLst/>
          </a:prstGeom>
        </p:spPr>
      </p:pic>
      <p:pic>
        <p:nvPicPr>
          <p:cNvPr id="11" name="图片 10">
            <a:extLst>
              <a:ext uri="{FF2B5EF4-FFF2-40B4-BE49-F238E27FC236}">
                <a16:creationId xmlns:a16="http://schemas.microsoft.com/office/drawing/2014/main" id="{76BA26D4-2B4C-6558-C3DC-71C62AFA91D2}"/>
              </a:ext>
            </a:extLst>
          </p:cNvPr>
          <p:cNvPicPr>
            <a:picLocks noChangeAspect="1"/>
          </p:cNvPicPr>
          <p:nvPr/>
        </p:nvPicPr>
        <p:blipFill>
          <a:blip r:embed="rId5"/>
          <a:stretch>
            <a:fillRect/>
          </a:stretch>
        </p:blipFill>
        <p:spPr>
          <a:xfrm>
            <a:off x="107504" y="1375224"/>
            <a:ext cx="8963073" cy="684393"/>
          </a:xfrm>
          <a:prstGeom prst="rect">
            <a:avLst/>
          </a:prstGeom>
        </p:spPr>
      </p:pic>
    </p:spTree>
    <p:extLst>
      <p:ext uri="{BB962C8B-B14F-4D97-AF65-F5344CB8AC3E}">
        <p14:creationId xmlns:p14="http://schemas.microsoft.com/office/powerpoint/2010/main" val="30095897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虚拟内存的基本概念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C922CFAE-B6E1-00F7-9120-03A7604D20C5}"/>
              </a:ext>
            </a:extLst>
          </p:cNvPr>
          <p:cNvPicPr>
            <a:picLocks noChangeAspect="1"/>
          </p:cNvPicPr>
          <p:nvPr/>
        </p:nvPicPr>
        <p:blipFill>
          <a:blip r:embed="rId3"/>
          <a:stretch>
            <a:fillRect/>
          </a:stretch>
        </p:blipFill>
        <p:spPr>
          <a:xfrm>
            <a:off x="0" y="1465546"/>
            <a:ext cx="9144000" cy="2212407"/>
          </a:xfrm>
          <a:prstGeom prst="rect">
            <a:avLst/>
          </a:prstGeom>
        </p:spPr>
      </p:pic>
    </p:spTree>
    <p:extLst>
      <p:ext uri="{BB962C8B-B14F-4D97-AF65-F5344CB8AC3E}">
        <p14:creationId xmlns:p14="http://schemas.microsoft.com/office/powerpoint/2010/main" val="15910801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虚拟内存的基本概念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977E31FE-2049-489D-B783-F932E55F1D7C}"/>
              </a:ext>
            </a:extLst>
          </p:cNvPr>
          <p:cNvPicPr>
            <a:picLocks noChangeAspect="1"/>
          </p:cNvPicPr>
          <p:nvPr/>
        </p:nvPicPr>
        <p:blipFill>
          <a:blip r:embed="rId3"/>
          <a:stretch>
            <a:fillRect/>
          </a:stretch>
        </p:blipFill>
        <p:spPr>
          <a:xfrm>
            <a:off x="107504" y="1995686"/>
            <a:ext cx="8624425" cy="1368152"/>
          </a:xfrm>
          <a:prstGeom prst="rect">
            <a:avLst/>
          </a:prstGeom>
        </p:spPr>
      </p:pic>
    </p:spTree>
    <p:extLst>
      <p:ext uri="{BB962C8B-B14F-4D97-AF65-F5344CB8AC3E}">
        <p14:creationId xmlns:p14="http://schemas.microsoft.com/office/powerpoint/2010/main" val="22775660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虚拟内存的基本概念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5" name="图片 4">
            <a:extLst>
              <a:ext uri="{FF2B5EF4-FFF2-40B4-BE49-F238E27FC236}">
                <a16:creationId xmlns:a16="http://schemas.microsoft.com/office/drawing/2014/main" id="{20C7A23D-C966-076C-A323-4F2117AA0607}"/>
              </a:ext>
            </a:extLst>
          </p:cNvPr>
          <p:cNvPicPr>
            <a:picLocks noChangeAspect="1"/>
          </p:cNvPicPr>
          <p:nvPr/>
        </p:nvPicPr>
        <p:blipFill>
          <a:blip r:embed="rId3"/>
          <a:stretch>
            <a:fillRect/>
          </a:stretch>
        </p:blipFill>
        <p:spPr>
          <a:xfrm>
            <a:off x="1552309" y="1851670"/>
            <a:ext cx="6039382" cy="1440160"/>
          </a:xfrm>
          <a:prstGeom prst="rect">
            <a:avLst/>
          </a:prstGeom>
        </p:spPr>
      </p:pic>
    </p:spTree>
    <p:extLst>
      <p:ext uri="{BB962C8B-B14F-4D97-AF65-F5344CB8AC3E}">
        <p14:creationId xmlns:p14="http://schemas.microsoft.com/office/powerpoint/2010/main" val="38064654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虚拟内存的基本概念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8" name="图片 7">
            <a:extLst>
              <a:ext uri="{FF2B5EF4-FFF2-40B4-BE49-F238E27FC236}">
                <a16:creationId xmlns:a16="http://schemas.microsoft.com/office/drawing/2014/main" id="{71D8F37F-8CAD-2820-0B60-EC2E4F257663}"/>
              </a:ext>
            </a:extLst>
          </p:cNvPr>
          <p:cNvPicPr>
            <a:picLocks noChangeAspect="1"/>
          </p:cNvPicPr>
          <p:nvPr/>
        </p:nvPicPr>
        <p:blipFill>
          <a:blip r:embed="rId3"/>
          <a:stretch>
            <a:fillRect/>
          </a:stretch>
        </p:blipFill>
        <p:spPr>
          <a:xfrm>
            <a:off x="253984" y="1419622"/>
            <a:ext cx="8636031" cy="1232479"/>
          </a:xfrm>
          <a:prstGeom prst="rect">
            <a:avLst/>
          </a:prstGeom>
        </p:spPr>
      </p:pic>
      <p:pic>
        <p:nvPicPr>
          <p:cNvPr id="3" name="图片 2">
            <a:extLst>
              <a:ext uri="{FF2B5EF4-FFF2-40B4-BE49-F238E27FC236}">
                <a16:creationId xmlns:a16="http://schemas.microsoft.com/office/drawing/2014/main" id="{8E0DFDAD-0160-3776-F468-1955FF88729C}"/>
              </a:ext>
            </a:extLst>
          </p:cNvPr>
          <p:cNvPicPr>
            <a:picLocks noChangeAspect="1"/>
          </p:cNvPicPr>
          <p:nvPr/>
        </p:nvPicPr>
        <p:blipFill>
          <a:blip r:embed="rId4"/>
          <a:stretch>
            <a:fillRect/>
          </a:stretch>
        </p:blipFill>
        <p:spPr>
          <a:xfrm>
            <a:off x="2343090" y="3075806"/>
            <a:ext cx="4457817" cy="1006955"/>
          </a:xfrm>
          <a:prstGeom prst="rect">
            <a:avLst/>
          </a:prstGeom>
        </p:spPr>
      </p:pic>
    </p:spTree>
    <p:extLst>
      <p:ext uri="{BB962C8B-B14F-4D97-AF65-F5344CB8AC3E}">
        <p14:creationId xmlns:p14="http://schemas.microsoft.com/office/powerpoint/2010/main" val="27132530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内存映射文件</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09581255-C949-B61D-BD50-FCC1A626F117}"/>
              </a:ext>
            </a:extLst>
          </p:cNvPr>
          <p:cNvPicPr>
            <a:picLocks noChangeAspect="1"/>
          </p:cNvPicPr>
          <p:nvPr/>
        </p:nvPicPr>
        <p:blipFill>
          <a:blip r:embed="rId3"/>
          <a:stretch>
            <a:fillRect/>
          </a:stretch>
        </p:blipFill>
        <p:spPr>
          <a:xfrm>
            <a:off x="1860786" y="1324715"/>
            <a:ext cx="5422428" cy="2494069"/>
          </a:xfrm>
          <a:prstGeom prst="rect">
            <a:avLst/>
          </a:prstGeom>
        </p:spPr>
      </p:pic>
    </p:spTree>
    <p:extLst>
      <p:ext uri="{BB962C8B-B14F-4D97-AF65-F5344CB8AC3E}">
        <p14:creationId xmlns:p14="http://schemas.microsoft.com/office/powerpoint/2010/main" val="31576248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1C2C10F-432C-086C-100C-6024B1EF49F2}"/>
              </a:ext>
            </a:extLst>
          </p:cNvPr>
          <p:cNvSpPr txBox="1"/>
          <p:nvPr/>
        </p:nvSpPr>
        <p:spPr>
          <a:xfrm>
            <a:off x="971600" y="915566"/>
            <a:ext cx="7128792" cy="2985433"/>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1)为什么要引入虚拟内存？</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endParaRPr lang="zh-CN" altLang="en-US" sz="2400" b="1" dirty="0">
              <a:solidFill>
                <a:srgbClr val="254061"/>
              </a:solidFill>
              <a:effectLst>
                <a:outerShdw blurRad="38100" dist="38100" dir="2700000" algn="tl">
                  <a:srgbClr val="000000">
                    <a:alpha val="43137"/>
                  </a:srgbClr>
                </a:outerShdw>
              </a:effectLst>
              <a:latin typeface="微软雅黑"/>
              <a:ea typeface="微软雅黑"/>
            </a:endParaRPr>
          </a:p>
          <a:p>
            <a:r>
              <a:rPr lang="zh-CN" altLang="en-US" sz="2000" b="1" dirty="0">
                <a:solidFill>
                  <a:srgbClr val="254061"/>
                </a:solidFill>
                <a:effectLst>
                  <a:outerShdw blurRad="38100" dist="38100" dir="2700000" algn="tl">
                    <a:srgbClr val="000000">
                      <a:alpha val="43137"/>
                    </a:srgbClr>
                  </a:outerShdw>
                </a:effectLst>
                <a:latin typeface="微软雅黑"/>
                <a:ea typeface="微软雅黑"/>
              </a:rPr>
              <a:t>上一节提到过，多道程序并发执行不仅使进程之间共享了处理器，而且同时共享了主存。然而，随着对处理器需求的增长，进程的执行速度会以某种合理平滑的方式慢下来。但是，若同时运行的进程太多，则需要很多的内存，当一个程序没有内存空间可用时，那么它甚至无法运行。所以，在物理上扩展内存相对有限的条件下，应尝试以一些其他可行的方式在逻辑上扩充内存。</a:t>
            </a:r>
          </a:p>
        </p:txBody>
      </p:sp>
    </p:spTree>
    <p:extLst>
      <p:ext uri="{BB962C8B-B14F-4D97-AF65-F5344CB8AC3E}">
        <p14:creationId xmlns:p14="http://schemas.microsoft.com/office/powerpoint/2010/main" val="867622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ADB038A-1D19-67D0-B857-17689B225B27}"/>
              </a:ext>
            </a:extLst>
          </p:cNvPr>
          <p:cNvSpPr txBox="1"/>
          <p:nvPr/>
        </p:nvSpPr>
        <p:spPr>
          <a:xfrm>
            <a:off x="422821" y="699542"/>
            <a:ext cx="8298357" cy="4154984"/>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2)虚拟内存（虚存）空间的大小由什么因素决定？</a:t>
            </a:r>
          </a:p>
          <a:p>
            <a:endParaRPr lang="en-US" altLang="zh-CN" sz="2000" b="1" dirty="0">
              <a:solidFill>
                <a:srgbClr val="254061"/>
              </a:solidFill>
              <a:effectLst>
                <a:outerShdw blurRad="38100" dist="38100" dir="2700000" algn="tl">
                  <a:srgbClr val="000000">
                    <a:alpha val="43137"/>
                  </a:srgbClr>
                </a:outerShdw>
              </a:effectLst>
              <a:latin typeface="微软雅黑"/>
              <a:ea typeface="微软雅黑"/>
            </a:endParaRPr>
          </a:p>
          <a:p>
            <a:r>
              <a:rPr lang="zh-CN" altLang="en-US" sz="2000" b="1" dirty="0">
                <a:solidFill>
                  <a:srgbClr val="254061"/>
                </a:solidFill>
                <a:effectLst>
                  <a:outerShdw blurRad="38100" dist="38100" dir="2700000" algn="tl">
                    <a:srgbClr val="000000">
                      <a:alpha val="43137"/>
                    </a:srgbClr>
                  </a:outerShdw>
                </a:effectLst>
                <a:latin typeface="微软雅黑"/>
                <a:ea typeface="微软雅黑"/>
              </a:rPr>
              <a:t>虚存的容量要满足以下两个条件：</a:t>
            </a:r>
          </a:p>
          <a:p>
            <a:r>
              <a:rPr lang="zh-CN" altLang="en-US" sz="2000" b="1" dirty="0">
                <a:solidFill>
                  <a:srgbClr val="254061"/>
                </a:solidFill>
                <a:effectLst>
                  <a:outerShdw blurRad="38100" dist="38100" dir="2700000" algn="tl">
                    <a:srgbClr val="000000">
                      <a:alpha val="43137"/>
                    </a:srgbClr>
                  </a:outerShdw>
                </a:effectLst>
                <a:latin typeface="微软雅黑"/>
                <a:ea typeface="微软雅黑"/>
              </a:rPr>
              <a:t>①虚存的实际容量≤内存容量和外存容量之和，这是硬件的硬性条件规定的，若虚存的实际容量超过了这个容量，则没有相应的空间来供虚存使用。</a:t>
            </a:r>
          </a:p>
          <a:p>
            <a:r>
              <a:rPr lang="zh-CN" altLang="en-US" sz="2000" b="1" dirty="0">
                <a:solidFill>
                  <a:srgbClr val="254061"/>
                </a:solidFill>
                <a:effectLst>
                  <a:outerShdw blurRad="38100" dist="38100" dir="2700000" algn="tl">
                    <a:srgbClr val="000000">
                      <a:alpha val="43137"/>
                    </a:srgbClr>
                  </a:outerShdw>
                </a:effectLst>
                <a:latin typeface="微软雅黑"/>
                <a:ea typeface="微软雅黑"/>
              </a:rPr>
              <a:t>②虚存的最大容量≤计算机的地址位数能容纳的最大容量。假设地址是32位的，按字节编址，一个地址代表1B存储空间，则虚存的最大容量≤4GB(2B)。这是因为若虚存的最大容量超过4GB,则32位的地址将无法访问全部虚存，也就是说4GB以后的空间被浪费了，相当于没有一样，没有任何意义。</a:t>
            </a:r>
          </a:p>
          <a:p>
            <a:r>
              <a:rPr lang="zh-CN" altLang="en-US" sz="2000" b="1" dirty="0">
                <a:solidFill>
                  <a:srgbClr val="254061"/>
                </a:solidFill>
                <a:effectLst>
                  <a:outerShdw blurRad="38100" dist="38100" dir="2700000" algn="tl">
                    <a:srgbClr val="000000">
                      <a:alpha val="43137"/>
                    </a:srgbClr>
                  </a:outerShdw>
                </a:effectLst>
                <a:latin typeface="微软雅黑"/>
                <a:ea typeface="微软雅黑"/>
              </a:rPr>
              <a:t>实际虚存的容量是取条件①和②的交集，即两个条件都要满足，仅满足一个条件是不行的。</a:t>
            </a:r>
          </a:p>
        </p:txBody>
      </p:sp>
    </p:spTree>
    <p:extLst>
      <p:ext uri="{BB962C8B-B14F-4D97-AF65-F5344CB8AC3E}">
        <p14:creationId xmlns:p14="http://schemas.microsoft.com/office/powerpoint/2010/main" val="40398351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09FCCD9-DC4E-1C70-29F4-3892C401011A}"/>
              </a:ext>
            </a:extLst>
          </p:cNvPr>
          <p:cNvSpPr txBox="1"/>
          <p:nvPr/>
        </p:nvSpPr>
        <p:spPr>
          <a:xfrm>
            <a:off x="683568" y="1262003"/>
            <a:ext cx="7848872" cy="2062103"/>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3)虚拟内存是怎么解决问题的？会带来什么问题？</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endParaRPr lang="zh-CN" altLang="en-US" sz="2400" b="1" dirty="0">
              <a:solidFill>
                <a:srgbClr val="254061"/>
              </a:solidFill>
              <a:effectLst>
                <a:outerShdw blurRad="38100" dist="38100" dir="2700000" algn="tl">
                  <a:srgbClr val="000000">
                    <a:alpha val="43137"/>
                  </a:srgbClr>
                </a:outerShdw>
              </a:effectLst>
              <a:latin typeface="微软雅黑"/>
              <a:ea typeface="微软雅黑"/>
            </a:endParaRPr>
          </a:p>
          <a:p>
            <a:r>
              <a:rPr lang="zh-CN" altLang="en-US" sz="2000" b="1" dirty="0">
                <a:solidFill>
                  <a:srgbClr val="254061"/>
                </a:solidFill>
                <a:effectLst>
                  <a:outerShdw blurRad="38100" dist="38100" dir="2700000" algn="tl">
                    <a:srgbClr val="000000">
                      <a:alpha val="43137"/>
                    </a:srgbClr>
                  </a:outerShdw>
                </a:effectLst>
                <a:latin typeface="微软雅黑"/>
                <a:ea typeface="微软雅黑"/>
              </a:rPr>
              <a:t>虚拟内存使用外存上的空间来扩充内存空间，通过一定的换入换出，使得整个系统在逻辑上能够使用一个远远超出其物理内存大小的内存容量。因为虚拟内存技术调换页面时需要访问外存，会导致平均访存时间增加，若使用了不合适的替换算法，则会大大降低系统性能。</a:t>
            </a:r>
          </a:p>
        </p:txBody>
      </p:sp>
    </p:spTree>
    <p:extLst>
      <p:ext uri="{BB962C8B-B14F-4D97-AF65-F5344CB8AC3E}">
        <p14:creationId xmlns:p14="http://schemas.microsoft.com/office/powerpoint/2010/main" val="1308109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4">
            <a:extLst>
              <a:ext uri="{FF2B5EF4-FFF2-40B4-BE49-F238E27FC236}">
                <a16:creationId xmlns:a16="http://schemas.microsoft.com/office/drawing/2014/main" id="{D59E8CDF-B620-4E8C-B787-7128127C8336}"/>
              </a:ext>
            </a:extLst>
          </p:cNvPr>
          <p:cNvSpPr/>
          <p:nvPr>
            <p:custDataLst>
              <p:tags r:id="rId1"/>
            </p:custDataLst>
          </p:nvPr>
        </p:nvSpPr>
        <p:spPr>
          <a:xfrm>
            <a:off x="-36512" y="1635646"/>
            <a:ext cx="9180512" cy="1667152"/>
          </a:xfrm>
          <a:prstGeom prst="rect">
            <a:avLst/>
          </a:prstGeom>
          <a:solidFill>
            <a:srgbClr val="002060"/>
          </a:solidFill>
          <a:ln>
            <a:noFill/>
          </a:ln>
        </p:spPr>
        <p:txBody>
          <a:bodyPr anchor="ctr"/>
          <a:lstStyle/>
          <a:p>
            <a:pPr algn="ctr"/>
            <a:endParaRPr lang="zh-CN" sz="1350">
              <a:solidFill>
                <a:schemeClr val="bg1"/>
              </a:solidFill>
              <a:latin typeface="微软雅黑"/>
              <a:ea typeface="微软雅黑"/>
            </a:endParaRPr>
          </a:p>
        </p:txBody>
      </p:sp>
      <p:sp>
        <p:nvSpPr>
          <p:cNvPr id="5" name="文本框 7">
            <a:extLst>
              <a:ext uri="{FF2B5EF4-FFF2-40B4-BE49-F238E27FC236}">
                <a16:creationId xmlns:a16="http://schemas.microsoft.com/office/drawing/2014/main" id="{B914676D-2707-4D58-98F3-655BBED91BCE}"/>
              </a:ext>
            </a:extLst>
          </p:cNvPr>
          <p:cNvSpPr txBox="1"/>
          <p:nvPr>
            <p:custDataLst>
              <p:tags r:id="rId2"/>
            </p:custDataLst>
          </p:nvPr>
        </p:nvSpPr>
        <p:spPr>
          <a:xfrm>
            <a:off x="2582551" y="2163475"/>
            <a:ext cx="4225766" cy="685800"/>
          </a:xfrm>
          <a:prstGeom prst="rect">
            <a:avLst/>
          </a:prstGeom>
          <a:noFill/>
        </p:spPr>
        <p:txBody>
          <a:bodyPr wrap="square" lIns="47625" tIns="19050" rIns="47625" bIns="19050" anchor="ctr"/>
          <a:lstStyle/>
          <a:p>
            <a:pPr marL="0" indent="0" algn="ctr">
              <a:lnSpc>
                <a:spcPct val="100000"/>
              </a:lnSpc>
              <a:spcBef>
                <a:spcPts val="0"/>
              </a:spcBef>
              <a:spcAft>
                <a:spcPts val="0"/>
              </a:spcAft>
              <a:buSzPct val="100000"/>
              <a:buNone/>
            </a:pPr>
            <a:r>
              <a:rPr lang="zh-CN" altLang="en-US" sz="3200" b="1" spc="300" dirty="0">
                <a:solidFill>
                  <a:schemeClr val="bg1"/>
                </a:solidFill>
                <a:latin typeface="微软雅黑"/>
                <a:ea typeface="微软雅黑"/>
              </a:rPr>
              <a:t>谢谢</a:t>
            </a:r>
            <a:endParaRPr lang="zh-CN" sz="3200" b="1" spc="300" dirty="0">
              <a:solidFill>
                <a:schemeClr val="bg1"/>
              </a:solidFill>
              <a:latin typeface="微软雅黑"/>
              <a:ea typeface="微软雅黑"/>
            </a:endParaRPr>
          </a:p>
        </p:txBody>
      </p:sp>
      <p:grpSp>
        <p:nvGrpSpPr>
          <p:cNvPr id="18" name="组合 17">
            <a:extLst>
              <a:ext uri="{FF2B5EF4-FFF2-40B4-BE49-F238E27FC236}">
                <a16:creationId xmlns:a16="http://schemas.microsoft.com/office/drawing/2014/main" id="{521A3BC6-F6EA-4F46-A238-D5E70BE0475E}"/>
              </a:ext>
            </a:extLst>
          </p:cNvPr>
          <p:cNvGrpSpPr/>
          <p:nvPr/>
        </p:nvGrpSpPr>
        <p:grpSpPr>
          <a:xfrm>
            <a:off x="2699792" y="-918"/>
            <a:ext cx="3327790" cy="577152"/>
            <a:chOff x="2483768" y="122390"/>
            <a:chExt cx="3327790" cy="577152"/>
          </a:xfrm>
        </p:grpSpPr>
        <p:pic>
          <p:nvPicPr>
            <p:cNvPr id="19" name="图片 18">
              <a:extLst>
                <a:ext uri="{FF2B5EF4-FFF2-40B4-BE49-F238E27FC236}">
                  <a16:creationId xmlns:a16="http://schemas.microsoft.com/office/drawing/2014/main" id="{CD42DF88-B883-46D2-B76B-7DCE544B5274}"/>
                </a:ext>
              </a:extLst>
            </p:cNvPr>
            <p:cNvPicPr>
              <a:picLocks noChangeAspect="1"/>
            </p:cNvPicPr>
            <p:nvPr/>
          </p:nvPicPr>
          <p:blipFill>
            <a:blip r:embed="rId4"/>
            <a:stretch>
              <a:fillRect/>
            </a:stretch>
          </p:blipFill>
          <p:spPr>
            <a:xfrm>
              <a:off x="3147262" y="238477"/>
              <a:ext cx="2664296" cy="311140"/>
            </a:xfrm>
            <a:prstGeom prst="rect">
              <a:avLst/>
            </a:prstGeom>
          </p:spPr>
        </p:pic>
        <p:pic>
          <p:nvPicPr>
            <p:cNvPr id="20" name="图片 19">
              <a:extLst>
                <a:ext uri="{FF2B5EF4-FFF2-40B4-BE49-F238E27FC236}">
                  <a16:creationId xmlns:a16="http://schemas.microsoft.com/office/drawing/2014/main" id="{3EE04374-D444-417B-8632-4FE8C583BD12}"/>
                </a:ext>
              </a:extLst>
            </p:cNvPr>
            <p:cNvPicPr>
              <a:picLocks noChangeAspect="1"/>
            </p:cNvPicPr>
            <p:nvPr/>
          </p:nvPicPr>
          <p:blipFill>
            <a:blip r:embed="rId5"/>
            <a:stretch>
              <a:fillRect/>
            </a:stretch>
          </p:blipFill>
          <p:spPr>
            <a:xfrm>
              <a:off x="2483768" y="122390"/>
              <a:ext cx="576064" cy="577152"/>
            </a:xfrm>
            <a:prstGeom prst="rect">
              <a:avLst/>
            </a:prstGeom>
          </p:spPr>
        </p:pic>
      </p:grpSp>
      <p:sp>
        <p:nvSpPr>
          <p:cNvPr id="25" name="矩形 24">
            <a:extLst>
              <a:ext uri="{FF2B5EF4-FFF2-40B4-BE49-F238E27FC236}">
                <a16:creationId xmlns:a16="http://schemas.microsoft.com/office/drawing/2014/main" id="{6259C244-8D74-4468-AA86-20094C28A194}"/>
              </a:ext>
            </a:extLst>
          </p:cNvPr>
          <p:cNvSpPr/>
          <p:nvPr/>
        </p:nvSpPr>
        <p:spPr>
          <a:xfrm>
            <a:off x="6372200" y="25872"/>
            <a:ext cx="2520280" cy="646331"/>
          </a:xfrm>
          <a:prstGeom prst="rect">
            <a:avLst/>
          </a:prstGeom>
          <a:solidFill>
            <a:schemeClr val="bg1"/>
          </a:solidFill>
          <a:ln>
            <a:solidFill>
              <a:schemeClr val="bg1"/>
            </a:solidFill>
          </a:ln>
        </p:spPr>
        <p:txBody>
          <a:bodyPr wrap="square">
            <a:spAutoFit/>
          </a:bodyPr>
          <a:lstStyle/>
          <a:p>
            <a:endParaRPr lang="en-US"/>
          </a:p>
          <a:p>
            <a:endParaRPr lang="zh-CN"/>
          </a:p>
        </p:txBody>
      </p:sp>
      <p:cxnSp>
        <p:nvCxnSpPr>
          <p:cNvPr id="22" name="直接连接符 21">
            <a:extLst>
              <a:ext uri="{FF2B5EF4-FFF2-40B4-BE49-F238E27FC236}">
                <a16:creationId xmlns:a16="http://schemas.microsoft.com/office/drawing/2014/main" id="{FC1D829A-63AA-4DF0-9139-1E5DDD71A72A}"/>
              </a:ext>
            </a:extLst>
          </p:cNvPr>
          <p:cNvCxnSpPr/>
          <p:nvPr/>
        </p:nvCxnSpPr>
        <p:spPr>
          <a:xfrm>
            <a:off x="35496" y="576234"/>
            <a:ext cx="9073008" cy="8720"/>
          </a:xfrm>
          <a:prstGeom prst="line">
            <a:avLst/>
          </a:prstGeom>
          <a:ln w="9525">
            <a:solidFill>
              <a:schemeClr val="accent6">
                <a:shade val="95000"/>
              </a:schemeClr>
            </a:solidFill>
            <a:prstDash val="solid"/>
            <a:headEnd type="none" w="med" len="med"/>
            <a:tailEnd type="none" w="med" len="med"/>
          </a:ln>
        </p:spPr>
      </p:cxnSp>
    </p:spTree>
    <p:extLst>
      <p:ext uri="{BB962C8B-B14F-4D97-AF65-F5344CB8AC3E}">
        <p14:creationId xmlns:p14="http://schemas.microsoft.com/office/powerpoint/2010/main" val="219839482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UNIT_BLOCK" val="0"/>
  <p:tag name="KSO_WM_UNIT_DEC_AREA_ID" val="40d7a0f1b3604e6c919066e9622fd25f"/>
  <p:tag name="KSO_WM_UNIT_HIGHLIGHT" val="0"/>
  <p:tag name="KSO_WM_UNIT_COMPATIBLE" val="0"/>
  <p:tag name="KSO_WM_UNIT_DIAGRAM_ISNUMVISUAL" val="0"/>
  <p:tag name="KSO_WM_UNIT_DIAGRAM_ISREFERUNIT" val="0"/>
  <p:tag name="KSO_WM_UNIT_TYPE" val="i"/>
  <p:tag name="KSO_WM_UNIT_INDEX" val="1"/>
  <p:tag name="KSO_WM_UNIT_ID" val="diagram20210145_1*i*1"/>
  <p:tag name="KSO_WM_TEMPLATE_CATEGORY" val="diagram"/>
  <p:tag name="KSO_WM_TEMPLATE_INDEX" val="20210145"/>
  <p:tag name="KSO_WM_UNIT_LAYERLEVEL" val="1"/>
  <p:tag name="KSO_WM_TAG_VERSION" val="1.0"/>
  <p:tag name="KSO_WM_BEAUTIFY_FLAG" val="#wm#"/>
  <p:tag name="KSO_WM_UNIT_SM_LIMIT_TYPE" val="1"/>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CHIP_GROUPID" val="5f2a0e3645e1f15ec24fd3f5"/>
  <p:tag name="KSO_WM_CHIP_XID" val="5f2a0e3645e1f15ec24fd3f6"/>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UNIT_VALUE" val="583"/>
  <p:tag name="KSO_WM_TEMPLATE_ASSEMBLE_XID" val="5f48a2c2f3f92eac73830e8c"/>
  <p:tag name="KSO_WM_TEMPLATE_ASSEMBLE_GROUPID" val="5f48a2c2f3f92eac73830e8c"/>
</p:tagLst>
</file>

<file path=ppt/tags/tag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6"/>
  <p:tag name="KSO_WM_UNIT_HIGHLIGHT" val="0"/>
  <p:tag name="KSO_WM_UNIT_COMPATIBLE" val="0"/>
  <p:tag name="KSO_WM_UNIT_DIAGRAM_ISNUMVISUAL" val="0"/>
  <p:tag name="KSO_WM_UNIT_DIAGRAM_ISREFERUNIT" val="0"/>
  <p:tag name="KSO_WM_UNIT_TYPE" val="a"/>
  <p:tag name="KSO_WM_UNIT_INDEX" val="1"/>
  <p:tag name="KSO_WM_UNIT_ID" val="diagram20210145_1*a*1"/>
  <p:tag name="KSO_WM_TEMPLATE_CATEGORY" val="diagram"/>
  <p:tag name="KSO_WM_TEMPLATE_INDEX" val="20210145"/>
  <p:tag name="KSO_WM_UNIT_LAYERLEVEL" val="1"/>
  <p:tag name="KSO_WM_TAG_VERSION" val="1.0"/>
  <p:tag name="KSO_WM_BEAUTIFY_FLAG" val="#wm#"/>
  <p:tag name="KSO_WM_UNIT_PRESET_TEXT" val="标题"/>
  <p:tag name="KSO_WM_UNIT_DEFAULT_FONT" val="24;44;4"/>
  <p:tag name="KSO_WM_UNIT_BLOCK" val="0"/>
  <p:tag name="KSO_WM_UNIT_SHOW_EDIT_AREA_INDICATION" val="1"/>
  <p:tag name="KSO_WM_CHIP_GROUPID" val="5e7881253197e252a37019b5"/>
  <p:tag name="KSO_WM_CHIP_XID" val="5e7881253197e252a37019b6"/>
  <p:tag name="KSO_WM_CHIP_FILLAREA_FILL_RULE" val="{&quot;fill_align&quot;:&quot;cm&quot;,&quot;fill_mode&quot;:&quot;full&quot;}"/>
  <p:tag name="KSO_WM_UNIT_DEC_AREA_ID" val="d8c195ecc7734c688ed4d0a18e265861"/>
  <p:tag name="KSO_WM_ASSEMBLE_CHIP_INDEX" val="06cc6b2436d54d959c9c99756b32b152"/>
  <p:tag name="KSO_WM_UNIT_TEXT_FILL_FORE_SCHEMECOLOR_INDEX_BRIGHTNESS" val="0"/>
  <p:tag name="KSO_WM_UNIT_TEXT_FILL_FORE_SCHEMECOLOR_INDEX" val="13"/>
  <p:tag name="KSO_WM_UNIT_TEXT_FILL_TYPE" val="1"/>
  <p:tag name="KSO_WM_TEMPLATE_ASSEMBLE_XID" val="5f48a2c2f3f92eac73830e8c"/>
  <p:tag name="KSO_WM_TEMPLATE_ASSEMBLE_GROUPID" val="5f48a2c2f3f92eac73830e8c"/>
  <p:tag name="KSO_WM_TAG_FRONT_SIZE" val=""/>
  <p:tag name="KSO_WM_TAG_BACKGROUP_ID" val=""/>
  <p:tag name="KSO_WM_TAG_BACKGROUP_SIZE" val=""/>
  <p:tag name="KSO_WM_TAG_ZODER_POSITION" val=""/>
</p:tagLst>
</file>

<file path=ppt/theme/theme1.xml><?xml version="1.0" encoding="utf-8"?>
<a:theme xmlns:a="http://schemas.openxmlformats.org/drawingml/2006/main" name="Office 主题​​">
  <a:themeElements>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000000"/>
      </a:dk2>
      <a:lt2>
        <a:srgbClr val="FFFFFF"/>
      </a:lt2>
      <a:accent1>
        <a:srgbClr val="7889FB"/>
      </a:accent1>
      <a:accent2>
        <a:srgbClr val="D6DBFE"/>
      </a:accent2>
      <a:accent3>
        <a:srgbClr val="FFFFFF"/>
      </a:accent3>
      <a:accent4>
        <a:srgbClr val="000000"/>
      </a:accent4>
      <a:accent5>
        <a:srgbClr val="BEC4FD"/>
      </a:accent5>
      <a:accent6>
        <a:srgbClr val="C2C6E6"/>
      </a:accent6>
      <a:hlink>
        <a:srgbClr val="7889FB"/>
      </a:hlink>
      <a:folHlink>
        <a:srgbClr val="9900CC"/>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15644</TotalTime>
  <Words>6715</Words>
  <Application>Microsoft Office PowerPoint</Application>
  <PresentationFormat>全屏显示(16:9)</PresentationFormat>
  <Paragraphs>183</Paragraphs>
  <Slides>30</Slides>
  <Notes>29</Notes>
  <HiddenSlides>0</HiddenSlides>
  <MMClips>0</MMClips>
  <ScaleCrop>false</ScaleCrop>
  <HeadingPairs>
    <vt:vector size="6" baseType="variant">
      <vt:variant>
        <vt:lpstr>已用的字体</vt:lpstr>
      </vt:variant>
      <vt:variant>
        <vt:i4>8</vt:i4>
      </vt:variant>
      <vt:variant>
        <vt:lpstr>主题</vt:lpstr>
      </vt:variant>
      <vt:variant>
        <vt:i4>4</vt:i4>
      </vt:variant>
      <vt:variant>
        <vt:lpstr>幻灯片标题</vt:lpstr>
      </vt:variant>
      <vt:variant>
        <vt:i4>30</vt:i4>
      </vt:variant>
    </vt:vector>
  </HeadingPairs>
  <TitlesOfParts>
    <vt:vector size="42" baseType="lpstr">
      <vt:lpstr>OPPOSans B</vt:lpstr>
      <vt:lpstr>OPPOSans-S</vt:lpstr>
      <vt:lpstr>微软雅黑</vt:lpstr>
      <vt:lpstr>Arial</vt:lpstr>
      <vt:lpstr>Arial Black</vt:lpstr>
      <vt:lpstr>Broadway</vt:lpstr>
      <vt:lpstr>Calibri</vt:lpstr>
      <vt:lpstr>Wingdings</vt:lpstr>
      <vt:lpstr>Office 主题​​</vt:lpstr>
      <vt:lpstr>Office 主题​​</vt:lpstr>
      <vt:lpstr>Office 主题​​</vt:lpstr>
      <vt:lpstr>Office 主题​​</vt:lpstr>
      <vt:lpstr>第7章 虚拟内存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诚 聘 英 才</dc:title>
  <dc:creator>Fish</dc:creator>
  <cp:lastModifiedBy>guilin li</cp:lastModifiedBy>
  <cp:revision>2668</cp:revision>
  <cp:lastPrinted>2017-11-30T03:12:00Z</cp:lastPrinted>
  <dcterms:created xsi:type="dcterms:W3CDTF">2018-05-31T06:32:00Z</dcterms:created>
  <dcterms:modified xsi:type="dcterms:W3CDTF">2023-10-03T09:14:32Z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2052-11.1.0.10072</vt:lpwstr>
  </property>
</Properties>
</file>