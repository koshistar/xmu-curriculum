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 id="2147483687" r:id="rId4"/>
    <p:sldMasterId id="2147483776" r:id="rId5"/>
  </p:sldMasterIdLst>
  <p:notesMasterIdLst>
    <p:notesMasterId r:id="rId29"/>
  </p:notesMasterIdLst>
  <p:handoutMasterIdLst>
    <p:handoutMasterId r:id="rId30"/>
  </p:handoutMasterIdLst>
  <p:sldIdLst>
    <p:sldId id="256" r:id="rId6"/>
    <p:sldId id="325" r:id="rId7"/>
    <p:sldId id="258" r:id="rId8"/>
    <p:sldId id="343" r:id="rId9"/>
    <p:sldId id="344" r:id="rId10"/>
    <p:sldId id="347" r:id="rId11"/>
    <p:sldId id="355" r:id="rId12"/>
    <p:sldId id="345" r:id="rId13"/>
    <p:sldId id="346" r:id="rId14"/>
    <p:sldId id="356" r:id="rId15"/>
    <p:sldId id="357" r:id="rId16"/>
    <p:sldId id="349" r:id="rId17"/>
    <p:sldId id="350" r:id="rId18"/>
    <p:sldId id="351" r:id="rId19"/>
    <p:sldId id="352" r:id="rId20"/>
    <p:sldId id="353" r:id="rId21"/>
    <p:sldId id="354" r:id="rId22"/>
    <p:sldId id="358" r:id="rId23"/>
    <p:sldId id="359" r:id="rId24"/>
    <p:sldId id="360" r:id="rId25"/>
    <p:sldId id="361" r:id="rId26"/>
    <p:sldId id="362" r:id="rId27"/>
    <p:sldId id="320" r:id="rId28"/>
  </p:sldIdLst>
  <p:sldSz cx="9144000" cy="5143500" type="screen16x9"/>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04">
          <p15:clr>
            <a:srgbClr val="A4A3A4"/>
          </p15:clr>
        </p15:guide>
        <p15:guide id="2" pos="2946">
          <p15:clr>
            <a:srgbClr val="A4A3A4"/>
          </p15:clr>
        </p15:guide>
      </p15:sldGuideLst>
    </p:ext>
    <p:ext uri="{2D200454-40CA-4A62-9FC3-DE9A4176ACB9}">
      <p15:notesGuideLst xmlns:p15="http://schemas.microsoft.com/office/powerpoint/2012/main">
        <p15:guide id="1" orient="horz" pos="3097">
          <p15:clr>
            <a:srgbClr val="A4A3A4"/>
          </p15:clr>
        </p15:guide>
        <p15:guide id="2" pos="219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53F62"/>
    <a:srgbClr val="8A141E"/>
    <a:srgbClr val="8A151F"/>
    <a:srgbClr val="52AD5B"/>
    <a:srgbClr val="0888FB"/>
    <a:srgbClr val="C00000"/>
    <a:srgbClr val="253F61"/>
    <a:srgbClr val="254060"/>
    <a:srgbClr val="243E63"/>
    <a:srgbClr val="8A142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srgbClr val="000000"/>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fontRef idx="minor">
          <a:srgbClr val="000000"/>
        </a:fontRef>
        <a:schemeClr val="lt1"/>
      </a:tcTxStyle>
      <a:tcStyle>
        <a:tcBdr>
          <a:top>
            <a:ln w="38100" cmpd="sng">
              <a:solidFill>
                <a:schemeClr val="lt1"/>
              </a:solidFill>
            </a:ln>
          </a:top>
        </a:tcBdr>
        <a:fill>
          <a:solidFill>
            <a:schemeClr val="accent1"/>
          </a:solidFill>
        </a:fill>
      </a:tcStyle>
    </a:lastRow>
    <a:firstRow>
      <a:tcTxStyle b="on">
        <a:fontRef idx="minor">
          <a:srgbClr val="000000"/>
        </a:fontRef>
        <a:schemeClr val="lt1"/>
      </a:tcTxStyle>
      <a:tcStyle>
        <a:tcBdr>
          <a:bottom>
            <a:ln w="38100" cmpd="sng">
              <a:solidFill>
                <a:schemeClr val="lt1"/>
              </a:solidFill>
            </a:ln>
          </a:bottom>
        </a:tcBdr>
        <a:fill>
          <a:solidFill>
            <a:schemeClr val="accent1"/>
          </a:solidFill>
        </a:fill>
      </a:tcStyle>
    </a:firstRow>
  </a:tblStyle>
  <a:tblStyle styleId="{58542034-FE4F-4ADA-92B8-4CA66D0F0DF3}" styleName="腾讯文档-基本">
    <a:wholeTbl>
      <a:tcTxStyle>
        <a:fontRef idx="minor">
          <a:srgbClr val="000000"/>
        </a:fontRef>
        <a:srgbClr val="000000"/>
      </a:tcTxStyle>
      <a:tcStyle>
        <a:tcBdr>
          <a:left>
            <a:ln w="12700" cmpd="sng">
              <a:solidFill>
                <a:srgbClr val="999999"/>
              </a:solidFill>
            </a:ln>
          </a:left>
          <a:right>
            <a:ln w="12700" cmpd="sng">
              <a:solidFill>
                <a:srgbClr val="999999"/>
              </a:solidFill>
            </a:ln>
          </a:right>
          <a:top>
            <a:ln w="12700" cmpd="sng">
              <a:solidFill>
                <a:srgbClr val="999999"/>
              </a:solidFill>
            </a:ln>
          </a:top>
          <a:bottom>
            <a:ln w="12700" cmpd="sng">
              <a:solidFill>
                <a:srgbClr val="999999"/>
              </a:solidFill>
            </a:ln>
          </a:bottom>
          <a:insideH>
            <a:ln w="12700" cmpd="sng">
              <a:solidFill>
                <a:srgbClr val="999999"/>
              </a:solidFill>
            </a:ln>
          </a:insideH>
          <a:insideV>
            <a:ln w="12700" cmpd="sng">
              <a:solidFill>
                <a:srgbClr val="999999"/>
              </a:solidFill>
            </a:ln>
          </a:insideV>
        </a:tcBdr>
        <a:fill>
          <a:solidFill>
            <a:srgbClr val="FFFFFF"/>
          </a:solid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10" autoAdjust="0"/>
    <p:restoredTop sz="72117" autoAdjust="0"/>
  </p:normalViewPr>
  <p:slideViewPr>
    <p:cSldViewPr>
      <p:cViewPr varScale="1">
        <p:scale>
          <a:sx n="156" d="100"/>
          <a:sy n="156" d="100"/>
        </p:scale>
        <p:origin x="1976" y="76"/>
      </p:cViewPr>
      <p:guideLst>
        <p:guide orient="horz" pos="1604"/>
        <p:guide pos="2946"/>
      </p:guideLst>
    </p:cSldViewPr>
  </p:slideViewPr>
  <p:outlineViewPr>
    <p:cViewPr>
      <p:scale>
        <a:sx n="33" d="100"/>
        <a:sy n="33" d="100"/>
      </p:scale>
      <p:origin x="0" y="5236"/>
    </p:cViewPr>
  </p:outlineViewPr>
  <p:notesTextViewPr>
    <p:cViewPr>
      <p:scale>
        <a:sx n="100" d="100"/>
        <a:sy n="100" d="100"/>
      </p:scale>
      <p:origin x="0" y="0"/>
    </p:cViewPr>
  </p:notesTextViewPr>
  <p:sorterViewPr>
    <p:cViewPr>
      <p:scale>
        <a:sx n="100" d="100"/>
        <a:sy n="100" d="100"/>
      </p:scale>
      <p:origin x="0" y="-4080"/>
    </p:cViewPr>
  </p:sorterViewPr>
  <p:notesViewPr>
    <p:cSldViewPr>
      <p:cViewPr varScale="1">
        <p:scale>
          <a:sx n="53" d="100"/>
          <a:sy n="53" d="100"/>
        </p:scale>
        <p:origin x="-2706" y="-96"/>
      </p:cViewPr>
      <p:guideLst>
        <p:guide orient="horz" pos="3097"/>
        <p:guide pos="219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slideMaster" Target="slideMasters/slideMaster3.xml"/><Relationship Id="rId21" Type="http://schemas.openxmlformats.org/officeDocument/2006/relationships/slide" Target="slides/slide16.xml"/><Relationship Id="rId34"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viewProps" Target="viewProp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handoutMaster" Target="handoutMasters/handoutMaster1.xml"/><Relationship Id="rId8" Type="http://schemas.openxmlformats.org/officeDocument/2006/relationships/slide" Target="slides/slide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1275" y="0"/>
            <a:ext cx="2946400" cy="496888"/>
          </a:xfrm>
          <a:prstGeom prst="rect">
            <a:avLst/>
          </a:prstGeom>
        </p:spPr>
        <p:txBody>
          <a:bodyPr vert="horz" lIns="91440" tIns="45720" rIns="91440" bIns="45720" rtlCol="0"/>
          <a:lstStyle>
            <a:lvl1pPr algn="r">
              <a:defRPr sz="1200"/>
            </a:lvl1pPr>
          </a:lstStyle>
          <a:p>
            <a:fld id="{2FE92D19-DAB1-4875-885C-5CE9930C4D72}" type="datetimeFigureOut">
              <a:rPr lang="zh-CN" altLang="en-US" smtClean="0"/>
              <a:t>2023/9/25</a:t>
            </a:fld>
            <a:endParaRPr lang="zh-CN" altLang="en-US"/>
          </a:p>
        </p:txBody>
      </p:sp>
      <p:sp>
        <p:nvSpPr>
          <p:cNvPr id="4" name="页脚占位符 3"/>
          <p:cNvSpPr>
            <a:spLocks noGrp="1"/>
          </p:cNvSpPr>
          <p:nvPr>
            <p:ph type="ftr" sz="quarter" idx="2"/>
          </p:nvPr>
        </p:nvSpPr>
        <p:spPr>
          <a:xfrm>
            <a:off x="0" y="9431338"/>
            <a:ext cx="2946400" cy="4968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1275" y="9431338"/>
            <a:ext cx="2946400" cy="496887"/>
          </a:xfrm>
          <a:prstGeom prst="rect">
            <a:avLst/>
          </a:prstGeom>
        </p:spPr>
        <p:txBody>
          <a:bodyPr vert="horz" lIns="91440" tIns="45720" rIns="91440" bIns="45720" rtlCol="0" anchor="b"/>
          <a:lstStyle>
            <a:lvl1pPr algn="r">
              <a:defRPr sz="1200"/>
            </a:lvl1pPr>
          </a:lstStyle>
          <a:p>
            <a:fld id="{483AE0EB-002D-4EDA-9D7A-1A5304305124}"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46400" cy="496888"/>
          </a:xfrm>
          <a:prstGeom prst="rect">
            <a:avLst/>
          </a:prstGeom>
          <a:noFill/>
          <a:ln w="9525">
            <a:noFill/>
            <a:miter lim="800000"/>
          </a:ln>
        </p:spPr>
        <p:txBody>
          <a:bodyPr vert="horz" wrap="square" lIns="92172" tIns="46086" rIns="92172" bIns="46086"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51275" y="0"/>
            <a:ext cx="2946400" cy="496888"/>
          </a:xfrm>
          <a:prstGeom prst="rect">
            <a:avLst/>
          </a:prstGeom>
          <a:noFill/>
          <a:ln w="9525">
            <a:noFill/>
            <a:miter lim="800000"/>
          </a:ln>
        </p:spPr>
        <p:txBody>
          <a:bodyPr vert="horz" wrap="square" lIns="92172" tIns="46086" rIns="92172" bIns="46086"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11268" name="幻灯片图像占位符 3"/>
          <p:cNvSpPr>
            <a:spLocks noGrp="1" noRot="1" noChangeAspect="1" noChangeArrowheads="1"/>
          </p:cNvSpPr>
          <p:nvPr>
            <p:ph type="sldImg" idx="4294967295"/>
          </p:nvPr>
        </p:nvSpPr>
        <p:spPr bwMode="auto">
          <a:xfrm>
            <a:off x="88900" y="744538"/>
            <a:ext cx="6621463" cy="3724275"/>
          </a:xfrm>
          <a:prstGeom prst="rect">
            <a:avLst/>
          </a:prstGeom>
          <a:noFill/>
          <a:ln w="12700">
            <a:noFill/>
            <a:miter lim="800000"/>
          </a:ln>
        </p:spPr>
      </p:sp>
      <p:sp>
        <p:nvSpPr>
          <p:cNvPr id="2053" name="备注占位符 4"/>
          <p:cNvSpPr>
            <a:spLocks noGrp="1" noChangeArrowheads="1"/>
          </p:cNvSpPr>
          <p:nvPr>
            <p:ph type="body" sz="quarter" idx="3"/>
          </p:nvPr>
        </p:nvSpPr>
        <p:spPr bwMode="auto">
          <a:xfrm>
            <a:off x="679450" y="4716463"/>
            <a:ext cx="5440363" cy="4468812"/>
          </a:xfrm>
          <a:prstGeom prst="rect">
            <a:avLst/>
          </a:prstGeom>
          <a:noFill/>
          <a:ln w="12700" cmpd="sng">
            <a:noFill/>
            <a:miter lim="800000"/>
          </a:ln>
        </p:spPr>
        <p:txBody>
          <a:bodyPr vert="horz" wrap="square" lIns="92172" tIns="46086" rIns="92172" bIns="46086"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9431338"/>
            <a:ext cx="2946400" cy="496887"/>
          </a:xfrm>
          <a:prstGeom prst="rect">
            <a:avLst/>
          </a:prstGeom>
          <a:noFill/>
          <a:ln w="9525">
            <a:noFill/>
            <a:miter lim="800000"/>
          </a:ln>
        </p:spPr>
        <p:txBody>
          <a:bodyPr vert="horz" wrap="square" lIns="92172" tIns="46086" rIns="92172" bIns="46086"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51275" y="9431338"/>
            <a:ext cx="2946400" cy="496887"/>
          </a:xfrm>
          <a:prstGeom prst="rect">
            <a:avLst/>
          </a:prstGeom>
          <a:noFill/>
          <a:ln w="9525">
            <a:noFill/>
            <a:miter lim="800000"/>
          </a:ln>
        </p:spPr>
        <p:txBody>
          <a:bodyPr vert="horz" wrap="square" lIns="92172" tIns="46086" rIns="92172" bIns="46086" numCol="1" anchor="b" anchorCtr="0" compatLnSpc="1"/>
          <a:lstStyle>
            <a:lvl1pPr algn="r">
              <a:defRPr sz="1200">
                <a:latin typeface="Calibri" panose="020F0502020204030204" pitchFamily="34" charset="0"/>
              </a:defRPr>
            </a:lvl1pPr>
          </a:lstStyle>
          <a:p>
            <a:fld id="{0B97B80F-142F-4A8D-AA75-D1CDF5ADA1E9}" type="slidenum">
              <a:rPr lang="zh-CN"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a:p>
        </p:txBody>
      </p:sp>
    </p:spTree>
    <p:extLst>
      <p:ext uri="{BB962C8B-B14F-4D97-AF65-F5344CB8AC3E}">
        <p14:creationId xmlns:p14="http://schemas.microsoft.com/office/powerpoint/2010/main" val="939989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sz="1800" b="0" i="0" dirty="0">
                <a:solidFill>
                  <a:srgbClr val="000000"/>
                </a:solidFill>
                <a:effectLst/>
                <a:latin typeface="SimSun" panose="02010600030101010101" pitchFamily="2" charset="-122"/>
                <a:ea typeface="SimSun" panose="02010600030101010101" pitchFamily="2" charset="-122"/>
              </a:rPr>
              <a:t>在多道程序环境下，允许多个程序并发执行，此时它们将失去封闭性，并具有间断性及不可再现性的特征。为此引入了进程</a:t>
            </a:r>
            <a:r>
              <a:rPr lang="en-US" altLang="zh-CN" sz="1800" b="0" i="0" dirty="0">
                <a:solidFill>
                  <a:srgbClr val="000000"/>
                </a:solidFill>
                <a:effectLst/>
                <a:latin typeface="SimSun" panose="02010600030101010101" pitchFamily="2" charset="-122"/>
                <a:ea typeface="SimSun" panose="02010600030101010101" pitchFamily="2" charset="-122"/>
              </a:rPr>
              <a:t>(Process)</a:t>
            </a:r>
            <a:r>
              <a:rPr lang="zh-CN" altLang="en-US" sz="1800" b="0" i="0" dirty="0">
                <a:solidFill>
                  <a:srgbClr val="000000"/>
                </a:solidFill>
                <a:effectLst/>
                <a:latin typeface="SimSun" panose="02010600030101010101" pitchFamily="2" charset="-122"/>
                <a:ea typeface="SimSun" panose="02010600030101010101" pitchFamily="2" charset="-122"/>
              </a:rPr>
              <a:t>的概念，以便更好地描述和控制程序的并发执行，实现操作系统的并发性和共享性（最基本的两个特性）。</a:t>
            </a:r>
          </a:p>
          <a:p>
            <a:pPr lvl="0"/>
            <a:r>
              <a:rPr lang="zh-CN" altLang="en-US" sz="1800" b="0" i="0" dirty="0">
                <a:solidFill>
                  <a:srgbClr val="000000"/>
                </a:solidFill>
                <a:effectLst/>
                <a:latin typeface="SimSun" panose="02010600030101010101" pitchFamily="2" charset="-122"/>
                <a:ea typeface="SimSun" panose="02010600030101010101" pitchFamily="2" charset="-122"/>
              </a:rPr>
              <a:t>为了使参与并发执行的每个程序（含数据）都能独立地运行，必须为之配置一个专门的数据结构，称为进程控制块</a:t>
            </a:r>
            <a:r>
              <a:rPr lang="en-US" altLang="zh-CN" sz="1800" b="0" i="0" dirty="0">
                <a:solidFill>
                  <a:srgbClr val="000000"/>
                </a:solidFill>
                <a:effectLst/>
                <a:latin typeface="SimSun" panose="02010600030101010101" pitchFamily="2" charset="-122"/>
                <a:ea typeface="SimSun" panose="02010600030101010101" pitchFamily="2" charset="-122"/>
              </a:rPr>
              <a:t>(Process Control </a:t>
            </a:r>
            <a:r>
              <a:rPr lang="en-US" altLang="zh-CN" sz="1800" b="0" i="0" dirty="0" err="1">
                <a:solidFill>
                  <a:srgbClr val="000000"/>
                </a:solidFill>
                <a:effectLst/>
                <a:latin typeface="SimSun" panose="02010600030101010101" pitchFamily="2" charset="-122"/>
                <a:ea typeface="SimSun" panose="02010600030101010101" pitchFamily="2" charset="-122"/>
              </a:rPr>
              <a:t>Block,PCB</a:t>
            </a:r>
            <a:r>
              <a:rPr lang="en-US" altLang="zh-CN" sz="1800" b="0" i="0" dirty="0">
                <a:solidFill>
                  <a:srgbClr val="000000"/>
                </a:solidFill>
                <a:effectLst/>
                <a:latin typeface="SimSun" panose="02010600030101010101" pitchFamily="2" charset="-122"/>
                <a:ea typeface="SimSun" panose="02010600030101010101" pitchFamily="2" charset="-122"/>
              </a:rPr>
              <a:t>)</a:t>
            </a:r>
            <a:r>
              <a:rPr lang="zh-CN" altLang="en-US" sz="1800" b="0" i="0" dirty="0">
                <a:solidFill>
                  <a:srgbClr val="000000"/>
                </a:solidFill>
                <a:effectLst/>
                <a:latin typeface="SimSun" panose="02010600030101010101" pitchFamily="2" charset="-122"/>
                <a:ea typeface="SimSun" panose="02010600030101010101" pitchFamily="2" charset="-122"/>
              </a:rPr>
              <a:t>。系统利用</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来描述进程的基本情况和运行状态，进而控制和管理进程。相应地，由程序段、相关数据段和</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三部分构成了进程实体（又称进程映像）。所谓创建进程，实质上是创建进程实体中的</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；而撤销进程，实质上是撤销进程的</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。注意：</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是进程存在的唯一标志！</a:t>
            </a:r>
          </a:p>
          <a:p>
            <a:pPr lvl="0"/>
            <a:r>
              <a:rPr lang="zh-CN" altLang="en-US" sz="1800" b="0" i="0" dirty="0">
                <a:solidFill>
                  <a:srgbClr val="000000"/>
                </a:solidFill>
                <a:effectLst/>
                <a:latin typeface="SimSun" panose="02010600030101010101" pitchFamily="2" charset="-122"/>
                <a:ea typeface="SimSun" panose="02010600030101010101" pitchFamily="2" charset="-122"/>
              </a:rPr>
              <a:t>从不同的角度，进程可以有不同的定义，比较典型的定义有：</a:t>
            </a:r>
          </a:p>
          <a:p>
            <a:pPr lvl="0"/>
            <a:r>
              <a:rPr lang="en-US" altLang="zh-CN" sz="1800" b="0" i="0" dirty="0">
                <a:solidFill>
                  <a:srgbClr val="000000"/>
                </a:solidFill>
                <a:effectLst/>
                <a:latin typeface="SimSun" panose="02010600030101010101" pitchFamily="2" charset="-122"/>
                <a:ea typeface="SimSun" panose="02010600030101010101" pitchFamily="2" charset="-122"/>
              </a:rPr>
              <a:t>1)</a:t>
            </a:r>
            <a:r>
              <a:rPr lang="zh-CN" altLang="en-US" sz="1800" b="0" i="0" dirty="0">
                <a:solidFill>
                  <a:srgbClr val="000000"/>
                </a:solidFill>
                <a:effectLst/>
                <a:latin typeface="SimSun" panose="02010600030101010101" pitchFamily="2" charset="-122"/>
                <a:ea typeface="SimSun" panose="02010600030101010101" pitchFamily="2" charset="-122"/>
              </a:rPr>
              <a:t>进程是程序的一次执行过程。</a:t>
            </a:r>
          </a:p>
          <a:p>
            <a:pPr lvl="0"/>
            <a:r>
              <a:rPr lang="en-US" altLang="zh-CN" sz="1800" b="0" i="0" dirty="0">
                <a:solidFill>
                  <a:srgbClr val="000000"/>
                </a:solidFill>
                <a:effectLst/>
                <a:latin typeface="SimSun" panose="02010600030101010101" pitchFamily="2" charset="-122"/>
                <a:ea typeface="SimSun" panose="02010600030101010101" pitchFamily="2" charset="-122"/>
              </a:rPr>
              <a:t>2)</a:t>
            </a:r>
            <a:r>
              <a:rPr lang="zh-CN" altLang="en-US" sz="1800" b="0" i="0" dirty="0">
                <a:solidFill>
                  <a:srgbClr val="000000"/>
                </a:solidFill>
                <a:effectLst/>
                <a:latin typeface="SimSun" panose="02010600030101010101" pitchFamily="2" charset="-122"/>
                <a:ea typeface="SimSun" panose="02010600030101010101" pitchFamily="2" charset="-122"/>
              </a:rPr>
              <a:t>进程是一个程序及其数据在处理机上顺序执行时所发生的活动。</a:t>
            </a:r>
          </a:p>
          <a:p>
            <a:pPr lvl="0"/>
            <a:r>
              <a:rPr lang="en-US" altLang="zh-CN" sz="1800" b="0" i="0" dirty="0">
                <a:solidFill>
                  <a:srgbClr val="000000"/>
                </a:solidFill>
                <a:effectLst/>
                <a:latin typeface="SimSun" panose="02010600030101010101" pitchFamily="2" charset="-122"/>
                <a:ea typeface="SimSun" panose="02010600030101010101" pitchFamily="2" charset="-122"/>
              </a:rPr>
              <a:t>3)</a:t>
            </a:r>
            <a:r>
              <a:rPr lang="zh-CN" altLang="en-US" sz="1800" b="0" i="0" dirty="0">
                <a:solidFill>
                  <a:srgbClr val="000000"/>
                </a:solidFill>
                <a:effectLst/>
                <a:latin typeface="SimSun" panose="02010600030101010101" pitchFamily="2" charset="-122"/>
                <a:ea typeface="SimSun" panose="02010600030101010101" pitchFamily="2" charset="-122"/>
              </a:rPr>
              <a:t>进程是具有独立功能的程序在一个数据集合上运行的过程，它是系统进行资源分配和调度的一个独立单位。</a:t>
            </a:r>
          </a:p>
          <a:p>
            <a:pPr lvl="0"/>
            <a:r>
              <a:rPr lang="zh-CN" altLang="en-US" sz="1800" b="0" i="0" dirty="0">
                <a:solidFill>
                  <a:srgbClr val="000000"/>
                </a:solidFill>
                <a:effectLst/>
                <a:latin typeface="SimSun" panose="02010600030101010101" pitchFamily="2" charset="-122"/>
                <a:ea typeface="SimSun" panose="02010600030101010101" pitchFamily="2" charset="-122"/>
              </a:rPr>
              <a:t>引入进程实体的概念后，我们可以把传统操作系统中的进程定义为：“进程是进程实体的运行过程，是系统进行资源分配和调度的一个独立单位。”</a:t>
            </a:r>
          </a:p>
          <a:p>
            <a:pPr lvl="0"/>
            <a:r>
              <a:rPr lang="zh-CN" altLang="en-US" sz="1800" b="0" i="0" dirty="0">
                <a:solidFill>
                  <a:srgbClr val="000000"/>
                </a:solidFill>
                <a:effectLst/>
                <a:latin typeface="SimSun" panose="02010600030101010101" pitchFamily="2" charset="-122"/>
                <a:ea typeface="SimSun" panose="02010600030101010101" pitchFamily="2" charset="-122"/>
              </a:rPr>
              <a:t>同学们要准确理解这里说的系统资源。它指处理机、存储器和其他设备服务于某个进程的“时间”，例如把处理机资源理解为处理机的时间片才是准确的。因为进程是这些资源分配和调度的独立单位，即“时间片”分配的独立单位，这就决定了进程一定是一个动态的、过程性的概念。</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(1)</a:t>
            </a:r>
            <a:r>
              <a:rPr lang="zh-CN" altLang="en-US" dirty="0"/>
              <a:t>高级调度（作业调度）</a:t>
            </a:r>
          </a:p>
          <a:p>
            <a:pPr lvl="0"/>
            <a:r>
              <a:rPr lang="zh-CN" altLang="en-US" dirty="0"/>
              <a:t>按照一定的原则从外存上处于后备队列的作业中挑选一个（或多个），给它（们）分配内存、输入输出设备等必要的资源，并建立相应的进程，以使它（们）获得竞争处理机的权利。简言之，作业调度就是内存与辅存之间的调度。对于每个作业只调入一次、调出一次。</a:t>
            </a:r>
          </a:p>
          <a:p>
            <a:pPr lvl="0"/>
            <a:r>
              <a:rPr lang="zh-CN" altLang="en-US" dirty="0"/>
              <a:t>多道批处理系统中大多配有作业调度，而其他系统中通常不需要配置作业调度。</a:t>
            </a:r>
          </a:p>
          <a:p>
            <a:pPr lvl="0"/>
            <a:r>
              <a:rPr lang="en-US" altLang="zh-CN" dirty="0"/>
              <a:t>(2)</a:t>
            </a:r>
            <a:r>
              <a:rPr lang="zh-CN" altLang="en-US" dirty="0"/>
              <a:t>中级调度（内存调度）</a:t>
            </a:r>
          </a:p>
          <a:p>
            <a:pPr lvl="0"/>
            <a:r>
              <a:rPr lang="zh-CN" altLang="en-US" dirty="0"/>
              <a:t>引入中极调度的目的是提高内存利用率和系统吞吐量。为此，将那些暂时不能运行的进程调至外存等待，此时进程的状态称为挂起态。当它们已具备运行条件且内存又稍有空闲时，由中级调度来决定把外存上的那些已具备运行条件的就绪进程再重新调入内存，并修改其状态为就绪态，挂在就绪队列上等待。中级调度实际上是存储器管理中的对换功能。</a:t>
            </a:r>
          </a:p>
          <a:p>
            <a:pPr lvl="0"/>
            <a:r>
              <a:rPr lang="en-US" altLang="zh-CN" dirty="0"/>
              <a:t>(3)</a:t>
            </a:r>
            <a:r>
              <a:rPr lang="zh-CN" altLang="en-US" dirty="0"/>
              <a:t>低级调度（进程调度）</a:t>
            </a:r>
          </a:p>
          <a:p>
            <a:pPr lvl="0"/>
            <a:r>
              <a:rPr lang="zh-CN" altLang="en-US" dirty="0"/>
              <a:t>按照某种算法从就绪队列中选取一个进程，将处理机分配给它。进程调度是最基本的一种调度，在各种操作系统中都必须配置这级调度。进程调度的频率很高，一般几十毫秒一次。</a:t>
            </a:r>
            <a:endParaRPr lang="zh-CN" dirty="0"/>
          </a:p>
        </p:txBody>
      </p:sp>
    </p:spTree>
    <p:extLst>
      <p:ext uri="{BB962C8B-B14F-4D97-AF65-F5344CB8AC3E}">
        <p14:creationId xmlns:p14="http://schemas.microsoft.com/office/powerpoint/2010/main" val="2325253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作业调度从外存的后备队列中选择一批作业进入内存，为它们建立进程，这些进程被送入就绪队列，进程调度从就绪队列中选出一个进程，并把其状态改为运行态，把</a:t>
            </a:r>
            <a:r>
              <a:rPr lang="en-US" altLang="zh-CN" dirty="0"/>
              <a:t>CPU</a:t>
            </a:r>
            <a:r>
              <a:rPr lang="zh-CN" altLang="en-US" dirty="0"/>
              <a:t>分配给它。中级调度是为了提高内存的利用率，系统将那些暂时不能运行的进程挂起来。</a:t>
            </a:r>
          </a:p>
          <a:p>
            <a:pPr lvl="0"/>
            <a:r>
              <a:rPr lang="en-US" altLang="zh-CN" dirty="0"/>
              <a:t>1)</a:t>
            </a:r>
            <a:r>
              <a:rPr lang="zh-CN" altLang="en-US" dirty="0"/>
              <a:t>作业调度为进程活动做准备，进程调度使进程正常活动起来。</a:t>
            </a:r>
            <a:endParaRPr lang="en-US" altLang="zh-CN" dirty="0"/>
          </a:p>
          <a:p>
            <a:pPr lvl="0"/>
            <a:r>
              <a:rPr lang="en-US" altLang="zh-CN" dirty="0"/>
              <a:t>2)</a:t>
            </a:r>
            <a:r>
              <a:rPr lang="zh-CN" altLang="en-US" dirty="0"/>
              <a:t>中级调度将暂时不能运行的进程挂起，中级调度处于作业调度和进程调度之间。</a:t>
            </a:r>
          </a:p>
          <a:p>
            <a:pPr lvl="0"/>
            <a:r>
              <a:rPr lang="en-US" altLang="zh-CN" dirty="0"/>
              <a:t>3)</a:t>
            </a:r>
            <a:r>
              <a:rPr lang="zh-CN" altLang="en-US" dirty="0"/>
              <a:t>作业调度次数少，中级调度次数略多，进程调度频率最高。</a:t>
            </a:r>
          </a:p>
          <a:p>
            <a:pPr lvl="0"/>
            <a:r>
              <a:rPr lang="en-US" altLang="zh-CN" dirty="0"/>
              <a:t>4)</a:t>
            </a:r>
            <a:r>
              <a:rPr lang="zh-CN" altLang="en-US" dirty="0"/>
              <a:t>进程调度是最基本的，不可或缺。</a:t>
            </a:r>
            <a:endParaRPr lang="zh-CN" dirty="0"/>
          </a:p>
        </p:txBody>
      </p:sp>
    </p:spTree>
    <p:extLst>
      <p:ext uri="{BB962C8B-B14F-4D97-AF65-F5344CB8AC3E}">
        <p14:creationId xmlns:p14="http://schemas.microsoft.com/office/powerpoint/2010/main" val="459263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不同的调度算法具有不同的特性，在选择调度算法时，必须考虑算法的特性。为了比较处理机调度算法的性能，人们提出了很多评价标准，下面介绍其中主要的几种：</a:t>
            </a:r>
          </a:p>
          <a:p>
            <a:pPr lvl="0"/>
            <a:r>
              <a:rPr lang="en-US" altLang="zh-CN" dirty="0"/>
              <a:t>1)CPU</a:t>
            </a:r>
            <a:r>
              <a:rPr lang="zh-CN" altLang="en-US" dirty="0"/>
              <a:t>利用率。</a:t>
            </a:r>
            <a:r>
              <a:rPr lang="en-US" altLang="zh-CN" dirty="0"/>
              <a:t>CPU</a:t>
            </a:r>
            <a:r>
              <a:rPr lang="zh-CN" altLang="en-US" dirty="0"/>
              <a:t>是计算机系统中最重要和昂贵的资源之一，所以应尽可能使</a:t>
            </a:r>
            <a:r>
              <a:rPr lang="en-US" altLang="zh-CN" dirty="0"/>
              <a:t>CPU</a:t>
            </a:r>
            <a:r>
              <a:rPr lang="zh-CN" altLang="en-US" dirty="0"/>
              <a:t>保持“忙”状态，使这一资源利用率最高。</a:t>
            </a:r>
            <a:r>
              <a:rPr lang="en-US" altLang="zh-CN" dirty="0"/>
              <a:t>CPU</a:t>
            </a:r>
            <a:r>
              <a:rPr lang="zh-CN" altLang="en-US" dirty="0"/>
              <a:t>利用率的计算方法如下：</a:t>
            </a:r>
            <a:endParaRPr lang="en-US" altLang="zh-CN" dirty="0"/>
          </a:p>
          <a:p>
            <a:pPr lvl="0"/>
            <a:r>
              <a:rPr lang="en-US" altLang="zh-CN" dirty="0"/>
              <a:t>2)</a:t>
            </a:r>
            <a:r>
              <a:rPr lang="zh-CN" altLang="en-US" dirty="0"/>
              <a:t>系统吞吐量。表示单位时间内</a:t>
            </a:r>
            <a:r>
              <a:rPr lang="en-US" altLang="zh-CN" dirty="0"/>
              <a:t>CPU</a:t>
            </a:r>
            <a:r>
              <a:rPr lang="zh-CN" altLang="en-US" dirty="0"/>
              <a:t>完成作业的数量。长作业需要消耗较长的处理机时间，因此会降低系统的吞吐量。而对于短作业，需要消耗的处理机时间较短，因此能提高系统的吞吐量。调度算法和方式的不同，也会对系统的吞吐量产生较大的影响。</a:t>
            </a:r>
          </a:p>
          <a:p>
            <a:pPr lvl="0"/>
            <a:r>
              <a:rPr lang="en-US" altLang="zh-CN" dirty="0"/>
              <a:t>3)</a:t>
            </a:r>
            <a:r>
              <a:rPr lang="zh-CN" altLang="en-US" dirty="0"/>
              <a:t>周转时间。指从作业提交到作业完成所经历的时间，是作业等待、在就绪队列中排队、在处理机上运行及输入输出操作所花费时间的总和。周转时间的计算方法如下：</a:t>
            </a:r>
          </a:p>
          <a:p>
            <a:pPr lvl="0"/>
            <a:r>
              <a:rPr lang="zh-CN" altLang="en-US" dirty="0"/>
              <a:t>	周转时间</a:t>
            </a:r>
            <a:r>
              <a:rPr lang="en-US" altLang="zh-CN" dirty="0"/>
              <a:t>=</a:t>
            </a:r>
            <a:r>
              <a:rPr lang="zh-CN" altLang="en-US" dirty="0"/>
              <a:t>作业完成时间</a:t>
            </a:r>
            <a:r>
              <a:rPr lang="en-US" altLang="zh-CN" dirty="0"/>
              <a:t>-</a:t>
            </a:r>
            <a:r>
              <a:rPr lang="zh-CN" altLang="en-US" dirty="0"/>
              <a:t>作业提交时间</a:t>
            </a:r>
          </a:p>
          <a:p>
            <a:pPr lvl="0"/>
            <a:r>
              <a:rPr lang="zh-CN" altLang="en-US" dirty="0"/>
              <a:t>平均周转时间是指多个作业周转时间的平均值：</a:t>
            </a:r>
          </a:p>
          <a:p>
            <a:pPr lvl="0"/>
            <a:r>
              <a:rPr lang="zh-CN" altLang="en-US" dirty="0"/>
              <a:t>	平均周转时间</a:t>
            </a:r>
            <a:r>
              <a:rPr lang="en-US" altLang="zh-CN" dirty="0"/>
              <a:t>=(</a:t>
            </a:r>
            <a:r>
              <a:rPr lang="zh-CN" altLang="en-US" dirty="0"/>
              <a:t>作业</a:t>
            </a:r>
            <a:r>
              <a:rPr lang="en-US" altLang="zh-CN" dirty="0"/>
              <a:t>1</a:t>
            </a:r>
            <a:r>
              <a:rPr lang="zh-CN" altLang="en-US" dirty="0"/>
              <a:t>的周转时间</a:t>
            </a:r>
            <a:r>
              <a:rPr lang="en-US" altLang="zh-CN" dirty="0"/>
              <a:t>+…+</a:t>
            </a:r>
            <a:r>
              <a:rPr lang="zh-CN" altLang="en-US" dirty="0"/>
              <a:t>作业</a:t>
            </a:r>
            <a:r>
              <a:rPr lang="en-US" altLang="zh-CN" dirty="0"/>
              <a:t>n</a:t>
            </a:r>
            <a:r>
              <a:rPr lang="zh-CN" altLang="en-US" dirty="0"/>
              <a:t>的周转时间</a:t>
            </a:r>
            <a:r>
              <a:rPr lang="en-US" altLang="zh-CN" dirty="0"/>
              <a:t>)/n</a:t>
            </a:r>
          </a:p>
          <a:p>
            <a:pPr lvl="0"/>
            <a:r>
              <a:rPr lang="zh-CN" altLang="en-US" dirty="0"/>
              <a:t>带权周转时间是指作业周转时间与作业实际运行时间的比值：</a:t>
            </a:r>
            <a:endParaRPr lang="en-US" altLang="zh-CN" dirty="0"/>
          </a:p>
          <a:p>
            <a:pPr lvl="0"/>
            <a:endParaRPr lang="en-US" altLang="zh-CN" sz="1800" b="0" i="0" dirty="0">
              <a:solidFill>
                <a:srgbClr val="000000"/>
              </a:solidFill>
              <a:effectLst/>
              <a:latin typeface="SimSun" panose="02010600030101010101" pitchFamily="2" charset="-122"/>
              <a:ea typeface="SimSun" panose="02010600030101010101" pitchFamily="2" charset="-122"/>
            </a:endParaRPr>
          </a:p>
          <a:p>
            <a:pPr lvl="0"/>
            <a:r>
              <a:rPr lang="zh-CN" altLang="en-US" sz="1800" b="0" i="0" dirty="0">
                <a:solidFill>
                  <a:srgbClr val="000000"/>
                </a:solidFill>
                <a:effectLst/>
                <a:latin typeface="SimSun" panose="02010600030101010101" pitchFamily="2" charset="-122"/>
                <a:ea typeface="SimSun" panose="02010600030101010101" pitchFamily="2" charset="-122"/>
              </a:rPr>
              <a:t>平均带权周转时间是指多个作业带权周转时间的平均值：</a:t>
            </a:r>
            <a:r>
              <a:rPr lang="zh-CN" altLang="en-US" dirty="0"/>
              <a:t> </a:t>
            </a:r>
            <a:endParaRPr lang="en-US" altLang="zh-CN" dirty="0"/>
          </a:p>
          <a:p>
            <a:pPr lvl="0"/>
            <a:endParaRPr lang="en-US" altLang="zh-CN" dirty="0"/>
          </a:p>
          <a:p>
            <a:pPr lvl="0"/>
            <a:r>
              <a:rPr lang="en-US" altLang="zh-CN" dirty="0"/>
              <a:t>4)</a:t>
            </a:r>
            <a:r>
              <a:rPr lang="zh-CN" altLang="en-US" dirty="0"/>
              <a:t>等待时间。指进程处于等处理机的时间之和，等待时间越长，用户满意度越低。处理机调度算法实际上并不影响作业执行或输入</a:t>
            </a:r>
            <a:r>
              <a:rPr lang="en-US" altLang="zh-CN" dirty="0"/>
              <a:t>/</a:t>
            </a:r>
            <a:r>
              <a:rPr lang="zh-CN" altLang="en-US" dirty="0"/>
              <a:t>输出操作的时间，只影响作业在就绪队列中等待所花的时间。因此，衡量一个调度算法的优劣，常常只需简单地考察等待时间。</a:t>
            </a:r>
          </a:p>
          <a:p>
            <a:pPr lvl="0"/>
            <a:r>
              <a:rPr lang="en-US" altLang="zh-CN" dirty="0"/>
              <a:t>5)</a:t>
            </a:r>
            <a:r>
              <a:rPr lang="zh-CN" altLang="en-US" dirty="0"/>
              <a:t>响应时间。指从用户提交请求到系统首次产生响应所用的时间。在交互式系统中，周转时间不是最好的评价准则，一般采用响应时间作为衡量调度算法的重要准则之一。从用户角度来看，调度策略应尽量降低响应时间，使响应时间处在用户能接受的范围之内。要想得到一个满足所有用户和系统要求的算法几乎是不可能的。设计调度程序，一方面要满足特定系统用户的要求（如某些实时和交互进程的快速响应要求），另一方面要考虑系统整体效率（如减少整个系统的进程平均周转时间），同时还要考虑调度算法的开销。</a:t>
            </a:r>
            <a:endParaRPr lang="zh-CN" dirty="0"/>
          </a:p>
        </p:txBody>
      </p:sp>
    </p:spTree>
    <p:extLst>
      <p:ext uri="{BB962C8B-B14F-4D97-AF65-F5344CB8AC3E}">
        <p14:creationId xmlns:p14="http://schemas.microsoft.com/office/powerpoint/2010/main" val="1679487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在操作系统中，用于调度和分派</a:t>
            </a:r>
            <a:r>
              <a:rPr lang="en-US" altLang="zh-CN" dirty="0"/>
              <a:t>CPU</a:t>
            </a:r>
            <a:r>
              <a:rPr lang="zh-CN" altLang="en-US" dirty="0"/>
              <a:t>的组件称为调度程序，它通常由三部分组成，如图所示。</a:t>
            </a:r>
          </a:p>
          <a:p>
            <a:pPr lvl="0"/>
            <a:r>
              <a:rPr lang="en-US" altLang="zh-CN" dirty="0"/>
              <a:t>1)</a:t>
            </a:r>
            <a:r>
              <a:rPr lang="zh-CN" altLang="en-US" dirty="0"/>
              <a:t>排队器。将系统中的所有就绪进程按照一定的策略排成一个或多个队列，以便于调度程序选择。每当有一个进程转变为就绪态时，排队器便将它插入到相应的就绪队列中。</a:t>
            </a:r>
            <a:endParaRPr lang="en-US" altLang="zh-CN" dirty="0"/>
          </a:p>
          <a:p>
            <a:pPr lvl="0"/>
            <a:r>
              <a:rPr lang="en-US" altLang="zh-CN" dirty="0"/>
              <a:t>2)</a:t>
            </a:r>
            <a:r>
              <a:rPr lang="zh-CN" altLang="en-US" dirty="0"/>
              <a:t>分派器。依据调度程序所选的进程，将其从就绪队列中取出，将</a:t>
            </a:r>
            <a:r>
              <a:rPr lang="en-US" altLang="zh-CN" dirty="0"/>
              <a:t>CPU</a:t>
            </a:r>
            <a:r>
              <a:rPr lang="zh-CN" altLang="en-US" dirty="0"/>
              <a:t>分配给新进程。</a:t>
            </a:r>
          </a:p>
          <a:p>
            <a:pPr lvl="0"/>
            <a:r>
              <a:rPr lang="en-US" altLang="zh-CN" dirty="0"/>
              <a:t>3)</a:t>
            </a:r>
            <a:r>
              <a:rPr lang="zh-CN" altLang="en-US" dirty="0"/>
              <a:t>上下文切换器。在对处理机进行切换时，会发生两对上下文的切换操作：第一对，将当前进程的上下文保存到其</a:t>
            </a:r>
            <a:r>
              <a:rPr lang="en-US" altLang="zh-CN" dirty="0"/>
              <a:t>PCB</a:t>
            </a:r>
            <a:r>
              <a:rPr lang="zh-CN" altLang="en-US" dirty="0"/>
              <a:t>中，再装入分派程序的上下文，以便分派程序运行：第二对，移出分派程序的上下文，将新选进程的</a:t>
            </a:r>
            <a:r>
              <a:rPr lang="en-US" altLang="zh-CN" dirty="0"/>
              <a:t>CPU</a:t>
            </a:r>
            <a:r>
              <a:rPr lang="zh-CN" altLang="en-US" dirty="0"/>
              <a:t>现场信息装入处理机的各个相应寄存器。</a:t>
            </a:r>
          </a:p>
          <a:p>
            <a:pPr lvl="0"/>
            <a:r>
              <a:rPr lang="zh-CN" altLang="en-US" dirty="0"/>
              <a:t>在上下文切换时，需要执行大量</a:t>
            </a:r>
            <a:r>
              <a:rPr lang="en-US" altLang="zh-CN" dirty="0"/>
              <a:t>load</a:t>
            </a:r>
            <a:r>
              <a:rPr lang="zh-CN" altLang="en-US" dirty="0"/>
              <a:t>和</a:t>
            </a:r>
            <a:r>
              <a:rPr lang="en-US" altLang="zh-CN" dirty="0"/>
              <a:t>store</a:t>
            </a:r>
            <a:r>
              <a:rPr lang="zh-CN" altLang="en-US" dirty="0"/>
              <a:t>指令，以保存寄存器的内容，因此会花费较多时间。现在已有硬件实现的方法来减少上下文切换时间。通常采用两组寄存器，其中一组供内核使用，一组供用户使用。这样，上下文切换时，只需改变指针，让其指向当前寄存器组即可。</a:t>
            </a:r>
            <a:endParaRPr lang="zh-CN" dirty="0"/>
          </a:p>
        </p:txBody>
      </p:sp>
    </p:spTree>
    <p:extLst>
      <p:ext uri="{BB962C8B-B14F-4D97-AF65-F5344CB8AC3E}">
        <p14:creationId xmlns:p14="http://schemas.microsoft.com/office/powerpoint/2010/main" val="3089146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调度程序是操作系统内核程序。请求调度的事件发生后，才可能运行调度程序，调度了新的就绪进程后，才会进行进程切换。理论上这三件事情应该顺序执行，但在实际的操作系统内核程序运行中，若某时刻发生了引起进程调度的因素，则不一定能马上进行调度与切换。</a:t>
            </a:r>
          </a:p>
          <a:p>
            <a:pPr lvl="0"/>
            <a:r>
              <a:rPr lang="zh-CN" altLang="en-US" dirty="0"/>
              <a:t>现代操作系统中，不能进行进程的调度与切换的情况有以下几种：</a:t>
            </a:r>
          </a:p>
          <a:p>
            <a:pPr lvl="0"/>
            <a:r>
              <a:rPr lang="en-US" altLang="zh-CN" dirty="0"/>
              <a:t>1)</a:t>
            </a:r>
            <a:r>
              <a:rPr lang="zh-CN" altLang="en-US" dirty="0"/>
              <a:t>在处理中断的过程中。中断处理过程复杂，在实现上很难做到进程切换，而且中断处理是系统工作的一部分，逻辑上不属于某一进程，不应被剥夺处理机资源。</a:t>
            </a:r>
          </a:p>
          <a:p>
            <a:pPr lvl="0"/>
            <a:r>
              <a:rPr lang="en-US" altLang="zh-CN" dirty="0"/>
              <a:t>2)</a:t>
            </a:r>
            <a:r>
              <a:rPr lang="zh-CN" altLang="en-US" dirty="0"/>
              <a:t>进程在操作系统内核临界区中。进入临界区后，需要独占式地访问，理论上必须加锁，以防止其他并行进程进入，在解锁前不应切换到其他进程，以加快临界区的释放。</a:t>
            </a:r>
          </a:p>
          <a:p>
            <a:pPr lvl="0"/>
            <a:r>
              <a:rPr lang="en-US" altLang="zh-CN" dirty="0"/>
              <a:t>3)</a:t>
            </a:r>
            <a:r>
              <a:rPr lang="zh-CN" altLang="en-US" dirty="0"/>
              <a:t>其他需要完全屏蔽中断的原子操作过程中。如加锁、解锁、中断现场保护、恢复等原子操作。在原子过程中，连中断都要屏蔽，更不应该进行进程调度与切换。</a:t>
            </a:r>
          </a:p>
          <a:p>
            <a:pPr lvl="0"/>
            <a:r>
              <a:rPr lang="zh-CN" altLang="en-US" dirty="0"/>
              <a:t>若在上述过程中发生了引起调度的条件，则不能马上进行调度和切换，应置系统的请求调度标志，直到上述过程结束后才进行相应的调度与切换。</a:t>
            </a:r>
          </a:p>
          <a:p>
            <a:pPr lvl="0"/>
            <a:endParaRPr lang="zh-CN" altLang="en-US" dirty="0"/>
          </a:p>
          <a:p>
            <a:pPr lvl="0"/>
            <a:r>
              <a:rPr lang="zh-CN" altLang="en-US" dirty="0"/>
              <a:t>应该进行进程调度与切换的情况如下：</a:t>
            </a:r>
          </a:p>
          <a:p>
            <a:pPr lvl="0"/>
            <a:r>
              <a:rPr lang="en-US" altLang="zh-CN" dirty="0"/>
              <a:t>1)</a:t>
            </a:r>
            <a:r>
              <a:rPr lang="zh-CN" altLang="en-US" dirty="0"/>
              <a:t>发生引起调度条件且当前进程无法继续运行下去时，可以马上进行调度与切换。若操作系统只在这种情况下进行进程调度，则是非剥夺调度。</a:t>
            </a:r>
          </a:p>
          <a:p>
            <a:pPr lvl="0"/>
            <a:r>
              <a:rPr lang="en-US" altLang="zh-CN" dirty="0"/>
              <a:t>2)</a:t>
            </a:r>
            <a:r>
              <a:rPr lang="zh-CN" altLang="en-US" dirty="0"/>
              <a:t>中断处理结束或自陷处理结束后，返回被中断进程的用户态程序执行现场前，若置上请求调度标志，即可马上进行进程调度与切换。若操作系统支持这种情况下的运行调度程序，则实现了剥夺方式的调度。</a:t>
            </a:r>
          </a:p>
          <a:p>
            <a:pPr lvl="0"/>
            <a:r>
              <a:rPr lang="zh-CN" altLang="en-US" dirty="0"/>
              <a:t>进程切换往往在调度完成后立刻发生，它要求保存原进程当前断点的现场信息，恢复被调度进程的现场信息。现场切换时，操作系统内核将原进程的现场信息推入当前进程的内核堆栈来保存它们，并更新堆栈指针。内核完成从新进程的内核栈中装入新进程的现场信息、更新当前运行进程空间指针、重设</a:t>
            </a:r>
            <a:r>
              <a:rPr lang="en-US" altLang="zh-CN" dirty="0"/>
              <a:t>PC</a:t>
            </a:r>
            <a:r>
              <a:rPr lang="zh-CN" altLang="en-US" dirty="0"/>
              <a:t>寄存器等相关工作之后，开始运行新的进程。</a:t>
            </a:r>
            <a:endParaRPr lang="zh-CN" dirty="0"/>
          </a:p>
        </p:txBody>
      </p:sp>
    </p:spTree>
    <p:extLst>
      <p:ext uri="{BB962C8B-B14F-4D97-AF65-F5344CB8AC3E}">
        <p14:creationId xmlns:p14="http://schemas.microsoft.com/office/powerpoint/2010/main" val="2487681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所谓进程调度方式，是指当某个进程正在处理机上执行时，若有某个更为重要或紧迫的进程需要处理，即有优先权更高的进程进入就绪队列，此时应如何分配处理机。</a:t>
            </a:r>
          </a:p>
          <a:p>
            <a:pPr lvl="0"/>
            <a:r>
              <a:rPr lang="zh-CN" altLang="en-US" dirty="0"/>
              <a:t>通常有以下两种进程调度方式：</a:t>
            </a:r>
          </a:p>
          <a:p>
            <a:pPr lvl="0"/>
            <a:r>
              <a:rPr lang="en-US" altLang="zh-CN" dirty="0"/>
              <a:t>1)</a:t>
            </a:r>
            <a:r>
              <a:rPr lang="zh-CN" altLang="en-US" dirty="0"/>
              <a:t>非抢占调度方式，又称非剥夺方式。是指当一个进程正在处理机上执行时，即使有某个更为重要或紧迫的进程进入就绪队列，仍然让正在执行的进程继续执行，直到该进程运行完成或发生某种事件而进入阻塞态时，才把处理机分配给其他进程。</a:t>
            </a:r>
          </a:p>
          <a:p>
            <a:pPr lvl="0"/>
            <a:r>
              <a:rPr lang="zh-CN" altLang="en-US" dirty="0"/>
              <a:t>非抢占调度方式的优点是实现简单、系统开销小，适用于大多数的批处理系统，但它不能用于分时系统和大多数的实时系统。</a:t>
            </a:r>
          </a:p>
          <a:p>
            <a:pPr lvl="0"/>
            <a:r>
              <a:rPr lang="en-US" altLang="zh-CN" dirty="0"/>
              <a:t>2)</a:t>
            </a:r>
            <a:r>
              <a:rPr lang="zh-CN" altLang="en-US" dirty="0"/>
              <a:t>抢占调度方式，又称剥夺方式。是指当一个进程正在处理机上执行时，若有某个更为重要或紧迫的进程需要使用处理机，则允许调度程序根据某种原则去暂停正在执行的进程，将处理机分配给这个更为重要或紧迫的进程。</a:t>
            </a:r>
          </a:p>
          <a:p>
            <a:pPr lvl="0"/>
            <a:r>
              <a:rPr lang="zh-CN" altLang="en-US" dirty="0"/>
              <a:t>抢占调度方式对提高系统吞吐率和响应效率都有明显的好处。但“抢占”不是一种任意性行为，必须遵循一定的原则，主要有优先权、短进程优先和时间片原则等。</a:t>
            </a:r>
            <a:endParaRPr lang="zh-CN" dirty="0"/>
          </a:p>
        </p:txBody>
      </p:sp>
    </p:spTree>
    <p:extLst>
      <p:ext uri="{BB962C8B-B14F-4D97-AF65-F5344CB8AC3E}">
        <p14:creationId xmlns:p14="http://schemas.microsoft.com/office/powerpoint/2010/main" val="24282412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sz="1800" b="0" i="0" dirty="0">
                <a:solidFill>
                  <a:srgbClr val="000000"/>
                </a:solidFill>
                <a:effectLst/>
                <a:latin typeface="SimSun" panose="02010600030101010101" pitchFamily="2" charset="-122"/>
                <a:ea typeface="SimSun" panose="02010600030101010101" pitchFamily="2" charset="-122"/>
              </a:rPr>
              <a:t>在多道程序环境下，允许多个程序并发执行，此时它们将失去封闭性，并具有间断性及不可再现性的特征。为此引入了进程</a:t>
            </a:r>
            <a:r>
              <a:rPr lang="en-US" altLang="zh-CN" sz="1800" b="0" i="0" dirty="0">
                <a:solidFill>
                  <a:srgbClr val="000000"/>
                </a:solidFill>
                <a:effectLst/>
                <a:latin typeface="SimSun" panose="02010600030101010101" pitchFamily="2" charset="-122"/>
                <a:ea typeface="SimSun" panose="02010600030101010101" pitchFamily="2" charset="-122"/>
              </a:rPr>
              <a:t>(Process)</a:t>
            </a:r>
            <a:r>
              <a:rPr lang="zh-CN" altLang="en-US" sz="1800" b="0" i="0" dirty="0">
                <a:solidFill>
                  <a:srgbClr val="000000"/>
                </a:solidFill>
                <a:effectLst/>
                <a:latin typeface="SimSun" panose="02010600030101010101" pitchFamily="2" charset="-122"/>
                <a:ea typeface="SimSun" panose="02010600030101010101" pitchFamily="2" charset="-122"/>
              </a:rPr>
              <a:t>的概念，以便更好地描述和控制程序的并发执行，实现操作系统的并发性和共享性（最基本的两个特性）。</a:t>
            </a:r>
          </a:p>
          <a:p>
            <a:pPr lvl="0"/>
            <a:r>
              <a:rPr lang="zh-CN" altLang="en-US" sz="1800" b="0" i="0" dirty="0">
                <a:solidFill>
                  <a:srgbClr val="000000"/>
                </a:solidFill>
                <a:effectLst/>
                <a:latin typeface="SimSun" panose="02010600030101010101" pitchFamily="2" charset="-122"/>
                <a:ea typeface="SimSun" panose="02010600030101010101" pitchFamily="2" charset="-122"/>
              </a:rPr>
              <a:t>为了使参与并发执行的每个程序（含数据）都能独立地运行，必须为之配置一个专门的数据结构，称为进程控制块</a:t>
            </a:r>
            <a:r>
              <a:rPr lang="en-US" altLang="zh-CN" sz="1800" b="0" i="0" dirty="0">
                <a:solidFill>
                  <a:srgbClr val="000000"/>
                </a:solidFill>
                <a:effectLst/>
                <a:latin typeface="SimSun" panose="02010600030101010101" pitchFamily="2" charset="-122"/>
                <a:ea typeface="SimSun" panose="02010600030101010101" pitchFamily="2" charset="-122"/>
              </a:rPr>
              <a:t>(Process Control </a:t>
            </a:r>
            <a:r>
              <a:rPr lang="en-US" altLang="zh-CN" sz="1800" b="0" i="0" dirty="0" err="1">
                <a:solidFill>
                  <a:srgbClr val="000000"/>
                </a:solidFill>
                <a:effectLst/>
                <a:latin typeface="SimSun" panose="02010600030101010101" pitchFamily="2" charset="-122"/>
                <a:ea typeface="SimSun" panose="02010600030101010101" pitchFamily="2" charset="-122"/>
              </a:rPr>
              <a:t>Block,PCB</a:t>
            </a:r>
            <a:r>
              <a:rPr lang="en-US" altLang="zh-CN" sz="1800" b="0" i="0" dirty="0">
                <a:solidFill>
                  <a:srgbClr val="000000"/>
                </a:solidFill>
                <a:effectLst/>
                <a:latin typeface="SimSun" panose="02010600030101010101" pitchFamily="2" charset="-122"/>
                <a:ea typeface="SimSun" panose="02010600030101010101" pitchFamily="2" charset="-122"/>
              </a:rPr>
              <a:t>)</a:t>
            </a:r>
            <a:r>
              <a:rPr lang="zh-CN" altLang="en-US" sz="1800" b="0" i="0" dirty="0">
                <a:solidFill>
                  <a:srgbClr val="000000"/>
                </a:solidFill>
                <a:effectLst/>
                <a:latin typeface="SimSun" panose="02010600030101010101" pitchFamily="2" charset="-122"/>
                <a:ea typeface="SimSun" panose="02010600030101010101" pitchFamily="2" charset="-122"/>
              </a:rPr>
              <a:t>。系统利用</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来描述进程的基本情况和运行状态，进而控制和管理进程。相应地，由程序段、相关数据段和</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三部分构成了进程实体（又称进程映像）。所谓创建进程，实质上是创建进程实体中的</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；而撤销进程，实质上是撤销进程的</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。注意：</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是进程存在的唯一标志！</a:t>
            </a:r>
          </a:p>
          <a:p>
            <a:pPr lvl="0"/>
            <a:r>
              <a:rPr lang="zh-CN" altLang="en-US" sz="1800" b="0" i="0" dirty="0">
                <a:solidFill>
                  <a:srgbClr val="000000"/>
                </a:solidFill>
                <a:effectLst/>
                <a:latin typeface="SimSun" panose="02010600030101010101" pitchFamily="2" charset="-122"/>
                <a:ea typeface="SimSun" panose="02010600030101010101" pitchFamily="2" charset="-122"/>
              </a:rPr>
              <a:t>从不同的角度，进程可以有不同的定义，比较典型的定义有：</a:t>
            </a:r>
          </a:p>
          <a:p>
            <a:pPr lvl="0"/>
            <a:r>
              <a:rPr lang="en-US" altLang="zh-CN" sz="1800" b="0" i="0" dirty="0">
                <a:solidFill>
                  <a:srgbClr val="000000"/>
                </a:solidFill>
                <a:effectLst/>
                <a:latin typeface="SimSun" panose="02010600030101010101" pitchFamily="2" charset="-122"/>
                <a:ea typeface="SimSun" panose="02010600030101010101" pitchFamily="2" charset="-122"/>
              </a:rPr>
              <a:t>1)</a:t>
            </a:r>
            <a:r>
              <a:rPr lang="zh-CN" altLang="en-US" sz="1800" b="0" i="0" dirty="0">
                <a:solidFill>
                  <a:srgbClr val="000000"/>
                </a:solidFill>
                <a:effectLst/>
                <a:latin typeface="SimSun" panose="02010600030101010101" pitchFamily="2" charset="-122"/>
                <a:ea typeface="SimSun" panose="02010600030101010101" pitchFamily="2" charset="-122"/>
              </a:rPr>
              <a:t>进程是程序的一次执行过程。</a:t>
            </a:r>
          </a:p>
          <a:p>
            <a:pPr lvl="0"/>
            <a:r>
              <a:rPr lang="en-US" altLang="zh-CN" sz="1800" b="0" i="0" dirty="0">
                <a:solidFill>
                  <a:srgbClr val="000000"/>
                </a:solidFill>
                <a:effectLst/>
                <a:latin typeface="SimSun" panose="02010600030101010101" pitchFamily="2" charset="-122"/>
                <a:ea typeface="SimSun" panose="02010600030101010101" pitchFamily="2" charset="-122"/>
              </a:rPr>
              <a:t>2)</a:t>
            </a:r>
            <a:r>
              <a:rPr lang="zh-CN" altLang="en-US" sz="1800" b="0" i="0" dirty="0">
                <a:solidFill>
                  <a:srgbClr val="000000"/>
                </a:solidFill>
                <a:effectLst/>
                <a:latin typeface="SimSun" panose="02010600030101010101" pitchFamily="2" charset="-122"/>
                <a:ea typeface="SimSun" panose="02010600030101010101" pitchFamily="2" charset="-122"/>
              </a:rPr>
              <a:t>进程是一个程序及其数据在处理机上顺序执行时所发生的活动。</a:t>
            </a:r>
          </a:p>
          <a:p>
            <a:pPr lvl="0"/>
            <a:r>
              <a:rPr lang="en-US" altLang="zh-CN" sz="1800" b="0" i="0" dirty="0">
                <a:solidFill>
                  <a:srgbClr val="000000"/>
                </a:solidFill>
                <a:effectLst/>
                <a:latin typeface="SimSun" panose="02010600030101010101" pitchFamily="2" charset="-122"/>
                <a:ea typeface="SimSun" panose="02010600030101010101" pitchFamily="2" charset="-122"/>
              </a:rPr>
              <a:t>3)</a:t>
            </a:r>
            <a:r>
              <a:rPr lang="zh-CN" altLang="en-US" sz="1800" b="0" i="0" dirty="0">
                <a:solidFill>
                  <a:srgbClr val="000000"/>
                </a:solidFill>
                <a:effectLst/>
                <a:latin typeface="SimSun" panose="02010600030101010101" pitchFamily="2" charset="-122"/>
                <a:ea typeface="SimSun" panose="02010600030101010101" pitchFamily="2" charset="-122"/>
              </a:rPr>
              <a:t>进程是具有独立功能的程序在一个数据集合上运行的过程，它是系统进行资源分配和调度的一个独立单位。</a:t>
            </a:r>
          </a:p>
          <a:p>
            <a:pPr lvl="0"/>
            <a:r>
              <a:rPr lang="zh-CN" altLang="en-US" sz="1800" b="0" i="0" dirty="0">
                <a:solidFill>
                  <a:srgbClr val="000000"/>
                </a:solidFill>
                <a:effectLst/>
                <a:latin typeface="SimSun" panose="02010600030101010101" pitchFamily="2" charset="-122"/>
                <a:ea typeface="SimSun" panose="02010600030101010101" pitchFamily="2" charset="-122"/>
              </a:rPr>
              <a:t>引入进程实体的概念后，我们可以把传统操作系统中的进程定义为：“进程是进程实体的运行过程，是系统进行资源分配和调度的一个独立单位。”</a:t>
            </a:r>
          </a:p>
          <a:p>
            <a:pPr lvl="0"/>
            <a:r>
              <a:rPr lang="zh-CN" altLang="en-US" sz="1800" b="0" i="0" dirty="0">
                <a:solidFill>
                  <a:srgbClr val="000000"/>
                </a:solidFill>
                <a:effectLst/>
                <a:latin typeface="SimSun" panose="02010600030101010101" pitchFamily="2" charset="-122"/>
                <a:ea typeface="SimSun" panose="02010600030101010101" pitchFamily="2" charset="-122"/>
              </a:rPr>
              <a:t>同学们要准确理解这里说的系统资源。它指处理机、存储器和其他设备服务于某个进程的“时间”，例如把处理机资源理解为处理机的时间片才是准确的。因为进程是这些资源分配和调度的独立单位，即“时间片”分配的独立单位，这就决定了进程一定是一个动态的、过程性的概念。</a:t>
            </a:r>
            <a:endParaRPr lang="zh-CN" dirty="0"/>
          </a:p>
        </p:txBody>
      </p:sp>
    </p:spTree>
    <p:extLst>
      <p:ext uri="{BB962C8B-B14F-4D97-AF65-F5344CB8AC3E}">
        <p14:creationId xmlns:p14="http://schemas.microsoft.com/office/powerpoint/2010/main" val="22685706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sz="1800" b="0" i="0" dirty="0">
                <a:solidFill>
                  <a:srgbClr val="000000"/>
                </a:solidFill>
                <a:effectLst/>
                <a:latin typeface="SimSun" panose="02010600030101010101" pitchFamily="2" charset="-122"/>
                <a:ea typeface="SimSun" panose="02010600030101010101" pitchFamily="2" charset="-122"/>
              </a:rPr>
              <a:t>在多道程序环境下，允许多个程序并发执行，此时它们将失去封闭性，并具有间断性及不可再现性的特征。为此引入了进程</a:t>
            </a:r>
            <a:r>
              <a:rPr lang="en-US" altLang="zh-CN" sz="1800" b="0" i="0" dirty="0">
                <a:solidFill>
                  <a:srgbClr val="000000"/>
                </a:solidFill>
                <a:effectLst/>
                <a:latin typeface="SimSun" panose="02010600030101010101" pitchFamily="2" charset="-122"/>
                <a:ea typeface="SimSun" panose="02010600030101010101" pitchFamily="2" charset="-122"/>
              </a:rPr>
              <a:t>(Process)</a:t>
            </a:r>
            <a:r>
              <a:rPr lang="zh-CN" altLang="en-US" sz="1800" b="0" i="0" dirty="0">
                <a:solidFill>
                  <a:srgbClr val="000000"/>
                </a:solidFill>
                <a:effectLst/>
                <a:latin typeface="SimSun" panose="02010600030101010101" pitchFamily="2" charset="-122"/>
                <a:ea typeface="SimSun" panose="02010600030101010101" pitchFamily="2" charset="-122"/>
              </a:rPr>
              <a:t>的概念，以便更好地描述和控制程序的并发执行，实现操作系统的并发性和共享性（最基本的两个特性）。</a:t>
            </a:r>
          </a:p>
          <a:p>
            <a:pPr lvl="0"/>
            <a:r>
              <a:rPr lang="zh-CN" altLang="en-US" sz="1800" b="0" i="0" dirty="0">
                <a:solidFill>
                  <a:srgbClr val="000000"/>
                </a:solidFill>
                <a:effectLst/>
                <a:latin typeface="SimSun" panose="02010600030101010101" pitchFamily="2" charset="-122"/>
                <a:ea typeface="SimSun" panose="02010600030101010101" pitchFamily="2" charset="-122"/>
              </a:rPr>
              <a:t>为了使参与并发执行的每个程序（含数据）都能独立地运行，必须为之配置一个专门的数据结构，称为进程控制块</a:t>
            </a:r>
            <a:r>
              <a:rPr lang="en-US" altLang="zh-CN" sz="1800" b="0" i="0" dirty="0">
                <a:solidFill>
                  <a:srgbClr val="000000"/>
                </a:solidFill>
                <a:effectLst/>
                <a:latin typeface="SimSun" panose="02010600030101010101" pitchFamily="2" charset="-122"/>
                <a:ea typeface="SimSun" panose="02010600030101010101" pitchFamily="2" charset="-122"/>
              </a:rPr>
              <a:t>(Process Control </a:t>
            </a:r>
            <a:r>
              <a:rPr lang="en-US" altLang="zh-CN" sz="1800" b="0" i="0" dirty="0" err="1">
                <a:solidFill>
                  <a:srgbClr val="000000"/>
                </a:solidFill>
                <a:effectLst/>
                <a:latin typeface="SimSun" panose="02010600030101010101" pitchFamily="2" charset="-122"/>
                <a:ea typeface="SimSun" panose="02010600030101010101" pitchFamily="2" charset="-122"/>
              </a:rPr>
              <a:t>Block,PCB</a:t>
            </a:r>
            <a:r>
              <a:rPr lang="en-US" altLang="zh-CN" sz="1800" b="0" i="0" dirty="0">
                <a:solidFill>
                  <a:srgbClr val="000000"/>
                </a:solidFill>
                <a:effectLst/>
                <a:latin typeface="SimSun" panose="02010600030101010101" pitchFamily="2" charset="-122"/>
                <a:ea typeface="SimSun" panose="02010600030101010101" pitchFamily="2" charset="-122"/>
              </a:rPr>
              <a:t>)</a:t>
            </a:r>
            <a:r>
              <a:rPr lang="zh-CN" altLang="en-US" sz="1800" b="0" i="0" dirty="0">
                <a:solidFill>
                  <a:srgbClr val="000000"/>
                </a:solidFill>
                <a:effectLst/>
                <a:latin typeface="SimSun" panose="02010600030101010101" pitchFamily="2" charset="-122"/>
                <a:ea typeface="SimSun" panose="02010600030101010101" pitchFamily="2" charset="-122"/>
              </a:rPr>
              <a:t>。系统利用</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来描述进程的基本情况和运行状态，进而控制和管理进程。相应地，由程序段、相关数据段和</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三部分构成了进程实体（又称进程映像）。所谓创建进程，实质上是创建进程实体中的</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；而撤销进程，实质上是撤销进程的</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。注意：</a:t>
            </a:r>
            <a:r>
              <a:rPr lang="en-US" altLang="zh-CN" sz="1800" b="0" i="0" dirty="0">
                <a:solidFill>
                  <a:srgbClr val="000000"/>
                </a:solidFill>
                <a:effectLst/>
                <a:latin typeface="SimSun" panose="02010600030101010101" pitchFamily="2" charset="-122"/>
                <a:ea typeface="SimSun" panose="02010600030101010101" pitchFamily="2" charset="-122"/>
              </a:rPr>
              <a:t>PCB</a:t>
            </a:r>
            <a:r>
              <a:rPr lang="zh-CN" altLang="en-US" sz="1800" b="0" i="0" dirty="0">
                <a:solidFill>
                  <a:srgbClr val="000000"/>
                </a:solidFill>
                <a:effectLst/>
                <a:latin typeface="SimSun" panose="02010600030101010101" pitchFamily="2" charset="-122"/>
                <a:ea typeface="SimSun" panose="02010600030101010101" pitchFamily="2" charset="-122"/>
              </a:rPr>
              <a:t>是进程存在的唯一标志！</a:t>
            </a:r>
          </a:p>
          <a:p>
            <a:pPr lvl="0"/>
            <a:r>
              <a:rPr lang="zh-CN" altLang="en-US" sz="1800" b="0" i="0" dirty="0">
                <a:solidFill>
                  <a:srgbClr val="000000"/>
                </a:solidFill>
                <a:effectLst/>
                <a:latin typeface="SimSun" panose="02010600030101010101" pitchFamily="2" charset="-122"/>
                <a:ea typeface="SimSun" panose="02010600030101010101" pitchFamily="2" charset="-122"/>
              </a:rPr>
              <a:t>从不同的角度，进程可以有不同的定义，比较典型的定义有：</a:t>
            </a:r>
          </a:p>
          <a:p>
            <a:pPr lvl="0"/>
            <a:r>
              <a:rPr lang="en-US" altLang="zh-CN" sz="1800" b="0" i="0" dirty="0">
                <a:solidFill>
                  <a:srgbClr val="000000"/>
                </a:solidFill>
                <a:effectLst/>
                <a:latin typeface="SimSun" panose="02010600030101010101" pitchFamily="2" charset="-122"/>
                <a:ea typeface="SimSun" panose="02010600030101010101" pitchFamily="2" charset="-122"/>
              </a:rPr>
              <a:t>1)</a:t>
            </a:r>
            <a:r>
              <a:rPr lang="zh-CN" altLang="en-US" sz="1800" b="0" i="0" dirty="0">
                <a:solidFill>
                  <a:srgbClr val="000000"/>
                </a:solidFill>
                <a:effectLst/>
                <a:latin typeface="SimSun" panose="02010600030101010101" pitchFamily="2" charset="-122"/>
                <a:ea typeface="SimSun" panose="02010600030101010101" pitchFamily="2" charset="-122"/>
              </a:rPr>
              <a:t>进程是程序的一次执行过程。</a:t>
            </a:r>
          </a:p>
          <a:p>
            <a:pPr lvl="0"/>
            <a:r>
              <a:rPr lang="en-US" altLang="zh-CN" sz="1800" b="0" i="0" dirty="0">
                <a:solidFill>
                  <a:srgbClr val="000000"/>
                </a:solidFill>
                <a:effectLst/>
                <a:latin typeface="SimSun" panose="02010600030101010101" pitchFamily="2" charset="-122"/>
                <a:ea typeface="SimSun" panose="02010600030101010101" pitchFamily="2" charset="-122"/>
              </a:rPr>
              <a:t>2)</a:t>
            </a:r>
            <a:r>
              <a:rPr lang="zh-CN" altLang="en-US" sz="1800" b="0" i="0" dirty="0">
                <a:solidFill>
                  <a:srgbClr val="000000"/>
                </a:solidFill>
                <a:effectLst/>
                <a:latin typeface="SimSun" panose="02010600030101010101" pitchFamily="2" charset="-122"/>
                <a:ea typeface="SimSun" panose="02010600030101010101" pitchFamily="2" charset="-122"/>
              </a:rPr>
              <a:t>进程是一个程序及其数据在处理机上顺序执行时所发生的活动。</a:t>
            </a:r>
          </a:p>
          <a:p>
            <a:pPr lvl="0"/>
            <a:r>
              <a:rPr lang="en-US" altLang="zh-CN" sz="1800" b="0" i="0" dirty="0">
                <a:solidFill>
                  <a:srgbClr val="000000"/>
                </a:solidFill>
                <a:effectLst/>
                <a:latin typeface="SimSun" panose="02010600030101010101" pitchFamily="2" charset="-122"/>
                <a:ea typeface="SimSun" panose="02010600030101010101" pitchFamily="2" charset="-122"/>
              </a:rPr>
              <a:t>3)</a:t>
            </a:r>
            <a:r>
              <a:rPr lang="zh-CN" altLang="en-US" sz="1800" b="0" i="0" dirty="0">
                <a:solidFill>
                  <a:srgbClr val="000000"/>
                </a:solidFill>
                <a:effectLst/>
                <a:latin typeface="SimSun" panose="02010600030101010101" pitchFamily="2" charset="-122"/>
                <a:ea typeface="SimSun" panose="02010600030101010101" pitchFamily="2" charset="-122"/>
              </a:rPr>
              <a:t>进程是具有独立功能的程序在一个数据集合上运行的过程，它是系统进行资源分配和调度的一个独立单位。</a:t>
            </a:r>
          </a:p>
          <a:p>
            <a:pPr lvl="0"/>
            <a:r>
              <a:rPr lang="zh-CN" altLang="en-US" sz="1800" b="0" i="0" dirty="0">
                <a:solidFill>
                  <a:srgbClr val="000000"/>
                </a:solidFill>
                <a:effectLst/>
                <a:latin typeface="SimSun" panose="02010600030101010101" pitchFamily="2" charset="-122"/>
                <a:ea typeface="SimSun" panose="02010600030101010101" pitchFamily="2" charset="-122"/>
              </a:rPr>
              <a:t>引入进程实体的概念后，我们可以把传统操作系统中的进程定义为：“进程是进程实体的运行过程，是系统进行资源分配和调度的一个独立单位。”</a:t>
            </a:r>
          </a:p>
          <a:p>
            <a:pPr lvl="0"/>
            <a:r>
              <a:rPr lang="zh-CN" altLang="en-US" sz="1800" b="0" i="0" dirty="0">
                <a:solidFill>
                  <a:srgbClr val="000000"/>
                </a:solidFill>
                <a:effectLst/>
                <a:latin typeface="SimSun" panose="02010600030101010101" pitchFamily="2" charset="-122"/>
                <a:ea typeface="SimSun" panose="02010600030101010101" pitchFamily="2" charset="-122"/>
              </a:rPr>
              <a:t>同学们要准确理解这里说的系统资源。它指处理机、存储器和其他设备服务于某个进程的“时间”，例如把处理机资源理解为处理机的时间片才是准确的。因为进程是这些资源分配和调度的独立单位，即“时间片”分配的独立单位，这就决定了进程一定是一个动态的、过程性的概念。</a:t>
            </a:r>
            <a:endParaRPr lang="zh-CN" dirty="0"/>
          </a:p>
        </p:txBody>
      </p:sp>
    </p:spTree>
    <p:extLst>
      <p:ext uri="{BB962C8B-B14F-4D97-AF65-F5344CB8AC3E}">
        <p14:creationId xmlns:p14="http://schemas.microsoft.com/office/powerpoint/2010/main" val="41369519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sz="1800" b="0" i="0" dirty="0">
                <a:solidFill>
                  <a:srgbClr val="000000"/>
                </a:solidFill>
                <a:effectLst/>
                <a:latin typeface="SimSun" panose="02010600030101010101" pitchFamily="2" charset="-122"/>
                <a:ea typeface="SimSun" panose="02010600030101010101" pitchFamily="2" charset="-122"/>
              </a:rPr>
              <a:t>操作系统中存在多种调度算法， 有的调度算法适用于作业调度， 有的调度算法适用于进程调度， 有的调度算法两者都适用。 下面介绍几种常用的调度算法</a:t>
            </a:r>
            <a:endParaRPr lang="en-US" altLang="zh-CN" sz="1800" b="0" i="0" dirty="0">
              <a:solidFill>
                <a:srgbClr val="000000"/>
              </a:solidFill>
              <a:effectLst/>
              <a:latin typeface="SimSun" panose="02010600030101010101" pitchFamily="2" charset="-122"/>
              <a:ea typeface="SimSun" panose="02010600030101010101" pitchFamily="2" charset="-122"/>
            </a:endParaRPr>
          </a:p>
          <a:p>
            <a:pPr lvl="0"/>
            <a:r>
              <a:rPr lang="en-US" altLang="zh-CN" dirty="0"/>
              <a:t>1.</a:t>
            </a:r>
            <a:r>
              <a:rPr lang="zh-CN" altLang="en-US" dirty="0"/>
              <a:t>先来先服务</a:t>
            </a:r>
            <a:r>
              <a:rPr lang="en-US" altLang="zh-CN" dirty="0"/>
              <a:t>(FCFS)</a:t>
            </a:r>
            <a:r>
              <a:rPr lang="zh-CN" altLang="en-US" dirty="0"/>
              <a:t>调度算法</a:t>
            </a:r>
          </a:p>
          <a:p>
            <a:pPr lvl="0"/>
            <a:r>
              <a:rPr lang="en-US" altLang="zh-CN" dirty="0"/>
              <a:t>FCFS</a:t>
            </a:r>
            <a:r>
              <a:rPr lang="zh-CN" altLang="en-US" dirty="0"/>
              <a:t>调度算法是一种最简单的调度算法，它既可用于作业调度，又可用于进程调度。在作业调度中，算法每次从后备作业队列中选择最先进入该队列的一个或几个作业，将它们调入内存，分配必要的资源，创建进程并放入就绪队列。</a:t>
            </a:r>
          </a:p>
          <a:p>
            <a:pPr lvl="0"/>
            <a:r>
              <a:rPr lang="zh-CN" altLang="en-US" dirty="0"/>
              <a:t>在进程调度中，</a:t>
            </a:r>
            <a:r>
              <a:rPr lang="en-US" altLang="zh-CN" dirty="0"/>
              <a:t>FCFS</a:t>
            </a:r>
            <a:r>
              <a:rPr lang="zh-CN" altLang="en-US" dirty="0"/>
              <a:t>调度算法每次从就绪队列中选择最先进入该队列的进程，将处理机分配给它，使之投入运行，直到运行完成或因某种原因而阻塞时才释放处理机。</a:t>
            </a:r>
          </a:p>
          <a:p>
            <a:pPr lvl="0"/>
            <a:r>
              <a:rPr lang="zh-CN" altLang="en-US" dirty="0"/>
              <a:t>下面通过一个实例来说明</a:t>
            </a:r>
            <a:r>
              <a:rPr lang="en-US" altLang="zh-CN" dirty="0"/>
              <a:t>FCFS</a:t>
            </a:r>
            <a:r>
              <a:rPr lang="zh-CN" altLang="en-US" dirty="0"/>
              <a:t>调度算法的性能。假设系统中有</a:t>
            </a:r>
            <a:r>
              <a:rPr lang="en-US" altLang="zh-CN" dirty="0"/>
              <a:t>4</a:t>
            </a:r>
            <a:r>
              <a:rPr lang="zh-CN" altLang="en-US" dirty="0"/>
              <a:t>个作业，它们的提交时间分别是</a:t>
            </a:r>
            <a:r>
              <a:rPr lang="en-US" altLang="zh-CN" dirty="0"/>
              <a:t>8,8.4,8.8,9</a:t>
            </a:r>
            <a:r>
              <a:rPr lang="zh-CN" altLang="en-US" dirty="0"/>
              <a:t>，运行时间依次是</a:t>
            </a:r>
            <a:r>
              <a:rPr lang="en-US" altLang="zh-CN" dirty="0"/>
              <a:t>2,1,0.5,0.2</a:t>
            </a:r>
            <a:r>
              <a:rPr lang="zh-CN" altLang="en-US" dirty="0"/>
              <a:t>，系统采用</a:t>
            </a:r>
            <a:r>
              <a:rPr lang="en-US" altLang="zh-CN" dirty="0"/>
              <a:t>FCFS</a:t>
            </a:r>
            <a:r>
              <a:rPr lang="zh-CN" altLang="en-US" dirty="0"/>
              <a:t>调度算法，这组作业的平均等待时间、平均周转时间和平均带权周转时间见下表。</a:t>
            </a:r>
            <a:endParaRPr lang="en-US" altLang="zh-CN" dirty="0"/>
          </a:p>
          <a:p>
            <a:pPr lvl="0"/>
            <a:endParaRPr lang="en-US" altLang="zh-CN" dirty="0"/>
          </a:p>
          <a:p>
            <a:pPr lvl="0"/>
            <a:r>
              <a:rPr lang="en-US" altLang="zh-CN" dirty="0"/>
              <a:t>FCFS</a:t>
            </a:r>
            <a:r>
              <a:rPr lang="zh-CN" altLang="en-US" dirty="0"/>
              <a:t>调度算法属于不可剥夺算法。从表面上看，它对所有作业都是公平的，但若一个长作业先到达系统，就会使后面的许多短作业等待很长时间，因此它不能作为分时系统和实时系统的主要调度策略。但它常被结合在其他调度策略中使用。例如，在使用优先级作为调度策略的系统中，往往对多个具有相同优先级的进程按</a:t>
            </a:r>
            <a:r>
              <a:rPr lang="en-US" altLang="zh-CN" dirty="0"/>
              <a:t>FCFS</a:t>
            </a:r>
            <a:r>
              <a:rPr lang="zh-CN" altLang="en-US" dirty="0"/>
              <a:t>原则处理。</a:t>
            </a:r>
          </a:p>
          <a:p>
            <a:pPr lvl="0"/>
            <a:r>
              <a:rPr lang="en-US" altLang="zh-CN" dirty="0"/>
              <a:t>FCFS</a:t>
            </a:r>
            <a:r>
              <a:rPr lang="zh-CN" altLang="en-US" dirty="0"/>
              <a:t>调度算法的特点是算法简单，但效率低：对长作业比较有利，但对短作业不利（相对</a:t>
            </a:r>
            <a:r>
              <a:rPr lang="en-US" altLang="zh-CN" dirty="0"/>
              <a:t>SJF</a:t>
            </a:r>
            <a:r>
              <a:rPr lang="zh-CN" altLang="en-US" dirty="0"/>
              <a:t>和高响应比）：有利于</a:t>
            </a:r>
            <a:r>
              <a:rPr lang="en-US" altLang="zh-CN" dirty="0"/>
              <a:t>CPU</a:t>
            </a:r>
            <a:r>
              <a:rPr lang="zh-CN" altLang="en-US" dirty="0"/>
              <a:t>繁忙型作业，而不利于</a:t>
            </a:r>
            <a:r>
              <a:rPr lang="en-US" altLang="zh-CN" dirty="0"/>
              <a:t>I/O</a:t>
            </a:r>
            <a:r>
              <a:rPr lang="zh-CN" altLang="en-US" dirty="0"/>
              <a:t>繁忙型作业。</a:t>
            </a:r>
            <a:br>
              <a:rPr lang="zh-CN" altLang="en-US" dirty="0"/>
            </a:br>
            <a:endParaRPr lang="zh-CN" dirty="0"/>
          </a:p>
        </p:txBody>
      </p:sp>
    </p:spTree>
    <p:extLst>
      <p:ext uri="{BB962C8B-B14F-4D97-AF65-F5344CB8AC3E}">
        <p14:creationId xmlns:p14="http://schemas.microsoft.com/office/powerpoint/2010/main" val="3544264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短作业（进程）优先调度算法是指对短作业（进程）优先调度的算法。短作业优先</a:t>
            </a:r>
            <a:r>
              <a:rPr lang="en-US" altLang="zh-CN" dirty="0"/>
              <a:t>(SJF)</a:t>
            </a:r>
            <a:r>
              <a:rPr lang="zh-CN" altLang="en-US" dirty="0"/>
              <a:t>调度算法从后备队列中选择一个或若干估计运行时间最短的作业，将它们调入内存运行：短进程优先</a:t>
            </a:r>
            <a:r>
              <a:rPr lang="en-US" altLang="zh-CN" dirty="0"/>
              <a:t>(SP℉)</a:t>
            </a:r>
            <a:r>
              <a:rPr lang="zh-CN" altLang="en-US" dirty="0"/>
              <a:t>调度算法从就绪队列中选择一个估计运行时间最短的进程，将处理机分配给它，使之立即执行，直到完成或发生某事件而阻塞时，才释放处理机。</a:t>
            </a:r>
          </a:p>
          <a:p>
            <a:pPr lvl="0"/>
            <a:r>
              <a:rPr lang="zh-CN" altLang="en-US" dirty="0"/>
              <a:t>例如，考虑下表中给出的一组作业，若系统采用短作业优先调度算法，其平均等待时间、平均周转时间和平均带权周转时间见下表。</a:t>
            </a:r>
            <a:endParaRPr lang="en-US" altLang="zh-CN" dirty="0"/>
          </a:p>
          <a:p>
            <a:pPr lvl="0"/>
            <a:endParaRPr lang="en-US" altLang="zh-CN" dirty="0"/>
          </a:p>
          <a:p>
            <a:pPr lvl="0"/>
            <a:r>
              <a:rPr lang="en-US" altLang="zh-CN" dirty="0"/>
              <a:t>SJF</a:t>
            </a:r>
            <a:r>
              <a:rPr lang="zh-CN" altLang="en-US" dirty="0"/>
              <a:t>调度算法也存在不容忽视的缺点：</a:t>
            </a:r>
          </a:p>
          <a:p>
            <a:pPr lvl="0"/>
            <a:r>
              <a:rPr lang="en-US" altLang="zh-CN" dirty="0"/>
              <a:t>1)</a:t>
            </a:r>
            <a:r>
              <a:rPr lang="zh-CN" altLang="en-US" dirty="0"/>
              <a:t>该算法对长作业不利，</a:t>
            </a:r>
            <a:r>
              <a:rPr lang="en-US" altLang="zh-CN" dirty="0"/>
              <a:t>SJF</a:t>
            </a:r>
            <a:r>
              <a:rPr lang="zh-CN" altLang="en-US" dirty="0"/>
              <a:t>调度算法中长作业的周转时间会增加。更严重的是，若有一长作业进入系统的后备队列，由于调度程序总是优先调度那些（即使是后进来的）短作业，将导致长作业长期不被调度（“饥饿”现象，注意区分“死锁”，后者是系统环形等待，前者是调度策略问题）。</a:t>
            </a:r>
          </a:p>
          <a:p>
            <a:pPr lvl="0"/>
            <a:r>
              <a:rPr lang="en-US" altLang="zh-CN" dirty="0"/>
              <a:t>2)</a:t>
            </a:r>
            <a:r>
              <a:rPr lang="zh-CN" altLang="en-US" dirty="0"/>
              <a:t>该算法完全未考虑作业的紧迫程度，因而不能保证紧迫性作业会被及时处理。</a:t>
            </a:r>
          </a:p>
          <a:p>
            <a:pPr lvl="0"/>
            <a:r>
              <a:rPr lang="en-US" altLang="zh-CN" dirty="0"/>
              <a:t>3)</a:t>
            </a:r>
            <a:r>
              <a:rPr lang="zh-CN" altLang="en-US" dirty="0"/>
              <a:t>由于作业的长短是根据用户所提供的估计执行时间而定的，而用户又可能会有意或无意地缩短其作业的估计运行时间，致使该算法不一定能真正做到短作业优先调度。</a:t>
            </a:r>
          </a:p>
          <a:p>
            <a:pPr lvl="0"/>
            <a:r>
              <a:rPr lang="zh-CN" altLang="en-US" dirty="0"/>
              <a:t>注意，</a:t>
            </a:r>
            <a:r>
              <a:rPr lang="en-US" altLang="zh-CN" dirty="0"/>
              <a:t>SF</a:t>
            </a:r>
            <a:r>
              <a:rPr lang="zh-CN" altLang="en-US" dirty="0"/>
              <a:t>调度算法的平均等待时间、平均周转时间最少。</a:t>
            </a:r>
            <a:endParaRPr lang="zh-CN" dirty="0"/>
          </a:p>
        </p:txBody>
      </p:sp>
    </p:spTree>
    <p:extLst>
      <p:ext uri="{BB962C8B-B14F-4D97-AF65-F5344CB8AC3E}">
        <p14:creationId xmlns:p14="http://schemas.microsoft.com/office/powerpoint/2010/main" val="2670528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en-US" altLang="zh-CN" dirty="0"/>
              <a:t>3.</a:t>
            </a:r>
            <a:r>
              <a:rPr lang="zh-CN" altLang="en-US" dirty="0"/>
              <a:t>优先级调度算法</a:t>
            </a:r>
          </a:p>
          <a:p>
            <a:pPr lvl="0"/>
            <a:r>
              <a:rPr lang="zh-CN" altLang="en-US" dirty="0"/>
              <a:t>优先级调度算法既可用于作业调度，又可用于进程调度。该算法中的优先级用于描述作业的紧迫程度。在作业调度中，优先级调度算法每次从后备作业队列中选择优先级最高的一个或几个作业，将它们调入内存，分配必要的资源，创建进程并放入就绪队列。在进程调度中，优先级调度算法每次从就绪队列中选择优先级最高的进程，将处理机分配给它，使之投入运行。</a:t>
            </a:r>
            <a:endParaRPr lang="en-US" altLang="zh-CN" dirty="0"/>
          </a:p>
          <a:p>
            <a:pPr lvl="0"/>
            <a:endParaRPr lang="zh-CN" altLang="en-US" dirty="0"/>
          </a:p>
          <a:p>
            <a:pPr lvl="0"/>
            <a:r>
              <a:rPr lang="zh-CN" altLang="en-US" dirty="0"/>
              <a:t>根据新的更高优先级进程能否抢占正在执行的进程，可将该调度算法分为如下两种：</a:t>
            </a:r>
          </a:p>
          <a:p>
            <a:pPr lvl="0"/>
            <a:r>
              <a:rPr lang="en-US" altLang="zh-CN" dirty="0"/>
              <a:t>1)</a:t>
            </a:r>
            <a:r>
              <a:rPr lang="zh-CN" altLang="en-US" dirty="0"/>
              <a:t>非抢占式优先级调度算法。当一个进程正在处理机上运行时，即使有某个优先级更高的进程进入就绪队列，仍让正在运行的进程继续运行，直到由于其自身的原因而让出处理机时（任务完成或等待事件），才把处理机分配给就绪队列中优先级最高的进程。</a:t>
            </a:r>
          </a:p>
          <a:p>
            <a:pPr lvl="0"/>
            <a:r>
              <a:rPr lang="en-US" altLang="zh-CN" dirty="0"/>
              <a:t>2)</a:t>
            </a:r>
            <a:r>
              <a:rPr lang="zh-CN" altLang="en-US" dirty="0"/>
              <a:t>抢占式优先级调度算法。当一个进程正在处理机上运行时，若有某个优先级更高的进程进入就绪队列，则立即暂停正在运行的进程，将处理机分配给优先级更高的进程。</a:t>
            </a:r>
            <a:endParaRPr lang="en-US" altLang="zh-CN" dirty="0"/>
          </a:p>
          <a:p>
            <a:pPr lvl="0"/>
            <a:endParaRPr lang="en-US" altLang="zh-CN" dirty="0"/>
          </a:p>
          <a:p>
            <a:pPr lvl="0"/>
            <a:r>
              <a:rPr lang="zh-CN" altLang="en-US" dirty="0"/>
              <a:t>根据进程创建后其优先级是否可以改变，可以将进程优先级分为以下两种：</a:t>
            </a:r>
          </a:p>
          <a:p>
            <a:pPr lvl="0"/>
            <a:r>
              <a:rPr lang="en-US" altLang="zh-CN" dirty="0"/>
              <a:t>1)</a:t>
            </a:r>
            <a:r>
              <a:rPr lang="zh-CN" altLang="en-US" dirty="0"/>
              <a:t>静态优先级。优先级是在创建进程时确定的，且在进程的整个运行期间保持不变。确定静态优先级的主要依据有进程类型、进程对资源的要求、用户要求。</a:t>
            </a:r>
          </a:p>
          <a:p>
            <a:pPr lvl="0"/>
            <a:r>
              <a:rPr lang="en-US" altLang="zh-CN" dirty="0"/>
              <a:t>2)</a:t>
            </a:r>
            <a:r>
              <a:rPr lang="zh-CN" altLang="en-US" dirty="0"/>
              <a:t>动态优先级。在进程运行过程中，根据进程情况的变化动态调整优先级。动态调整优先级的主要依据有进程占有</a:t>
            </a:r>
            <a:r>
              <a:rPr lang="en-US" altLang="zh-CN" dirty="0"/>
              <a:t>CPU</a:t>
            </a:r>
            <a:r>
              <a:rPr lang="zh-CN" altLang="en-US" dirty="0"/>
              <a:t>时间的长短、就绪进程等待</a:t>
            </a:r>
            <a:r>
              <a:rPr lang="en-US" altLang="zh-CN" dirty="0"/>
              <a:t>CPU</a:t>
            </a:r>
            <a:r>
              <a:rPr lang="zh-CN" altLang="en-US" dirty="0"/>
              <a:t>时间的长短。</a:t>
            </a:r>
          </a:p>
          <a:p>
            <a:pPr lvl="0"/>
            <a:endParaRPr lang="zh-CN" altLang="en-US" dirty="0"/>
          </a:p>
          <a:p>
            <a:pPr lvl="0"/>
            <a:r>
              <a:rPr lang="zh-CN" altLang="en-US" dirty="0"/>
              <a:t>一般来说，进程优先级的设置可以参照以下原则：</a:t>
            </a:r>
          </a:p>
          <a:p>
            <a:pPr lvl="0"/>
            <a:r>
              <a:rPr lang="en-US" altLang="zh-CN" dirty="0"/>
              <a:t>1)</a:t>
            </a:r>
            <a:r>
              <a:rPr lang="zh-CN" altLang="en-US" dirty="0"/>
              <a:t>系统进程</a:t>
            </a:r>
            <a:r>
              <a:rPr lang="en-US" altLang="zh-CN" dirty="0"/>
              <a:t>&gt;</a:t>
            </a:r>
            <a:r>
              <a:rPr lang="zh-CN" altLang="en-US" dirty="0"/>
              <a:t>用户进程。系统进程作为系统的管理者，理应拥有更高的优先级。</a:t>
            </a:r>
          </a:p>
          <a:p>
            <a:pPr lvl="0"/>
            <a:r>
              <a:rPr lang="en-US" altLang="zh-CN" dirty="0"/>
              <a:t>2)</a:t>
            </a:r>
            <a:r>
              <a:rPr lang="zh-CN" altLang="en-US" dirty="0"/>
              <a:t>交互型进程</a:t>
            </a:r>
            <a:r>
              <a:rPr lang="en-US" altLang="zh-CN" dirty="0"/>
              <a:t>&gt;</a:t>
            </a:r>
            <a:r>
              <a:rPr lang="zh-CN" altLang="en-US" dirty="0"/>
              <a:t>非交互型进程</a:t>
            </a:r>
            <a:r>
              <a:rPr lang="en-US" altLang="zh-CN" dirty="0"/>
              <a:t>(</a:t>
            </a:r>
            <a:r>
              <a:rPr lang="zh-CN" altLang="en-US" dirty="0"/>
              <a:t>或前台进程</a:t>
            </a:r>
            <a:r>
              <a:rPr lang="en-US" altLang="zh-CN" dirty="0"/>
              <a:t>&gt;</a:t>
            </a:r>
            <a:r>
              <a:rPr lang="zh-CN" altLang="en-US" dirty="0"/>
              <a:t>后台进程</a:t>
            </a:r>
            <a:r>
              <a:rPr lang="en-US" altLang="zh-CN" dirty="0"/>
              <a:t>)</a:t>
            </a:r>
            <a:r>
              <a:rPr lang="zh-CN" altLang="en-US" dirty="0"/>
              <a:t>。大家平时在使用手机时，在前台运行的正在和你交互的进程应该更快速地响应你，因此自然需要被优先处理。</a:t>
            </a:r>
          </a:p>
          <a:p>
            <a:pPr lvl="0"/>
            <a:r>
              <a:rPr lang="en-US" altLang="zh-CN" dirty="0"/>
              <a:t>3)I/O</a:t>
            </a:r>
            <a:r>
              <a:rPr lang="zh-CN" altLang="en-US" dirty="0"/>
              <a:t>型进程</a:t>
            </a:r>
            <a:r>
              <a:rPr lang="en-US" altLang="zh-CN" dirty="0"/>
              <a:t>&gt;</a:t>
            </a:r>
            <a:r>
              <a:rPr lang="zh-CN" altLang="en-US" dirty="0"/>
              <a:t>计算型进程。所谓</a:t>
            </a:r>
            <a:r>
              <a:rPr lang="en-US" altLang="zh-CN" dirty="0"/>
              <a:t>I/O</a:t>
            </a:r>
            <a:r>
              <a:rPr lang="zh-CN" altLang="en-US" dirty="0"/>
              <a:t>型进程，是指那些会频繁使用</a:t>
            </a:r>
            <a:r>
              <a:rPr lang="en-US" altLang="zh-CN" dirty="0"/>
              <a:t>I/O</a:t>
            </a:r>
            <a:r>
              <a:rPr lang="zh-CN" altLang="en-US" dirty="0"/>
              <a:t>设备的进程，而计算型进程是那些频繁使用</a:t>
            </a:r>
            <a:r>
              <a:rPr lang="en-US" altLang="zh-CN" dirty="0"/>
              <a:t>CPU</a:t>
            </a:r>
            <a:r>
              <a:rPr lang="zh-CN" altLang="en-US" dirty="0"/>
              <a:t>的进程</a:t>
            </a:r>
            <a:r>
              <a:rPr lang="en-US" altLang="zh-CN" dirty="0"/>
              <a:t>(</a:t>
            </a:r>
            <a:r>
              <a:rPr lang="zh-CN" altLang="en-US" dirty="0"/>
              <a:t>很少使用</a:t>
            </a:r>
            <a:r>
              <a:rPr lang="en-US" altLang="zh-CN" dirty="0"/>
              <a:t>I/O</a:t>
            </a:r>
            <a:r>
              <a:rPr lang="zh-CN" altLang="en-US" dirty="0"/>
              <a:t>设备</a:t>
            </a:r>
            <a:r>
              <a:rPr lang="en-US" altLang="zh-CN" dirty="0"/>
              <a:t>)</a:t>
            </a:r>
            <a:r>
              <a:rPr lang="zh-CN" altLang="en-US" dirty="0"/>
              <a:t>。我们知道，</a:t>
            </a:r>
            <a:r>
              <a:rPr lang="en-US" altLang="zh-CN" dirty="0"/>
              <a:t>I/O</a:t>
            </a:r>
            <a:r>
              <a:rPr lang="zh-CN" altLang="en-US" dirty="0"/>
              <a:t>设备（如打印机）的处理速度要比</a:t>
            </a:r>
            <a:r>
              <a:rPr lang="en-US" altLang="zh-CN" dirty="0"/>
              <a:t>CPU</a:t>
            </a:r>
            <a:r>
              <a:rPr lang="zh-CN" altLang="en-US" dirty="0"/>
              <a:t>慢得多，因此若将</a:t>
            </a:r>
            <a:r>
              <a:rPr lang="en-US" altLang="zh-CN" dirty="0"/>
              <a:t>I/O</a:t>
            </a:r>
            <a:r>
              <a:rPr lang="zh-CN" altLang="en-US" dirty="0"/>
              <a:t>型进程的优先级设置得更高，就更有可能让</a:t>
            </a:r>
            <a:r>
              <a:rPr lang="en-US" altLang="zh-CN" dirty="0"/>
              <a:t>I/O</a:t>
            </a:r>
            <a:r>
              <a:rPr lang="zh-CN" altLang="en-US" dirty="0"/>
              <a:t>设备尽早开始工作，进而提升系统的整体效率。</a:t>
            </a:r>
            <a:endParaRPr lang="zh-CN" dirty="0"/>
          </a:p>
        </p:txBody>
      </p:sp>
    </p:spTree>
    <p:extLst>
      <p:ext uri="{BB962C8B-B14F-4D97-AF65-F5344CB8AC3E}">
        <p14:creationId xmlns:p14="http://schemas.microsoft.com/office/powerpoint/2010/main" val="41414231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高响应比优先调度算法主要用于作业调度，是对</a:t>
            </a:r>
            <a:r>
              <a:rPr lang="en-US" altLang="zh-CN" dirty="0"/>
              <a:t>F℃FS</a:t>
            </a:r>
            <a:r>
              <a:rPr lang="zh-CN" altLang="en-US" dirty="0"/>
              <a:t>调度算法和</a:t>
            </a:r>
            <a:r>
              <a:rPr lang="en-US" altLang="zh-CN" dirty="0"/>
              <a:t>SJF</a:t>
            </a:r>
            <a:r>
              <a:rPr lang="zh-CN" altLang="en-US" dirty="0"/>
              <a:t>调度算法的一种综合平衡，同时考虑了每个作业的等待时间和估计的运行时间。在每次进行作业调度时，先计算后备作业队列中每个作业的响应比，从中选出响应比最高的作业投入运行。</a:t>
            </a:r>
          </a:p>
          <a:p>
            <a:pPr lvl="0"/>
            <a:r>
              <a:rPr lang="zh-CN" altLang="en-US" dirty="0"/>
              <a:t>响应比的变化规律可描述为</a:t>
            </a:r>
            <a:endParaRPr lang="en-US" altLang="zh-CN" dirty="0"/>
          </a:p>
          <a:p>
            <a:pPr lvl="0"/>
            <a:endParaRPr lang="en-US" altLang="zh-CN" dirty="0"/>
          </a:p>
          <a:p>
            <a:pPr lvl="0"/>
            <a:r>
              <a:rPr lang="zh-CN" altLang="en-US" dirty="0"/>
              <a:t>响应比</a:t>
            </a:r>
            <a:r>
              <a:rPr lang="en-US" altLang="zh-CN" dirty="0"/>
              <a:t>=(</a:t>
            </a:r>
            <a:r>
              <a:rPr lang="zh-CN" altLang="en-US" dirty="0"/>
              <a:t>等待时间</a:t>
            </a:r>
            <a:r>
              <a:rPr lang="en-US" altLang="zh-CN" dirty="0"/>
              <a:t>+</a:t>
            </a:r>
            <a:r>
              <a:rPr lang="zh-CN" altLang="en-US" dirty="0"/>
              <a:t>要求服务时间</a:t>
            </a:r>
            <a:r>
              <a:rPr lang="en-US" altLang="zh-CN" dirty="0"/>
              <a:t>)/</a:t>
            </a:r>
            <a:r>
              <a:rPr lang="zh-CN" altLang="en-US" dirty="0"/>
              <a:t>要求服务时间</a:t>
            </a:r>
            <a:r>
              <a:rPr lang="en-US" altLang="zh-CN" dirty="0"/>
              <a:t>=1+</a:t>
            </a:r>
            <a:r>
              <a:rPr lang="zh-CN" altLang="en-US" dirty="0"/>
              <a:t>等待时间</a:t>
            </a:r>
            <a:r>
              <a:rPr lang="en-US" altLang="zh-CN" dirty="0"/>
              <a:t>/</a:t>
            </a:r>
            <a:r>
              <a:rPr lang="zh-CN" altLang="en-US" dirty="0"/>
              <a:t>要求服务时间</a:t>
            </a:r>
            <a:endParaRPr lang="en-US" altLang="zh-CN" dirty="0"/>
          </a:p>
          <a:p>
            <a:pPr lvl="0"/>
            <a:endParaRPr lang="en-US" altLang="zh-CN" dirty="0"/>
          </a:p>
          <a:p>
            <a:pPr lvl="0"/>
            <a:r>
              <a:rPr lang="zh-CN" altLang="en-US" dirty="0"/>
              <a:t>根据公式可知：①作业的等待时间相同时，要求服务时间越短，响应比越高，有利于短作业，因而类似于</a:t>
            </a:r>
            <a:r>
              <a:rPr lang="en-US" altLang="zh-CN" dirty="0"/>
              <a:t>SF</a:t>
            </a:r>
            <a:r>
              <a:rPr lang="zh-CN" altLang="en-US" dirty="0"/>
              <a:t>。②要求服务时间相同时，作业的响应比由其等待时间决定，等待时间越长，其响应比越高，因而类似于</a:t>
            </a:r>
            <a:r>
              <a:rPr lang="en-US" altLang="zh-CN" dirty="0"/>
              <a:t>FCFS</a:t>
            </a:r>
            <a:r>
              <a:rPr lang="zh-CN" altLang="en-US" dirty="0"/>
              <a:t>。③对于长作业，作业的响应比可以随等待时间的增加而提高，当其等待时间足够长时，也可获得处理机，克服了“饥饿”现象。</a:t>
            </a:r>
            <a:endParaRPr lang="zh-CN" dirty="0"/>
          </a:p>
        </p:txBody>
      </p:sp>
    </p:spTree>
    <p:extLst>
      <p:ext uri="{BB962C8B-B14F-4D97-AF65-F5344CB8AC3E}">
        <p14:creationId xmlns:p14="http://schemas.microsoft.com/office/powerpoint/2010/main" val="39256773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时间片轮转调度算法主要适用于分时系统。在这种算法中，系统将所有就绪进程按</a:t>
            </a:r>
            <a:r>
              <a:rPr lang="en-US" altLang="zh-CN" dirty="0"/>
              <a:t>FCFS</a:t>
            </a:r>
            <a:r>
              <a:rPr lang="zh-CN" altLang="en-US" dirty="0"/>
              <a:t>策略排成一个就绪队列，调度程序总是选择就绪队列中的第一个进程执行，但仅能运行一个时间片，如</a:t>
            </a:r>
            <a:r>
              <a:rPr lang="en-US" altLang="zh-CN" dirty="0"/>
              <a:t>50ms</a:t>
            </a:r>
            <a:r>
              <a:rPr lang="zh-CN" altLang="en-US" dirty="0"/>
              <a:t>。在使用完一个时间片后，即使进程并未运行完成，它也必须释放出（被剥夺）处理机给下一个就绪进程，而被剥夺的进程返回到就绪队列的末尾重新排队，等候再次运行。</a:t>
            </a:r>
            <a:endParaRPr lang="en-US" altLang="zh-CN" dirty="0"/>
          </a:p>
          <a:p>
            <a:pPr lvl="0"/>
            <a:endParaRPr lang="en-US" altLang="zh-CN" dirty="0"/>
          </a:p>
          <a:p>
            <a:pPr lvl="0"/>
            <a:r>
              <a:rPr lang="zh-CN" altLang="en-US" dirty="0"/>
              <a:t>在时间片轮转调度算法中，时间片的大小对系统性能的影响很大。若时间片足够大，以至于所有进程都能在一个时间片内执行完毕，则时间片轮转调度算法就退化为先来先服务调度算法。若时间片很小，则处理机将在进程间过于频繁地切换，使处理机的开销增大，而真正用于运行用户进程的时间将减少。因此，时间片的大小应选择适当，时间片的长短通常由以下因素确定：系统的响应时间、就绪队列中的进程数目和系统的处理能力。</a:t>
            </a:r>
            <a:endParaRPr lang="zh-CN" dirty="0"/>
          </a:p>
        </p:txBody>
      </p:sp>
    </p:spTree>
    <p:extLst>
      <p:ext uri="{BB962C8B-B14F-4D97-AF65-F5344CB8AC3E}">
        <p14:creationId xmlns:p14="http://schemas.microsoft.com/office/powerpoint/2010/main" val="3251345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dirty="0"/>
              <a:t>前述的各种调度算法，由于系统中仅设置一个进程的就绪队列，即调度算法是固定且单一的，无法满足系统中不同用户对进程调度策略的不同要求。在多处理机系统中，这种单一调度策略实现机制的缺点更为突出，多级队列调度算法能在一定程度上弥补这一缺点。</a:t>
            </a:r>
          </a:p>
          <a:p>
            <a:pPr lvl="0"/>
            <a:r>
              <a:rPr lang="zh-CN" altLang="en-US" dirty="0"/>
              <a:t>该算法在系统中设置多个就绪队列，将不同类型或性质的进程固定分配到不同的就绪队列。每个队列可实施不同的调度算法，因此，系统针对不同用户进程的需求，很容易提供多种调度策略。同一队列中的进程可以设置不同的优先级，不同的队列本身也可以设置不同的优先级。在多处理机系统中，可以很方便为每个处理机设置一个单独的就绪队列，每个处理机可实施各自不同的调度策略，这样就能根据用户需求将多个线程分配到一个或多个处理机上运行。</a:t>
            </a:r>
            <a:endParaRPr lang="en-US" altLang="zh-CN" dirty="0"/>
          </a:p>
          <a:p>
            <a:pPr lvl="0"/>
            <a:endParaRPr lang="en-US" altLang="zh-CN" dirty="0"/>
          </a:p>
          <a:p>
            <a:pPr lvl="0"/>
            <a:r>
              <a:rPr lang="zh-CN" altLang="en-US" dirty="0"/>
              <a:t>多级反馈队列调度算法是时间片轮转调度算法和优先级调度算法的综合与发展，如图所示。通过动态调整进程优先级和时间片大小，多级反馈队列调度算法可以兼顾多方面的系统目标。例如，为提高系统吞吐量和缩短平均周转时间而照顾短进程：为获得较好的</a:t>
            </a:r>
            <a:r>
              <a:rPr lang="en-US" altLang="zh-CN" dirty="0"/>
              <a:t>/O</a:t>
            </a:r>
            <a:r>
              <a:rPr lang="zh-CN" altLang="en-US" dirty="0"/>
              <a:t>设备利用率和缩短响应时间而照顾</a:t>
            </a:r>
            <a:r>
              <a:rPr lang="en-US" altLang="zh-CN" dirty="0"/>
              <a:t>/O</a:t>
            </a:r>
            <a:r>
              <a:rPr lang="zh-CN" altLang="en-US" dirty="0"/>
              <a:t>型进程；同时，也不必事先估计进程的执行时间。</a:t>
            </a:r>
            <a:endParaRPr lang="en-US" altLang="zh-CN" dirty="0"/>
          </a:p>
          <a:p>
            <a:pPr lvl="0"/>
            <a:endParaRPr lang="en-US" altLang="zh-CN" dirty="0"/>
          </a:p>
          <a:p>
            <a:pPr lvl="0"/>
            <a:r>
              <a:rPr lang="zh-CN" altLang="en-US" dirty="0"/>
              <a:t>多级反馈队列调度算法的实现思想如下：</a:t>
            </a:r>
          </a:p>
          <a:p>
            <a:pPr lvl="0"/>
            <a:r>
              <a:rPr lang="en-US" altLang="zh-CN" dirty="0"/>
              <a:t>1)</a:t>
            </a:r>
            <a:r>
              <a:rPr lang="zh-CN" altLang="en-US" dirty="0"/>
              <a:t>设置多个就绪队列，并为每个队列赋予不同的优先级。第</a:t>
            </a:r>
            <a:r>
              <a:rPr lang="en-US" altLang="zh-CN" dirty="0"/>
              <a:t>1</a:t>
            </a:r>
            <a:r>
              <a:rPr lang="zh-CN" altLang="en-US" dirty="0"/>
              <a:t>级队列的优先级最高，第</a:t>
            </a:r>
            <a:r>
              <a:rPr lang="en-US" altLang="zh-CN" dirty="0"/>
              <a:t>2</a:t>
            </a:r>
            <a:r>
              <a:rPr lang="zh-CN" altLang="en-US" dirty="0"/>
              <a:t>级队列的优先级次之，其余队列的优先级逐个降低。</a:t>
            </a:r>
          </a:p>
          <a:p>
            <a:pPr lvl="0"/>
            <a:r>
              <a:rPr lang="en-US" altLang="zh-CN" dirty="0"/>
              <a:t>2)</a:t>
            </a:r>
            <a:r>
              <a:rPr lang="zh-CN" altLang="en-US" dirty="0"/>
              <a:t>赋予各个队列的进程运行时间片的大小各不相同。在优先级越高的队列中，每个进程的时间片就越小。例如，第</a:t>
            </a:r>
            <a:r>
              <a:rPr lang="en-US" altLang="zh-CN" dirty="0"/>
              <a:t>i+1</a:t>
            </a:r>
            <a:r>
              <a:rPr lang="zh-CN" altLang="en-US" dirty="0"/>
              <a:t>级队列的时间片要比第</a:t>
            </a:r>
            <a:r>
              <a:rPr lang="en-US" altLang="zh-CN" dirty="0" err="1"/>
              <a:t>i</a:t>
            </a:r>
            <a:r>
              <a:rPr lang="zh-CN" altLang="en-US" dirty="0"/>
              <a:t>级队列的时间片长</a:t>
            </a:r>
            <a:r>
              <a:rPr lang="en-US" altLang="zh-CN" dirty="0"/>
              <a:t>1</a:t>
            </a:r>
            <a:r>
              <a:rPr lang="zh-CN" altLang="en-US" dirty="0"/>
              <a:t>倍。</a:t>
            </a:r>
          </a:p>
          <a:p>
            <a:pPr lvl="0"/>
            <a:r>
              <a:rPr lang="en-US" altLang="zh-CN" dirty="0"/>
              <a:t>3)</a:t>
            </a:r>
            <a:r>
              <a:rPr lang="zh-CN" altLang="en-US" dirty="0"/>
              <a:t>每个队列都采用</a:t>
            </a:r>
            <a:r>
              <a:rPr lang="en-US" altLang="zh-CN" dirty="0"/>
              <a:t>FCFS</a:t>
            </a:r>
            <a:r>
              <a:rPr lang="zh-CN" altLang="en-US" dirty="0"/>
              <a:t>算法。当新进程进入内存后，首先将它放入第</a:t>
            </a:r>
            <a:r>
              <a:rPr lang="en-US" altLang="zh-CN" dirty="0"/>
              <a:t>1</a:t>
            </a:r>
            <a:r>
              <a:rPr lang="zh-CN" altLang="en-US" dirty="0"/>
              <a:t>级队列的末尾，按</a:t>
            </a:r>
            <a:r>
              <a:rPr lang="en-US" altLang="zh-CN" dirty="0"/>
              <a:t>FCFS</a:t>
            </a:r>
            <a:r>
              <a:rPr lang="zh-CN" altLang="en-US" dirty="0"/>
              <a:t>原则等待调度。当轮到该进程执行时，如它能在该时间片内完成，便可撤离系统。若它在一个时间片结束时尚未完成，调度程序将其转入第</a:t>
            </a:r>
            <a:r>
              <a:rPr lang="en-US" altLang="zh-CN" dirty="0"/>
              <a:t>2</a:t>
            </a:r>
            <a:r>
              <a:rPr lang="zh-CN" altLang="en-US" dirty="0"/>
              <a:t>级队列的末尾等待调度：若它在第</a:t>
            </a:r>
            <a:r>
              <a:rPr lang="en-US" altLang="zh-CN" dirty="0"/>
              <a:t>2</a:t>
            </a:r>
            <a:r>
              <a:rPr lang="zh-CN" altLang="en-US" dirty="0"/>
              <a:t>级队列中运行一个时间片后仍未完成，再将它放入第</a:t>
            </a:r>
            <a:r>
              <a:rPr lang="en-US" altLang="zh-CN" dirty="0"/>
              <a:t>3</a:t>
            </a:r>
            <a:r>
              <a:rPr lang="zh-CN" altLang="en-US" dirty="0"/>
              <a:t>级队列，依此类推。当进程最后被降到第</a:t>
            </a:r>
            <a:r>
              <a:rPr lang="en-US" altLang="zh-CN" dirty="0"/>
              <a:t>n</a:t>
            </a:r>
            <a:r>
              <a:rPr lang="zh-CN" altLang="en-US" dirty="0"/>
              <a:t>级队列后，在第</a:t>
            </a:r>
            <a:r>
              <a:rPr lang="en-US" altLang="zh-CN" dirty="0"/>
              <a:t>n</a:t>
            </a:r>
            <a:r>
              <a:rPr lang="zh-CN" altLang="en-US" dirty="0"/>
              <a:t>级队列中便采用时间片轮转方式运行。</a:t>
            </a:r>
            <a:endParaRPr lang="en-US" altLang="zh-CN" dirty="0"/>
          </a:p>
          <a:p>
            <a:pPr lvl="0"/>
            <a:r>
              <a:rPr lang="en-US" altLang="zh-CN" dirty="0"/>
              <a:t>4)</a:t>
            </a:r>
            <a:r>
              <a:rPr lang="zh-CN" altLang="en-US" dirty="0"/>
              <a:t>按队列优先级调度。仅当第</a:t>
            </a:r>
            <a:r>
              <a:rPr lang="en-US" altLang="zh-CN" dirty="0"/>
              <a:t>1</a:t>
            </a:r>
            <a:r>
              <a:rPr lang="zh-CN" altLang="en-US" dirty="0"/>
              <a:t>级队列为空时，才调度第</a:t>
            </a:r>
            <a:r>
              <a:rPr lang="en-US" altLang="zh-CN" dirty="0"/>
              <a:t>2</a:t>
            </a:r>
            <a:r>
              <a:rPr lang="zh-CN" altLang="en-US" dirty="0"/>
              <a:t>级队列中的进程运行：仅当第</a:t>
            </a:r>
            <a:r>
              <a:rPr lang="en-US" altLang="zh-CN" dirty="0"/>
              <a:t>1~i-1</a:t>
            </a:r>
            <a:r>
              <a:rPr lang="zh-CN" altLang="en-US" dirty="0"/>
              <a:t>级队列均为空时，才会调度第</a:t>
            </a:r>
            <a:r>
              <a:rPr lang="en-US" altLang="zh-CN" dirty="0" err="1"/>
              <a:t>i</a:t>
            </a:r>
            <a:r>
              <a:rPr lang="zh-CN" altLang="en-US" dirty="0"/>
              <a:t>级队列中的进程运行。若处理机正在执行第</a:t>
            </a:r>
            <a:r>
              <a:rPr lang="en-US" altLang="zh-CN" dirty="0" err="1"/>
              <a:t>i</a:t>
            </a:r>
            <a:r>
              <a:rPr lang="zh-CN" altLang="en-US" dirty="0"/>
              <a:t>级队列中的某进程时，又有新进程进入任一优先级较高的队列，此时须立即把正在运行的进程放回到第级队列的末尾，而把处理机分配给新到的高优先级进程。</a:t>
            </a:r>
          </a:p>
          <a:p>
            <a:pPr lvl="0"/>
            <a:endParaRPr lang="en-US" altLang="zh-CN" dirty="0"/>
          </a:p>
          <a:p>
            <a:pPr lvl="0"/>
            <a:r>
              <a:rPr lang="zh-CN" altLang="en-US" dirty="0"/>
              <a:t>多级反馈队列的优势有以下几点：</a:t>
            </a:r>
          </a:p>
          <a:p>
            <a:pPr lvl="0"/>
            <a:r>
              <a:rPr lang="en-US" altLang="zh-CN" dirty="0"/>
              <a:t>1)</a:t>
            </a:r>
            <a:r>
              <a:rPr lang="zh-CN" altLang="en-US" dirty="0"/>
              <a:t>终端型作业用户：短作业优先。</a:t>
            </a:r>
          </a:p>
          <a:p>
            <a:pPr lvl="0"/>
            <a:r>
              <a:rPr lang="en-US" altLang="zh-CN" dirty="0"/>
              <a:t>2)</a:t>
            </a:r>
            <a:r>
              <a:rPr lang="zh-CN" altLang="en-US" dirty="0"/>
              <a:t>短批处理作业用户：周转时间较短。</a:t>
            </a:r>
          </a:p>
          <a:p>
            <a:pPr lvl="0"/>
            <a:r>
              <a:rPr lang="en-US" altLang="zh-CN" dirty="0"/>
              <a:t>3)</a:t>
            </a:r>
            <a:r>
              <a:rPr lang="zh-CN" altLang="en-US" dirty="0"/>
              <a:t>长批处理作业用户：经过前面几个队列得到部分执行，不会长期得不到处理。</a:t>
            </a:r>
            <a:endParaRPr lang="zh-CN" dirty="0"/>
          </a:p>
        </p:txBody>
      </p:sp>
    </p:spTree>
    <p:extLst>
      <p:ext uri="{BB962C8B-B14F-4D97-AF65-F5344CB8AC3E}">
        <p14:creationId xmlns:p14="http://schemas.microsoft.com/office/powerpoint/2010/main" val="35253016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38616607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sz="1800" b="0" i="0" dirty="0">
                <a:solidFill>
                  <a:srgbClr val="000000"/>
                </a:solidFill>
                <a:effectLst/>
                <a:latin typeface="SimSun" panose="02010600030101010101" pitchFamily="2" charset="-122"/>
                <a:ea typeface="SimSun" panose="02010600030101010101" pitchFamily="2" charset="-122"/>
              </a:rPr>
              <a:t>对于通常的进程而言， 其创建、 撤销及要求由系统设备完成的 </a:t>
            </a:r>
            <a:r>
              <a:rPr lang="en-US" altLang="zh-CN" sz="1800" b="1" i="0" dirty="0">
                <a:solidFill>
                  <a:srgbClr val="000000"/>
                </a:solidFill>
                <a:effectLst/>
                <a:latin typeface="TimesNewRoman"/>
              </a:rPr>
              <a:t>I</a:t>
            </a:r>
            <a:r>
              <a:rPr lang="en-US" altLang="zh-CN" sz="1800" b="0" i="0" dirty="0">
                <a:solidFill>
                  <a:srgbClr val="000000"/>
                </a:solidFill>
                <a:effectLst/>
                <a:latin typeface="SimSun-ExtB" panose="02010609060101010101" pitchFamily="49" charset="-122"/>
                <a:ea typeface="SimSun-ExtB" panose="02010609060101010101" pitchFamily="49" charset="-122"/>
              </a:rPr>
              <a:t>/</a:t>
            </a:r>
            <a:r>
              <a:rPr lang="en-US" altLang="zh-CN" sz="1800" b="1" i="0" dirty="0">
                <a:solidFill>
                  <a:srgbClr val="000000"/>
                </a:solidFill>
                <a:effectLst/>
                <a:latin typeface="TimesNewRoman"/>
              </a:rPr>
              <a:t>O </a:t>
            </a:r>
            <a:r>
              <a:rPr lang="zh-CN" altLang="en-US" sz="1800" b="0" i="0" dirty="0">
                <a:solidFill>
                  <a:srgbClr val="000000"/>
                </a:solidFill>
                <a:effectLst/>
                <a:latin typeface="SimSun" panose="02010600030101010101" pitchFamily="2" charset="-122"/>
                <a:ea typeface="SimSun" panose="02010600030101010101" pitchFamily="2" charset="-122"/>
              </a:rPr>
              <a:t>操作， 都是利用系统调用而进入内核， 再由内核中的相应处理程序予以完成的。 进程切换同样是在内核的支持下实现的，因此可以说， 任何进程都是在操作系统内核的支持下运行的， 是与内核紧密相关的。</a:t>
            </a:r>
            <a:r>
              <a:rPr lang="zh-CN" altLang="en-US" sz="2800" dirty="0"/>
              <a:t> </a:t>
            </a:r>
            <a:br>
              <a:rPr lang="zh-CN" altLang="en-US" sz="2800" dirty="0"/>
            </a:br>
            <a:endParaRPr lang="en-US" altLang="zh-CN" sz="2800" dirty="0"/>
          </a:p>
          <a:p>
            <a:pPr lvl="0"/>
            <a:r>
              <a:rPr lang="en-US" altLang="zh-CN" dirty="0"/>
              <a:t>(1)</a:t>
            </a:r>
            <a:r>
              <a:rPr lang="zh-CN" altLang="en-US" dirty="0"/>
              <a:t>上下文切换</a:t>
            </a:r>
          </a:p>
          <a:p>
            <a:pPr lvl="0"/>
            <a:r>
              <a:rPr lang="zh-CN" altLang="en-US" dirty="0"/>
              <a:t>切换</a:t>
            </a:r>
            <a:r>
              <a:rPr lang="en-US" altLang="zh-CN" dirty="0"/>
              <a:t>CPU</a:t>
            </a:r>
            <a:r>
              <a:rPr lang="zh-CN" altLang="en-US" dirty="0"/>
              <a:t>到另一个进程需要保存当前进程状态并恢复另一个进程的状态，这个任务称为上下文切换。上下文是指某一时刻</a:t>
            </a:r>
            <a:r>
              <a:rPr lang="en-US" altLang="zh-CN" dirty="0"/>
              <a:t>CPU</a:t>
            </a:r>
            <a:r>
              <a:rPr lang="zh-CN" altLang="en-US" dirty="0"/>
              <a:t>寄存器和程序计数器的内容。进行上下文切换时，内核会将旧进程状态保存在其</a:t>
            </a:r>
            <a:r>
              <a:rPr lang="en-US" altLang="zh-CN" dirty="0"/>
              <a:t>PCB</a:t>
            </a:r>
            <a:r>
              <a:rPr lang="zh-CN" altLang="en-US" dirty="0"/>
              <a:t>中，然后加载经调度而要执行的新进程的上下文。</a:t>
            </a:r>
          </a:p>
          <a:p>
            <a:pPr lvl="0"/>
            <a:r>
              <a:rPr lang="zh-CN" altLang="en-US" dirty="0"/>
              <a:t>上下文切换实质上是指处理机从一个进程的运行转到另一个进程上运行，在这个过程中，进程的运行环境产生了实质性的变化。上下文切换的流程如下：</a:t>
            </a:r>
          </a:p>
          <a:p>
            <a:pPr lvl="0"/>
            <a:r>
              <a:rPr lang="en-US" altLang="zh-CN" dirty="0"/>
              <a:t>1)</a:t>
            </a:r>
            <a:r>
              <a:rPr lang="zh-CN" altLang="en-US" dirty="0"/>
              <a:t>挂起一个进程，保存</a:t>
            </a:r>
            <a:r>
              <a:rPr lang="en-US" altLang="zh-CN" dirty="0"/>
              <a:t>CPU</a:t>
            </a:r>
            <a:r>
              <a:rPr lang="zh-CN" altLang="en-US" dirty="0"/>
              <a:t>上下文，包括程序计数器和其他寄存器。</a:t>
            </a:r>
          </a:p>
          <a:p>
            <a:pPr lvl="0"/>
            <a:r>
              <a:rPr lang="en-US" altLang="zh-CN" dirty="0"/>
              <a:t>2)</a:t>
            </a:r>
            <a:r>
              <a:rPr lang="zh-CN" altLang="en-US" dirty="0"/>
              <a:t>更新</a:t>
            </a:r>
            <a:r>
              <a:rPr lang="en-US" altLang="zh-CN" dirty="0"/>
              <a:t>PCB</a:t>
            </a:r>
            <a:r>
              <a:rPr lang="zh-CN" altLang="en-US" dirty="0"/>
              <a:t>信息。</a:t>
            </a:r>
          </a:p>
          <a:p>
            <a:pPr lvl="0"/>
            <a:r>
              <a:rPr lang="en-US" altLang="zh-CN" dirty="0"/>
              <a:t>3)</a:t>
            </a:r>
            <a:r>
              <a:rPr lang="zh-CN" altLang="en-US" dirty="0"/>
              <a:t>把进程的</a:t>
            </a:r>
            <a:r>
              <a:rPr lang="en-US" altLang="zh-CN" dirty="0"/>
              <a:t>PCB</a:t>
            </a:r>
            <a:r>
              <a:rPr lang="zh-CN" altLang="en-US" dirty="0"/>
              <a:t>移入相应的队列，如就绪、在某事件阻塞等队列。</a:t>
            </a:r>
          </a:p>
          <a:p>
            <a:pPr lvl="0"/>
            <a:r>
              <a:rPr lang="en-US" altLang="zh-CN" dirty="0"/>
              <a:t>4)</a:t>
            </a:r>
            <a:r>
              <a:rPr lang="zh-CN" altLang="en-US" dirty="0"/>
              <a:t>选择另一个进程执行，并更新其</a:t>
            </a:r>
            <a:r>
              <a:rPr lang="en-US" altLang="zh-CN" dirty="0"/>
              <a:t>PCB.</a:t>
            </a:r>
          </a:p>
          <a:p>
            <a:pPr lvl="0"/>
            <a:r>
              <a:rPr lang="en-US" altLang="zh-CN" dirty="0"/>
              <a:t>5)</a:t>
            </a:r>
            <a:r>
              <a:rPr lang="zh-CN" altLang="en-US" dirty="0"/>
              <a:t>跳转到新进程</a:t>
            </a:r>
            <a:r>
              <a:rPr lang="en-US" altLang="zh-CN" dirty="0"/>
              <a:t>PCB</a:t>
            </a:r>
            <a:r>
              <a:rPr lang="zh-CN" altLang="en-US" dirty="0"/>
              <a:t>中的程序计数器所指向的位置执行。</a:t>
            </a:r>
          </a:p>
          <a:p>
            <a:pPr lvl="0"/>
            <a:r>
              <a:rPr lang="en-US" altLang="zh-CN" dirty="0"/>
              <a:t>6)</a:t>
            </a:r>
            <a:r>
              <a:rPr lang="zh-CN" altLang="en-US" dirty="0"/>
              <a:t>恢复处理机上下文。</a:t>
            </a:r>
            <a:endParaRPr lang="en-US" altLang="zh-CN" dirty="0"/>
          </a:p>
          <a:p>
            <a:pPr lvl="0"/>
            <a:endParaRPr lang="zh-CN" altLang="en-US" dirty="0"/>
          </a:p>
          <a:p>
            <a:pPr lvl="0"/>
            <a:r>
              <a:rPr lang="en-US" altLang="zh-CN" dirty="0"/>
              <a:t>(2)</a:t>
            </a:r>
            <a:r>
              <a:rPr lang="zh-CN" altLang="en-US" dirty="0"/>
              <a:t>上下文切换的消耗</a:t>
            </a:r>
          </a:p>
          <a:p>
            <a:pPr lvl="0"/>
            <a:r>
              <a:rPr lang="zh-CN" altLang="en-US" dirty="0"/>
              <a:t>上下文切换通常是计算密集型的，即它需要相当可观的</a:t>
            </a:r>
            <a:r>
              <a:rPr lang="en-US" altLang="zh-CN" dirty="0"/>
              <a:t>CPU</a:t>
            </a:r>
            <a:r>
              <a:rPr lang="zh-CN" altLang="en-US" dirty="0"/>
              <a:t>时间，在每秒几十上百次的切换中，每次切换都需要纳秒量级的时间，所以上下文切换对系统来说意味着消耗大量的</a:t>
            </a:r>
            <a:r>
              <a:rPr lang="en-US" altLang="zh-CN" dirty="0"/>
              <a:t>CPU</a:t>
            </a:r>
            <a:r>
              <a:rPr lang="zh-CN" altLang="en-US" dirty="0"/>
              <a:t>时间。有些处理器提供多个寄存器组，这样，上下文切换就只需要简单改变当前寄存器组的指针。</a:t>
            </a:r>
          </a:p>
          <a:p>
            <a:pPr lvl="0"/>
            <a:endParaRPr lang="en-US" altLang="zh-CN" dirty="0"/>
          </a:p>
          <a:p>
            <a:pPr lvl="0"/>
            <a:r>
              <a:rPr lang="en-US" altLang="zh-CN" dirty="0"/>
              <a:t>(3)</a:t>
            </a:r>
            <a:r>
              <a:rPr lang="zh-CN" altLang="en-US" dirty="0"/>
              <a:t>上下文切换与模式切换</a:t>
            </a:r>
          </a:p>
          <a:p>
            <a:pPr lvl="0"/>
            <a:r>
              <a:rPr lang="zh-CN" altLang="en-US" dirty="0"/>
              <a:t>模式切换与上下文切换是不同的，模式切换时，</a:t>
            </a:r>
            <a:r>
              <a:rPr lang="en-US" altLang="zh-CN" dirty="0"/>
              <a:t>CPU</a:t>
            </a:r>
            <a:r>
              <a:rPr lang="zh-CN" altLang="en-US" dirty="0"/>
              <a:t>逻辑上可能还在执行同一进程。用户进</a:t>
            </a:r>
            <a:r>
              <a:rPr lang="zh-CN" altLang="en-US" sz="1200" b="1" dirty="0">
                <a:solidFill>
                  <a:srgbClr val="254061"/>
                </a:solidFill>
                <a:effectLst>
                  <a:outerShdw blurRad="38100" dist="38100" dir="2700000" algn="tl">
                    <a:srgbClr val="000000">
                      <a:alpha val="43137"/>
                    </a:srgbClr>
                  </a:outerShdw>
                </a:effectLst>
                <a:latin typeface="微软雅黑"/>
                <a:ea typeface="微软雅黑"/>
              </a:rPr>
              <a:t>程最开始都运行在用户态，若进程因中断或异常进入核心态运行，执行完后又回到用户态刚被中断的进程运行。用户态和内核态之间的切换称为模式切换，而不是上下文切换，因为没有改变当前的进程。上下文切换只能发生在内核态，它是多任务操作系统中的一个必需的特性。</a:t>
            </a:r>
            <a:endParaRPr lang="en-US" altLang="zh-CN" sz="1200" b="1" dirty="0">
              <a:solidFill>
                <a:srgbClr val="254061"/>
              </a:solidFill>
              <a:effectLst>
                <a:outerShdw blurRad="38100" dist="38100" dir="2700000" algn="tl">
                  <a:srgbClr val="000000">
                    <a:alpha val="43137"/>
                  </a:srgbClr>
                </a:outerShdw>
              </a:effectLst>
              <a:latin typeface="微软雅黑"/>
              <a:ea typeface="微软雅黑"/>
            </a:endParaRPr>
          </a:p>
          <a:p>
            <a:pPr lvl="0"/>
            <a:endParaRPr lang="en-US" altLang="zh-CN" sz="1200" b="1" dirty="0">
              <a:solidFill>
                <a:srgbClr val="254061"/>
              </a:solidFill>
              <a:effectLst>
                <a:outerShdw blurRad="38100" dist="38100" dir="2700000" algn="tl">
                  <a:srgbClr val="000000">
                    <a:alpha val="43137"/>
                  </a:srgbClr>
                </a:outerShdw>
              </a:effectLst>
              <a:latin typeface="微软雅黑"/>
              <a:ea typeface="微软雅黑"/>
            </a:endParaRPr>
          </a:p>
          <a:p>
            <a:pPr lvl="0"/>
            <a:r>
              <a:rPr lang="zh-CN" altLang="en-US" dirty="0"/>
              <a:t>注意：调度和切换的区别。调度是指决定资源分配给哪个进程的行为，是一种决策行为；切换是指实际分配的行为，是执行行为。一般来说，先有资源的调度，然后才有进程的切换。</a:t>
            </a:r>
            <a:endParaRPr lang="zh-CN" dirty="0"/>
          </a:p>
        </p:txBody>
      </p:sp>
    </p:spTree>
    <p:extLst>
      <p:ext uri="{BB962C8B-B14F-4D97-AF65-F5344CB8AC3E}">
        <p14:creationId xmlns:p14="http://schemas.microsoft.com/office/powerpoint/2010/main" val="35860514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39729811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endParaRPr lang="zh-CN" dirty="0"/>
          </a:p>
        </p:txBody>
      </p:sp>
    </p:spTree>
    <p:extLst>
      <p:ext uri="{BB962C8B-B14F-4D97-AF65-F5344CB8AC3E}">
        <p14:creationId xmlns:p14="http://schemas.microsoft.com/office/powerpoint/2010/main" val="12798267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备注占位符 1"/>
          <p:cNvSpPr>
            <a:spLocks noGrp="1"/>
          </p:cNvSpPr>
          <p:nvPr>
            <p:ph type="body" idx="1"/>
          </p:nvPr>
        </p:nvSpPr>
        <p:spPr/>
        <p:txBody>
          <a:bodyPr/>
          <a:lstStyle/>
          <a:p>
            <a:pPr lvl="0"/>
            <a:r>
              <a:rPr lang="zh-CN" altLang="en-US" sz="1200" b="1" dirty="0">
                <a:solidFill>
                  <a:srgbClr val="254061"/>
                </a:solidFill>
                <a:effectLst>
                  <a:outerShdw blurRad="38100" dist="38100" dir="2700000" algn="tl">
                    <a:srgbClr val="000000">
                      <a:alpha val="43137"/>
                    </a:srgbClr>
                  </a:outerShdw>
                </a:effectLst>
                <a:latin typeface="微软雅黑"/>
                <a:ea typeface="微软雅黑"/>
              </a:rPr>
              <a:t>调度这一概念贯穿于操作系统的始终，同学们在接下来的学习中，将接触到几种资源的调度问题和相应的调度算法。将它们与处理机调度的内容相对比，将会发现它们有异曲同工之妙。</a:t>
            </a:r>
            <a:endParaRPr lang="zh-CN" dirty="0"/>
          </a:p>
        </p:txBody>
      </p:sp>
    </p:spTree>
    <p:extLst>
      <p:ext uri="{BB962C8B-B14F-4D97-AF65-F5344CB8AC3E}">
        <p14:creationId xmlns:p14="http://schemas.microsoft.com/office/powerpoint/2010/main" val="26334355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B2C465C-8FA2-430C-ADF3-904E03A8F6D5}" type="slidenum">
              <a:rPr lang="zh-CN"/>
              <a:t>‹#›</a:t>
            </a:fld>
            <a:endParaRPr lang="zh-CN"/>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4160B0C6-1D85-4301-8154-9EA3552A82D4}" type="slidenum">
              <a:rPr lang="zh-CN"/>
              <a:t>‹#›</a:t>
            </a:fld>
            <a:endParaRPr lang="zh-CN"/>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9AA898CA-9DC4-4DEB-987F-5794FE28A276}" type="slidenum">
              <a:rPr lang="zh-CN"/>
              <a:t>‹#›</a:t>
            </a:fld>
            <a:endParaRPr 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userDrawn="1"/>
        </p:nvPicPr>
        <p:blipFill>
          <a:blip r:embed="rId2" cstate="print"/>
          <a:srcRect/>
          <a:stretch>
            <a:fillRect/>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56F47AF-6E9B-44E0-8B3C-C99367D85570}" type="slidenum">
              <a:rPr lang="zh-CN"/>
              <a:t>‹#›</a:t>
            </a:fld>
            <a:endParaRPr 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userDrawn="1"/>
        </p:nvPicPr>
        <p:blipFill>
          <a:blip r:embed="rId2" cstate="print">
            <a:clrChange>
              <a:clrFrom>
                <a:srgbClr val="8A1025"/>
              </a:clrFrom>
              <a:clrTo>
                <a:srgbClr val="8A1025">
                  <a:alpha val="0"/>
                </a:srgbClr>
              </a:clrTo>
            </a:clrChange>
          </a:blip>
          <a:srcRect t="4836" b="29471"/>
          <a:stretch>
            <a:fillRect/>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4707B3C6-01FB-418A-A503-30BBA367DFC0}" type="slidenum">
              <a:rPr lang="zh-CN"/>
              <a:t>‹#›</a:t>
            </a:fld>
            <a:endParaRPr 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A7421A49-5667-41F8-BE17-1B845396D5DB}" type="slidenum">
              <a:rPr lang="zh-CN"/>
              <a:t>‹#›</a:t>
            </a:fld>
            <a:endParaRPr lang="zh-CN"/>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02386B43-1405-4E8E-813D-472D21B2C6EF}" type="slidenum">
              <a:rPr lang="zh-CN"/>
              <a:t>‹#›</a:t>
            </a:fld>
            <a:endParaRPr 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83FDC7-D04F-4C48-ADCE-652D6AA1EF83}" type="slidenum">
              <a:rPr lang="zh-CN"/>
              <a:t>‹#›</a:t>
            </a:fld>
            <a:endParaRPr 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B7C7ADB0-93AD-4236-858F-3DBD1C0AB6F0}" type="slidenum">
              <a:rPr lang="zh-CN"/>
              <a:t>‹#›</a:t>
            </a:fld>
            <a:endParaRPr 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userDrawn="1"/>
        </p:nvPicPr>
        <p:blipFill>
          <a:blip r:embed="rId2" cstate="print">
            <a:lum bright="70000" contrast="-70000"/>
          </a:blip>
          <a:srcRect/>
          <a:stretch>
            <a:fillRect/>
          </a:stretch>
        </p:blipFill>
        <p:spPr>
          <a:xfrm>
            <a:off x="6689725" y="4778375"/>
            <a:ext cx="1266825" cy="342900"/>
          </a:xfrm>
          <a:prstGeom prst="rect">
            <a:avLst/>
          </a:prstGeom>
          <a:noFill/>
          <a:ln>
            <a:noFill/>
          </a:ln>
        </p:spPr>
      </p:pic>
      <p:pic>
        <p:nvPicPr>
          <p:cNvPr id="8" name="图片 12"/>
          <p:cNvPicPr>
            <a:picLocks noChangeAspect="1" noChangeArrowheads="1"/>
          </p:cNvPicPr>
          <p:nvPr userDrawn="1"/>
        </p:nvPicPr>
        <p:blipFill>
          <a:blip r:embed="rId3" cstate="print">
            <a:clrChange>
              <a:clrFrom>
                <a:srgbClr val="8A1025"/>
              </a:clrFrom>
              <a:clrTo>
                <a:srgbClr val="8A1025">
                  <a:alpha val="0"/>
                </a:srgbClr>
              </a:clrTo>
            </a:clrChange>
          </a:blip>
          <a:srcRect t="4836" b="45502"/>
          <a:stretch>
            <a:fillRect/>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266418AD-6F9A-4D71-B11D-DEB52ADAFDED}" type="slidenum">
              <a:rPr lang="zh-CN"/>
              <a:t>‹#›</a:t>
            </a:fld>
            <a:endParaRPr 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prstClr val="black">
                <a:alpha val="40000"/>
              </a:prst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userDrawn="1"/>
        </p:nvPicPr>
        <p:blipFill>
          <a:blip r:embed="rId2" cstate="print"/>
          <a:srcRect t="70982"/>
          <a:stretch>
            <a:fillRect/>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CD1B9F34-C406-4928-9AD5-876CC2DF2B15}"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extLst>
      <p:ext uri="{BB962C8B-B14F-4D97-AF65-F5344CB8AC3E}">
        <p14:creationId xmlns:p14="http://schemas.microsoft.com/office/powerpoint/2010/main" val="30480038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001CEEB-A90F-485C-AE8C-156144623D40}" type="slidenum">
              <a:rPr lang="zh-CN"/>
              <a:t>‹#›</a:t>
            </a:fld>
            <a:endParaRPr 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7559D99-9A5D-4A61-8EB7-7885AF8C4EBC}" type="slidenum">
              <a:rPr lang="zh-CN"/>
              <a:t>‹#›</a:t>
            </a:fld>
            <a:endParaRPr 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F9BF170-B5AD-4FBF-BA82-72ED7F4D36FE}" type="slidenum">
              <a:rPr lang="zh-CN"/>
              <a:t>‹#›</a:t>
            </a:fld>
            <a:endParaRPr 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2509BB81-9252-4C6E-825A-881E3F96F2BC}" type="slidenum">
              <a:rPr lang="zh-CN"/>
              <a:t>‹#›</a:t>
            </a:fld>
            <a:endParaRPr 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05B528F8-976F-4875-A46F-2161B1543354}" type="slidenum">
              <a:rPr lang="zh-CN"/>
              <a:t>‹#›</a:t>
            </a:fld>
            <a:endParaRPr 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883A6C07-9EDB-4B3A-AD58-C7D51F73B003}" type="slidenum">
              <a:rPr lang="zh-CN"/>
              <a:t>‹#›</a:t>
            </a:fld>
            <a:endParaRPr 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4DED7C9A-4F0D-47BC-AF77-0547D6F96158}" type="slidenum">
              <a:rPr lang="zh-CN"/>
              <a:t>‹#›</a:t>
            </a:fld>
            <a:endParaRPr 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D97B3BD-D961-435A-93B1-A26A91F30FA4}" type="slidenum">
              <a:rPr lang="zh-CN"/>
              <a:t>‹#›</a:t>
            </a:fld>
            <a:endParaRPr 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F6F8CB0E-1047-45B3-A483-B357383901B7}" type="slidenum">
              <a:rPr lang="zh-CN"/>
              <a:t>‹#›</a:t>
            </a:fld>
            <a:endParaRPr 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66F33EAD-2DC5-41E2-896F-501C4377D94D}" type="slidenum">
              <a:rPr lang="zh-CN"/>
              <a:t>‹#›</a:t>
            </a:fld>
            <a:endParaRPr 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7C93EA4F-178C-467C-B1FF-D68F333791C3}"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3"/>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457200" lvl="1" indent="0" algn="ctr">
              <a:buNone/>
            </a:lvl2pPr>
            <a:lvl3pPr marL="914400" lvl="2" indent="0" algn="ctr">
              <a:buNone/>
            </a:lvl3pPr>
            <a:lvl4pPr marL="1371600" lvl="3" indent="0" algn="ctr">
              <a:buNone/>
            </a:lvl4pPr>
            <a:lvl5pPr marL="1828800" lvl="4" indent="0" algn="ctr">
              <a:buNone/>
            </a:lvl5pPr>
            <a:lvl6pPr marL="2286000" lvl="5" indent="0" algn="ctr">
              <a:buNone/>
            </a:lvl6pPr>
            <a:lvl7pPr marL="2743200" lvl="6" indent="0" algn="ctr">
              <a:buNone/>
            </a:lvl7pPr>
            <a:lvl8pPr marL="3200400" lvl="7" indent="0" algn="ctr">
              <a:buNone/>
            </a:lvl8pPr>
            <a:lvl9pPr marL="3657600"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11484A87-50AD-4B79-A3C7-C417EE16EDBF}" type="slidenum">
              <a:rPr lang="zh-CN"/>
              <a:t>‹#›</a:t>
            </a:fld>
            <a:endParaRPr lang="zh-C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D89955F-190E-498C-AC5E-75ECF52E8F3E}" type="slidenum">
              <a:rPr lang="zh-CN"/>
              <a:t>‹#›</a:t>
            </a:fld>
            <a:endParaRPr lang="zh-C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8"/>
            <a:ext cx="7772400" cy="112553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74E77EB7-F2A0-46CA-A721-46FCA8021F8E}" type="slidenum">
              <a:rPr lang="zh-CN"/>
              <a:t>‹#›</a:t>
            </a:fld>
            <a:endParaRPr lang="zh-C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5"/>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F66F0598-21B1-4440-AE75-4815C1DC4EC5}" type="slidenum">
              <a:rPr lang="zh-CN"/>
              <a:t>‹#›</a:t>
            </a:fld>
            <a:endParaRPr lang="zh-C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A2EC84F-588A-46AD-BE8D-B7C706380F82}" type="slidenum">
              <a:rPr lang="zh-CN"/>
              <a:t>‹#›</a:t>
            </a:fld>
            <a:endParaRPr lang="zh-C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9A644E26-11CA-4390-8B0D-33A4D45FDBCF}" type="slidenum">
              <a:rPr lang="zh-CN"/>
              <a:t>‹#›</a:t>
            </a:fld>
            <a:endParaRPr lang="zh-C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5371423-9E31-436C-88EE-BB1FBC6D8B7B}" type="slidenum">
              <a:rPr lang="zh-CN"/>
              <a:t>‹#›</a:t>
            </a:fld>
            <a:endParaRPr lang="zh-C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1"/>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5" y="598488"/>
            <a:ext cx="8353425" cy="430212"/>
          </a:xfrm>
          <a:prstGeom prst="rect">
            <a:avLst/>
          </a:prstGeom>
        </p:spPr>
        <p:txBody>
          <a:bodyPr>
            <a:spAutoFit/>
          </a:bodyPr>
          <a:lstStyle/>
          <a:p>
            <a:pPr marL="342900" indent="-342900"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3B2B1BF-F1CD-45C9-8721-A997A2366572}" type="slidenum">
              <a:rPr lang="zh-CN"/>
              <a:t>‹#›</a:t>
            </a:fld>
            <a:endParaRPr lang="zh-C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sp>
        <p:nvSpPr>
          <p:cNvPr id="7" name="矩形 10"/>
          <p:cNvSpPr>
            <a:spLocks noChangeArrowheads="1"/>
          </p:cNvSpPr>
          <p:nvPr/>
        </p:nvSpPr>
        <p:spPr>
          <a:xfrm>
            <a:off x="439738" y="109538"/>
            <a:ext cx="6796087" cy="461962"/>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43EB20AC-6F21-4545-A41F-17C9031D6150}" type="slidenum">
              <a:rPr lang="zh-CN"/>
              <a:t>‹#›</a:t>
            </a:fld>
            <a:endParaRPr lang="zh-CN"/>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5"/>
            <a:ext cx="9144000" cy="238125"/>
          </a:xfrm>
          <a:prstGeom prst="rect">
            <a:avLst/>
          </a:prstGeom>
          <a:pattFill prst="dkHorz">
            <a:fgClr>
              <a:srgbClr val="8A1520"/>
            </a:fgClr>
            <a:bgClr>
              <a:schemeClr val="bg1"/>
            </a:bgClr>
          </a:pattFill>
          <a:ln>
            <a:noFill/>
          </a:ln>
        </p:spPr>
        <p:txBody>
          <a:bodyPr/>
          <a:lstStyle/>
          <a:p>
            <a:endParaRPr lang="zh-CN">
              <a:solidFill>
                <a:schemeClr val="tx1"/>
              </a:solidFill>
              <a:latin typeface="Arial"/>
            </a:endParaRPr>
          </a:p>
        </p:txBody>
      </p:sp>
      <p:sp>
        <p:nvSpPr>
          <p:cNvPr id="3" name="矩形 2"/>
          <p:cNvSpPr/>
          <p:nvPr/>
        </p:nvSpPr>
        <p:spPr>
          <a:xfrm>
            <a:off x="6659563" y="4749800"/>
            <a:ext cx="2484437" cy="395288"/>
          </a:xfrm>
          <a:prstGeom prst="rect">
            <a:avLst/>
          </a:prstGeom>
          <a:solidFill>
            <a:srgbClr val="8A1520"/>
          </a:solidFill>
          <a:ln>
            <a:noFill/>
          </a:ln>
        </p:spPr>
        <p:txBody>
          <a:bodyPr/>
          <a:lstStyle/>
          <a:p>
            <a:endParaRPr lang="zh-CN">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8" y="4749800"/>
            <a:ext cx="2479675" cy="395288"/>
          </a:xfrm>
          <a:prstGeom prst="flowChartManualOperation">
            <a:avLst/>
          </a:prstGeom>
          <a:solidFill>
            <a:schemeClr val="accent1">
              <a:lumMod val="50000"/>
            </a:schemeClr>
          </a:solidFill>
          <a:ln>
            <a:noFill/>
          </a:ln>
        </p:spPr>
        <p:txBody>
          <a:bodyPr/>
          <a:lstStyle/>
          <a:p>
            <a:endParaRPr lang="zh-CN">
              <a:solidFill>
                <a:schemeClr val="tx1"/>
              </a:solidFill>
              <a:latin typeface="Arial"/>
            </a:endParaRPr>
          </a:p>
        </p:txBody>
      </p:sp>
      <p:pic>
        <p:nvPicPr>
          <p:cNvPr id="6" name="图片 10"/>
          <p:cNvPicPr>
            <a:picLocks noChangeAspect="1" noChangeArrowheads="1"/>
          </p:cNvPicPr>
          <p:nvPr/>
        </p:nvPicPr>
        <p:blipFill>
          <a:blip r:embed="rId2"/>
          <a:stretch/>
        </p:blipFill>
        <p:spPr>
          <a:xfrm>
            <a:off x="6689725"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3"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823B0D69-AB24-44A5-A7EA-D7191C8AB2A6}" type="slidenum">
              <a:rPr lang="zh-CN"/>
              <a:t>‹#›</a:t>
            </a:fld>
            <a:endParaRPr lang="zh-CN"/>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EACA589E-567E-49C4-8261-CB6A4823C55A}"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614"/>
            <a:ext cx="7772400" cy="1101725"/>
          </a:xfrm>
        </p:spPr>
        <p:txBody>
          <a:bodyPr/>
          <a:lstStyle/>
          <a:p>
            <a:r>
              <a:rPr lang="zh-CN"/>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lvl="0" indent="0" algn="ctr">
              <a:buNone/>
            </a:lvl1pPr>
            <a:lvl2pPr marL="609585" lvl="1" indent="0" algn="ctr">
              <a:buNone/>
            </a:lvl2pPr>
            <a:lvl3pPr marL="1219170" lvl="2" indent="0" algn="ctr">
              <a:buNone/>
            </a:lvl3pPr>
            <a:lvl4pPr marL="1828754" lvl="3" indent="0" algn="ctr">
              <a:buNone/>
            </a:lvl4pPr>
            <a:lvl5pPr marL="2438339" lvl="4" indent="0" algn="ctr">
              <a:buNone/>
            </a:lvl5pPr>
            <a:lvl6pPr marL="3047924" lvl="5" indent="0" algn="ctr">
              <a:buNone/>
            </a:lvl6pPr>
            <a:lvl7pPr marL="3657509" lvl="6" indent="0" algn="ctr">
              <a:buNone/>
            </a:lvl7pPr>
            <a:lvl8pPr marL="4267093" lvl="7" indent="0" algn="ctr">
              <a:buNone/>
            </a:lvl8pPr>
            <a:lvl9pPr marL="4876678" lvl="8" indent="0" algn="ctr">
              <a:buNone/>
            </a:lvl9pPr>
          </a:lstStyle>
          <a:p>
            <a:r>
              <a:rPr lang="zh-CN"/>
              <a:t>单击此处编辑母版副标题样式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AE1C8ADA-986C-4CD0-8B07-7B4FAC0DDF0A}" type="slidenum">
              <a:rPr lang="zh-CN"/>
              <a:t>‹#›</a:t>
            </a:fld>
            <a:endParaRPr lang="zh-CN"/>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0569AF65-7210-48C0-9D6F-4ED9578326A3}" type="slidenum">
              <a:rPr lang="zh-CN"/>
              <a:t>‹#›</a:t>
            </a:fld>
            <a:endParaRPr lang="zh-CN"/>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5"/>
            <a:ext cx="7772400" cy="1022350"/>
          </a:xfrm>
        </p:spPr>
        <p:txBody>
          <a:bodyPr anchor="t"/>
          <a:lstStyle>
            <a:lvl1pPr lvl="0" algn="l">
              <a:defRPr sz="4000" b="1"/>
            </a:lvl1pPr>
          </a:lstStyle>
          <a:p>
            <a:r>
              <a:rPr lang="zh-CN"/>
              <a:t>单击此处编辑母版标题样式</a:t>
            </a:r>
          </a:p>
        </p:txBody>
      </p:sp>
      <p:sp>
        <p:nvSpPr>
          <p:cNvPr id="3" name="文本占位符 2"/>
          <p:cNvSpPr>
            <a:spLocks noGrp="1"/>
          </p:cNvSpPr>
          <p:nvPr>
            <p:ph type="body" idx="1"/>
          </p:nvPr>
        </p:nvSpPr>
        <p:spPr>
          <a:xfrm>
            <a:off x="722313" y="2179639"/>
            <a:ext cx="7772400" cy="1125537"/>
          </a:xfrm>
        </p:spPr>
        <p:txBody>
          <a:bodyPr anchor="b"/>
          <a:lstStyle>
            <a:lvl1pPr marL="0" lvl="0" indent="0">
              <a:buNone/>
              <a:defRPr sz="2000"/>
            </a:lvl1pPr>
            <a:lvl2pPr marL="609585" lvl="1" indent="0">
              <a:buNone/>
              <a:defRPr sz="1800"/>
            </a:lvl2pPr>
            <a:lvl3pPr marL="1219170" lvl="2" indent="0">
              <a:buNone/>
              <a:defRPr sz="1600"/>
            </a:lvl3pPr>
            <a:lvl4pPr marL="1828754" lvl="3" indent="0">
              <a:buNone/>
              <a:defRPr sz="1400"/>
            </a:lvl4pPr>
            <a:lvl5pPr marL="2438339" lvl="4" indent="0">
              <a:buNone/>
              <a:defRPr sz="1400"/>
            </a:lvl5pPr>
            <a:lvl6pPr marL="3047924" lvl="5" indent="0">
              <a:buNone/>
              <a:defRPr sz="1400"/>
            </a:lvl6pPr>
            <a:lvl7pPr marL="3657509" lvl="6" indent="0">
              <a:buNone/>
              <a:defRPr sz="1400"/>
            </a:lvl7pPr>
            <a:lvl8pPr marL="4267093" lvl="7" indent="0">
              <a:buNone/>
              <a:defRPr sz="1400"/>
            </a:lvl8pPr>
            <a:lvl9pPr marL="4876678" lvl="8" indent="0">
              <a:buNone/>
              <a:defRPr sz="1400"/>
            </a:lvl9pPr>
          </a:lstStyle>
          <a:p>
            <a:pPr lvl="0"/>
            <a:r>
              <a:rPr lang="zh-CN"/>
              <a:t>单击此处编辑母版文本样式</a:t>
            </a:r>
          </a:p>
        </p:txBody>
      </p:sp>
      <p:sp>
        <p:nvSpPr>
          <p:cNvPr id="4" name="日期占位符 3"/>
          <p:cNvSpPr>
            <a:spLocks noGrp="1" noChangeArrowheads="1"/>
          </p:cNvSpPr>
          <p:nvPr>
            <p:ph type="dt" idx="10"/>
          </p:nvPr>
        </p:nvSpPr>
        <p:spPr/>
        <p:txBody>
          <a:bodyPr/>
          <a:lstStyle/>
          <a:p>
            <a:endParaRPr lang="zh-CN"/>
          </a:p>
        </p:txBody>
      </p:sp>
      <p:sp>
        <p:nvSpPr>
          <p:cNvPr id="5" name="页脚占位符 4"/>
          <p:cNvSpPr>
            <a:spLocks noGrp="1" noChangeArrowheads="1"/>
          </p:cNvSpPr>
          <p:nvPr>
            <p:ph type="ftr" idx="11"/>
          </p:nvPr>
        </p:nvSpPr>
        <p:spPr/>
        <p:txBody>
          <a:bodyPr/>
          <a:lstStyle/>
          <a:p>
            <a:endParaRPr lang="zh-CN"/>
          </a:p>
        </p:txBody>
      </p:sp>
      <p:sp>
        <p:nvSpPr>
          <p:cNvPr id="6" name="灯片编号占位符 5"/>
          <p:cNvSpPr>
            <a:spLocks noGrp="1" noChangeArrowheads="1"/>
          </p:cNvSpPr>
          <p:nvPr>
            <p:ph type="sldNum" idx="12"/>
          </p:nvPr>
        </p:nvSpPr>
        <p:spPr/>
        <p:txBody>
          <a:bodyPr/>
          <a:lstStyle/>
          <a:p>
            <a:fld id="{DB2A9E76-B0EF-4942-AF63-EC4240A249C3}" type="slidenum">
              <a:rPr lang="zh-CN"/>
              <a:t>‹#›</a:t>
            </a:fld>
            <a:endParaRPr lang="zh-CN"/>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tretch/>
        </p:blipFill>
        <p:spPr>
          <a:xfrm>
            <a:off x="7251700" y="161926"/>
            <a:ext cx="1614488" cy="347663"/>
          </a:xfrm>
          <a:prstGeom prst="rect">
            <a:avLst/>
          </a:prstGeom>
          <a:noFill/>
          <a:ln>
            <a:noFill/>
          </a:ln>
        </p:spPr>
      </p:pic>
      <p:cxnSp>
        <p:nvCxnSpPr>
          <p:cNvPr id="3" name="直接连接符 2"/>
          <p:cNvCxnSpPr/>
          <p:nvPr/>
        </p:nvCxnSpPr>
        <p:spPr>
          <a:xfrm>
            <a:off x="395288" y="631825"/>
            <a:ext cx="8459787" cy="0"/>
          </a:xfrm>
          <a:prstGeom prst="line">
            <a:avLst/>
          </a:prstGeom>
          <a:ln w="12700">
            <a:solidFill>
              <a:schemeClr val="accent2">
                <a:lumMod val="75000"/>
              </a:schemeClr>
            </a:solidFill>
            <a:prstDash val="solid"/>
          </a:ln>
        </p:spPr>
      </p:cxnSp>
      <p:sp>
        <p:nvSpPr>
          <p:cNvPr id="4" name="矩形 3"/>
          <p:cNvSpPr/>
          <p:nvPr/>
        </p:nvSpPr>
        <p:spPr>
          <a:xfrm>
            <a:off x="11113" y="4875213"/>
            <a:ext cx="9144000" cy="254000"/>
          </a:xfrm>
          <a:prstGeom prst="rect">
            <a:avLst/>
          </a:prstGeom>
          <a:solidFill>
            <a:srgbClr val="C00000"/>
          </a:solidFill>
          <a:ln w="25400">
            <a:solidFill>
              <a:srgbClr val="C00000"/>
            </a:solidFill>
            <a:prstDash val="solid"/>
          </a:ln>
        </p:spPr>
        <p:txBody>
          <a:bodyPr anchor="ctr"/>
          <a:lstStyle/>
          <a:p>
            <a:pPr algn="ctr"/>
            <a:endParaRPr lang="zh-CN" sz="1800">
              <a:solidFill>
                <a:schemeClr val="lt1"/>
              </a:solidFill>
            </a:endParaRPr>
          </a:p>
        </p:txBody>
      </p:sp>
      <p:sp>
        <p:nvSpPr>
          <p:cNvPr id="5" name="日期占位符 3"/>
          <p:cNvSpPr>
            <a:spLocks noGrp="1" noChangeArrowheads="1"/>
          </p:cNvSpPr>
          <p:nvPr>
            <p:ph type="dt" idx="10"/>
          </p:nvPr>
        </p:nvSpPr>
        <p:spPr/>
        <p:txBody>
          <a:bodyPr/>
          <a:lstStyle/>
          <a:p>
            <a:endParaRPr lang="zh-CN"/>
          </a:p>
        </p:txBody>
      </p:sp>
      <p:sp>
        <p:nvSpPr>
          <p:cNvPr id="6" name="页脚占位符 4"/>
          <p:cNvSpPr>
            <a:spLocks noGrp="1" noChangeArrowheads="1"/>
          </p:cNvSpPr>
          <p:nvPr>
            <p:ph type="ftr" idx="11"/>
          </p:nvPr>
        </p:nvSpPr>
        <p:spPr/>
        <p:txBody>
          <a:bodyPr/>
          <a:lstStyle/>
          <a:p>
            <a:endParaRPr lang="zh-CN"/>
          </a:p>
        </p:txBody>
      </p:sp>
      <p:sp>
        <p:nvSpPr>
          <p:cNvPr id="7" name="灯片编号占位符 5"/>
          <p:cNvSpPr>
            <a:spLocks noGrp="1" noChangeArrowheads="1"/>
          </p:cNvSpPr>
          <p:nvPr>
            <p:ph type="sldNum" idx="12"/>
          </p:nvPr>
        </p:nvSpPr>
        <p:spPr/>
        <p:txBody>
          <a:bodyPr/>
          <a:lstStyle/>
          <a:p>
            <a:fld id="{717E04D5-9CCC-4B4A-819A-E85D3819BE70}" type="slidenum">
              <a:rPr lang="zh-CN"/>
              <a:t>‹#›</a:t>
            </a:fld>
            <a:endParaRPr lang="zh-CN"/>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矩形 1"/>
          <p:cNvSpPr/>
          <p:nvPr/>
        </p:nvSpPr>
        <p:spPr>
          <a:xfrm>
            <a:off x="11113" y="4687888"/>
            <a:ext cx="9144000" cy="446087"/>
          </a:xfrm>
          <a:prstGeom prst="rect">
            <a:avLst/>
          </a:prstGeom>
          <a:pattFill prst="dkHorz">
            <a:fgClr>
              <a:srgbClr val="891321"/>
            </a:fgClr>
            <a:bgClr>
              <a:schemeClr val="bg1"/>
            </a:bgClr>
          </a:pattFill>
          <a:ln>
            <a:noFill/>
          </a:ln>
        </p:spPr>
        <p:txBody>
          <a:bodyPr anchor="ctr"/>
          <a:lstStyle/>
          <a:p>
            <a:pPr algn="ctr"/>
            <a:endParaRPr lang="zh-CN" sz="1800">
              <a:solidFill>
                <a:srgbClr val="C00000"/>
              </a:solidFill>
            </a:endParaRPr>
          </a:p>
        </p:txBody>
      </p:sp>
      <p:pic>
        <p:nvPicPr>
          <p:cNvPr id="3" name="图片 7"/>
          <p:cNvPicPr>
            <a:picLocks noChangeAspect="1" noChangeArrowheads="1"/>
          </p:cNvPicPr>
          <p:nvPr/>
        </p:nvPicPr>
        <p:blipFill>
          <a:blip r:embed="rId2"/>
          <a:srcRect t="4836" b="29471"/>
          <a:stretch/>
        </p:blipFill>
        <p:spPr>
          <a:xfrm>
            <a:off x="2681288" y="315913"/>
            <a:ext cx="3781425" cy="952500"/>
          </a:xfrm>
          <a:prstGeom prst="rect">
            <a:avLst/>
          </a:prstGeom>
          <a:solidFill>
            <a:srgbClr val="8A1520"/>
          </a:solidFill>
          <a:ln>
            <a:noFill/>
          </a:ln>
        </p:spPr>
      </p:pic>
      <p:sp>
        <p:nvSpPr>
          <p:cNvPr id="4" name="日期占位符 2"/>
          <p:cNvSpPr>
            <a:spLocks noGrp="1"/>
          </p:cNvSpPr>
          <p:nvPr>
            <p:ph type="dt" idx="10"/>
          </p:nvPr>
        </p:nvSpPr>
        <p:spPr/>
        <p:txBody>
          <a:bodyPr/>
          <a:lstStyle/>
          <a:p>
            <a:endParaRPr lang="zh-CN"/>
          </a:p>
        </p:txBody>
      </p:sp>
      <p:sp>
        <p:nvSpPr>
          <p:cNvPr id="5" name="页脚占位符 3"/>
          <p:cNvSpPr>
            <a:spLocks noGrp="1"/>
          </p:cNvSpPr>
          <p:nvPr>
            <p:ph type="ftr" idx="11"/>
          </p:nvPr>
        </p:nvSpPr>
        <p:spPr/>
        <p:txBody>
          <a:bodyPr/>
          <a:lstStyle/>
          <a:p>
            <a:endParaRPr lang="zh-CN"/>
          </a:p>
        </p:txBody>
      </p:sp>
      <p:sp>
        <p:nvSpPr>
          <p:cNvPr id="6" name="灯片编号占位符 4"/>
          <p:cNvSpPr>
            <a:spLocks noGrp="1"/>
          </p:cNvSpPr>
          <p:nvPr>
            <p:ph type="sldNum" idx="12"/>
          </p:nvPr>
        </p:nvSpPr>
        <p:spPr/>
        <p:txBody>
          <a:bodyPr/>
          <a:lstStyle/>
          <a:p>
            <a:fld id="{19FC0DCD-6495-4C19-9764-D98D8DA4A9DD}" type="slidenum">
              <a:rPr lang="zh-CN"/>
              <a:t>‹#›</a:t>
            </a:fld>
            <a:endParaRPr lang="zh-CN"/>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70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昨天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19CE01A9-8458-46EC-B416-1AC5D0886737}" type="slidenum">
              <a:rPr lang="zh-CN"/>
              <a:t>‹#›</a:t>
            </a:fld>
            <a:endParaRPr lang="zh-CN"/>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73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今天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DD7966A8-8BEB-4A6F-9BE7-DA30B1191586}" type="slidenum">
              <a:rPr lang="zh-CN"/>
              <a:t>‹#›</a:t>
            </a:fld>
            <a:endParaRPr lang="zh-CN"/>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74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1"/>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sp>
        <p:nvSpPr>
          <p:cNvPr id="8" name="矩形 7"/>
          <p:cNvSpPr/>
          <p:nvPr/>
        </p:nvSpPr>
        <p:spPr>
          <a:xfrm>
            <a:off x="441326" y="598489"/>
            <a:ext cx="8353425" cy="407323"/>
          </a:xfrm>
          <a:prstGeom prst="rect">
            <a:avLst/>
          </a:prstGeom>
        </p:spPr>
        <p:txBody>
          <a:bodyPr>
            <a:spAutoFit/>
          </a:bodyPr>
          <a:lstStyle/>
          <a:p>
            <a:pPr marL="342892" indent="-342892" algn="just">
              <a:lnSpc>
                <a:spcPct val="120000"/>
              </a:lnSpc>
              <a:spcAft>
                <a:spcPts val="0"/>
              </a:spcAft>
              <a:buFont typeface="Wingdings" charset="2"/>
              <a:buChar char="n"/>
            </a:pPr>
            <a:r>
              <a:rPr lang="zh-CN" sz="2000" b="1" kern="100">
                <a:solidFill>
                  <a:schemeClr val="accent1">
                    <a:lumMod val="50000"/>
                  </a:schemeClr>
                </a:solidFill>
                <a:latin typeface="微软雅黑"/>
                <a:ea typeface="微软雅黑"/>
              </a:rPr>
              <a:t>哈工大的</a:t>
            </a:r>
            <a:r>
              <a:rPr lang="zh-CN" sz="2000" b="1" kern="100">
                <a:solidFill>
                  <a:srgbClr val="C00000"/>
                </a:solidFill>
                <a:latin typeface="微软雅黑"/>
                <a:ea typeface="微软雅黑"/>
              </a:rPr>
              <a:t>明天</a:t>
            </a:r>
            <a:endParaRPr lang="en-US" sz="2000" b="1" kern="100">
              <a:solidFill>
                <a:srgbClr val="C00000"/>
              </a:solidFill>
              <a:latin typeface="微软雅黑"/>
              <a:ea typeface="微软雅黑"/>
            </a:endParaRPr>
          </a:p>
        </p:txBody>
      </p:sp>
      <p:pic>
        <p:nvPicPr>
          <p:cNvPr id="9" name="图片 14"/>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10" name="日期占位符 3"/>
          <p:cNvSpPr>
            <a:spLocks noGrp="1" noChangeArrowheads="1"/>
          </p:cNvSpPr>
          <p:nvPr>
            <p:ph type="dt" idx="10"/>
          </p:nvPr>
        </p:nvSpPr>
        <p:spPr/>
        <p:txBody>
          <a:bodyPr/>
          <a:lstStyle/>
          <a:p>
            <a:endParaRPr lang="zh-CN"/>
          </a:p>
        </p:txBody>
      </p:sp>
      <p:sp>
        <p:nvSpPr>
          <p:cNvPr id="11" name="页脚占位符 4"/>
          <p:cNvSpPr>
            <a:spLocks noGrp="1" noChangeArrowheads="1"/>
          </p:cNvSpPr>
          <p:nvPr>
            <p:ph type="ftr" idx="11"/>
          </p:nvPr>
        </p:nvSpPr>
        <p:spPr/>
        <p:txBody>
          <a:bodyPr/>
          <a:lstStyle/>
          <a:p>
            <a:endParaRPr lang="zh-CN"/>
          </a:p>
        </p:txBody>
      </p:sp>
      <p:sp>
        <p:nvSpPr>
          <p:cNvPr id="12" name="灯片编号占位符 5"/>
          <p:cNvSpPr>
            <a:spLocks noGrp="1" noChangeArrowheads="1"/>
          </p:cNvSpPr>
          <p:nvPr>
            <p:ph type="sldNum" idx="12"/>
          </p:nvPr>
        </p:nvSpPr>
        <p:spPr>
          <a:xfrm>
            <a:off x="6829425" y="4862513"/>
            <a:ext cx="2133600" cy="274637"/>
          </a:xfrm>
        </p:spPr>
        <p:txBody>
          <a:bodyPr/>
          <a:lstStyle/>
          <a:p>
            <a:fld id="{61AD6A95-45B5-42CF-B13C-7B8CA6B10B7D}" type="slidenum">
              <a:rPr lang="zh-CN"/>
              <a:t>‹#›</a:t>
            </a:fld>
            <a:endParaRPr lang="zh-CN"/>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71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sp>
        <p:nvSpPr>
          <p:cNvPr id="7" name="矩形 10"/>
          <p:cNvSpPr>
            <a:spLocks noChangeArrowheads="1"/>
          </p:cNvSpPr>
          <p:nvPr/>
        </p:nvSpPr>
        <p:spPr>
          <a:xfrm>
            <a:off x="439738" y="109538"/>
            <a:ext cx="6796087" cy="438581"/>
          </a:xfrm>
          <a:prstGeom prst="rect">
            <a:avLst/>
          </a:prstGeom>
          <a:noFill/>
          <a:ln>
            <a:noFill/>
          </a:ln>
        </p:spPr>
        <p:txBody>
          <a:bodyPr>
            <a:spAutoFit/>
          </a:bodyPr>
          <a:lstStyle/>
          <a:p>
            <a:r>
              <a:rPr lang="en-US" sz="2400" b="1">
                <a:solidFill>
                  <a:srgbClr val="C00000"/>
                </a:solidFill>
                <a:effectLst>
                  <a:outerShdw blurRad="38100" dist="38100" dir="2700000" algn="tl">
                    <a:srgbClr val="C0C0C0"/>
                  </a:outerShdw>
                </a:effectLst>
                <a:latin typeface="微软雅黑"/>
                <a:ea typeface="微软雅黑"/>
              </a:rPr>
              <a:t>1. </a:t>
            </a:r>
            <a:r>
              <a:rPr lang="zh-CN" sz="2400" b="1">
                <a:solidFill>
                  <a:srgbClr val="C00000"/>
                </a:solidFill>
                <a:effectLst>
                  <a:outerShdw blurRad="38100" dist="38100" dir="2700000" algn="tl">
                    <a:srgbClr val="C0C0C0"/>
                  </a:outerShdw>
                </a:effectLst>
                <a:latin typeface="微软雅黑"/>
                <a:ea typeface="微软雅黑"/>
              </a:rPr>
              <a:t>为什么选择哈工大</a:t>
            </a:r>
          </a:p>
        </p:txBody>
      </p:sp>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E0115C96-B7F2-4EC9-A9A0-38E758E649DF}" type="slidenum">
              <a:rPr lang="zh-CN"/>
              <a:t>‹#›</a:t>
            </a:fld>
            <a:endParaRPr lang="zh-CN"/>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cSld name="72_标题幻灯片">
    <p:spTree>
      <p:nvGrpSpPr>
        <p:cNvPr id="1" name=""/>
        <p:cNvGrpSpPr/>
        <p:nvPr/>
      </p:nvGrpSpPr>
      <p:grpSpPr>
        <a:xfrm>
          <a:off x="0" y="0"/>
          <a:ext cx="0" cy="0"/>
          <a:chOff x="0" y="0"/>
          <a:chExt cx="0" cy="0"/>
        </a:xfrm>
      </p:grpSpPr>
      <p:sp>
        <p:nvSpPr>
          <p:cNvPr id="2" name="矩形 1"/>
          <p:cNvSpPr/>
          <p:nvPr/>
        </p:nvSpPr>
        <p:spPr>
          <a:xfrm>
            <a:off x="0" y="4905376"/>
            <a:ext cx="9144000" cy="238125"/>
          </a:xfrm>
          <a:prstGeom prst="rect">
            <a:avLst/>
          </a:prstGeom>
          <a:pattFill prst="dkHorz">
            <a:fgClr>
              <a:srgbClr val="8A1520"/>
            </a:fgClr>
            <a:bgClr>
              <a:schemeClr val="bg1"/>
            </a:bgClr>
          </a:pattFill>
          <a:ln>
            <a:noFill/>
          </a:ln>
        </p:spPr>
        <p:txBody>
          <a:bodyPr/>
          <a:lstStyle/>
          <a:p>
            <a:endParaRPr lang="zh-CN" sz="1800">
              <a:solidFill>
                <a:schemeClr val="tx1"/>
              </a:solidFill>
              <a:latin typeface="Arial"/>
            </a:endParaRPr>
          </a:p>
        </p:txBody>
      </p:sp>
      <p:sp>
        <p:nvSpPr>
          <p:cNvPr id="3" name="矩形 2"/>
          <p:cNvSpPr/>
          <p:nvPr/>
        </p:nvSpPr>
        <p:spPr>
          <a:xfrm>
            <a:off x="6659564" y="4749800"/>
            <a:ext cx="2484437" cy="395288"/>
          </a:xfrm>
          <a:prstGeom prst="rect">
            <a:avLst/>
          </a:prstGeom>
          <a:solidFill>
            <a:srgbClr val="8A1520"/>
          </a:solidFill>
          <a:ln>
            <a:noFill/>
          </a:ln>
        </p:spPr>
        <p:txBody>
          <a:bodyPr/>
          <a:lstStyle/>
          <a:p>
            <a:endParaRPr lang="zh-CN" sz="1800">
              <a:solidFill>
                <a:schemeClr val="tx1"/>
              </a:solidFill>
              <a:latin typeface="Arial"/>
            </a:endParaRPr>
          </a:p>
        </p:txBody>
      </p:sp>
      <p:cxnSp>
        <p:nvCxnSpPr>
          <p:cNvPr id="4" name="直接连接符 3"/>
          <p:cNvCxnSpPr/>
          <p:nvPr/>
        </p:nvCxnSpPr>
        <p:spPr>
          <a:xfrm>
            <a:off x="0" y="595313"/>
            <a:ext cx="9144000" cy="0"/>
          </a:xfrm>
          <a:prstGeom prst="line">
            <a:avLst/>
          </a:prstGeom>
          <a:ln w="9525">
            <a:solidFill>
              <a:srgbClr val="8A1520"/>
            </a:solidFill>
            <a:prstDash val="solid"/>
          </a:ln>
        </p:spPr>
      </p:cxnSp>
      <p:sp>
        <p:nvSpPr>
          <p:cNvPr id="5" name="流程图: 手动操作 4"/>
          <p:cNvSpPr/>
          <p:nvPr/>
        </p:nvSpPr>
        <p:spPr>
          <a:xfrm rot="10800000">
            <a:off x="6084889" y="4749800"/>
            <a:ext cx="2479675" cy="395288"/>
          </a:xfrm>
          <a:prstGeom prst="flowChartManualOperation">
            <a:avLst/>
          </a:prstGeom>
          <a:solidFill>
            <a:schemeClr val="accent1">
              <a:lumMod val="50000"/>
            </a:schemeClr>
          </a:solidFill>
          <a:ln>
            <a:noFill/>
          </a:ln>
        </p:spPr>
        <p:txBody>
          <a:bodyPr/>
          <a:lstStyle/>
          <a:p>
            <a:endParaRPr lang="zh-CN" sz="1800">
              <a:solidFill>
                <a:schemeClr val="tx1"/>
              </a:solidFill>
              <a:latin typeface="Arial"/>
            </a:endParaRPr>
          </a:p>
        </p:txBody>
      </p:sp>
      <p:pic>
        <p:nvPicPr>
          <p:cNvPr id="6" name="图片 10"/>
          <p:cNvPicPr>
            <a:picLocks noChangeAspect="1" noChangeArrowheads="1"/>
          </p:cNvPicPr>
          <p:nvPr/>
        </p:nvPicPr>
        <p:blipFill>
          <a:blip r:embed="rId2"/>
          <a:stretch/>
        </p:blipFill>
        <p:spPr>
          <a:xfrm>
            <a:off x="6689726" y="4778375"/>
            <a:ext cx="1266825" cy="342900"/>
          </a:xfrm>
          <a:prstGeom prst="rect">
            <a:avLst/>
          </a:prstGeom>
          <a:noFill/>
          <a:ln>
            <a:noFill/>
          </a:ln>
        </p:spPr>
      </p:pic>
      <p:pic>
        <p:nvPicPr>
          <p:cNvPr id="8" name="图片 12"/>
          <p:cNvPicPr>
            <a:picLocks noChangeAspect="1" noChangeArrowheads="1"/>
          </p:cNvPicPr>
          <p:nvPr/>
        </p:nvPicPr>
        <p:blipFill>
          <a:blip r:embed="rId3"/>
          <a:srcRect t="4836" b="45502"/>
          <a:stretch/>
        </p:blipFill>
        <p:spPr>
          <a:xfrm>
            <a:off x="6659564" y="301625"/>
            <a:ext cx="2268537" cy="431800"/>
          </a:xfrm>
          <a:prstGeom prst="rect">
            <a:avLst/>
          </a:prstGeom>
          <a:noFill/>
          <a:ln>
            <a:noFill/>
          </a:ln>
        </p:spPr>
      </p:pic>
      <p:sp>
        <p:nvSpPr>
          <p:cNvPr id="9" name="日期占位符 3"/>
          <p:cNvSpPr>
            <a:spLocks noGrp="1" noChangeArrowheads="1"/>
          </p:cNvSpPr>
          <p:nvPr>
            <p:ph type="dt" idx="10"/>
          </p:nvPr>
        </p:nvSpPr>
        <p:spPr/>
        <p:txBody>
          <a:bodyPr/>
          <a:lstStyle/>
          <a:p>
            <a:endParaRPr lang="zh-CN"/>
          </a:p>
        </p:txBody>
      </p:sp>
      <p:sp>
        <p:nvSpPr>
          <p:cNvPr id="10" name="页脚占位符 4"/>
          <p:cNvSpPr>
            <a:spLocks noGrp="1" noChangeArrowheads="1"/>
          </p:cNvSpPr>
          <p:nvPr>
            <p:ph type="ftr" idx="11"/>
          </p:nvPr>
        </p:nvSpPr>
        <p:spPr/>
        <p:txBody>
          <a:bodyPr/>
          <a:lstStyle/>
          <a:p>
            <a:endParaRPr lang="zh-CN"/>
          </a:p>
        </p:txBody>
      </p:sp>
      <p:sp>
        <p:nvSpPr>
          <p:cNvPr id="11" name="灯片编号占位符 5"/>
          <p:cNvSpPr>
            <a:spLocks noGrp="1" noChangeArrowheads="1"/>
          </p:cNvSpPr>
          <p:nvPr>
            <p:ph type="sldNum" idx="12"/>
          </p:nvPr>
        </p:nvSpPr>
        <p:spPr>
          <a:xfrm>
            <a:off x="6829425" y="4862513"/>
            <a:ext cx="2133600" cy="274637"/>
          </a:xfrm>
        </p:spPr>
        <p:txBody>
          <a:bodyPr/>
          <a:lstStyle/>
          <a:p>
            <a:fld id="{3FC4E793-5685-40B3-81CC-4A8DE5B11FDE}" type="slidenum">
              <a:rPr lang="zh-CN"/>
              <a:t>‹#›</a:t>
            </a:fld>
            <a:endParaRPr lang="zh-CN"/>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2_사용자 지정 레이아웃">
    <p:spTree>
      <p:nvGrpSpPr>
        <p:cNvPr id="1" name=""/>
        <p:cNvGrpSpPr/>
        <p:nvPr/>
      </p:nvGrpSpPr>
      <p:grpSpPr>
        <a:xfrm>
          <a:off x="0" y="0"/>
          <a:ext cx="0" cy="0"/>
          <a:chOff x="0" y="0"/>
          <a:chExt cx="0" cy="0"/>
        </a:xfrm>
      </p:grpSpPr>
      <p:sp>
        <p:nvSpPr>
          <p:cNvPr id="2" name="직사각형 3"/>
          <p:cNvSpPr/>
          <p:nvPr/>
        </p:nvSpPr>
        <p:spPr>
          <a:xfrm>
            <a:off x="0" y="5048250"/>
            <a:ext cx="9144000" cy="95250"/>
          </a:xfrm>
          <a:prstGeom prst="rect">
            <a:avLst/>
          </a:prstGeom>
          <a:solidFill>
            <a:schemeClr val="tx2">
              <a:lumMod val="75000"/>
            </a:schemeClr>
          </a:solidFill>
          <a:ln>
            <a:noFill/>
          </a:ln>
        </p:spPr>
        <p:txBody>
          <a:bodyPr anchor="ctr"/>
          <a:lstStyle/>
          <a:p>
            <a:pPr algn="ctr">
              <a:buFontTx/>
              <a:buNone/>
            </a:pPr>
            <a:endParaRPr lang="ko-KR" sz="1800">
              <a:solidFill>
                <a:schemeClr val="lt1"/>
              </a:solidFill>
            </a:endParaRPr>
          </a:p>
        </p:txBody>
      </p:sp>
      <p:sp>
        <p:nvSpPr>
          <p:cNvPr id="3" name="직사각형 3"/>
          <p:cNvSpPr/>
          <p:nvPr/>
        </p:nvSpPr>
        <p:spPr>
          <a:xfrm>
            <a:off x="0" y="-254000"/>
            <a:ext cx="9144000" cy="1493838"/>
          </a:xfrm>
          <a:prstGeom prst="rect">
            <a:avLst/>
          </a:prstGeom>
          <a:solidFill>
            <a:srgbClr val="1E242E"/>
          </a:solidFill>
          <a:ln>
            <a:noFill/>
          </a:ln>
        </p:spPr>
        <p:txBody>
          <a:bodyPr anchor="ctr"/>
          <a:lstStyle/>
          <a:p>
            <a:pPr algn="ctr">
              <a:buFontTx/>
              <a:buNone/>
            </a:pPr>
            <a:endParaRPr lang="ko-KR" sz="1800">
              <a:solidFill>
                <a:schemeClr val="lt1"/>
              </a:solidFill>
            </a:endParaRPr>
          </a:p>
        </p:txBody>
      </p:sp>
      <p:sp>
        <p:nvSpPr>
          <p:cNvPr id="4" name="직사각형 3"/>
          <p:cNvSpPr/>
          <p:nvPr/>
        </p:nvSpPr>
        <p:spPr>
          <a:xfrm>
            <a:off x="0" y="-254000"/>
            <a:ext cx="9144000" cy="1117600"/>
          </a:xfrm>
          <a:prstGeom prst="rect">
            <a:avLst/>
          </a:prstGeom>
          <a:solidFill>
            <a:srgbClr val="333F50"/>
          </a:solidFill>
          <a:ln>
            <a:noFill/>
          </a:ln>
          <a:effectLst>
            <a:outerShdw blurRad="127000" dist="127000" dir="5400000" algn="t" rotWithShape="0">
              <a:srgbClr val="000000">
                <a:alpha val="40000"/>
              </a:srgbClr>
            </a:outerShdw>
          </a:effectLst>
        </p:spPr>
        <p:txBody>
          <a:bodyPr anchor="ctr"/>
          <a:lstStyle/>
          <a:p>
            <a:pPr algn="ctr">
              <a:buFontTx/>
              <a:buNone/>
            </a:pPr>
            <a:endParaRPr lang="ko-KR" sz="1800">
              <a:solidFill>
                <a:schemeClr val="lt1"/>
              </a:solidFill>
            </a:endParaRPr>
          </a:p>
        </p:txBody>
      </p:sp>
      <p:pic>
        <p:nvPicPr>
          <p:cNvPr id="5" name="Picture 5"/>
          <p:cNvPicPr>
            <a:picLocks noChangeAspect="1" noChangeArrowheads="1"/>
          </p:cNvPicPr>
          <p:nvPr/>
        </p:nvPicPr>
        <p:blipFill>
          <a:blip r:embed="rId2"/>
          <a:srcRect t="70982"/>
          <a:stretch/>
        </p:blipFill>
        <p:spPr>
          <a:xfrm>
            <a:off x="0" y="2066925"/>
            <a:ext cx="9144000" cy="1493838"/>
          </a:xfrm>
          <a:prstGeom prst="rect">
            <a:avLst/>
          </a:prstGeom>
          <a:noFill/>
          <a:ln>
            <a:noFill/>
          </a:ln>
        </p:spPr>
      </p:pic>
      <p:sp>
        <p:nvSpPr>
          <p:cNvPr id="6" name="Slide Number Placeholder 5"/>
          <p:cNvSpPr>
            <a:spLocks noGrp="1"/>
          </p:cNvSpPr>
          <p:nvPr>
            <p:ph type="sldNum" idx="10"/>
          </p:nvPr>
        </p:nvSpPr>
        <p:spPr>
          <a:xfrm>
            <a:off x="8477250" y="4881563"/>
            <a:ext cx="388938" cy="138112"/>
          </a:xfrm>
        </p:spPr>
        <p:txBody>
          <a:bodyPr lIns="0" tIns="0" rIns="0" bIns="0" anchor="t"/>
          <a:lstStyle>
            <a:lvl1pPr lvl="0" algn="ctr">
              <a:defRPr sz="900">
                <a:solidFill>
                  <a:srgbClr val="404040"/>
                </a:solidFill>
              </a:defRPr>
            </a:lvl1pPr>
          </a:lstStyle>
          <a:p>
            <a:fld id="{38972883-C56B-4905-BF1E-3D6412BEFE4F}" type="slidenum">
              <a:rPr lang="ko-KR"/>
              <a:t>‹#›</a:t>
            </a:fld>
            <a:endParaRPr lang="ko-KR"/>
          </a:p>
        </p:txBody>
      </p:sp>
      <p:sp>
        <p:nvSpPr>
          <p:cNvPr id="7" name="日期占位符 1"/>
          <p:cNvSpPr>
            <a:spLocks noGrp="1"/>
          </p:cNvSpPr>
          <p:nvPr>
            <p:ph type="dt" idx="11"/>
          </p:nvPr>
        </p:nvSpPr>
        <p:spPr/>
        <p:txBody>
          <a:bodyPr/>
          <a:lstStyle/>
          <a:p>
            <a:endParaRPr lang="zh-CN"/>
          </a:p>
        </p:txBody>
      </p:sp>
      <p:sp>
        <p:nvSpPr>
          <p:cNvPr id="8" name="页脚占位符 2"/>
          <p:cNvSpPr>
            <a:spLocks noGrp="1"/>
          </p:cNvSpPr>
          <p:nvPr>
            <p:ph type="ftr" idx="12"/>
          </p:nvPr>
        </p:nvSpPr>
        <p:spPr/>
        <p:txBody>
          <a:bodyPr/>
          <a:lstStyle/>
          <a:p>
            <a:endParaRPr lang="zh-CN"/>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9"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3" y="4795838"/>
            <a:ext cx="3307556" cy="219075"/>
          </a:xfrm>
        </p:spPr>
        <p:txBody>
          <a:bodyPr>
            <a:normAutofit/>
          </a:bodyPr>
          <a:lstStyle>
            <a:lvl1pPr lvl="0">
              <a:defRPr sz="713"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cSld name="标题幻灯片">
    <p:spTree>
      <p:nvGrpSpPr>
        <p:cNvPr id="1" name=""/>
        <p:cNvGrpSpPr/>
        <p:nvPr/>
      </p:nvGrpSpPr>
      <p:grpSpPr>
        <a:xfrm>
          <a:off x="0" y="0"/>
          <a:ext cx="0" cy="0"/>
          <a:chOff x="0" y="0"/>
          <a:chExt cx="0" cy="0"/>
        </a:xfrm>
      </p:grpSpPr>
      <p:sp>
        <p:nvSpPr>
          <p:cNvPr id="3074" name="Line 4"/>
          <p:cNvSpPr/>
          <p:nvPr/>
        </p:nvSpPr>
        <p:spPr>
          <a:xfrm flipV="1">
            <a:off x="274638" y="458152"/>
            <a:ext cx="8594725" cy="0"/>
          </a:xfrm>
          <a:prstGeom prst="line">
            <a:avLst/>
          </a:prstGeom>
          <a:ln w="38100">
            <a:solidFill>
              <a:srgbClr val="00B050"/>
            </a:solidFill>
            <a:prstDash val="solid"/>
            <a:headEnd type="none" w="med" len="med"/>
            <a:tailEnd type="none" w="med" len="med"/>
          </a:ln>
        </p:spPr>
        <p:txBody>
          <a:bodyPr/>
          <a:lstStyle/>
          <a:p>
            <a:endParaRPr/>
          </a:p>
        </p:txBody>
      </p:sp>
      <p:pic>
        <p:nvPicPr>
          <p:cNvPr id="3075" name="Picture 6"/>
          <p:cNvPicPr>
            <a:picLocks noChangeAspect="1"/>
          </p:cNvPicPr>
          <p:nvPr/>
        </p:nvPicPr>
        <p:blipFill>
          <a:blip r:embed="rId2"/>
          <a:stretch/>
        </p:blipFill>
        <p:spPr>
          <a:xfrm>
            <a:off x="7118350" y="63513"/>
            <a:ext cx="1779588" cy="394097"/>
          </a:xfrm>
          <a:prstGeom prst="rect">
            <a:avLst/>
          </a:prstGeom>
          <a:noFill/>
          <a:ln>
            <a:noFill/>
          </a:ln>
        </p:spPr>
      </p:pic>
      <p:pic>
        <p:nvPicPr>
          <p:cNvPr id="3076" name="Picture 2"/>
          <p:cNvPicPr>
            <a:picLocks noChangeAspect="1"/>
          </p:cNvPicPr>
          <p:nvPr/>
        </p:nvPicPr>
        <p:blipFill>
          <a:blip r:embed="rId3"/>
          <a:srcRect t="13902" b="15382"/>
          <a:stretch/>
        </p:blipFill>
        <p:spPr>
          <a:xfrm>
            <a:off x="0" y="2903935"/>
            <a:ext cx="8807450" cy="1701403"/>
          </a:xfrm>
          <a:prstGeom prst="rect">
            <a:avLst/>
          </a:prstGeom>
          <a:noFill/>
          <a:ln>
            <a:noFill/>
          </a:ln>
        </p:spPr>
      </p:pic>
      <p:sp>
        <p:nvSpPr>
          <p:cNvPr id="123906" name="Rectangle 2"/>
          <p:cNvSpPr>
            <a:spLocks noGrp="1" noChangeArrowheads="1"/>
          </p:cNvSpPr>
          <p:nvPr>
            <p:ph type="ctrTitle"/>
          </p:nvPr>
        </p:nvSpPr>
        <p:spPr>
          <a:xfrm>
            <a:off x="255270" y="629365"/>
            <a:ext cx="7772400" cy="1102519"/>
          </a:xfrm>
        </p:spPr>
        <p:txBody>
          <a:bodyPr/>
          <a:lstStyle>
            <a:lvl1pPr lvl="0">
              <a:defRPr sz="2700"/>
            </a:lvl1pPr>
          </a:lstStyle>
          <a:p>
            <a:r>
              <a:rPr lang="en-US" strike="noStrike"/>
              <a:t>Click to edit Master title style</a:t>
            </a:r>
          </a:p>
        </p:txBody>
      </p:sp>
      <p:sp>
        <p:nvSpPr>
          <p:cNvPr id="123907" name="Rectangle 3"/>
          <p:cNvSpPr>
            <a:spLocks noGrp="1" noChangeArrowheads="1"/>
          </p:cNvSpPr>
          <p:nvPr>
            <p:ph type="subTitle" idx="1"/>
          </p:nvPr>
        </p:nvSpPr>
        <p:spPr>
          <a:xfrm>
            <a:off x="684213" y="2409825"/>
            <a:ext cx="7775575" cy="540544"/>
          </a:xfrm>
        </p:spPr>
        <p:txBody>
          <a:bodyPr/>
          <a:lstStyle>
            <a:lvl1pPr marL="0" lvl="0" indent="0">
              <a:buFont typeface="Wingdings" charset="2"/>
              <a:buNone/>
            </a:lvl1pPr>
          </a:lstStyle>
          <a:p>
            <a:r>
              <a:rPr lang="en-US" strike="noStrike"/>
              <a:t>Click to edit Master subtitle style</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标题和表格">
    <p:spTree>
      <p:nvGrpSpPr>
        <p:cNvPr id="1" name=""/>
        <p:cNvGrpSpPr/>
        <p:nvPr/>
      </p:nvGrpSpPr>
      <p:grpSpPr>
        <a:xfrm>
          <a:off x="0" y="0"/>
          <a:ext cx="0" cy="0"/>
          <a:chOff x="0" y="0"/>
          <a:chExt cx="0" cy="0"/>
        </a:xfrm>
      </p:grpSpPr>
      <p:sp>
        <p:nvSpPr>
          <p:cNvPr id="3" name="表格占位符 2"/>
          <p:cNvSpPr>
            <a:spLocks noGrp="1"/>
          </p:cNvSpPr>
          <p:nvPr>
            <p:ph type="tbl" idx="1"/>
          </p:nvPr>
        </p:nvSpPr>
        <p:spPr>
          <a:xfrm>
            <a:off x="182563" y="1021080"/>
            <a:ext cx="8686800" cy="3368278"/>
          </a:xfrm>
        </p:spPr>
        <p:txBody>
          <a:bodyPr vert="horz" wrap="square" lIns="91440" tIns="45720" rIns="91440" bIns="45720" numCol="1" anchor="t" anchorCtr="0"/>
          <a:lstStyle/>
          <a:p>
            <a:pPr marL="173355" lvl="0" indent="-173355" algn="l" defTabSz="914400">
              <a:lnSpc>
                <a:spcPct val="100000"/>
              </a:lnSpc>
              <a:spcBef>
                <a:spcPct val="20000"/>
              </a:spcBef>
              <a:spcAft>
                <a:spcPct val="0"/>
              </a:spcAft>
              <a:buClr>
                <a:schemeClr val="accent1"/>
              </a:buClr>
              <a:buSzPct val="60000"/>
              <a:buFont typeface="Wingdings" charset="2"/>
              <a:buChar char="n"/>
            </a:pPr>
            <a:endParaRPr lang="zh-CN" sz="1200" b="0" i="0" u="none" strike="noStrike" kern="0" spc="0" baseline="0">
              <a:ln>
                <a:noFill/>
              </a:ln>
              <a:solidFill>
                <a:schemeClr val="tx1"/>
              </a:solidFill>
              <a:effectLst/>
              <a:latin typeface="Arial"/>
              <a:ea typeface="宋体"/>
            </a:endParaRPr>
          </a:p>
        </p:txBody>
      </p:sp>
      <p:sp>
        <p:nvSpPr>
          <p:cNvPr id="9" name="燕尾形 5"/>
          <p:cNvSpPr/>
          <p:nvPr/>
        </p:nvSpPr>
        <p:spPr>
          <a:xfrm>
            <a:off x="285274" y="65246"/>
            <a:ext cx="3840956" cy="313372"/>
          </a:xfrm>
          <a:prstGeom prst="chevron">
            <a:avLst/>
          </a:prstGeom>
          <a:solidFill>
            <a:srgbClr val="009259"/>
          </a:solidFill>
          <a:ln>
            <a:noFill/>
          </a:ln>
        </p:spPr>
        <p:txBody>
          <a:bodyPr vert="horz" wrap="square" numCol="1" spcCol="0" anchor="ctr" anchorCtr="0"/>
          <a:lstStyle>
            <a:lvl1pPr marL="0" lvl="0" indent="0" algn="l" defTabSz="914400">
              <a:lnSpc>
                <a:spcPct val="100000"/>
              </a:lnSpc>
              <a:spcBef>
                <a:spcPct val="0"/>
              </a:spcBef>
              <a:spcAft>
                <a:spcPct val="0"/>
              </a:spcAft>
              <a:buNone/>
              <a:defRPr sz="1350" b="0" i="0" u="none" kern="1200" baseline="0">
                <a:solidFill>
                  <a:schemeClr val="lt1"/>
                </a:solidFill>
                <a:latin typeface="Arial"/>
                <a:ea typeface="宋体"/>
              </a:defRPr>
            </a:lvl1pPr>
            <a:lvl2pPr marL="455930" lvl="1" indent="1270" algn="l" defTabSz="914400">
              <a:lnSpc>
                <a:spcPct val="100000"/>
              </a:lnSpc>
              <a:spcBef>
                <a:spcPct val="0"/>
              </a:spcBef>
              <a:spcAft>
                <a:spcPct val="0"/>
              </a:spcAft>
              <a:buNone/>
              <a:defRPr sz="1350" b="0" i="0" u="none" kern="1200" baseline="0">
                <a:solidFill>
                  <a:schemeClr val="lt1"/>
                </a:solidFill>
                <a:latin typeface="Arial"/>
                <a:ea typeface="宋体"/>
              </a:defRPr>
            </a:lvl2pPr>
            <a:lvl3pPr marL="913130" lvl="2" indent="1270" algn="l" defTabSz="914400">
              <a:lnSpc>
                <a:spcPct val="100000"/>
              </a:lnSpc>
              <a:spcBef>
                <a:spcPct val="0"/>
              </a:spcBef>
              <a:spcAft>
                <a:spcPct val="0"/>
              </a:spcAft>
              <a:buNone/>
              <a:defRPr sz="1350" b="0" i="0" u="none" kern="1200" baseline="0">
                <a:solidFill>
                  <a:schemeClr val="lt1"/>
                </a:solidFill>
                <a:latin typeface="Arial"/>
                <a:ea typeface="宋体"/>
              </a:defRPr>
            </a:lvl3pPr>
            <a:lvl4pPr marL="1370330" lvl="3" indent="1270" algn="l" defTabSz="914400">
              <a:lnSpc>
                <a:spcPct val="100000"/>
              </a:lnSpc>
              <a:spcBef>
                <a:spcPct val="0"/>
              </a:spcBef>
              <a:spcAft>
                <a:spcPct val="0"/>
              </a:spcAft>
              <a:buNone/>
              <a:defRPr sz="1350" b="0" i="0" u="none" kern="1200" baseline="0">
                <a:solidFill>
                  <a:schemeClr val="lt1"/>
                </a:solidFill>
                <a:latin typeface="Arial"/>
                <a:ea typeface="宋体"/>
              </a:defRPr>
            </a:lvl4pPr>
            <a:lvl5pPr marL="1827530" lvl="4" indent="1270" algn="l" defTabSz="914400">
              <a:lnSpc>
                <a:spcPct val="100000"/>
              </a:lnSpc>
              <a:spcBef>
                <a:spcPct val="0"/>
              </a:spcBef>
              <a:spcAft>
                <a:spcPct val="0"/>
              </a:spcAft>
              <a:buNone/>
              <a:defRPr sz="1350" b="0" i="0" u="none" kern="1200" baseline="0">
                <a:solidFill>
                  <a:schemeClr val="lt1"/>
                </a:solidFill>
                <a:latin typeface="Arial"/>
                <a:ea typeface="宋体"/>
              </a:defRPr>
            </a:lvl5pPr>
            <a:lvl6pPr marL="2286000" lvl="5" indent="1270" algn="l" defTabSz="914400">
              <a:lnSpc>
                <a:spcPct val="100000"/>
              </a:lnSpc>
              <a:spcBef>
                <a:spcPct val="0"/>
              </a:spcBef>
              <a:spcAft>
                <a:spcPct val="0"/>
              </a:spcAft>
              <a:buNone/>
              <a:defRPr sz="1350" b="0" i="0" u="none" kern="1200" baseline="0">
                <a:solidFill>
                  <a:schemeClr val="lt1"/>
                </a:solidFill>
                <a:latin typeface="Arial"/>
                <a:ea typeface="宋体"/>
              </a:defRPr>
            </a:lvl6pPr>
            <a:lvl7pPr marL="2743200" lvl="6" indent="1270" algn="l" defTabSz="914400">
              <a:lnSpc>
                <a:spcPct val="100000"/>
              </a:lnSpc>
              <a:spcBef>
                <a:spcPct val="0"/>
              </a:spcBef>
              <a:spcAft>
                <a:spcPct val="0"/>
              </a:spcAft>
              <a:buNone/>
              <a:defRPr sz="1350" b="0" i="0" u="none" kern="1200" baseline="0">
                <a:solidFill>
                  <a:schemeClr val="lt1"/>
                </a:solidFill>
                <a:latin typeface="Arial"/>
                <a:ea typeface="宋体"/>
              </a:defRPr>
            </a:lvl7pPr>
            <a:lvl8pPr marL="3200400" lvl="7" indent="1270" algn="l" defTabSz="914400">
              <a:lnSpc>
                <a:spcPct val="100000"/>
              </a:lnSpc>
              <a:spcBef>
                <a:spcPct val="0"/>
              </a:spcBef>
              <a:spcAft>
                <a:spcPct val="0"/>
              </a:spcAft>
              <a:buNone/>
              <a:defRPr sz="1350" b="0" i="0" u="none" kern="1200" baseline="0">
                <a:solidFill>
                  <a:schemeClr val="lt1"/>
                </a:solidFill>
                <a:latin typeface="Arial"/>
                <a:ea typeface="宋体"/>
              </a:defRPr>
            </a:lvl8pPr>
            <a:lvl9pPr marL="3657600" lvl="8" indent="1270" algn="l" defTabSz="914400">
              <a:lnSpc>
                <a:spcPct val="100000"/>
              </a:lnSpc>
              <a:spcBef>
                <a:spcPct val="0"/>
              </a:spcBef>
              <a:spcAft>
                <a:spcPct val="0"/>
              </a:spcAft>
              <a:buNone/>
              <a:defRPr sz="1350" b="0" i="0" u="none" kern="1200" baseline="0">
                <a:solidFill>
                  <a:schemeClr val="lt1"/>
                </a:solidFill>
                <a:latin typeface="Arial"/>
                <a:ea typeface="宋体"/>
              </a:defRPr>
            </a:lvl9pPr>
          </a:lstStyle>
          <a:p>
            <a:endParaRPr lang="en-US" sz="1200" b="1">
              <a:solidFill>
                <a:srgbClr val="FFFFFF"/>
              </a:solidFill>
              <a:latin typeface="微软雅黑"/>
              <a:ea typeface="微软雅黑"/>
            </a:endParaRPr>
          </a:p>
        </p:txBody>
      </p:sp>
      <p:sp>
        <p:nvSpPr>
          <p:cNvPr id="2" name="文本框 1"/>
          <p:cNvSpPr txBox="1"/>
          <p:nvPr/>
        </p:nvSpPr>
        <p:spPr>
          <a:xfrm>
            <a:off x="535780" y="91172"/>
            <a:ext cx="1821656" cy="276999"/>
          </a:xfrm>
          <a:prstGeom prst="rect">
            <a:avLst/>
          </a:prstGeom>
          <a:noFill/>
        </p:spPr>
        <p:txBody>
          <a:bodyPr wrap="square">
            <a:spAutoFit/>
          </a:bodyPr>
          <a:lstStyle/>
          <a:p>
            <a:pPr marL="0" lvl="0" indent="0" algn="l" defTabSz="914400">
              <a:lnSpc>
                <a:spcPct val="100000"/>
              </a:lnSpc>
              <a:spcBef>
                <a:spcPts val="0"/>
              </a:spcBef>
              <a:spcAft>
                <a:spcPts val="0"/>
              </a:spcAft>
              <a:tabLst/>
            </a:pPr>
            <a:r>
              <a:rPr lang="zh-CN" sz="1350">
                <a:latin typeface="OPPOSans B"/>
                <a:ea typeface="OPPOSans B"/>
              </a:rPr>
              <a:t>联合实验室进展</a:t>
            </a: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cSld name="Content Page B 内容页2拦">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t>单击此处编辑母版标题样式</a:t>
            </a:r>
          </a:p>
        </p:txBody>
      </p:sp>
      <p:sp>
        <p:nvSpPr>
          <p:cNvPr id="13" name="文本占位符 12"/>
          <p:cNvSpPr>
            <a:spLocks noGrp="1"/>
          </p:cNvSpPr>
          <p:nvPr>
            <p:ph type="body" idx="12"/>
          </p:nvPr>
        </p:nvSpPr>
        <p:spPr>
          <a:xfrm>
            <a:off x="291108" y="1284089"/>
            <a:ext cx="8565747" cy="3449836"/>
          </a:xfrm>
        </p:spPr>
        <p:txBody>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
        <p:nvSpPr>
          <p:cNvPr id="9" name="文本占位符 8"/>
          <p:cNvSpPr>
            <a:spLocks noGrp="1"/>
          </p:cNvSpPr>
          <p:nvPr>
            <p:ph type="body" idx="14" hasCustomPrompt="1"/>
          </p:nvPr>
        </p:nvSpPr>
        <p:spPr>
          <a:xfrm>
            <a:off x="1090612" y="4795838"/>
            <a:ext cx="3307556" cy="219075"/>
          </a:xfrm>
        </p:spPr>
        <p:txBody>
          <a:bodyPr>
            <a:normAutofit/>
          </a:bodyPr>
          <a:lstStyle>
            <a:lvl1pPr lvl="0">
              <a:defRPr sz="712" b="0" i="0">
                <a:solidFill>
                  <a:schemeClr val="accent2">
                    <a:lumMod val="75000"/>
                  </a:schemeClr>
                </a:solidFill>
                <a:latin typeface="OPPOSans-S"/>
                <a:ea typeface="OPPOSans-S"/>
              </a:defRPr>
            </a:lvl1pPr>
          </a:lstStyle>
          <a:p>
            <a:r>
              <a:rPr lang="zh-CN"/>
              <a:t>单击此处加入汇报标题</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51.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image" Target="../media/image10.png"/><Relationship Id="rId5" Type="http://schemas.openxmlformats.org/officeDocument/2006/relationships/theme" Target="../theme/theme5.xml"/><Relationship Id="rId4"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rotWithShape="1">
          <a:blip r:embed="rId14">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0D68A8B-6C62-432B-A43C-A1BCAB8AA3A8}"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0E0AEE27-7687-463F-8B61-A3B14B0A0B4A}"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0"/>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46CA1F34-64BF-43C4-8E64-78EC09648AC6}"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lvl="0" algn="ctr">
        <a:spcBef>
          <a:spcPct val="0"/>
        </a:spcBef>
        <a:spcAft>
          <a:spcPct val="0"/>
        </a:spcAft>
        <a:defRPr sz="4400">
          <a:solidFill>
            <a:schemeClr val="tx1"/>
          </a:solidFill>
          <a:latin typeface="Calibri"/>
          <a:ea typeface="宋体"/>
        </a:defRPr>
      </a:lvl1pPr>
      <a:lvl2pPr lvl="1" algn="ctr">
        <a:spcBef>
          <a:spcPct val="0"/>
        </a:spcBef>
        <a:spcAft>
          <a:spcPct val="0"/>
        </a:spcAft>
        <a:defRPr sz="4400">
          <a:solidFill>
            <a:schemeClr val="tx1"/>
          </a:solidFill>
          <a:latin typeface="Calibri"/>
          <a:ea typeface="宋体"/>
        </a:defRPr>
      </a:lvl2pPr>
      <a:lvl3pPr lvl="2" algn="ctr">
        <a:spcBef>
          <a:spcPct val="0"/>
        </a:spcBef>
        <a:spcAft>
          <a:spcPct val="0"/>
        </a:spcAft>
        <a:defRPr sz="4400">
          <a:solidFill>
            <a:schemeClr val="tx1"/>
          </a:solidFill>
          <a:latin typeface="Calibri"/>
          <a:ea typeface="宋体"/>
        </a:defRPr>
      </a:lvl3pPr>
      <a:lvl4pPr lvl="3" algn="ctr">
        <a:spcBef>
          <a:spcPct val="0"/>
        </a:spcBef>
        <a:spcAft>
          <a:spcPct val="0"/>
        </a:spcAft>
        <a:defRPr sz="4400">
          <a:solidFill>
            <a:schemeClr val="tx1"/>
          </a:solidFill>
          <a:latin typeface="Calibri"/>
          <a:ea typeface="宋体"/>
        </a:defRPr>
      </a:lvl4pPr>
      <a:lvl5pPr lvl="4" algn="ctr">
        <a:spcBef>
          <a:spcPct val="0"/>
        </a:spcBef>
        <a:spcAft>
          <a:spcPct val="0"/>
        </a:spcAft>
        <a:defRPr sz="4400">
          <a:solidFill>
            <a:schemeClr val="tx1"/>
          </a:solidFill>
          <a:latin typeface="Calibri"/>
          <a:ea typeface="宋体"/>
        </a:defRPr>
      </a:lvl5pPr>
      <a:lvl6pPr marL="457200" lvl="5" algn="ctr">
        <a:spcBef>
          <a:spcPct val="0"/>
        </a:spcBef>
        <a:spcAft>
          <a:spcPct val="0"/>
        </a:spcAft>
        <a:defRPr sz="4400">
          <a:solidFill>
            <a:schemeClr val="tx1"/>
          </a:solidFill>
          <a:latin typeface="Calibri"/>
          <a:ea typeface="宋体"/>
        </a:defRPr>
      </a:lvl6pPr>
      <a:lvl7pPr marL="914400" lvl="6" algn="ctr">
        <a:spcBef>
          <a:spcPct val="0"/>
        </a:spcBef>
        <a:spcAft>
          <a:spcPct val="0"/>
        </a:spcAft>
        <a:defRPr sz="4400">
          <a:solidFill>
            <a:schemeClr val="tx1"/>
          </a:solidFill>
          <a:latin typeface="Calibri"/>
          <a:ea typeface="宋体"/>
        </a:defRPr>
      </a:lvl7pPr>
      <a:lvl8pPr marL="1371600" lvl="7" algn="ctr">
        <a:spcBef>
          <a:spcPct val="0"/>
        </a:spcBef>
        <a:spcAft>
          <a:spcPct val="0"/>
        </a:spcAft>
        <a:defRPr sz="4400">
          <a:solidFill>
            <a:schemeClr val="tx1"/>
          </a:solidFill>
          <a:latin typeface="Calibri"/>
          <a:ea typeface="宋体"/>
        </a:defRPr>
      </a:lvl8pPr>
      <a:lvl9pPr marL="1828800" lvl="8" algn="ctr">
        <a:spcBef>
          <a:spcPct val="0"/>
        </a:spcBef>
        <a:spcAft>
          <a:spcPct val="0"/>
        </a:spcAft>
        <a:defRPr sz="4400">
          <a:solidFill>
            <a:schemeClr val="tx1"/>
          </a:solidFill>
          <a:latin typeface="Calibri"/>
          <a:ea typeface="宋体"/>
        </a:defRPr>
      </a:lvl9pPr>
    </p:titleStyle>
    <p:bodyStyle>
      <a:lvl1pPr marL="342900" lvl="0" indent="-342900" algn="l">
        <a:spcBef>
          <a:spcPct val="20000"/>
        </a:spcBef>
        <a:spcAft>
          <a:spcPct val="0"/>
        </a:spcAft>
        <a:buFont typeface="Arial" charset="0"/>
        <a:buChar char="•"/>
        <a:defRPr sz="3200">
          <a:solidFill>
            <a:schemeClr val="tx1"/>
          </a:solidFill>
          <a:latin typeface="Calibri"/>
          <a:ea typeface="宋体"/>
        </a:defRPr>
      </a:lvl1pPr>
      <a:lvl2pPr marL="742950" lvl="1" indent="-285750" algn="l">
        <a:spcBef>
          <a:spcPct val="20000"/>
        </a:spcBef>
        <a:spcAft>
          <a:spcPct val="0"/>
        </a:spcAft>
        <a:buFont typeface="Arial" charset="0"/>
        <a:buChar char="–"/>
        <a:defRPr sz="2800">
          <a:solidFill>
            <a:schemeClr val="tx1"/>
          </a:solidFill>
          <a:latin typeface="Calibri"/>
          <a:ea typeface="宋体"/>
        </a:defRPr>
      </a:lvl2pPr>
      <a:lvl3pPr marL="1143000" lvl="2" indent="-228600" algn="l">
        <a:spcBef>
          <a:spcPct val="20000"/>
        </a:spcBef>
        <a:spcAft>
          <a:spcPct val="0"/>
        </a:spcAft>
        <a:buFont typeface="Arial" charset="0"/>
        <a:buChar char="•"/>
        <a:defRPr sz="2400">
          <a:solidFill>
            <a:schemeClr val="tx1"/>
          </a:solidFill>
          <a:latin typeface="Calibri"/>
          <a:ea typeface="宋体"/>
        </a:defRPr>
      </a:lvl3pPr>
      <a:lvl4pPr marL="1600200" lvl="3" indent="-228600" algn="l">
        <a:spcBef>
          <a:spcPct val="20000"/>
        </a:spcBef>
        <a:spcAft>
          <a:spcPct val="0"/>
        </a:spcAft>
        <a:buFont typeface="Arial" charset="0"/>
        <a:buChar char="–"/>
        <a:defRPr sz="2000">
          <a:solidFill>
            <a:schemeClr val="tx1"/>
          </a:solidFill>
          <a:latin typeface="Calibri"/>
          <a:ea typeface="宋体"/>
        </a:defRPr>
      </a:lvl4pPr>
      <a:lvl5pPr marL="2057400" lvl="4" indent="-228600" algn="l">
        <a:spcBef>
          <a:spcPct val="20000"/>
        </a:spcBef>
        <a:spcAft>
          <a:spcPct val="0"/>
        </a:spcAft>
        <a:buFont typeface="Arial" charset="0"/>
        <a:buChar char="»"/>
        <a:defRPr sz="2000">
          <a:solidFill>
            <a:schemeClr val="tx1"/>
          </a:solidFill>
          <a:latin typeface="Calibri"/>
          <a:ea typeface="宋体"/>
        </a:defRPr>
      </a:lvl5pPr>
      <a:lvl6pPr marL="2514600" lvl="5" indent="-228600" algn="l">
        <a:spcBef>
          <a:spcPct val="20000"/>
        </a:spcBef>
        <a:spcAft>
          <a:spcPct val="0"/>
        </a:spcAft>
        <a:buFont typeface="Arial" charset="0"/>
        <a:buChar char="»"/>
        <a:defRPr sz="2000">
          <a:solidFill>
            <a:schemeClr val="tx1"/>
          </a:solidFill>
          <a:latin typeface="Calibri"/>
          <a:ea typeface="宋体"/>
        </a:defRPr>
      </a:lvl6pPr>
      <a:lvl7pPr marL="2971800" lvl="6" indent="-228600" algn="l">
        <a:spcBef>
          <a:spcPct val="20000"/>
        </a:spcBef>
        <a:spcAft>
          <a:spcPct val="0"/>
        </a:spcAft>
        <a:buFont typeface="Arial" charset="0"/>
        <a:buChar char="»"/>
        <a:defRPr sz="2000">
          <a:solidFill>
            <a:schemeClr val="tx1"/>
          </a:solidFill>
          <a:latin typeface="Calibri"/>
          <a:ea typeface="宋体"/>
        </a:defRPr>
      </a:lvl7pPr>
      <a:lvl8pPr marL="3429000" lvl="7" indent="-228600" algn="l">
        <a:spcBef>
          <a:spcPct val="20000"/>
        </a:spcBef>
        <a:spcAft>
          <a:spcPct val="0"/>
        </a:spcAft>
        <a:buFont typeface="Arial" charset="0"/>
        <a:buChar char="»"/>
        <a:defRPr sz="2000">
          <a:solidFill>
            <a:schemeClr val="tx1"/>
          </a:solidFill>
          <a:latin typeface="Calibri"/>
          <a:ea typeface="宋体"/>
        </a:defRPr>
      </a:lvl8pPr>
      <a:lvl9pPr marL="3886200" lvl="8" indent="-228600" algn="l">
        <a:spcBef>
          <a:spcPct val="20000"/>
        </a:spcBef>
        <a:spcAft>
          <a:spcPct val="0"/>
        </a:spcAft>
        <a:buFont typeface="Arial" charset="0"/>
        <a:buChar char="»"/>
        <a:defRPr sz="2000">
          <a:solidFill>
            <a:schemeClr val="tx1"/>
          </a:solidFill>
          <a:latin typeface="Calibri"/>
          <a:ea typeface="宋体"/>
        </a:defRPr>
      </a:lvl9pPr>
    </p:bodyStyle>
    <p:otherStyle>
      <a:lvl1pPr marL="0" lvl="0" algn="l" defTabSz="914400">
        <a:defRPr sz="1800" kern="1200">
          <a:solidFill>
            <a:schemeClr val="tx1"/>
          </a:solidFill>
          <a:latin typeface="Calibri"/>
          <a:ea typeface="宋体"/>
        </a:defRPr>
      </a:lvl1pPr>
      <a:lvl2pPr marL="457200" lvl="1" algn="l" defTabSz="914400">
        <a:defRPr sz="1800" kern="1200">
          <a:solidFill>
            <a:schemeClr val="tx1"/>
          </a:solidFill>
          <a:latin typeface="Calibri"/>
          <a:ea typeface="宋体"/>
        </a:defRPr>
      </a:lvl2pPr>
      <a:lvl3pPr marL="914400" lvl="2" algn="l" defTabSz="914400">
        <a:defRPr sz="1800" kern="1200">
          <a:solidFill>
            <a:schemeClr val="tx1"/>
          </a:solidFill>
          <a:latin typeface="Calibri"/>
          <a:ea typeface="宋体"/>
        </a:defRPr>
      </a:lvl3pPr>
      <a:lvl4pPr marL="1371600" lvl="3" algn="l" defTabSz="914400">
        <a:defRPr sz="1800" kern="1200">
          <a:solidFill>
            <a:schemeClr val="tx1"/>
          </a:solidFill>
          <a:latin typeface="Calibri"/>
          <a:ea typeface="宋体"/>
        </a:defRPr>
      </a:lvl4pPr>
      <a:lvl5pPr marL="1828800" lvl="4" algn="l" defTabSz="914400">
        <a:defRPr sz="1800" kern="1200">
          <a:solidFill>
            <a:schemeClr val="tx1"/>
          </a:solidFill>
          <a:latin typeface="Calibri"/>
          <a:ea typeface="宋体"/>
        </a:defRPr>
      </a:lvl5pPr>
      <a:lvl6pPr marL="2286000" lvl="5" algn="l" defTabSz="914400">
        <a:defRPr sz="1800" kern="1200">
          <a:solidFill>
            <a:schemeClr val="tx1"/>
          </a:solidFill>
          <a:latin typeface="Calibri"/>
          <a:ea typeface="宋体"/>
        </a:defRPr>
      </a:lvl6pPr>
      <a:lvl7pPr marL="2743200" lvl="6" algn="l" defTabSz="914400">
        <a:defRPr sz="1800" kern="1200">
          <a:solidFill>
            <a:schemeClr val="tx1"/>
          </a:solidFill>
          <a:latin typeface="Calibri"/>
          <a:ea typeface="宋体"/>
        </a:defRPr>
      </a:lvl7pPr>
      <a:lvl8pPr marL="3200400" lvl="7" algn="l" defTabSz="914400">
        <a:defRPr sz="1800" kern="1200">
          <a:solidFill>
            <a:schemeClr val="tx1"/>
          </a:solidFill>
          <a:latin typeface="Calibri"/>
          <a:ea typeface="宋体"/>
        </a:defRPr>
      </a:lvl8pPr>
      <a:lvl9pPr marL="3657600" lvl="8" algn="l" defTabSz="914400">
        <a:defRPr sz="1800" kern="1200">
          <a:solidFill>
            <a:schemeClr val="tx1"/>
          </a:solidFill>
          <a:latin typeface="Calibri"/>
          <a:ea typeface="宋体"/>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4"/>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a:xfrm>
            <a:off x="457200" y="206375"/>
            <a:ext cx="8229600" cy="857250"/>
          </a:xfrm>
          <a:prstGeom prst="rect">
            <a:avLst/>
          </a:prstGeom>
          <a:noFill/>
          <a:ln>
            <a:noFill/>
          </a:ln>
        </p:spPr>
        <p:txBody>
          <a:bodyPr vert="horz" wrap="square" lIns="91440" tIns="45720" rIns="91440" bIns="45720" numCol="1" anchor="ctr" anchorCtr="0"/>
          <a:lstStyle/>
          <a:p>
            <a:pPr lvl="0"/>
            <a:r>
              <a:rPr lang="zh-CN"/>
              <a:t>单击此处编辑母版标题样式</a:t>
            </a:r>
          </a:p>
        </p:txBody>
      </p:sp>
      <p:sp>
        <p:nvSpPr>
          <p:cNvPr id="1027" name="文本占位符 2"/>
          <p:cNvSpPr>
            <a:spLocks noGrp="1" noChangeArrowheads="1"/>
          </p:cNvSpPr>
          <p:nvPr>
            <p:ph type="body" idx="9"/>
          </p:nvPr>
        </p:nvSpPr>
        <p:spPr>
          <a:xfrm>
            <a:off x="457200" y="1200151"/>
            <a:ext cx="8229600" cy="3394075"/>
          </a:xfrm>
          <a:prstGeom prst="rect">
            <a:avLst/>
          </a:prstGeom>
          <a:noFill/>
          <a:ln>
            <a:noFill/>
          </a:ln>
        </p:spPr>
        <p:txBody>
          <a:bodyPr vert="horz" wrap="square" lIns="91440" tIns="45720" rIns="91440" bIns="45720" numCol="1" anchor="t" anchorCtr="0"/>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p>
        </p:txBody>
      </p:sp>
      <p:sp>
        <p:nvSpPr>
          <p:cNvPr id="1028" name="日期占位符 3"/>
          <p:cNvSpPr>
            <a:spLocks noGrp="1" noChangeArrowheads="1"/>
          </p:cNvSpPr>
          <p:nvPr>
            <p:ph type="dt" idx="2"/>
          </p:nvPr>
        </p:nvSpPr>
        <p:spPr>
          <a:xfrm>
            <a:off x="457200" y="4767263"/>
            <a:ext cx="2133600" cy="274637"/>
          </a:xfrm>
          <a:prstGeom prst="rect">
            <a:avLst/>
          </a:prstGeom>
          <a:noFill/>
          <a:ln>
            <a:noFill/>
          </a:ln>
        </p:spPr>
        <p:txBody>
          <a:bodyPr vert="horz" wrap="square" lIns="91440" tIns="45720" rIns="91440" bIns="45720" numCol="1" anchor="ctr" anchorCtr="0"/>
          <a:lstStyle>
            <a:lvl1pPr lvl="0">
              <a:buFont typeface="Arial" charset="0"/>
              <a:buNone/>
              <a:defRPr sz="1200">
                <a:solidFill>
                  <a:srgbClr val="898989"/>
                </a:solidFill>
                <a:latin typeface="Calibri"/>
                <a:ea typeface="宋体"/>
              </a:defRPr>
            </a:lvl1pPr>
          </a:lstStyle>
          <a:p>
            <a:endParaRPr lang="zh-CN"/>
          </a:p>
        </p:txBody>
      </p:sp>
      <p:sp>
        <p:nvSpPr>
          <p:cNvPr id="1029" name="页脚占位符 4"/>
          <p:cNvSpPr>
            <a:spLocks noGrp="1" noChangeArrowheads="1"/>
          </p:cNvSpPr>
          <p:nvPr>
            <p:ph type="ftr" idx="3"/>
          </p:nvPr>
        </p:nvSpPr>
        <p:spPr>
          <a:xfrm>
            <a:off x="3124200" y="4767263"/>
            <a:ext cx="2895600" cy="274637"/>
          </a:xfrm>
          <a:prstGeom prst="rect">
            <a:avLst/>
          </a:prstGeom>
          <a:noFill/>
          <a:ln>
            <a:noFill/>
          </a:ln>
        </p:spPr>
        <p:txBody>
          <a:bodyPr vert="horz" wrap="square" lIns="91440" tIns="45720" rIns="91440" bIns="45720" numCol="1" anchor="ctr" anchorCtr="0"/>
          <a:lstStyle>
            <a:lvl1pPr lvl="0" algn="ctr">
              <a:buFont typeface="Arial" charset="0"/>
              <a:buNone/>
              <a:defRPr sz="1200">
                <a:solidFill>
                  <a:srgbClr val="898989"/>
                </a:solidFill>
                <a:latin typeface="Calibri"/>
                <a:ea typeface="宋体"/>
              </a:defRPr>
            </a:lvl1pPr>
          </a:lstStyle>
          <a:p>
            <a:endParaRPr lang="zh-CN"/>
          </a:p>
        </p:txBody>
      </p:sp>
      <p:sp>
        <p:nvSpPr>
          <p:cNvPr id="1030" name="灯片编号占位符 5"/>
          <p:cNvSpPr>
            <a:spLocks noGrp="1" noChangeArrowheads="1"/>
          </p:cNvSpPr>
          <p:nvPr>
            <p:ph type="sldNum" idx="4"/>
          </p:nvPr>
        </p:nvSpPr>
        <p:spPr>
          <a:xfrm>
            <a:off x="6553200" y="4767263"/>
            <a:ext cx="2133600" cy="274637"/>
          </a:xfrm>
          <a:prstGeom prst="rect">
            <a:avLst/>
          </a:prstGeom>
          <a:noFill/>
          <a:ln>
            <a:noFill/>
          </a:ln>
        </p:spPr>
        <p:txBody>
          <a:bodyPr vert="horz" wrap="square" lIns="91440" tIns="45720" rIns="91440" bIns="45720" numCol="1" anchor="ctr" anchorCtr="0"/>
          <a:lstStyle>
            <a:lvl1pPr lvl="0" algn="r">
              <a:defRPr sz="1200">
                <a:solidFill>
                  <a:srgbClr val="898989"/>
                </a:solidFill>
                <a:latin typeface="Calibri"/>
              </a:defRPr>
            </a:lvl1pPr>
          </a:lstStyle>
          <a:p>
            <a:fld id="{2B865F8E-C9A6-450B-A9C7-5798BE3FFA29}" type="slidenum">
              <a:rPr lang="zh-CN"/>
              <a:t>‹#›</a:t>
            </a:fld>
            <a:endParaRPr lang="zh-CN"/>
          </a:p>
        </p:txBody>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txStyles>
    <p:titleStyle>
      <a:lvl1pPr lvl="0" algn="ctr">
        <a:spcBef>
          <a:spcPct val="0"/>
        </a:spcBef>
        <a:spcAft>
          <a:spcPct val="0"/>
        </a:spcAft>
        <a:defRPr sz="5867">
          <a:solidFill>
            <a:schemeClr val="tx1"/>
          </a:solidFill>
          <a:latin typeface="Calibri"/>
          <a:ea typeface="宋体"/>
        </a:defRPr>
      </a:lvl1pPr>
      <a:lvl2pPr lvl="1" algn="ctr">
        <a:spcBef>
          <a:spcPct val="0"/>
        </a:spcBef>
        <a:spcAft>
          <a:spcPct val="0"/>
        </a:spcAft>
        <a:defRPr sz="5867">
          <a:solidFill>
            <a:schemeClr val="tx1"/>
          </a:solidFill>
          <a:latin typeface="Calibri"/>
          <a:ea typeface="宋体"/>
        </a:defRPr>
      </a:lvl2pPr>
      <a:lvl3pPr lvl="2" algn="ctr">
        <a:spcBef>
          <a:spcPct val="0"/>
        </a:spcBef>
        <a:spcAft>
          <a:spcPct val="0"/>
        </a:spcAft>
        <a:defRPr sz="5867">
          <a:solidFill>
            <a:schemeClr val="tx1"/>
          </a:solidFill>
          <a:latin typeface="Calibri"/>
          <a:ea typeface="宋体"/>
        </a:defRPr>
      </a:lvl3pPr>
      <a:lvl4pPr lvl="3" algn="ctr">
        <a:spcBef>
          <a:spcPct val="0"/>
        </a:spcBef>
        <a:spcAft>
          <a:spcPct val="0"/>
        </a:spcAft>
        <a:defRPr sz="5867">
          <a:solidFill>
            <a:schemeClr val="tx1"/>
          </a:solidFill>
          <a:latin typeface="Calibri"/>
          <a:ea typeface="宋体"/>
        </a:defRPr>
      </a:lvl4pPr>
      <a:lvl5pPr lvl="4" algn="ctr">
        <a:spcBef>
          <a:spcPct val="0"/>
        </a:spcBef>
        <a:spcAft>
          <a:spcPct val="0"/>
        </a:spcAft>
        <a:defRPr sz="5867">
          <a:solidFill>
            <a:schemeClr val="tx1"/>
          </a:solidFill>
          <a:latin typeface="Calibri"/>
          <a:ea typeface="宋体"/>
        </a:defRPr>
      </a:lvl5pPr>
      <a:lvl6pPr marL="609585" lvl="5" algn="ctr">
        <a:spcBef>
          <a:spcPct val="0"/>
        </a:spcBef>
        <a:spcAft>
          <a:spcPct val="0"/>
        </a:spcAft>
        <a:defRPr sz="5867">
          <a:solidFill>
            <a:schemeClr val="tx1"/>
          </a:solidFill>
          <a:latin typeface="Calibri"/>
          <a:ea typeface="宋体"/>
        </a:defRPr>
      </a:lvl6pPr>
      <a:lvl7pPr marL="1219170" lvl="6" algn="ctr">
        <a:spcBef>
          <a:spcPct val="0"/>
        </a:spcBef>
        <a:spcAft>
          <a:spcPct val="0"/>
        </a:spcAft>
        <a:defRPr sz="5867">
          <a:solidFill>
            <a:schemeClr val="tx1"/>
          </a:solidFill>
          <a:latin typeface="Calibri"/>
          <a:ea typeface="宋体"/>
        </a:defRPr>
      </a:lvl7pPr>
      <a:lvl8pPr marL="1828754" lvl="7" algn="ctr">
        <a:spcBef>
          <a:spcPct val="0"/>
        </a:spcBef>
        <a:spcAft>
          <a:spcPct val="0"/>
        </a:spcAft>
        <a:defRPr sz="5867">
          <a:solidFill>
            <a:schemeClr val="tx1"/>
          </a:solidFill>
          <a:latin typeface="Calibri"/>
          <a:ea typeface="宋体"/>
        </a:defRPr>
      </a:lvl8pPr>
      <a:lvl9pPr marL="2438339" lvl="8" algn="ctr">
        <a:spcBef>
          <a:spcPct val="0"/>
        </a:spcBef>
        <a:spcAft>
          <a:spcPct val="0"/>
        </a:spcAft>
        <a:defRPr sz="5867">
          <a:solidFill>
            <a:schemeClr val="tx1"/>
          </a:solidFill>
          <a:latin typeface="Calibri"/>
          <a:ea typeface="宋体"/>
        </a:defRPr>
      </a:lvl9pPr>
    </p:titleStyle>
    <p:bodyStyle>
      <a:lvl1pPr marL="457189" lvl="0" indent="-457189" algn="l">
        <a:spcBef>
          <a:spcPct val="20000"/>
        </a:spcBef>
        <a:spcAft>
          <a:spcPct val="0"/>
        </a:spcAft>
        <a:buFont typeface="Arial" charset="0"/>
        <a:buChar char="•"/>
        <a:defRPr sz="4267">
          <a:solidFill>
            <a:schemeClr val="tx1"/>
          </a:solidFill>
          <a:latin typeface="Calibri"/>
          <a:ea typeface="宋体"/>
        </a:defRPr>
      </a:lvl1pPr>
      <a:lvl2pPr marL="990575" lvl="1" indent="-380990" algn="l">
        <a:spcBef>
          <a:spcPct val="20000"/>
        </a:spcBef>
        <a:spcAft>
          <a:spcPct val="0"/>
        </a:spcAft>
        <a:buFont typeface="Arial" charset="0"/>
        <a:buChar char="–"/>
        <a:defRPr sz="3733">
          <a:solidFill>
            <a:schemeClr val="tx1"/>
          </a:solidFill>
          <a:latin typeface="Calibri"/>
          <a:ea typeface="宋体"/>
        </a:defRPr>
      </a:lvl2pPr>
      <a:lvl3pPr marL="1523962" lvl="2" indent="-304792" algn="l">
        <a:spcBef>
          <a:spcPct val="20000"/>
        </a:spcBef>
        <a:spcAft>
          <a:spcPct val="0"/>
        </a:spcAft>
        <a:buFont typeface="Arial" charset="0"/>
        <a:buChar char="•"/>
        <a:defRPr sz="3200">
          <a:solidFill>
            <a:schemeClr val="tx1"/>
          </a:solidFill>
          <a:latin typeface="Calibri"/>
          <a:ea typeface="宋体"/>
        </a:defRPr>
      </a:lvl3pPr>
      <a:lvl4pPr marL="2133547" lvl="3" indent="-304792" algn="l">
        <a:spcBef>
          <a:spcPct val="20000"/>
        </a:spcBef>
        <a:spcAft>
          <a:spcPct val="0"/>
        </a:spcAft>
        <a:buFont typeface="Arial" charset="0"/>
        <a:buChar char="–"/>
        <a:defRPr sz="2667">
          <a:solidFill>
            <a:schemeClr val="tx1"/>
          </a:solidFill>
          <a:latin typeface="Calibri"/>
          <a:ea typeface="宋体"/>
        </a:defRPr>
      </a:lvl4pPr>
      <a:lvl5pPr marL="2743131" lvl="4" indent="-304792" algn="l">
        <a:spcBef>
          <a:spcPct val="20000"/>
        </a:spcBef>
        <a:spcAft>
          <a:spcPct val="0"/>
        </a:spcAft>
        <a:buFont typeface="Arial" charset="0"/>
        <a:buChar char="»"/>
        <a:defRPr sz="2667">
          <a:solidFill>
            <a:schemeClr val="tx1"/>
          </a:solidFill>
          <a:latin typeface="Calibri"/>
          <a:ea typeface="宋体"/>
        </a:defRPr>
      </a:lvl5pPr>
      <a:lvl6pPr marL="3352716" lvl="5" indent="-304792" algn="l">
        <a:spcBef>
          <a:spcPct val="20000"/>
        </a:spcBef>
        <a:spcAft>
          <a:spcPct val="0"/>
        </a:spcAft>
        <a:buFont typeface="Arial" charset="0"/>
        <a:buChar char="»"/>
        <a:defRPr sz="2667">
          <a:solidFill>
            <a:schemeClr val="tx1"/>
          </a:solidFill>
          <a:latin typeface="Calibri"/>
          <a:ea typeface="宋体"/>
        </a:defRPr>
      </a:lvl6pPr>
      <a:lvl7pPr marL="3962301" lvl="6" indent="-304792" algn="l">
        <a:spcBef>
          <a:spcPct val="20000"/>
        </a:spcBef>
        <a:spcAft>
          <a:spcPct val="0"/>
        </a:spcAft>
        <a:buFont typeface="Arial" charset="0"/>
        <a:buChar char="»"/>
        <a:defRPr sz="2667">
          <a:solidFill>
            <a:schemeClr val="tx1"/>
          </a:solidFill>
          <a:latin typeface="Calibri"/>
          <a:ea typeface="宋体"/>
        </a:defRPr>
      </a:lvl7pPr>
      <a:lvl8pPr marL="4571886" lvl="7" indent="-304792" algn="l">
        <a:spcBef>
          <a:spcPct val="20000"/>
        </a:spcBef>
        <a:spcAft>
          <a:spcPct val="0"/>
        </a:spcAft>
        <a:buFont typeface="Arial" charset="0"/>
        <a:buChar char="»"/>
        <a:defRPr sz="2667">
          <a:solidFill>
            <a:schemeClr val="tx1"/>
          </a:solidFill>
          <a:latin typeface="Calibri"/>
          <a:ea typeface="宋体"/>
        </a:defRPr>
      </a:lvl8pPr>
      <a:lvl9pPr marL="5181470" lvl="8" indent="-304792" algn="l">
        <a:spcBef>
          <a:spcPct val="20000"/>
        </a:spcBef>
        <a:spcAft>
          <a:spcPct val="0"/>
        </a:spcAft>
        <a:buFont typeface="Arial" charset="0"/>
        <a:buChar char="»"/>
        <a:defRPr sz="2667">
          <a:solidFill>
            <a:schemeClr val="tx1"/>
          </a:solidFill>
          <a:latin typeface="Calibri"/>
          <a:ea typeface="宋体"/>
        </a:defRPr>
      </a:lvl9pPr>
    </p:bodyStyle>
    <p:otherStyle>
      <a:lvl1pPr marL="0" lvl="0" algn="l" defTabSz="1219170">
        <a:defRPr sz="2400" kern="1200">
          <a:solidFill>
            <a:schemeClr val="tx1"/>
          </a:solidFill>
          <a:latin typeface="Calibri"/>
          <a:ea typeface="宋体"/>
        </a:defRPr>
      </a:lvl1pPr>
      <a:lvl2pPr marL="609585" lvl="1" algn="l" defTabSz="1219170">
        <a:defRPr sz="2400" kern="1200">
          <a:solidFill>
            <a:schemeClr val="tx1"/>
          </a:solidFill>
          <a:latin typeface="Calibri"/>
          <a:ea typeface="宋体"/>
        </a:defRPr>
      </a:lvl2pPr>
      <a:lvl3pPr marL="1219170" lvl="2" algn="l" defTabSz="1219170">
        <a:defRPr sz="2400" kern="1200">
          <a:solidFill>
            <a:schemeClr val="tx1"/>
          </a:solidFill>
          <a:latin typeface="Calibri"/>
          <a:ea typeface="宋体"/>
        </a:defRPr>
      </a:lvl3pPr>
      <a:lvl4pPr marL="1828754" lvl="3" algn="l" defTabSz="1219170">
        <a:defRPr sz="2400" kern="1200">
          <a:solidFill>
            <a:schemeClr val="tx1"/>
          </a:solidFill>
          <a:latin typeface="Calibri"/>
          <a:ea typeface="宋体"/>
        </a:defRPr>
      </a:lvl4pPr>
      <a:lvl5pPr marL="2438339" lvl="4" algn="l" defTabSz="1219170">
        <a:defRPr sz="2400" kern="1200">
          <a:solidFill>
            <a:schemeClr val="tx1"/>
          </a:solidFill>
          <a:latin typeface="Calibri"/>
          <a:ea typeface="宋体"/>
        </a:defRPr>
      </a:lvl5pPr>
      <a:lvl6pPr marL="3047924" lvl="5" algn="l" defTabSz="1219170">
        <a:defRPr sz="2400" kern="1200">
          <a:solidFill>
            <a:schemeClr val="tx1"/>
          </a:solidFill>
          <a:latin typeface="Calibri"/>
          <a:ea typeface="宋体"/>
        </a:defRPr>
      </a:lvl6pPr>
      <a:lvl7pPr marL="3657509" lvl="6" algn="l" defTabSz="1219170">
        <a:defRPr sz="2400" kern="1200">
          <a:solidFill>
            <a:schemeClr val="tx1"/>
          </a:solidFill>
          <a:latin typeface="Calibri"/>
          <a:ea typeface="宋体"/>
        </a:defRPr>
      </a:lvl7pPr>
      <a:lvl8pPr marL="4267093" lvl="7" algn="l" defTabSz="1219170">
        <a:defRPr sz="2400" kern="1200">
          <a:solidFill>
            <a:schemeClr val="tx1"/>
          </a:solidFill>
          <a:latin typeface="Calibri"/>
          <a:ea typeface="宋体"/>
        </a:defRPr>
      </a:lvl8pPr>
      <a:lvl9pPr marL="4876678" lvl="8" algn="l" defTabSz="1219170">
        <a:defRPr sz="2400" kern="1200">
          <a:solidFill>
            <a:schemeClr val="tx1"/>
          </a:solidFill>
          <a:latin typeface="Calibri"/>
          <a:ea typeface="宋体"/>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p:cNvSpPr>
          <p:nvPr>
            <p:ph type="title"/>
          </p:nvPr>
        </p:nvSpPr>
        <p:spPr>
          <a:xfrm>
            <a:off x="182563" y="171688"/>
            <a:ext cx="8686800" cy="611981"/>
          </a:xfrm>
          <a:prstGeom prst="rect">
            <a:avLst/>
          </a:prstGeom>
          <a:noFill/>
          <a:ln>
            <a:noFill/>
          </a:ln>
        </p:spPr>
        <p:txBody>
          <a:bodyPr anchor="b"/>
          <a:lstStyle/>
          <a:p>
            <a:pPr lvl="0"/>
            <a:endParaRPr lang="en-US"/>
          </a:p>
        </p:txBody>
      </p:sp>
      <p:sp>
        <p:nvSpPr>
          <p:cNvPr id="1027" name="Rectangle 3"/>
          <p:cNvSpPr>
            <a:spLocks noGrp="1"/>
          </p:cNvSpPr>
          <p:nvPr>
            <p:ph type="body"/>
          </p:nvPr>
        </p:nvSpPr>
        <p:spPr>
          <a:xfrm>
            <a:off x="182563" y="913448"/>
            <a:ext cx="8686800" cy="3368278"/>
          </a:xfrm>
          <a:prstGeom prst="rect">
            <a:avLst/>
          </a:prstGeom>
          <a:noFill/>
          <a:ln>
            <a:noFill/>
          </a:ln>
        </p:spPr>
        <p:txBody>
          <a:bodyPr anchor="t"/>
          <a:lstStyle/>
          <a:p>
            <a:pPr lvl="0" indent="-130016"/>
            <a:r>
              <a:rPr lang="en-US"/>
              <a:t>Click to edit Master text styles</a:t>
            </a:r>
          </a:p>
          <a:p>
            <a:pPr lvl="1" indent="-122872"/>
            <a:r>
              <a:rPr lang="en-US"/>
              <a:t>Second level</a:t>
            </a:r>
          </a:p>
          <a:p>
            <a:pPr lvl="2" indent="-130016"/>
            <a:r>
              <a:rPr lang="en-US"/>
              <a:t>Third level</a:t>
            </a:r>
          </a:p>
        </p:txBody>
      </p:sp>
      <p:sp>
        <p:nvSpPr>
          <p:cNvPr id="1029" name="灯片编号占位符 1"/>
          <p:cNvSpPr txBox="1">
            <a:spLocks noGrp="1"/>
          </p:cNvSpPr>
          <p:nvPr/>
        </p:nvSpPr>
        <p:spPr>
          <a:xfrm>
            <a:off x="182563" y="4902994"/>
            <a:ext cx="366713" cy="138112"/>
          </a:xfrm>
          <a:prstGeom prst="rect">
            <a:avLst/>
          </a:prstGeom>
          <a:noFill/>
          <a:ln>
            <a:noFill/>
          </a:ln>
        </p:spPr>
        <p:txBody>
          <a:bodyPr lIns="122766" tIns="61384" rIns="122766" bIns="61384"/>
          <a:lstStyle>
            <a:lvl1pPr lvl="0">
              <a:defRPr>
                <a:solidFill>
                  <a:schemeClr val="tx1"/>
                </a:solidFill>
                <a:latin typeface="Arial"/>
                <a:ea typeface="宋体"/>
              </a:defRPr>
            </a:lvl1pPr>
            <a:lvl2pPr marL="742950" lvl="1" indent="-285750">
              <a:defRPr>
                <a:solidFill>
                  <a:schemeClr val="tx1"/>
                </a:solidFill>
                <a:latin typeface="Arial"/>
                <a:ea typeface="宋体"/>
              </a:defRPr>
            </a:lvl2pPr>
            <a:lvl3pPr marL="1143000" lvl="2" indent="-228600">
              <a:defRPr>
                <a:solidFill>
                  <a:schemeClr val="tx1"/>
                </a:solidFill>
                <a:latin typeface="Arial"/>
                <a:ea typeface="宋体"/>
              </a:defRPr>
            </a:lvl3pPr>
            <a:lvl4pPr marL="1600200" lvl="3" indent="-228600">
              <a:defRPr>
                <a:solidFill>
                  <a:schemeClr val="tx1"/>
                </a:solidFill>
                <a:latin typeface="Arial"/>
                <a:ea typeface="宋体"/>
              </a:defRPr>
            </a:lvl4pPr>
            <a:lvl5pPr marL="2057400" lvl="4" indent="-228600">
              <a:defRPr>
                <a:solidFill>
                  <a:schemeClr val="tx1"/>
                </a:solidFill>
                <a:latin typeface="Arial"/>
                <a:ea typeface="宋体"/>
              </a:defRPr>
            </a:lvl5pPr>
            <a:lvl6pPr marL="2514600" lvl="5" indent="-228600">
              <a:spcBef>
                <a:spcPct val="0"/>
              </a:spcBef>
              <a:spcAft>
                <a:spcPct val="0"/>
              </a:spcAft>
              <a:defRPr>
                <a:solidFill>
                  <a:schemeClr val="tx1"/>
                </a:solidFill>
                <a:latin typeface="Arial"/>
                <a:ea typeface="宋体"/>
              </a:defRPr>
            </a:lvl6pPr>
            <a:lvl7pPr marL="2971800" lvl="6" indent="-228600">
              <a:spcBef>
                <a:spcPct val="0"/>
              </a:spcBef>
              <a:spcAft>
                <a:spcPct val="0"/>
              </a:spcAft>
              <a:defRPr>
                <a:solidFill>
                  <a:schemeClr val="tx1"/>
                </a:solidFill>
                <a:latin typeface="Arial"/>
                <a:ea typeface="宋体"/>
              </a:defRPr>
            </a:lvl7pPr>
            <a:lvl8pPr marL="3429000" lvl="7" indent="-228600">
              <a:spcBef>
                <a:spcPct val="0"/>
              </a:spcBef>
              <a:spcAft>
                <a:spcPct val="0"/>
              </a:spcAft>
              <a:defRPr>
                <a:solidFill>
                  <a:schemeClr val="tx1"/>
                </a:solidFill>
                <a:latin typeface="Arial"/>
                <a:ea typeface="宋体"/>
              </a:defRPr>
            </a:lvl8pPr>
            <a:lvl9pPr marL="3886200" lvl="8" indent="-228600">
              <a:spcBef>
                <a:spcPct val="0"/>
              </a:spcBef>
              <a:spcAft>
                <a:spcPct val="0"/>
              </a:spcAft>
              <a:defRPr>
                <a:solidFill>
                  <a:schemeClr val="tx1"/>
                </a:solidFill>
                <a:latin typeface="Arial"/>
                <a:ea typeface="宋体"/>
              </a:defRPr>
            </a:lvl9pPr>
          </a:lstStyle>
          <a:p>
            <a:pPr marL="0" lvl="0" indent="0" algn="l" defTabSz="914400">
              <a:lnSpc>
                <a:spcPct val="100000"/>
              </a:lnSpc>
              <a:spcBef>
                <a:spcPct val="0"/>
              </a:spcBef>
              <a:spcAft>
                <a:spcPct val="0"/>
              </a:spcAft>
              <a:buClrTx/>
              <a:buSzTx/>
              <a:buFontTx/>
              <a:buNone/>
            </a:pPr>
            <a:fld id="{6359C5F3-6B52-41BD-A82B-B26B2F758E32}" type="slidenum">
              <a:rPr lang="zh-CN" sz="799" b="0" i="0" u="none" strike="noStrike" kern="1200" spc="0" baseline="0">
                <a:ln>
                  <a:noFill/>
                </a:ln>
                <a:solidFill>
                  <a:schemeClr val="tx1"/>
                </a:solidFill>
                <a:effectLst/>
                <a:latin typeface="Arial"/>
                <a:ea typeface="宋体"/>
              </a:rPr>
              <a:t>‹#›</a:t>
            </a:fld>
            <a:endParaRPr lang="en-US" sz="799" b="0" i="0" u="none" strike="noStrike" kern="1200" spc="0" baseline="0">
              <a:ln>
                <a:noFill/>
              </a:ln>
              <a:solidFill>
                <a:schemeClr val="tx1"/>
              </a:solidFill>
              <a:effectLst/>
              <a:latin typeface="Arial"/>
              <a:ea typeface="宋体"/>
            </a:endParaRPr>
          </a:p>
        </p:txBody>
      </p:sp>
      <p:pic>
        <p:nvPicPr>
          <p:cNvPr id="1030" name="Picture 6"/>
          <p:cNvPicPr>
            <a:picLocks noChangeAspect="1"/>
          </p:cNvPicPr>
          <p:nvPr/>
        </p:nvPicPr>
        <p:blipFill>
          <a:blip r:embed="rId6"/>
          <a:stretch/>
        </p:blipFill>
        <p:spPr>
          <a:xfrm>
            <a:off x="7118350" y="-476"/>
            <a:ext cx="1779588" cy="394097"/>
          </a:xfrm>
          <a:prstGeom prst="rect">
            <a:avLst/>
          </a:prstGeom>
          <a:noFill/>
          <a:ln>
            <a:noFill/>
          </a:ln>
        </p:spPr>
      </p:pic>
      <p:sp>
        <p:nvSpPr>
          <p:cNvPr id="7" name="Line 4"/>
          <p:cNvSpPr/>
          <p:nvPr/>
        </p:nvSpPr>
        <p:spPr>
          <a:xfrm flipV="1">
            <a:off x="274638" y="424382"/>
            <a:ext cx="8594725" cy="0"/>
          </a:xfrm>
          <a:prstGeom prst="line">
            <a:avLst/>
          </a:prstGeom>
          <a:ln w="38100">
            <a:solidFill>
              <a:srgbClr val="00B050"/>
            </a:solidFill>
            <a:prstDash val="solid"/>
            <a:headEnd type="none" w="med" len="med"/>
            <a:tailEnd type="none" w="med" len="med"/>
          </a:ln>
        </p:spPr>
        <p:txBody>
          <a:bodyPr/>
          <a:lstStyle/>
          <a:p>
            <a:endParaRPr/>
          </a:p>
        </p:txBody>
      </p:sp>
    </p:spTree>
  </p:cSld>
  <p:clrMap bg1="lt1" tx1="dk1" bg2="lt2" tx2="dk2" accent1="accent1" accent2="accent2" accent3="accent3" accent4="accent4" accent5="accent5" accent6="accent6" hlink="hlink" folHlink="folHlink"/>
  <p:sldLayoutIdLst>
    <p:sldLayoutId id="2147483777" r:id="rId1"/>
    <p:sldLayoutId id="2147483778" r:id="rId2"/>
    <p:sldLayoutId id="2147483779" r:id="rId3"/>
    <p:sldLayoutId id="2147483780" r:id="rId4"/>
  </p:sldLayoutIdLst>
  <p:hf sldNum="0" hdr="0" ftr="0" dt="0"/>
  <p:txStyles>
    <p:titleStyle>
      <a:lvl1pPr lvl="0" algn="l">
        <a:lnSpc>
          <a:spcPct val="90000"/>
        </a:lnSpc>
        <a:spcBef>
          <a:spcPct val="0"/>
        </a:spcBef>
        <a:spcAft>
          <a:spcPct val="0"/>
        </a:spcAft>
        <a:defRPr sz="2200" b="1">
          <a:solidFill>
            <a:schemeClr val="hlink"/>
          </a:solidFill>
          <a:latin typeface="Arial"/>
          <a:ea typeface="宋体"/>
        </a:defRPr>
      </a:lvl1pPr>
      <a:lvl2pPr lvl="1" algn="l">
        <a:lnSpc>
          <a:spcPct val="90000"/>
        </a:lnSpc>
        <a:spcBef>
          <a:spcPct val="0"/>
        </a:spcBef>
        <a:spcAft>
          <a:spcPct val="0"/>
        </a:spcAft>
        <a:defRPr sz="2200" b="1">
          <a:solidFill>
            <a:schemeClr val="hlink"/>
          </a:solidFill>
          <a:latin typeface="Arial"/>
          <a:ea typeface="宋体"/>
        </a:defRPr>
      </a:lvl2pPr>
      <a:lvl3pPr lvl="2" algn="l">
        <a:lnSpc>
          <a:spcPct val="90000"/>
        </a:lnSpc>
        <a:spcBef>
          <a:spcPct val="0"/>
        </a:spcBef>
        <a:spcAft>
          <a:spcPct val="0"/>
        </a:spcAft>
        <a:defRPr sz="2200" b="1">
          <a:solidFill>
            <a:schemeClr val="hlink"/>
          </a:solidFill>
          <a:latin typeface="Arial"/>
          <a:ea typeface="宋体"/>
        </a:defRPr>
      </a:lvl3pPr>
      <a:lvl4pPr lvl="3" algn="l">
        <a:lnSpc>
          <a:spcPct val="90000"/>
        </a:lnSpc>
        <a:spcBef>
          <a:spcPct val="0"/>
        </a:spcBef>
        <a:spcAft>
          <a:spcPct val="0"/>
        </a:spcAft>
        <a:defRPr sz="2200" b="1">
          <a:solidFill>
            <a:schemeClr val="hlink"/>
          </a:solidFill>
          <a:latin typeface="Arial"/>
          <a:ea typeface="宋体"/>
        </a:defRPr>
      </a:lvl4pPr>
      <a:lvl5pPr lvl="4" algn="l">
        <a:lnSpc>
          <a:spcPct val="90000"/>
        </a:lnSpc>
        <a:spcBef>
          <a:spcPct val="0"/>
        </a:spcBef>
        <a:spcAft>
          <a:spcPct val="0"/>
        </a:spcAft>
        <a:defRPr sz="2200" b="1">
          <a:solidFill>
            <a:schemeClr val="hlink"/>
          </a:solidFill>
          <a:latin typeface="Arial"/>
          <a:ea typeface="宋体"/>
        </a:defRPr>
      </a:lvl5pPr>
      <a:lvl6pPr marL="457200" lvl="5" algn="l">
        <a:lnSpc>
          <a:spcPct val="90000"/>
        </a:lnSpc>
        <a:spcBef>
          <a:spcPct val="0"/>
        </a:spcBef>
        <a:spcAft>
          <a:spcPct val="0"/>
        </a:spcAft>
        <a:defRPr sz="2200" b="1">
          <a:solidFill>
            <a:schemeClr val="hlink"/>
          </a:solidFill>
          <a:latin typeface="Arial"/>
          <a:ea typeface="宋体"/>
        </a:defRPr>
      </a:lvl6pPr>
      <a:lvl7pPr marL="914400" lvl="6" algn="l">
        <a:lnSpc>
          <a:spcPct val="90000"/>
        </a:lnSpc>
        <a:spcBef>
          <a:spcPct val="0"/>
        </a:spcBef>
        <a:spcAft>
          <a:spcPct val="0"/>
        </a:spcAft>
        <a:defRPr sz="2200" b="1">
          <a:solidFill>
            <a:schemeClr val="hlink"/>
          </a:solidFill>
          <a:latin typeface="Arial"/>
          <a:ea typeface="宋体"/>
        </a:defRPr>
      </a:lvl7pPr>
      <a:lvl8pPr marL="1371600" lvl="7" algn="l">
        <a:lnSpc>
          <a:spcPct val="90000"/>
        </a:lnSpc>
        <a:spcBef>
          <a:spcPct val="0"/>
        </a:spcBef>
        <a:spcAft>
          <a:spcPct val="0"/>
        </a:spcAft>
        <a:defRPr sz="2200" b="1">
          <a:solidFill>
            <a:schemeClr val="hlink"/>
          </a:solidFill>
          <a:latin typeface="Arial"/>
          <a:ea typeface="宋体"/>
        </a:defRPr>
      </a:lvl8pPr>
      <a:lvl9pPr marL="1828800" lvl="8" algn="l">
        <a:lnSpc>
          <a:spcPct val="90000"/>
        </a:lnSpc>
        <a:spcBef>
          <a:spcPct val="0"/>
        </a:spcBef>
        <a:spcAft>
          <a:spcPct val="0"/>
        </a:spcAft>
        <a:defRPr sz="2200" b="1">
          <a:solidFill>
            <a:schemeClr val="hlink"/>
          </a:solidFill>
          <a:latin typeface="Arial"/>
          <a:ea typeface="宋体"/>
        </a:defRPr>
      </a:lvl9pPr>
    </p:titleStyle>
    <p:bodyStyle>
      <a:lvl1pPr marL="173355" lvl="0" indent="-173355" algn="l">
        <a:spcBef>
          <a:spcPct val="20000"/>
        </a:spcBef>
        <a:spcAft>
          <a:spcPct val="0"/>
        </a:spcAft>
        <a:buClr>
          <a:schemeClr val="accent1"/>
        </a:buClr>
        <a:buSzPct val="60000"/>
        <a:buFont typeface="Wingdings" charset="2"/>
        <a:buChar char="n"/>
        <a:defRPr sz="1600">
          <a:solidFill>
            <a:schemeClr val="tx1"/>
          </a:solidFill>
          <a:latin typeface="Arial"/>
          <a:ea typeface="宋体"/>
        </a:defRPr>
      </a:lvl1pPr>
      <a:lvl2pPr marL="509905" lvl="1" indent="-163830" algn="l">
        <a:spcBef>
          <a:spcPct val="20000"/>
        </a:spcBef>
        <a:spcAft>
          <a:spcPct val="0"/>
        </a:spcAft>
        <a:buClr>
          <a:schemeClr val="accent1"/>
        </a:buClr>
        <a:buFont typeface="Arial" charset="0"/>
        <a:buChar char="–"/>
        <a:defRPr sz="1400">
          <a:solidFill>
            <a:schemeClr val="tx1"/>
          </a:solidFill>
          <a:latin typeface="Arial"/>
          <a:ea typeface="宋体"/>
        </a:defRPr>
      </a:lvl2pPr>
      <a:lvl3pPr marL="855980" lvl="2" indent="-173355" algn="l">
        <a:spcBef>
          <a:spcPct val="20000"/>
        </a:spcBef>
        <a:spcAft>
          <a:spcPct val="0"/>
        </a:spcAft>
        <a:buClr>
          <a:schemeClr val="accent1"/>
        </a:buClr>
        <a:buChar char="•"/>
        <a:defRPr sz="1200">
          <a:solidFill>
            <a:schemeClr val="tx1"/>
          </a:solidFill>
          <a:latin typeface="Arial"/>
          <a:ea typeface="宋体"/>
        </a:defRPr>
      </a:lvl3pPr>
      <a:lvl4pPr marL="1202055" lvl="3" indent="-173355" algn="l">
        <a:spcBef>
          <a:spcPct val="20000"/>
        </a:spcBef>
        <a:spcAft>
          <a:spcPct val="0"/>
        </a:spcAft>
        <a:buClr>
          <a:schemeClr val="bg1"/>
        </a:buClr>
        <a:buChar char="–"/>
        <a:defRPr sz="1600">
          <a:solidFill>
            <a:schemeClr val="bg1"/>
          </a:solidFill>
          <a:latin typeface="Arial"/>
          <a:ea typeface="宋体"/>
        </a:defRPr>
      </a:lvl4pPr>
      <a:lvl5pPr marL="1538605" lvl="4" indent="-163830" algn="l">
        <a:spcBef>
          <a:spcPct val="20000"/>
        </a:spcBef>
        <a:spcAft>
          <a:spcPct val="0"/>
        </a:spcAft>
        <a:buClr>
          <a:schemeClr val="bg1"/>
        </a:buClr>
        <a:buChar char="»"/>
        <a:defRPr sz="1600">
          <a:solidFill>
            <a:schemeClr val="bg1"/>
          </a:solidFill>
          <a:latin typeface="Arial"/>
          <a:ea typeface="宋体"/>
        </a:defRPr>
      </a:lvl5pPr>
      <a:lvl6pPr marL="1997075" lvl="5" indent="-163830" algn="l">
        <a:spcBef>
          <a:spcPct val="20000"/>
        </a:spcBef>
        <a:spcAft>
          <a:spcPct val="0"/>
        </a:spcAft>
        <a:buClr>
          <a:schemeClr val="bg1"/>
        </a:buClr>
        <a:buChar char="»"/>
        <a:defRPr sz="1600">
          <a:solidFill>
            <a:schemeClr val="bg1"/>
          </a:solidFill>
          <a:latin typeface="Arial"/>
          <a:ea typeface="宋体"/>
        </a:defRPr>
      </a:lvl6pPr>
      <a:lvl7pPr marL="2454275" lvl="6" indent="-163830" algn="l">
        <a:spcBef>
          <a:spcPct val="20000"/>
        </a:spcBef>
        <a:spcAft>
          <a:spcPct val="0"/>
        </a:spcAft>
        <a:buClr>
          <a:schemeClr val="bg1"/>
        </a:buClr>
        <a:buChar char="»"/>
        <a:defRPr sz="1600">
          <a:solidFill>
            <a:schemeClr val="bg1"/>
          </a:solidFill>
          <a:latin typeface="Arial"/>
          <a:ea typeface="宋体"/>
        </a:defRPr>
      </a:lvl7pPr>
      <a:lvl8pPr marL="2911475" lvl="7" indent="-163830" algn="l">
        <a:spcBef>
          <a:spcPct val="20000"/>
        </a:spcBef>
        <a:spcAft>
          <a:spcPct val="0"/>
        </a:spcAft>
        <a:buClr>
          <a:schemeClr val="bg1"/>
        </a:buClr>
        <a:buChar char="»"/>
        <a:defRPr sz="1600">
          <a:solidFill>
            <a:schemeClr val="bg1"/>
          </a:solidFill>
          <a:latin typeface="Arial"/>
          <a:ea typeface="宋体"/>
        </a:defRPr>
      </a:lvl8pPr>
      <a:lvl9pPr marL="3368675" lvl="8" indent="-163830" algn="l">
        <a:spcBef>
          <a:spcPct val="20000"/>
        </a:spcBef>
        <a:spcAft>
          <a:spcPct val="0"/>
        </a:spcAft>
        <a:buClr>
          <a:schemeClr val="bg1"/>
        </a:buClr>
        <a:buChar char="»"/>
        <a:defRPr sz="1600">
          <a:solidFill>
            <a:schemeClr val="bg1"/>
          </a:solidFill>
          <a:latin typeface="Arial"/>
          <a:ea typeface="宋体"/>
        </a:defRPr>
      </a:lvl9pPr>
    </p:bodyStyle>
    <p:otherStyle>
      <a:lvl1pPr marL="0" lvl="0" algn="l" defTabSz="914400">
        <a:defRPr sz="1800" kern="1200">
          <a:solidFill>
            <a:schemeClr val="tx1"/>
          </a:solidFill>
          <a:latin typeface="Arial"/>
          <a:ea typeface="宋体"/>
        </a:defRPr>
      </a:lvl1pPr>
      <a:lvl2pPr marL="457200" lvl="1" algn="l" defTabSz="914400">
        <a:defRPr sz="1800" kern="1200">
          <a:solidFill>
            <a:schemeClr val="tx1"/>
          </a:solidFill>
          <a:latin typeface="Arial"/>
          <a:ea typeface="宋体"/>
        </a:defRPr>
      </a:lvl2pPr>
      <a:lvl3pPr marL="914400" lvl="2" algn="l" defTabSz="914400">
        <a:defRPr sz="1800" kern="1200">
          <a:solidFill>
            <a:schemeClr val="tx1"/>
          </a:solidFill>
          <a:latin typeface="Arial"/>
          <a:ea typeface="宋体"/>
        </a:defRPr>
      </a:lvl3pPr>
      <a:lvl4pPr marL="1371600" lvl="3" algn="l" defTabSz="914400">
        <a:defRPr sz="1800" kern="1200">
          <a:solidFill>
            <a:schemeClr val="tx1"/>
          </a:solidFill>
          <a:latin typeface="Arial"/>
          <a:ea typeface="宋体"/>
        </a:defRPr>
      </a:lvl4pPr>
      <a:lvl5pPr marL="1828800" lvl="4" algn="l" defTabSz="914400">
        <a:defRPr sz="1800" kern="1200">
          <a:solidFill>
            <a:schemeClr val="tx1"/>
          </a:solidFill>
          <a:latin typeface="Arial"/>
          <a:ea typeface="宋体"/>
        </a:defRPr>
      </a:lvl5pPr>
      <a:lvl6pPr marL="2286000" lvl="5" algn="l" defTabSz="914400">
        <a:defRPr sz="1800" kern="1200">
          <a:solidFill>
            <a:schemeClr val="tx1"/>
          </a:solidFill>
          <a:latin typeface="Arial"/>
          <a:ea typeface="宋体"/>
        </a:defRPr>
      </a:lvl6pPr>
      <a:lvl7pPr marL="2743200" lvl="6" algn="l" defTabSz="914400">
        <a:defRPr sz="1800" kern="1200">
          <a:solidFill>
            <a:schemeClr val="tx1"/>
          </a:solidFill>
          <a:latin typeface="Arial"/>
          <a:ea typeface="宋体"/>
        </a:defRPr>
      </a:lvl7pPr>
      <a:lvl8pPr marL="3200400" lvl="7" algn="l" defTabSz="914400">
        <a:defRPr sz="1800" kern="1200">
          <a:solidFill>
            <a:schemeClr val="tx1"/>
          </a:solidFill>
          <a:latin typeface="Arial"/>
          <a:ea typeface="宋体"/>
        </a:defRPr>
      </a:lvl8pPr>
      <a:lvl9pPr marL="3657600" lvl="8" algn="l" defTabSz="914400">
        <a:defRPr sz="1800" kern="1200">
          <a:solidFill>
            <a:schemeClr val="tx1"/>
          </a:solidFill>
          <a:latin typeface="Arial"/>
          <a:ea typeface="宋体"/>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4.xml"/><Relationship Id="rId4" Type="http://schemas.openxmlformats.org/officeDocument/2006/relationships/image" Target="../media/image18.png"/></Relationships>
</file>

<file path=ppt/slides/_rels/slide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24.xml"/><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4.xml"/><Relationship Id="rId1" Type="http://schemas.openxmlformats.org/officeDocument/2006/relationships/slideLayout" Target="../slideLayouts/slideLayout24.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4.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4.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24.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8.xml"/><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image" Target="../media/image16.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a:xfrm>
            <a:off x="467543" y="1357939"/>
            <a:ext cx="8208912" cy="648072"/>
          </a:xfrm>
        </p:spPr>
        <p:txBody>
          <a:bodyPr vert="horz" wrap="square" lIns="91440" tIns="45720" rIns="91440" bIns="45720" anchor="t" anchorCtr="0"/>
          <a:lstStyle/>
          <a:p>
            <a:pPr lvl="0" algn="ctr"/>
            <a:r>
              <a:rPr lang="zh-CN" altLang="en-US" sz="3600" dirty="0">
                <a:solidFill>
                  <a:srgbClr val="254061"/>
                </a:solidFill>
                <a:effectLst>
                  <a:outerShdw blurRad="38100" dist="38100" dir="2700000" algn="tl">
                    <a:srgbClr val="000000">
                      <a:alpha val="43137"/>
                    </a:srgbClr>
                  </a:outerShdw>
                </a:effectLst>
                <a:latin typeface="微软雅黑"/>
                <a:ea typeface="微软雅黑"/>
              </a:rPr>
              <a:t>第</a:t>
            </a:r>
            <a:r>
              <a:rPr lang="en-US" altLang="zh-CN" sz="3600" dirty="0">
                <a:solidFill>
                  <a:srgbClr val="254061"/>
                </a:solidFill>
                <a:effectLst>
                  <a:outerShdw blurRad="38100" dist="38100" dir="2700000" algn="tl">
                    <a:srgbClr val="000000">
                      <a:alpha val="43137"/>
                    </a:srgbClr>
                  </a:outerShdw>
                </a:effectLst>
                <a:latin typeface="微软雅黑"/>
                <a:ea typeface="微软雅黑"/>
              </a:rPr>
              <a:t>4</a:t>
            </a:r>
            <a:r>
              <a:rPr lang="zh-CN" altLang="en-US" sz="3600" dirty="0">
                <a:solidFill>
                  <a:srgbClr val="254061"/>
                </a:solidFill>
                <a:effectLst>
                  <a:outerShdw blurRad="38100" dist="38100" dir="2700000" algn="tl">
                    <a:srgbClr val="000000">
                      <a:alpha val="43137"/>
                    </a:srgbClr>
                  </a:outerShdw>
                </a:effectLst>
                <a:latin typeface="微软雅黑"/>
                <a:ea typeface="微软雅黑"/>
              </a:rPr>
              <a:t>章 单处理器调度</a:t>
            </a:r>
            <a:endParaRPr lang="zh-CN" sz="2400" dirty="0">
              <a:solidFill>
                <a:srgbClr val="254061"/>
              </a:solidFill>
              <a:effectLst>
                <a:outerShdw blurRad="38100" dist="38100" dir="2700000" algn="tl">
                  <a:srgbClr val="000000">
                    <a:alpha val="43137"/>
                  </a:srgbClr>
                </a:outerShdw>
              </a:effectLst>
              <a:latin typeface="微软雅黑"/>
              <a:ea typeface="微软雅黑"/>
            </a:endParaRPr>
          </a:p>
        </p:txBody>
      </p:sp>
      <p:sp>
        <p:nvSpPr>
          <p:cNvPr id="2" name="Rectangle 2"/>
          <p:cNvSpPr txBox="1">
            <a:spLocks noChangeArrowheads="1"/>
          </p:cNvSpPr>
          <p:nvPr/>
        </p:nvSpPr>
        <p:spPr>
          <a:xfrm>
            <a:off x="3740068" y="4654991"/>
            <a:ext cx="1478682" cy="500063"/>
          </a:xfrm>
          <a:prstGeom prst="rect">
            <a:avLst/>
          </a:prstGeom>
          <a:noFill/>
          <a:ln>
            <a:noFill/>
          </a:ln>
        </p:spPr>
        <p:txBody>
          <a:bodyPr anchor="ctr"/>
          <a:lstStyle/>
          <a:p>
            <a:pPr algn="ctr"/>
            <a:fld id="{2860F326-4499-4A67-8F03-170333456A58}" type="datetime1">
              <a:rPr lang="en-US" altLang="zh-CN" sz="1600">
                <a:solidFill>
                  <a:srgbClr val="17375E"/>
                </a:solidFill>
                <a:latin typeface="Broadway"/>
                <a:ea typeface="华文行楷"/>
              </a:rPr>
              <a:t>9/25/2023</a:t>
            </a:fld>
            <a:endParaRPr lang="en-US" sz="1600">
              <a:solidFill>
                <a:srgbClr val="17375E"/>
              </a:solidFill>
              <a:latin typeface="Broadway"/>
              <a:ea typeface="华文行楷"/>
            </a:endParaRPr>
          </a:p>
        </p:txBody>
      </p:sp>
      <p:grpSp>
        <p:nvGrpSpPr>
          <p:cNvPr id="7" name="组合 6">
            <a:extLst>
              <a:ext uri="{FF2B5EF4-FFF2-40B4-BE49-F238E27FC236}">
                <a16:creationId xmlns:a16="http://schemas.microsoft.com/office/drawing/2014/main" id="{4F018464-AAE5-4663-B2FF-22814387CF72}"/>
              </a:ext>
            </a:extLst>
          </p:cNvPr>
          <p:cNvGrpSpPr/>
          <p:nvPr/>
        </p:nvGrpSpPr>
        <p:grpSpPr>
          <a:xfrm>
            <a:off x="0" y="2752987"/>
            <a:ext cx="9144000" cy="1897394"/>
            <a:chOff x="0" y="2762588"/>
            <a:chExt cx="9144000" cy="1897394"/>
          </a:xfrm>
        </p:grpSpPr>
        <p:pic>
          <p:nvPicPr>
            <p:cNvPr id="4" name="图片 3">
              <a:extLst>
                <a:ext uri="{FF2B5EF4-FFF2-40B4-BE49-F238E27FC236}">
                  <a16:creationId xmlns:a16="http://schemas.microsoft.com/office/drawing/2014/main" id="{2B647894-CD4F-4FA2-B187-FCA4C09F86F4}"/>
                </a:ext>
              </a:extLst>
            </p:cNvPr>
            <p:cNvPicPr>
              <a:picLocks noChangeAspect="1"/>
            </p:cNvPicPr>
            <p:nvPr/>
          </p:nvPicPr>
          <p:blipFill>
            <a:blip r:embed="rId3"/>
            <a:stretch>
              <a:fillRect/>
            </a:stretch>
          </p:blipFill>
          <p:spPr>
            <a:xfrm>
              <a:off x="0" y="2931790"/>
              <a:ext cx="3059832" cy="1554009"/>
            </a:xfrm>
            <a:prstGeom prst="rect">
              <a:avLst/>
            </a:prstGeom>
          </p:spPr>
        </p:pic>
        <p:pic>
          <p:nvPicPr>
            <p:cNvPr id="6" name="图片 5">
              <a:extLst>
                <a:ext uri="{FF2B5EF4-FFF2-40B4-BE49-F238E27FC236}">
                  <a16:creationId xmlns:a16="http://schemas.microsoft.com/office/drawing/2014/main" id="{28A03D7B-164F-4C9F-9867-D689658162C4}"/>
                </a:ext>
              </a:extLst>
            </p:cNvPr>
            <p:cNvPicPr>
              <a:picLocks noChangeAspect="1"/>
            </p:cNvPicPr>
            <p:nvPr/>
          </p:nvPicPr>
          <p:blipFill>
            <a:blip r:embed="rId4"/>
            <a:stretch>
              <a:fillRect/>
            </a:stretch>
          </p:blipFill>
          <p:spPr>
            <a:xfrm>
              <a:off x="6028692" y="2934479"/>
              <a:ext cx="3115308" cy="1558630"/>
            </a:xfrm>
            <a:prstGeom prst="rect">
              <a:avLst/>
            </a:prstGeom>
          </p:spPr>
        </p:pic>
        <p:pic>
          <p:nvPicPr>
            <p:cNvPr id="5" name="图片 4">
              <a:extLst>
                <a:ext uri="{FF2B5EF4-FFF2-40B4-BE49-F238E27FC236}">
                  <a16:creationId xmlns:a16="http://schemas.microsoft.com/office/drawing/2014/main" id="{295B3FB4-D30E-47F8-8C9D-C8DD4EDC37E6}"/>
                </a:ext>
              </a:extLst>
            </p:cNvPr>
            <p:cNvPicPr>
              <a:picLocks noChangeAspect="1"/>
            </p:cNvPicPr>
            <p:nvPr/>
          </p:nvPicPr>
          <p:blipFill>
            <a:blip r:embed="rId5"/>
            <a:stretch>
              <a:fillRect/>
            </a:stretch>
          </p:blipFill>
          <p:spPr>
            <a:xfrm>
              <a:off x="3000374" y="2762588"/>
              <a:ext cx="3143251" cy="18973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grpSp>
      <p:grpSp>
        <p:nvGrpSpPr>
          <p:cNvPr id="14" name="组合 13">
            <a:extLst>
              <a:ext uri="{FF2B5EF4-FFF2-40B4-BE49-F238E27FC236}">
                <a16:creationId xmlns:a16="http://schemas.microsoft.com/office/drawing/2014/main" id="{7BC1E073-CE8A-4C78-A1AB-394008508CD2}"/>
              </a:ext>
            </a:extLst>
          </p:cNvPr>
          <p:cNvGrpSpPr/>
          <p:nvPr/>
        </p:nvGrpSpPr>
        <p:grpSpPr>
          <a:xfrm>
            <a:off x="2483768" y="122390"/>
            <a:ext cx="3327790" cy="577152"/>
            <a:chOff x="2483768" y="122390"/>
            <a:chExt cx="3327790" cy="577152"/>
          </a:xfrm>
        </p:grpSpPr>
        <p:pic>
          <p:nvPicPr>
            <p:cNvPr id="3" name="图片 2">
              <a:extLst>
                <a:ext uri="{FF2B5EF4-FFF2-40B4-BE49-F238E27FC236}">
                  <a16:creationId xmlns:a16="http://schemas.microsoft.com/office/drawing/2014/main" id="{57289174-A8A6-4188-88A8-EA01ECDB7586}"/>
                </a:ext>
              </a:extLst>
            </p:cNvPr>
            <p:cNvPicPr>
              <a:picLocks noChangeAspect="1"/>
            </p:cNvPicPr>
            <p:nvPr/>
          </p:nvPicPr>
          <p:blipFill>
            <a:blip r:embed="rId6"/>
            <a:stretch>
              <a:fillRect/>
            </a:stretch>
          </p:blipFill>
          <p:spPr>
            <a:xfrm>
              <a:off x="3147262" y="238477"/>
              <a:ext cx="2664296" cy="311140"/>
            </a:xfrm>
            <a:prstGeom prst="rect">
              <a:avLst/>
            </a:prstGeom>
          </p:spPr>
        </p:pic>
        <p:pic>
          <p:nvPicPr>
            <p:cNvPr id="8" name="图片 7">
              <a:extLst>
                <a:ext uri="{FF2B5EF4-FFF2-40B4-BE49-F238E27FC236}">
                  <a16:creationId xmlns:a16="http://schemas.microsoft.com/office/drawing/2014/main" id="{26A49076-80F6-4533-B789-F02377856BDF}"/>
                </a:ext>
              </a:extLst>
            </p:cNvPr>
            <p:cNvPicPr>
              <a:picLocks noChangeAspect="1"/>
            </p:cNvPicPr>
            <p:nvPr/>
          </p:nvPicPr>
          <p:blipFill>
            <a:blip r:embed="rId7"/>
            <a:stretch>
              <a:fillRect/>
            </a:stretch>
          </p:blipFill>
          <p:spPr>
            <a:xfrm>
              <a:off x="2483768" y="122390"/>
              <a:ext cx="576064" cy="577152"/>
            </a:xfrm>
            <a:prstGeom prst="rect">
              <a:avLst/>
            </a:prstGeom>
          </p:spPr>
        </p:pic>
      </p:grpSp>
    </p:spTree>
    <p:extLst>
      <p:ext uri="{BB962C8B-B14F-4D97-AF65-F5344CB8AC3E}">
        <p14:creationId xmlns:p14="http://schemas.microsoft.com/office/powerpoint/2010/main" val="465048668"/>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0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请同学们思考的问题</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AC8DFB50-7230-DC06-9C5D-49399B362F41}"/>
              </a:ext>
            </a:extLst>
          </p:cNvPr>
          <p:cNvSpPr txBox="1"/>
          <p:nvPr/>
        </p:nvSpPr>
        <p:spPr>
          <a:xfrm>
            <a:off x="467544" y="1491630"/>
            <a:ext cx="6192688" cy="1938992"/>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1) 为什么要进行处理机调度？</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2) 调度算法有哪几种？</a:t>
            </a:r>
          </a:p>
          <a:p>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3) 多处理器调度算法应考虑什么其他因素？</a:t>
            </a:r>
          </a:p>
        </p:txBody>
      </p:sp>
    </p:spTree>
    <p:extLst>
      <p:ext uri="{BB962C8B-B14F-4D97-AF65-F5344CB8AC3E}">
        <p14:creationId xmlns:p14="http://schemas.microsoft.com/office/powerpoint/2010/main" val="825656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D8AF4963-1AEE-F50E-C550-258DAB2E7BC8}"/>
              </a:ext>
            </a:extLst>
          </p:cNvPr>
          <p:cNvSpPr txBox="1"/>
          <p:nvPr/>
        </p:nvSpPr>
        <p:spPr>
          <a:xfrm>
            <a:off x="107504" y="915566"/>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调度的概念</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AAC778B5-CC8A-18B9-8503-DD8B3094E499}"/>
              </a:ext>
            </a:extLst>
          </p:cNvPr>
          <p:cNvSpPr txBox="1"/>
          <p:nvPr/>
        </p:nvSpPr>
        <p:spPr>
          <a:xfrm>
            <a:off x="251520" y="1656552"/>
            <a:ext cx="7920880" cy="1938992"/>
          </a:xfrm>
          <a:prstGeom prst="rect">
            <a:avLst/>
          </a:prstGeom>
          <a:noFill/>
        </p:spPr>
        <p:txBody>
          <a:bodyPr wrap="square">
            <a:spAutoFit/>
          </a:bodyPr>
          <a:lstStyle/>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在多道程序系统中，进程的数量往往多于处理机的个数，因此进程争用处理机的情况在所难免。处理机调度是对处理机进行分配，即从就绪队列中按照一定的算法（公平、 高效的原则）选择一个进程并将处理机分配给它运行， 以实现进程并发地执行。</a:t>
            </a:r>
            <a:br>
              <a:rPr lang="zh-CN" altLang="en-US" sz="2000" b="1" dirty="0">
                <a:solidFill>
                  <a:srgbClr val="254061"/>
                </a:solidFill>
                <a:effectLst>
                  <a:outerShdw blurRad="38100" dist="38100" dir="2700000" algn="tl">
                    <a:srgbClr val="000000">
                      <a:alpha val="43137"/>
                    </a:srgbClr>
                  </a:outerShdw>
                </a:effectLst>
                <a:latin typeface="微软雅黑"/>
                <a:ea typeface="微软雅黑"/>
              </a:rPr>
            </a:b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处理机调度是多道程序操作系统的基础，是操作系统设计的核心问题。</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D8AF4963-1AEE-F50E-C550-258DAB2E7BC8}"/>
              </a:ext>
            </a:extLst>
          </p:cNvPr>
          <p:cNvSpPr txBox="1"/>
          <p:nvPr/>
        </p:nvSpPr>
        <p:spPr>
          <a:xfrm>
            <a:off x="107504" y="671334"/>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调度的层次</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A3068015-9200-E815-7508-9E9F4A7189B1}"/>
              </a:ext>
            </a:extLst>
          </p:cNvPr>
          <p:cNvPicPr>
            <a:picLocks noChangeAspect="1"/>
          </p:cNvPicPr>
          <p:nvPr/>
        </p:nvPicPr>
        <p:blipFill>
          <a:blip r:embed="rId3"/>
          <a:stretch>
            <a:fillRect/>
          </a:stretch>
        </p:blipFill>
        <p:spPr>
          <a:xfrm>
            <a:off x="1331640" y="1168088"/>
            <a:ext cx="5983004" cy="1027706"/>
          </a:xfrm>
          <a:prstGeom prst="rect">
            <a:avLst/>
          </a:prstGeom>
        </p:spPr>
      </p:pic>
      <p:pic>
        <p:nvPicPr>
          <p:cNvPr id="8" name="图片 7">
            <a:extLst>
              <a:ext uri="{FF2B5EF4-FFF2-40B4-BE49-F238E27FC236}">
                <a16:creationId xmlns:a16="http://schemas.microsoft.com/office/drawing/2014/main" id="{4AD7381C-ED4A-EC84-489E-F3AE1ED98A29}"/>
              </a:ext>
            </a:extLst>
          </p:cNvPr>
          <p:cNvPicPr>
            <a:picLocks noChangeAspect="1"/>
          </p:cNvPicPr>
          <p:nvPr/>
        </p:nvPicPr>
        <p:blipFill>
          <a:blip r:embed="rId4"/>
          <a:stretch>
            <a:fillRect/>
          </a:stretch>
        </p:blipFill>
        <p:spPr>
          <a:xfrm>
            <a:off x="1403648" y="2355726"/>
            <a:ext cx="4636947" cy="2629910"/>
          </a:xfrm>
          <a:prstGeom prst="rect">
            <a:avLst/>
          </a:prstGeom>
        </p:spPr>
      </p:pic>
    </p:spTree>
    <p:extLst>
      <p:ext uri="{BB962C8B-B14F-4D97-AF65-F5344CB8AC3E}">
        <p14:creationId xmlns:p14="http://schemas.microsoft.com/office/powerpoint/2010/main" val="38424362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调度的概念</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D8AF4963-1AEE-F50E-C550-258DAB2E7BC8}"/>
              </a:ext>
            </a:extLst>
          </p:cNvPr>
          <p:cNvSpPr txBox="1"/>
          <p:nvPr/>
        </p:nvSpPr>
        <p:spPr>
          <a:xfrm>
            <a:off x="107504" y="671334"/>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三级调度的联系</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5" name="图片 4">
            <a:extLst>
              <a:ext uri="{FF2B5EF4-FFF2-40B4-BE49-F238E27FC236}">
                <a16:creationId xmlns:a16="http://schemas.microsoft.com/office/drawing/2014/main" id="{258B95F4-A60E-1B98-6D19-DAD8709CE8B1}"/>
              </a:ext>
            </a:extLst>
          </p:cNvPr>
          <p:cNvPicPr>
            <a:picLocks noChangeAspect="1"/>
          </p:cNvPicPr>
          <p:nvPr/>
        </p:nvPicPr>
        <p:blipFill>
          <a:blip r:embed="rId3"/>
          <a:stretch>
            <a:fillRect/>
          </a:stretch>
        </p:blipFill>
        <p:spPr>
          <a:xfrm>
            <a:off x="19672" y="1563638"/>
            <a:ext cx="9124328" cy="832063"/>
          </a:xfrm>
          <a:prstGeom prst="rect">
            <a:avLst/>
          </a:prstGeom>
        </p:spPr>
      </p:pic>
    </p:spTree>
    <p:extLst>
      <p:ext uri="{BB962C8B-B14F-4D97-AF65-F5344CB8AC3E}">
        <p14:creationId xmlns:p14="http://schemas.microsoft.com/office/powerpoint/2010/main" val="2431744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调度的基本准则</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36EE8E1C-EDA5-AB09-260F-DF048DEC0345}"/>
              </a:ext>
            </a:extLst>
          </p:cNvPr>
          <p:cNvPicPr>
            <a:picLocks noChangeAspect="1"/>
          </p:cNvPicPr>
          <p:nvPr/>
        </p:nvPicPr>
        <p:blipFill>
          <a:blip r:embed="rId3"/>
          <a:stretch>
            <a:fillRect/>
          </a:stretch>
        </p:blipFill>
        <p:spPr>
          <a:xfrm>
            <a:off x="1279465" y="843558"/>
            <a:ext cx="6585070" cy="2376264"/>
          </a:xfrm>
          <a:prstGeom prst="rect">
            <a:avLst/>
          </a:prstGeom>
        </p:spPr>
      </p:pic>
      <p:pic>
        <p:nvPicPr>
          <p:cNvPr id="3" name="图片 2">
            <a:extLst>
              <a:ext uri="{FF2B5EF4-FFF2-40B4-BE49-F238E27FC236}">
                <a16:creationId xmlns:a16="http://schemas.microsoft.com/office/drawing/2014/main" id="{97405A9C-A52C-329B-0DC0-884EA288A09A}"/>
              </a:ext>
            </a:extLst>
          </p:cNvPr>
          <p:cNvPicPr>
            <a:picLocks noChangeAspect="1"/>
          </p:cNvPicPr>
          <p:nvPr/>
        </p:nvPicPr>
        <p:blipFill>
          <a:blip r:embed="rId4"/>
          <a:stretch>
            <a:fillRect/>
          </a:stretch>
        </p:blipFill>
        <p:spPr>
          <a:xfrm>
            <a:off x="2218797" y="3579862"/>
            <a:ext cx="3984448" cy="576064"/>
          </a:xfrm>
          <a:prstGeom prst="rect">
            <a:avLst/>
          </a:prstGeom>
        </p:spPr>
      </p:pic>
    </p:spTree>
    <p:extLst>
      <p:ext uri="{BB962C8B-B14F-4D97-AF65-F5344CB8AC3E}">
        <p14:creationId xmlns:p14="http://schemas.microsoft.com/office/powerpoint/2010/main" val="14011888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调度的实现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F3F0E95C-681F-52D8-2452-F923A1B0B904}"/>
              </a:ext>
            </a:extLst>
          </p:cNvPr>
          <p:cNvSpPr txBox="1"/>
          <p:nvPr/>
        </p:nvSpPr>
        <p:spPr>
          <a:xfrm>
            <a:off x="395536" y="843558"/>
            <a:ext cx="4598534" cy="369332"/>
          </a:xfrm>
          <a:prstGeom prst="rect">
            <a:avLst/>
          </a:prstGeom>
          <a:noFill/>
        </p:spPr>
        <p:txBody>
          <a:bodyPr wrap="square">
            <a:spAutoFit/>
          </a:bodyPr>
          <a:lstStyle/>
          <a:p>
            <a:r>
              <a:rPr lang="zh-CN" altLang="en-US" sz="1800" b="1" dirty="0">
                <a:solidFill>
                  <a:srgbClr val="254061"/>
                </a:solidFill>
                <a:effectLst>
                  <a:outerShdw blurRad="38100" dist="38100" dir="2700000" algn="tl">
                    <a:srgbClr val="000000">
                      <a:alpha val="43137"/>
                    </a:srgbClr>
                  </a:outerShdw>
                </a:effectLst>
                <a:latin typeface="微软雅黑"/>
                <a:ea typeface="微软雅黑"/>
              </a:rPr>
              <a:t>调度</a:t>
            </a:r>
            <a:r>
              <a:rPr lang="zh-CN" altLang="en-US" b="1" dirty="0">
                <a:solidFill>
                  <a:srgbClr val="254061"/>
                </a:solidFill>
                <a:effectLst>
                  <a:outerShdw blurRad="38100" dist="38100" dir="2700000" algn="tl">
                    <a:srgbClr val="000000">
                      <a:alpha val="43137"/>
                    </a:srgbClr>
                  </a:outerShdw>
                </a:effectLst>
                <a:latin typeface="微软雅黑"/>
                <a:ea typeface="微软雅黑"/>
              </a:rPr>
              <a:t>程序（调度器）</a:t>
            </a:r>
            <a:endParaRPr lang="zh-CN" altLang="en-US" dirty="0"/>
          </a:p>
        </p:txBody>
      </p:sp>
      <p:pic>
        <p:nvPicPr>
          <p:cNvPr id="5" name="图片 4">
            <a:extLst>
              <a:ext uri="{FF2B5EF4-FFF2-40B4-BE49-F238E27FC236}">
                <a16:creationId xmlns:a16="http://schemas.microsoft.com/office/drawing/2014/main" id="{59D8899E-0990-792E-FD3D-81C4188E4BF6}"/>
              </a:ext>
            </a:extLst>
          </p:cNvPr>
          <p:cNvPicPr>
            <a:picLocks noChangeAspect="1"/>
          </p:cNvPicPr>
          <p:nvPr/>
        </p:nvPicPr>
        <p:blipFill>
          <a:blip r:embed="rId3"/>
          <a:stretch>
            <a:fillRect/>
          </a:stretch>
        </p:blipFill>
        <p:spPr>
          <a:xfrm>
            <a:off x="1619672" y="1420203"/>
            <a:ext cx="5785329" cy="2736304"/>
          </a:xfrm>
          <a:prstGeom prst="rect">
            <a:avLst/>
          </a:prstGeom>
        </p:spPr>
      </p:pic>
    </p:spTree>
    <p:extLst>
      <p:ext uri="{BB962C8B-B14F-4D97-AF65-F5344CB8AC3E}">
        <p14:creationId xmlns:p14="http://schemas.microsoft.com/office/powerpoint/2010/main" val="762781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调度的实现</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DD61AC87-99FA-0D40-90E2-95E280B89A77}"/>
              </a:ext>
            </a:extLst>
          </p:cNvPr>
          <p:cNvPicPr>
            <a:picLocks noChangeAspect="1"/>
          </p:cNvPicPr>
          <p:nvPr/>
        </p:nvPicPr>
        <p:blipFill>
          <a:blip r:embed="rId3"/>
          <a:stretch>
            <a:fillRect/>
          </a:stretch>
        </p:blipFill>
        <p:spPr>
          <a:xfrm>
            <a:off x="2051720" y="1536345"/>
            <a:ext cx="4881955" cy="1656184"/>
          </a:xfrm>
          <a:prstGeom prst="rect">
            <a:avLst/>
          </a:prstGeom>
        </p:spPr>
      </p:pic>
      <p:sp>
        <p:nvSpPr>
          <p:cNvPr id="3" name="文本框 2">
            <a:extLst>
              <a:ext uri="{FF2B5EF4-FFF2-40B4-BE49-F238E27FC236}">
                <a16:creationId xmlns:a16="http://schemas.microsoft.com/office/drawing/2014/main" id="{F3F0E95C-681F-52D8-2452-F923A1B0B904}"/>
              </a:ext>
            </a:extLst>
          </p:cNvPr>
          <p:cNvSpPr txBox="1"/>
          <p:nvPr/>
        </p:nvSpPr>
        <p:spPr>
          <a:xfrm>
            <a:off x="395536" y="843558"/>
            <a:ext cx="4598534" cy="369332"/>
          </a:xfrm>
          <a:prstGeom prst="rect">
            <a:avLst/>
          </a:prstGeom>
          <a:noFill/>
        </p:spPr>
        <p:txBody>
          <a:bodyPr wrap="square">
            <a:spAutoFit/>
          </a:bodyPr>
          <a:lstStyle/>
          <a:p>
            <a:r>
              <a:rPr lang="zh-CN" altLang="en-US" sz="1800" b="1" dirty="0">
                <a:solidFill>
                  <a:srgbClr val="254061"/>
                </a:solidFill>
                <a:effectLst>
                  <a:outerShdw blurRad="38100" dist="38100" dir="2700000" algn="tl">
                    <a:srgbClr val="000000">
                      <a:alpha val="43137"/>
                    </a:srgbClr>
                  </a:outerShdw>
                </a:effectLst>
                <a:latin typeface="微软雅黑"/>
                <a:ea typeface="微软雅黑"/>
              </a:rPr>
              <a:t>调度的时机、切换与过程</a:t>
            </a:r>
            <a:endParaRPr lang="zh-CN" altLang="en-US" dirty="0"/>
          </a:p>
        </p:txBody>
      </p:sp>
    </p:spTree>
    <p:extLst>
      <p:ext uri="{BB962C8B-B14F-4D97-AF65-F5344CB8AC3E}">
        <p14:creationId xmlns:p14="http://schemas.microsoft.com/office/powerpoint/2010/main" val="2766944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进程调度方式</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B3961FCD-B74E-367D-2459-1A23DED91BDE}"/>
              </a:ext>
            </a:extLst>
          </p:cNvPr>
          <p:cNvPicPr>
            <a:picLocks noChangeAspect="1"/>
          </p:cNvPicPr>
          <p:nvPr/>
        </p:nvPicPr>
        <p:blipFill>
          <a:blip r:embed="rId3"/>
          <a:stretch>
            <a:fillRect/>
          </a:stretch>
        </p:blipFill>
        <p:spPr>
          <a:xfrm>
            <a:off x="1" y="1419623"/>
            <a:ext cx="9144000" cy="1272886"/>
          </a:xfrm>
          <a:prstGeom prst="rect">
            <a:avLst/>
          </a:prstGeom>
        </p:spPr>
      </p:pic>
    </p:spTree>
    <p:extLst>
      <p:ext uri="{BB962C8B-B14F-4D97-AF65-F5344CB8AC3E}">
        <p14:creationId xmlns:p14="http://schemas.microsoft.com/office/powerpoint/2010/main" val="3977811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en-US" altLang="zh-CN" sz="2400" b="1" dirty="0">
                <a:solidFill>
                  <a:srgbClr val="254061"/>
                </a:solidFill>
                <a:effectLst>
                  <a:outerShdw blurRad="38100" dist="38100" dir="2700000" algn="tl">
                    <a:srgbClr val="000000">
                      <a:alpha val="43137"/>
                    </a:srgbClr>
                  </a:outerShdw>
                </a:effectLst>
                <a:latin typeface="微软雅黑"/>
                <a:ea typeface="微软雅黑"/>
              </a:rPr>
              <a:t>idle</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线程</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3" name="文本框 2">
            <a:extLst>
              <a:ext uri="{FF2B5EF4-FFF2-40B4-BE49-F238E27FC236}">
                <a16:creationId xmlns:a16="http://schemas.microsoft.com/office/drawing/2014/main" id="{D8AF4963-1AEE-F50E-C550-258DAB2E7BC8}"/>
              </a:ext>
            </a:extLst>
          </p:cNvPr>
          <p:cNvSpPr txBox="1"/>
          <p:nvPr/>
        </p:nvSpPr>
        <p:spPr>
          <a:xfrm>
            <a:off x="107504" y="915566"/>
            <a:ext cx="8784976" cy="461665"/>
          </a:xfrm>
          <a:prstGeom prst="rect">
            <a:avLst/>
          </a:prstGeom>
          <a:noFill/>
        </p:spPr>
        <p:txBody>
          <a:bodyPr wrap="square">
            <a:spAutoFit/>
          </a:bodyPr>
          <a:lstStyle/>
          <a:p>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调度的概念</a:t>
            </a:r>
            <a:endParaRPr lang="en-US" altLang="zh-CN" sz="24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AAC778B5-CC8A-18B9-8503-DD8B3094E499}"/>
              </a:ext>
            </a:extLst>
          </p:cNvPr>
          <p:cNvSpPr txBox="1"/>
          <p:nvPr/>
        </p:nvSpPr>
        <p:spPr>
          <a:xfrm>
            <a:off x="251520" y="1656552"/>
            <a:ext cx="7920880" cy="1631216"/>
          </a:xfrm>
          <a:prstGeom prst="rect">
            <a:avLst/>
          </a:prstGeom>
          <a:noFill/>
        </p:spPr>
        <p:txBody>
          <a:bodyPr wrap="square">
            <a:spAutoFit/>
          </a:bodyPr>
          <a:lstStyle/>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在进程切换时，如果系统中没有就绪进程，就会调度</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idle</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进程运行，如果没有其他进程就绪，该进程就一直运行，并在执行过程中测试中断。闲逛进程的优先级最低，没有就绪进程时才会运行闲逛进程，只要有进程就绪，就会立即让出处理机。</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idle</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进程不需要</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CPU</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之外的资源，它不会被阻塞。</a:t>
            </a:r>
          </a:p>
        </p:txBody>
      </p:sp>
    </p:spTree>
    <p:extLst>
      <p:ext uri="{BB962C8B-B14F-4D97-AF65-F5344CB8AC3E}">
        <p14:creationId xmlns:p14="http://schemas.microsoft.com/office/powerpoint/2010/main" val="1434408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两种线程的调度</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AAC778B5-CC8A-18B9-8503-DD8B3094E499}"/>
              </a:ext>
            </a:extLst>
          </p:cNvPr>
          <p:cNvSpPr txBox="1"/>
          <p:nvPr/>
        </p:nvSpPr>
        <p:spPr>
          <a:xfrm>
            <a:off x="611560" y="1131590"/>
            <a:ext cx="7920880" cy="3170099"/>
          </a:xfrm>
          <a:prstGeom prst="rect">
            <a:avLst/>
          </a:prstGeom>
          <a:noFill/>
        </p:spPr>
        <p:txBody>
          <a:bodyPr wrap="square">
            <a:spAutoFit/>
          </a:bodyPr>
          <a:lstStyle/>
          <a:p>
            <a:r>
              <a:rPr lang="en-US" altLang="zh-CN" sz="2000" b="1" dirty="0">
                <a:solidFill>
                  <a:srgbClr val="254061"/>
                </a:solidFill>
                <a:effectLst>
                  <a:outerShdw blurRad="38100" dist="38100" dir="2700000" algn="tl">
                    <a:srgbClr val="000000">
                      <a:alpha val="43137"/>
                    </a:srgbClr>
                  </a:outerShdw>
                </a:effectLst>
                <a:latin typeface="微软雅黑"/>
                <a:ea typeface="微软雅黑"/>
              </a:rPr>
              <a:t>1)</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用户级线程调度。由于内核并不知道线程的存在，所以内核还是和以前一样，选择一个进程，并给予时间控制。由进程中的调度程序决定哪个线程运行。</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000" b="1" dirty="0">
              <a:solidFill>
                <a:srgbClr val="254061"/>
              </a:solidFill>
              <a:effectLst>
                <a:outerShdw blurRad="38100" dist="38100" dir="2700000" algn="tl">
                  <a:srgbClr val="000000">
                    <a:alpha val="43137"/>
                  </a:srgbClr>
                </a:outerShdw>
              </a:effectLst>
              <a:latin typeface="微软雅黑"/>
              <a:ea typeface="微软雅黑"/>
            </a:endParaRPr>
          </a:p>
          <a:p>
            <a:r>
              <a:rPr lang="en-US" altLang="zh-CN" sz="2000" b="1" dirty="0">
                <a:solidFill>
                  <a:srgbClr val="254061"/>
                </a:solidFill>
                <a:effectLst>
                  <a:outerShdw blurRad="38100" dist="38100" dir="2700000" algn="tl">
                    <a:srgbClr val="000000">
                      <a:alpha val="43137"/>
                    </a:srgbClr>
                  </a:outerShdw>
                </a:effectLst>
                <a:latin typeface="微软雅黑"/>
                <a:ea typeface="微软雅黑"/>
              </a:rPr>
              <a:t>2)</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内核级线程调度。内核选择一个特定线程运行，通常不用考虑该线程属于哪个进程。对被选择的线程赋予一个时间片，如果超过了时间片，就会强制挂起该线程。</a:t>
            </a: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用户级线程的线程切换在同一进程中进行，仅需少量的机器指令：内核级线程的线程切换需要完整的上下文切换、修改内存映像、使高速缓存失效，这就导致了若干数量级的延迟。</a:t>
            </a:r>
          </a:p>
        </p:txBody>
      </p:sp>
    </p:spTree>
    <p:extLst>
      <p:ext uri="{BB962C8B-B14F-4D97-AF65-F5344CB8AC3E}">
        <p14:creationId xmlns:p14="http://schemas.microsoft.com/office/powerpoint/2010/main" val="9341550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典型调度算法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BB18757A-4900-3BDA-2F63-339D8438BD53}"/>
              </a:ext>
            </a:extLst>
          </p:cNvPr>
          <p:cNvPicPr>
            <a:picLocks noChangeAspect="1"/>
          </p:cNvPicPr>
          <p:nvPr/>
        </p:nvPicPr>
        <p:blipFill>
          <a:blip r:embed="rId3"/>
          <a:stretch>
            <a:fillRect/>
          </a:stretch>
        </p:blipFill>
        <p:spPr>
          <a:xfrm>
            <a:off x="1016203" y="636245"/>
            <a:ext cx="6476351" cy="2018754"/>
          </a:xfrm>
          <a:prstGeom prst="rect">
            <a:avLst/>
          </a:prstGeom>
        </p:spPr>
      </p:pic>
      <p:pic>
        <p:nvPicPr>
          <p:cNvPr id="3" name="图片 2">
            <a:extLst>
              <a:ext uri="{FF2B5EF4-FFF2-40B4-BE49-F238E27FC236}">
                <a16:creationId xmlns:a16="http://schemas.microsoft.com/office/drawing/2014/main" id="{C544E83C-5B77-6E46-C5E5-57A0664AB1F7}"/>
              </a:ext>
            </a:extLst>
          </p:cNvPr>
          <p:cNvPicPr>
            <a:picLocks noChangeAspect="1"/>
          </p:cNvPicPr>
          <p:nvPr/>
        </p:nvPicPr>
        <p:blipFill>
          <a:blip r:embed="rId4"/>
          <a:stretch>
            <a:fillRect/>
          </a:stretch>
        </p:blipFill>
        <p:spPr>
          <a:xfrm>
            <a:off x="1636922" y="2715766"/>
            <a:ext cx="5850561" cy="1728192"/>
          </a:xfrm>
          <a:prstGeom prst="rect">
            <a:avLst/>
          </a:prstGeom>
        </p:spPr>
      </p:pic>
    </p:spTree>
    <p:extLst>
      <p:ext uri="{BB962C8B-B14F-4D97-AF65-F5344CB8AC3E}">
        <p14:creationId xmlns:p14="http://schemas.microsoft.com/office/powerpoint/2010/main" val="37037492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典型调度算法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CBA3AEF9-B09B-643F-B818-F09B6F9564C7}"/>
              </a:ext>
            </a:extLst>
          </p:cNvPr>
          <p:cNvPicPr>
            <a:picLocks noChangeAspect="1"/>
          </p:cNvPicPr>
          <p:nvPr/>
        </p:nvPicPr>
        <p:blipFill>
          <a:blip r:embed="rId3"/>
          <a:stretch>
            <a:fillRect/>
          </a:stretch>
        </p:blipFill>
        <p:spPr>
          <a:xfrm>
            <a:off x="256376" y="699542"/>
            <a:ext cx="8631248" cy="1728192"/>
          </a:xfrm>
          <a:prstGeom prst="rect">
            <a:avLst/>
          </a:prstGeom>
        </p:spPr>
      </p:pic>
      <p:pic>
        <p:nvPicPr>
          <p:cNvPr id="4" name="图片 3">
            <a:extLst>
              <a:ext uri="{FF2B5EF4-FFF2-40B4-BE49-F238E27FC236}">
                <a16:creationId xmlns:a16="http://schemas.microsoft.com/office/drawing/2014/main" id="{D8E6CDD8-94F5-062E-3981-C6022980B493}"/>
              </a:ext>
            </a:extLst>
          </p:cNvPr>
          <p:cNvPicPr>
            <a:picLocks noChangeAspect="1"/>
          </p:cNvPicPr>
          <p:nvPr/>
        </p:nvPicPr>
        <p:blipFill>
          <a:blip r:embed="rId4"/>
          <a:stretch>
            <a:fillRect/>
          </a:stretch>
        </p:blipFill>
        <p:spPr>
          <a:xfrm>
            <a:off x="467544" y="2571750"/>
            <a:ext cx="5275461" cy="1584176"/>
          </a:xfrm>
          <a:prstGeom prst="rect">
            <a:avLst/>
          </a:prstGeom>
        </p:spPr>
      </p:pic>
    </p:spTree>
    <p:extLst>
      <p:ext uri="{BB962C8B-B14F-4D97-AF65-F5344CB8AC3E}">
        <p14:creationId xmlns:p14="http://schemas.microsoft.com/office/powerpoint/2010/main" val="24347785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典型调度算法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80259AA6-6111-D115-09E0-FF11D4D16D0C}"/>
              </a:ext>
            </a:extLst>
          </p:cNvPr>
          <p:cNvPicPr>
            <a:picLocks noChangeAspect="1"/>
          </p:cNvPicPr>
          <p:nvPr/>
        </p:nvPicPr>
        <p:blipFill>
          <a:blip r:embed="rId3"/>
          <a:stretch>
            <a:fillRect/>
          </a:stretch>
        </p:blipFill>
        <p:spPr>
          <a:xfrm>
            <a:off x="1193094" y="1167594"/>
            <a:ext cx="6757811" cy="2808312"/>
          </a:xfrm>
          <a:prstGeom prst="rect">
            <a:avLst/>
          </a:prstGeom>
        </p:spPr>
      </p:pic>
    </p:spTree>
    <p:extLst>
      <p:ext uri="{BB962C8B-B14F-4D97-AF65-F5344CB8AC3E}">
        <p14:creationId xmlns:p14="http://schemas.microsoft.com/office/powerpoint/2010/main" val="3476568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典型调度算法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C593E212-1064-4BF3-4084-96AB5413D7F7}"/>
              </a:ext>
            </a:extLst>
          </p:cNvPr>
          <p:cNvPicPr>
            <a:picLocks noChangeAspect="1"/>
          </p:cNvPicPr>
          <p:nvPr/>
        </p:nvPicPr>
        <p:blipFill>
          <a:blip r:embed="rId3"/>
          <a:stretch>
            <a:fillRect/>
          </a:stretch>
        </p:blipFill>
        <p:spPr>
          <a:xfrm>
            <a:off x="212686" y="1707654"/>
            <a:ext cx="8718628" cy="1728192"/>
          </a:xfrm>
          <a:prstGeom prst="rect">
            <a:avLst/>
          </a:prstGeom>
        </p:spPr>
      </p:pic>
    </p:spTree>
    <p:extLst>
      <p:ext uri="{BB962C8B-B14F-4D97-AF65-F5344CB8AC3E}">
        <p14:creationId xmlns:p14="http://schemas.microsoft.com/office/powerpoint/2010/main" val="3600263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典型调度算法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4" name="图片 3">
            <a:extLst>
              <a:ext uri="{FF2B5EF4-FFF2-40B4-BE49-F238E27FC236}">
                <a16:creationId xmlns:a16="http://schemas.microsoft.com/office/drawing/2014/main" id="{1F81998A-60DA-E324-B11F-579AAC1F13F8}"/>
              </a:ext>
            </a:extLst>
          </p:cNvPr>
          <p:cNvPicPr>
            <a:picLocks noChangeAspect="1"/>
          </p:cNvPicPr>
          <p:nvPr/>
        </p:nvPicPr>
        <p:blipFill>
          <a:blip r:embed="rId3"/>
          <a:stretch>
            <a:fillRect/>
          </a:stretch>
        </p:blipFill>
        <p:spPr>
          <a:xfrm>
            <a:off x="351218" y="1851670"/>
            <a:ext cx="8441563" cy="1219234"/>
          </a:xfrm>
          <a:prstGeom prst="rect">
            <a:avLst/>
          </a:prstGeom>
        </p:spPr>
      </p:pic>
    </p:spTree>
    <p:extLst>
      <p:ext uri="{BB962C8B-B14F-4D97-AF65-F5344CB8AC3E}">
        <p14:creationId xmlns:p14="http://schemas.microsoft.com/office/powerpoint/2010/main" val="3917883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典型调度算法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3" name="图片 2">
            <a:extLst>
              <a:ext uri="{FF2B5EF4-FFF2-40B4-BE49-F238E27FC236}">
                <a16:creationId xmlns:a16="http://schemas.microsoft.com/office/drawing/2014/main" id="{F3B6453C-36A5-322E-4D76-C52BCB6011BE}"/>
              </a:ext>
            </a:extLst>
          </p:cNvPr>
          <p:cNvPicPr>
            <a:picLocks noChangeAspect="1"/>
          </p:cNvPicPr>
          <p:nvPr/>
        </p:nvPicPr>
        <p:blipFill>
          <a:blip r:embed="rId3"/>
          <a:stretch>
            <a:fillRect/>
          </a:stretch>
        </p:blipFill>
        <p:spPr>
          <a:xfrm>
            <a:off x="45318" y="771550"/>
            <a:ext cx="9053363" cy="2107709"/>
          </a:xfrm>
          <a:prstGeom prst="rect">
            <a:avLst/>
          </a:prstGeom>
        </p:spPr>
      </p:pic>
      <p:pic>
        <p:nvPicPr>
          <p:cNvPr id="4" name="图片 3">
            <a:extLst>
              <a:ext uri="{FF2B5EF4-FFF2-40B4-BE49-F238E27FC236}">
                <a16:creationId xmlns:a16="http://schemas.microsoft.com/office/drawing/2014/main" id="{842D91CD-38F2-24D2-26C7-14245BBAE92C}"/>
              </a:ext>
            </a:extLst>
          </p:cNvPr>
          <p:cNvPicPr>
            <a:picLocks noChangeAspect="1"/>
          </p:cNvPicPr>
          <p:nvPr/>
        </p:nvPicPr>
        <p:blipFill>
          <a:blip r:embed="rId4"/>
          <a:stretch>
            <a:fillRect/>
          </a:stretch>
        </p:blipFill>
        <p:spPr>
          <a:xfrm>
            <a:off x="2627784" y="2931790"/>
            <a:ext cx="3346622" cy="1860646"/>
          </a:xfrm>
          <a:prstGeom prst="rect">
            <a:avLst/>
          </a:prstGeom>
        </p:spPr>
      </p:pic>
    </p:spTree>
    <p:extLst>
      <p:ext uri="{BB962C8B-B14F-4D97-AF65-F5344CB8AC3E}">
        <p14:creationId xmlns:p14="http://schemas.microsoft.com/office/powerpoint/2010/main" val="9195348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典型调度算法</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pic>
        <p:nvPicPr>
          <p:cNvPr id="7" name="图片 6">
            <a:extLst>
              <a:ext uri="{FF2B5EF4-FFF2-40B4-BE49-F238E27FC236}">
                <a16:creationId xmlns:a16="http://schemas.microsoft.com/office/drawing/2014/main" id="{884DF628-DB4E-9202-1413-26F8AED1C8B4}"/>
              </a:ext>
            </a:extLst>
          </p:cNvPr>
          <p:cNvPicPr>
            <a:picLocks noChangeAspect="1"/>
          </p:cNvPicPr>
          <p:nvPr/>
        </p:nvPicPr>
        <p:blipFill>
          <a:blip r:embed="rId3"/>
          <a:stretch>
            <a:fillRect/>
          </a:stretch>
        </p:blipFill>
        <p:spPr>
          <a:xfrm>
            <a:off x="539552" y="1347614"/>
            <a:ext cx="8237616" cy="2736304"/>
          </a:xfrm>
          <a:prstGeom prst="rect">
            <a:avLst/>
          </a:prstGeom>
        </p:spPr>
      </p:pic>
    </p:spTree>
    <p:extLst>
      <p:ext uri="{BB962C8B-B14F-4D97-AF65-F5344CB8AC3E}">
        <p14:creationId xmlns:p14="http://schemas.microsoft.com/office/powerpoint/2010/main" val="85763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进程切换</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AAC778B5-CC8A-18B9-8503-DD8B3094E499}"/>
              </a:ext>
            </a:extLst>
          </p:cNvPr>
          <p:cNvSpPr txBox="1"/>
          <p:nvPr/>
        </p:nvSpPr>
        <p:spPr>
          <a:xfrm>
            <a:off x="611560" y="636245"/>
            <a:ext cx="7920880" cy="3600986"/>
          </a:xfrm>
          <a:prstGeom prst="rect">
            <a:avLst/>
          </a:prstGeom>
          <a:noFill/>
        </p:spPr>
        <p:txBody>
          <a:bodyPr wrap="square">
            <a:spAutoFit/>
          </a:bodyPr>
          <a:lstStyle/>
          <a:p>
            <a:pPr marL="457200" indent="-457200">
              <a:buAutoNum type="arabicParenR"/>
            </a:pPr>
            <a:r>
              <a:rPr lang="zh-CN" altLang="en-US" sz="2000" b="1" dirty="0">
                <a:solidFill>
                  <a:srgbClr val="254061"/>
                </a:solidFill>
                <a:effectLst>
                  <a:outerShdw blurRad="38100" dist="38100" dir="2700000" algn="tl">
                    <a:srgbClr val="000000">
                      <a:alpha val="43137"/>
                    </a:srgbClr>
                  </a:outerShdw>
                </a:effectLst>
                <a:latin typeface="微软雅黑"/>
                <a:ea typeface="微软雅黑"/>
              </a:rPr>
              <a:t>上下文切换</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1600" b="1" dirty="0">
                <a:solidFill>
                  <a:srgbClr val="254061"/>
                </a:solidFill>
                <a:effectLst>
                  <a:outerShdw blurRad="38100" dist="38100" dir="2700000" algn="tl">
                    <a:srgbClr val="000000">
                      <a:alpha val="43137"/>
                    </a:srgbClr>
                  </a:outerShdw>
                </a:effectLst>
                <a:latin typeface="微软雅黑"/>
                <a:ea typeface="微软雅黑"/>
              </a:rPr>
              <a:t>切换</a:t>
            </a:r>
            <a:r>
              <a:rPr lang="en-US" altLang="zh-CN" sz="1600" b="1" dirty="0">
                <a:solidFill>
                  <a:srgbClr val="254061"/>
                </a:solidFill>
                <a:effectLst>
                  <a:outerShdw blurRad="38100" dist="38100" dir="2700000" algn="tl">
                    <a:srgbClr val="000000">
                      <a:alpha val="43137"/>
                    </a:srgbClr>
                  </a:outerShdw>
                </a:effectLst>
                <a:latin typeface="微软雅黑"/>
                <a:ea typeface="微软雅黑"/>
              </a:rPr>
              <a:t>CPU</a:t>
            </a:r>
            <a:r>
              <a:rPr lang="zh-CN" altLang="en-US" sz="1600" b="1" dirty="0">
                <a:solidFill>
                  <a:srgbClr val="254061"/>
                </a:solidFill>
                <a:effectLst>
                  <a:outerShdw blurRad="38100" dist="38100" dir="2700000" algn="tl">
                    <a:srgbClr val="000000">
                      <a:alpha val="43137"/>
                    </a:srgbClr>
                  </a:outerShdw>
                </a:effectLst>
                <a:latin typeface="微软雅黑"/>
                <a:ea typeface="微软雅黑"/>
              </a:rPr>
              <a:t>到另一个进程需要保存当前进程状态并恢复另一个进程的状态，这个任务称为上下文切换。上下文是指某一时刻</a:t>
            </a:r>
            <a:r>
              <a:rPr lang="en-US" altLang="zh-CN" sz="1600" b="1" dirty="0">
                <a:solidFill>
                  <a:srgbClr val="254061"/>
                </a:solidFill>
                <a:effectLst>
                  <a:outerShdw blurRad="38100" dist="38100" dir="2700000" algn="tl">
                    <a:srgbClr val="000000">
                      <a:alpha val="43137"/>
                    </a:srgbClr>
                  </a:outerShdw>
                </a:effectLst>
                <a:latin typeface="微软雅黑"/>
                <a:ea typeface="微软雅黑"/>
              </a:rPr>
              <a:t>CPU</a:t>
            </a:r>
            <a:r>
              <a:rPr lang="zh-CN" altLang="en-US" sz="1600" b="1" dirty="0">
                <a:solidFill>
                  <a:srgbClr val="254061"/>
                </a:solidFill>
                <a:effectLst>
                  <a:outerShdw blurRad="38100" dist="38100" dir="2700000" algn="tl">
                    <a:srgbClr val="000000">
                      <a:alpha val="43137"/>
                    </a:srgbClr>
                  </a:outerShdw>
                </a:effectLst>
                <a:latin typeface="微软雅黑"/>
                <a:ea typeface="微软雅黑"/>
              </a:rPr>
              <a:t>寄存器和程序计数器的内容。</a:t>
            </a:r>
            <a:endParaRPr lang="en-US" altLang="zh-CN" sz="1600" b="1" dirty="0">
              <a:solidFill>
                <a:srgbClr val="254061"/>
              </a:solidFill>
              <a:effectLst>
                <a:outerShdw blurRad="38100" dist="38100" dir="2700000" algn="tl">
                  <a:srgbClr val="000000">
                    <a:alpha val="43137"/>
                  </a:srgbClr>
                </a:outerShdw>
              </a:effectLst>
              <a:latin typeface="微软雅黑"/>
              <a:ea typeface="微软雅黑"/>
            </a:endParaRPr>
          </a:p>
          <a:p>
            <a:pPr marL="457200" indent="-457200">
              <a:buAutoNum type="arabicParenR"/>
            </a:pP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r>
              <a:rPr lang="en-US" altLang="zh-CN" sz="2000" b="1" dirty="0">
                <a:solidFill>
                  <a:srgbClr val="254061"/>
                </a:solidFill>
                <a:effectLst>
                  <a:outerShdw blurRad="38100" dist="38100" dir="2700000" algn="tl">
                    <a:srgbClr val="000000">
                      <a:alpha val="43137"/>
                    </a:srgbClr>
                  </a:outerShdw>
                </a:effectLst>
                <a:latin typeface="微软雅黑"/>
                <a:ea typeface="微软雅黑"/>
              </a:rPr>
              <a:t>2)</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 上下文切换的消耗</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1600" b="1" dirty="0">
                <a:solidFill>
                  <a:srgbClr val="254061"/>
                </a:solidFill>
                <a:effectLst>
                  <a:outerShdw blurRad="38100" dist="38100" dir="2700000" algn="tl">
                    <a:srgbClr val="000000">
                      <a:alpha val="43137"/>
                    </a:srgbClr>
                  </a:outerShdw>
                </a:effectLst>
                <a:latin typeface="微软雅黑"/>
                <a:ea typeface="微软雅黑"/>
              </a:rPr>
              <a:t>上下文切换通常是计算密集型的，即它需要相当可观的</a:t>
            </a:r>
            <a:r>
              <a:rPr lang="en-US" altLang="zh-CN" sz="1600" b="1" dirty="0">
                <a:solidFill>
                  <a:srgbClr val="254061"/>
                </a:solidFill>
                <a:effectLst>
                  <a:outerShdw blurRad="38100" dist="38100" dir="2700000" algn="tl">
                    <a:srgbClr val="000000">
                      <a:alpha val="43137"/>
                    </a:srgbClr>
                  </a:outerShdw>
                </a:effectLst>
                <a:latin typeface="微软雅黑"/>
                <a:ea typeface="微软雅黑"/>
              </a:rPr>
              <a:t>CPU</a:t>
            </a:r>
            <a:r>
              <a:rPr lang="zh-CN" altLang="en-US" sz="1600" b="1" dirty="0">
                <a:solidFill>
                  <a:srgbClr val="254061"/>
                </a:solidFill>
                <a:effectLst>
                  <a:outerShdw blurRad="38100" dist="38100" dir="2700000" algn="tl">
                    <a:srgbClr val="000000">
                      <a:alpha val="43137"/>
                    </a:srgbClr>
                  </a:outerShdw>
                </a:effectLst>
                <a:latin typeface="微软雅黑"/>
                <a:ea typeface="微软雅黑"/>
              </a:rPr>
              <a:t>时间，在每秒几十上百次的切换中，每次切换都需要纳秒量级的时间，所以上下文切换对系统来说意味着消耗大量的</a:t>
            </a:r>
            <a:r>
              <a:rPr lang="en-US" altLang="zh-CN" sz="1600" b="1" dirty="0">
                <a:solidFill>
                  <a:srgbClr val="254061"/>
                </a:solidFill>
                <a:effectLst>
                  <a:outerShdw blurRad="38100" dist="38100" dir="2700000" algn="tl">
                    <a:srgbClr val="000000">
                      <a:alpha val="43137"/>
                    </a:srgbClr>
                  </a:outerShdw>
                </a:effectLst>
                <a:latin typeface="微软雅黑"/>
                <a:ea typeface="微软雅黑"/>
              </a:rPr>
              <a:t>CPU</a:t>
            </a:r>
            <a:r>
              <a:rPr lang="zh-CN" altLang="en-US" sz="1600" b="1" dirty="0">
                <a:solidFill>
                  <a:srgbClr val="254061"/>
                </a:solidFill>
                <a:effectLst>
                  <a:outerShdw blurRad="38100" dist="38100" dir="2700000" algn="tl">
                    <a:srgbClr val="000000">
                      <a:alpha val="43137"/>
                    </a:srgbClr>
                  </a:outerShdw>
                </a:effectLst>
                <a:latin typeface="微软雅黑"/>
                <a:ea typeface="微软雅黑"/>
              </a:rPr>
              <a:t>时间。有些处理器提供多个寄存器组，这样，上下文切换就只需要简单改变当前寄存器组的指针。</a:t>
            </a:r>
          </a:p>
          <a:p>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r>
              <a:rPr lang="en-US" altLang="zh-CN" sz="2000" b="1" dirty="0">
                <a:solidFill>
                  <a:srgbClr val="254061"/>
                </a:solidFill>
                <a:effectLst>
                  <a:outerShdw blurRad="38100" dist="38100" dir="2700000" algn="tl">
                    <a:srgbClr val="000000">
                      <a:alpha val="43137"/>
                    </a:srgbClr>
                  </a:outerShdw>
                </a:effectLst>
                <a:latin typeface="微软雅黑"/>
                <a:ea typeface="微软雅黑"/>
              </a:rPr>
              <a:t>3) </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上下文切换与模式切换</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1600" b="1" dirty="0">
                <a:solidFill>
                  <a:srgbClr val="254061"/>
                </a:solidFill>
                <a:effectLst>
                  <a:outerShdw blurRad="38100" dist="38100" dir="2700000" algn="tl">
                    <a:srgbClr val="000000">
                      <a:alpha val="43137"/>
                    </a:srgbClr>
                  </a:outerShdw>
                </a:effectLst>
                <a:latin typeface="微软雅黑"/>
                <a:ea typeface="微软雅黑"/>
              </a:rPr>
              <a:t>用户态和内核态之间的切换称为模式切换， 而不是上下文切换， 因为没有改变当前的进程。</a:t>
            </a:r>
          </a:p>
        </p:txBody>
      </p:sp>
    </p:spTree>
    <p:extLst>
      <p:ext uri="{BB962C8B-B14F-4D97-AF65-F5344CB8AC3E}">
        <p14:creationId xmlns:p14="http://schemas.microsoft.com/office/powerpoint/2010/main" val="648994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为什么要进行处理机调度？</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AAC778B5-CC8A-18B9-8503-DD8B3094E499}"/>
              </a:ext>
            </a:extLst>
          </p:cNvPr>
          <p:cNvSpPr txBox="1"/>
          <p:nvPr/>
        </p:nvSpPr>
        <p:spPr>
          <a:xfrm>
            <a:off x="683568" y="1419622"/>
            <a:ext cx="7920880" cy="2246769"/>
          </a:xfrm>
          <a:prstGeom prst="rect">
            <a:avLst/>
          </a:prstGeom>
          <a:noFill/>
        </p:spPr>
        <p:txBody>
          <a:bodyPr wrap="square">
            <a:spAutoFit/>
          </a:bodyPr>
          <a:lstStyle/>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若没有处理机调度，意味着要等到当前运行的进程执行完毕后，下一个进程才能执行，而实际情况中，进程时常需要等待一些外部设备的输入，而外部设备的速度与处理机相比是非常缓慢的，若让处理机总是等待外部设备，则对处理机的资源是极大的浪费。而引进处理机调度后，可在运行进程等待外部设备时，把处理机调度给其他进程，从而提高处理机的利用率。用一句简单的话说，就是为了合理地处理计算机的软</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硬件资源。</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21696620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调度算法有哪几种？ </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AAC778B5-CC8A-18B9-8503-DD8B3094E499}"/>
              </a:ext>
            </a:extLst>
          </p:cNvPr>
          <p:cNvSpPr txBox="1"/>
          <p:nvPr/>
        </p:nvSpPr>
        <p:spPr>
          <a:xfrm>
            <a:off x="611560" y="915566"/>
            <a:ext cx="7920880" cy="3785652"/>
          </a:xfrm>
          <a:prstGeom prst="rect">
            <a:avLst/>
          </a:prstGeom>
          <a:noFill/>
        </p:spPr>
        <p:txBody>
          <a:bodyPr wrap="square">
            <a:spAutoFit/>
          </a:bodyPr>
          <a:lstStyle/>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本节介绍的调度算法有先来先服务调度算法、短作业优先调度算法、优先级调度算法、高响应比优先调度算法、时间片轮转调度算法、多级反馈队列调度算法</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6</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种。</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endParaRPr lang="zh-CN" altLang="en-US" sz="20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先来先服务算法和短作业优先算法无法保证及时地接收和处理问题，因此无法保证在规定的时间间隔内响应每个用户的需求，也同样无法达到实时操作系统的及时性需求。优先级调度算法按照任务的优先级进行调度，对于更紧急的任务给予更高的优先级，适合实时操作系统。</a:t>
            </a:r>
          </a:p>
          <a:p>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高响应比优先调度算法、时间片轮转调度算法、多级反馈队列调度算法都能保证每个任务在一定时间内分配到时间片，并轮流占用</a:t>
            </a:r>
            <a:r>
              <a:rPr lang="en-US" altLang="zh-CN" sz="2000" b="1" dirty="0">
                <a:solidFill>
                  <a:srgbClr val="254061"/>
                </a:solidFill>
                <a:effectLst>
                  <a:outerShdw blurRad="38100" dist="38100" dir="2700000" algn="tl">
                    <a:srgbClr val="000000">
                      <a:alpha val="43137"/>
                    </a:srgbClr>
                  </a:outerShdw>
                </a:effectLst>
                <a:latin typeface="微软雅黑"/>
                <a:ea typeface="微软雅黑"/>
              </a:rPr>
              <a:t>CPU,</a:t>
            </a:r>
            <a:r>
              <a:rPr lang="zh-CN" altLang="en-US" sz="2000" b="1" dirty="0">
                <a:solidFill>
                  <a:srgbClr val="254061"/>
                </a:solidFill>
                <a:effectLst>
                  <a:outerShdw blurRad="38100" dist="38100" dir="2700000" algn="tl">
                    <a:srgbClr val="000000">
                      <a:alpha val="43137"/>
                    </a:srgbClr>
                  </a:outerShdw>
                </a:effectLst>
                <a:latin typeface="微软雅黑"/>
                <a:ea typeface="微软雅黑"/>
              </a:rPr>
              <a:t>适合分时操作系统。</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28806848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3"/>
          <p:cNvSpPr txBox="1"/>
          <p:nvPr/>
        </p:nvSpPr>
        <p:spPr>
          <a:xfrm>
            <a:off x="107504" y="51470"/>
            <a:ext cx="7385050" cy="584775"/>
          </a:xfrm>
          <a:prstGeom prst="rect">
            <a:avLst/>
          </a:prstGeom>
          <a:noFill/>
        </p:spPr>
        <p:txBody>
          <a:bodyPr wrap="square">
            <a:spAutoFit/>
          </a:bodyPr>
          <a:lstStyle/>
          <a:p>
            <a:pPr lvl="0"/>
            <a:r>
              <a:rPr lang="en-US" sz="3200" b="1" dirty="0">
                <a:solidFill>
                  <a:srgbClr val="C00000"/>
                </a:solidFill>
                <a:effectLst>
                  <a:outerShdw blurRad="38100" dist="38100" dir="2700000" algn="tl">
                    <a:srgbClr val="000000">
                      <a:alpha val="43137"/>
                    </a:srgbClr>
                  </a:outerShdw>
                </a:effectLst>
                <a:latin typeface="Arial Black"/>
                <a:ea typeface="等线 Light"/>
              </a:rPr>
              <a:t>1 </a:t>
            </a:r>
            <a:r>
              <a:rPr lang="zh-CN" altLang="en-US" sz="2400" b="1" dirty="0">
                <a:solidFill>
                  <a:srgbClr val="254061"/>
                </a:solidFill>
                <a:effectLst>
                  <a:outerShdw blurRad="38100" dist="38100" dir="2700000" algn="tl">
                    <a:srgbClr val="000000">
                      <a:alpha val="43137"/>
                    </a:srgbClr>
                  </a:outerShdw>
                </a:effectLst>
                <a:latin typeface="微软雅黑"/>
                <a:ea typeface="微软雅黑"/>
              </a:rPr>
              <a:t>小结</a:t>
            </a:r>
            <a:endParaRPr lang="zh-CN" sz="2000" b="1" dirty="0">
              <a:solidFill>
                <a:srgbClr val="254061"/>
              </a:solidFill>
              <a:effectLst>
                <a:outerShdw blurRad="38100" dist="38100" dir="2700000" algn="tl">
                  <a:srgbClr val="000000">
                    <a:alpha val="43137"/>
                  </a:srgbClr>
                </a:outerShdw>
              </a:effectLst>
              <a:latin typeface="微软雅黑"/>
              <a:ea typeface="微软雅黑"/>
            </a:endParaRPr>
          </a:p>
        </p:txBody>
      </p:sp>
      <p:sp>
        <p:nvSpPr>
          <p:cNvPr id="5" name="文本框 4">
            <a:extLst>
              <a:ext uri="{FF2B5EF4-FFF2-40B4-BE49-F238E27FC236}">
                <a16:creationId xmlns:a16="http://schemas.microsoft.com/office/drawing/2014/main" id="{AAC778B5-CC8A-18B9-8503-DD8B3094E499}"/>
              </a:ext>
            </a:extLst>
          </p:cNvPr>
          <p:cNvSpPr txBox="1"/>
          <p:nvPr/>
        </p:nvSpPr>
        <p:spPr>
          <a:xfrm>
            <a:off x="611560" y="1448365"/>
            <a:ext cx="7920880" cy="2246769"/>
          </a:xfrm>
          <a:prstGeom prst="rect">
            <a:avLst/>
          </a:prstGeom>
          <a:noFill/>
        </p:spPr>
        <p:txBody>
          <a:bodyPr wrap="square">
            <a:spAutoFit/>
          </a:bodyPr>
          <a:lstStyle/>
          <a:p>
            <a:r>
              <a:rPr lang="zh-CN" altLang="en-US" sz="2000" b="1" dirty="0">
                <a:solidFill>
                  <a:srgbClr val="254061"/>
                </a:solidFill>
                <a:effectLst>
                  <a:outerShdw blurRad="38100" dist="38100" dir="2700000" algn="tl">
                    <a:srgbClr val="000000">
                      <a:alpha val="43137"/>
                    </a:srgbClr>
                  </a:outerShdw>
                </a:effectLst>
                <a:latin typeface="微软雅黑"/>
                <a:ea typeface="微软雅黑"/>
              </a:rPr>
              <a:t>本章主要介绍了处理机调度的概念。操作系统主要管理处理机、内存、文件、设备几种资源，只要对资源的请求大于资源本身的数量，就会涉及调度。例如，在单处理机系统中，处理机只有一个，而请求服务的进程却有多个，所以就有处理机调度的概念出现。而出现调度的概念后，又有了一个问题，即如何调度、应该满足谁、应该让谁等待，这是调度算法所回答的问题：而应该满足谁、应该让谁等待，要遵循一定的准则，即调度的准则。</a:t>
            </a:r>
            <a:endParaRPr lang="en-US" altLang="zh-CN" sz="2000" b="1" dirty="0">
              <a:solidFill>
                <a:srgbClr val="254061"/>
              </a:solidFill>
              <a:effectLst>
                <a:outerShdw blurRad="38100" dist="38100" dir="2700000" algn="tl">
                  <a:srgbClr val="000000">
                    <a:alpha val="43137"/>
                  </a:srgbClr>
                </a:outerShdw>
              </a:effectLst>
              <a:latin typeface="微软雅黑"/>
              <a:ea typeface="微软雅黑"/>
            </a:endParaRPr>
          </a:p>
        </p:txBody>
      </p:sp>
    </p:spTree>
    <p:extLst>
      <p:ext uri="{BB962C8B-B14F-4D97-AF65-F5344CB8AC3E}">
        <p14:creationId xmlns:p14="http://schemas.microsoft.com/office/powerpoint/2010/main" val="33966074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4">
            <a:extLst>
              <a:ext uri="{FF2B5EF4-FFF2-40B4-BE49-F238E27FC236}">
                <a16:creationId xmlns:a16="http://schemas.microsoft.com/office/drawing/2014/main" id="{D59E8CDF-B620-4E8C-B787-7128127C8336}"/>
              </a:ext>
            </a:extLst>
          </p:cNvPr>
          <p:cNvSpPr/>
          <p:nvPr>
            <p:custDataLst>
              <p:tags r:id="rId1"/>
            </p:custDataLst>
          </p:nvPr>
        </p:nvSpPr>
        <p:spPr>
          <a:xfrm>
            <a:off x="-36512" y="1635646"/>
            <a:ext cx="9180512" cy="1667152"/>
          </a:xfrm>
          <a:prstGeom prst="rect">
            <a:avLst/>
          </a:prstGeom>
          <a:solidFill>
            <a:srgbClr val="002060"/>
          </a:solidFill>
          <a:ln>
            <a:noFill/>
          </a:ln>
        </p:spPr>
        <p:txBody>
          <a:bodyPr anchor="ctr"/>
          <a:lstStyle/>
          <a:p>
            <a:pPr algn="ctr"/>
            <a:endParaRPr lang="zh-CN" sz="1350">
              <a:solidFill>
                <a:schemeClr val="bg1"/>
              </a:solidFill>
              <a:latin typeface="微软雅黑"/>
              <a:ea typeface="微软雅黑"/>
            </a:endParaRPr>
          </a:p>
        </p:txBody>
      </p:sp>
      <p:sp>
        <p:nvSpPr>
          <p:cNvPr id="5" name="文本框 7">
            <a:extLst>
              <a:ext uri="{FF2B5EF4-FFF2-40B4-BE49-F238E27FC236}">
                <a16:creationId xmlns:a16="http://schemas.microsoft.com/office/drawing/2014/main" id="{B914676D-2707-4D58-98F3-655BBED91BCE}"/>
              </a:ext>
            </a:extLst>
          </p:cNvPr>
          <p:cNvSpPr txBox="1"/>
          <p:nvPr>
            <p:custDataLst>
              <p:tags r:id="rId2"/>
            </p:custDataLst>
          </p:nvPr>
        </p:nvSpPr>
        <p:spPr>
          <a:xfrm>
            <a:off x="2582551" y="2163475"/>
            <a:ext cx="4225766" cy="685800"/>
          </a:xfrm>
          <a:prstGeom prst="rect">
            <a:avLst/>
          </a:prstGeom>
          <a:noFill/>
        </p:spPr>
        <p:txBody>
          <a:bodyPr wrap="square" lIns="47625" tIns="19050" rIns="47625" bIns="19050" anchor="ctr"/>
          <a:lstStyle/>
          <a:p>
            <a:pPr marL="0" indent="0" algn="ctr">
              <a:lnSpc>
                <a:spcPct val="100000"/>
              </a:lnSpc>
              <a:spcBef>
                <a:spcPts val="0"/>
              </a:spcBef>
              <a:spcAft>
                <a:spcPts val="0"/>
              </a:spcAft>
              <a:buSzPct val="100000"/>
              <a:buNone/>
            </a:pPr>
            <a:r>
              <a:rPr lang="zh-CN" altLang="en-US" sz="3200" b="1" spc="300" dirty="0">
                <a:solidFill>
                  <a:schemeClr val="bg1"/>
                </a:solidFill>
                <a:latin typeface="微软雅黑"/>
                <a:ea typeface="微软雅黑"/>
              </a:rPr>
              <a:t>谢谢</a:t>
            </a:r>
            <a:endParaRPr lang="zh-CN" sz="3200" b="1" spc="300" dirty="0">
              <a:solidFill>
                <a:schemeClr val="bg1"/>
              </a:solidFill>
              <a:latin typeface="微软雅黑"/>
              <a:ea typeface="微软雅黑"/>
            </a:endParaRPr>
          </a:p>
        </p:txBody>
      </p:sp>
      <p:grpSp>
        <p:nvGrpSpPr>
          <p:cNvPr id="18" name="组合 17">
            <a:extLst>
              <a:ext uri="{FF2B5EF4-FFF2-40B4-BE49-F238E27FC236}">
                <a16:creationId xmlns:a16="http://schemas.microsoft.com/office/drawing/2014/main" id="{521A3BC6-F6EA-4F46-A238-D5E70BE0475E}"/>
              </a:ext>
            </a:extLst>
          </p:cNvPr>
          <p:cNvGrpSpPr/>
          <p:nvPr/>
        </p:nvGrpSpPr>
        <p:grpSpPr>
          <a:xfrm>
            <a:off x="2699792" y="-918"/>
            <a:ext cx="3327790" cy="577152"/>
            <a:chOff x="2483768" y="122390"/>
            <a:chExt cx="3327790" cy="577152"/>
          </a:xfrm>
        </p:grpSpPr>
        <p:pic>
          <p:nvPicPr>
            <p:cNvPr id="19" name="图片 18">
              <a:extLst>
                <a:ext uri="{FF2B5EF4-FFF2-40B4-BE49-F238E27FC236}">
                  <a16:creationId xmlns:a16="http://schemas.microsoft.com/office/drawing/2014/main" id="{CD42DF88-B883-46D2-B76B-7DCE544B5274}"/>
                </a:ext>
              </a:extLst>
            </p:cNvPr>
            <p:cNvPicPr>
              <a:picLocks noChangeAspect="1"/>
            </p:cNvPicPr>
            <p:nvPr/>
          </p:nvPicPr>
          <p:blipFill>
            <a:blip r:embed="rId4"/>
            <a:stretch>
              <a:fillRect/>
            </a:stretch>
          </p:blipFill>
          <p:spPr>
            <a:xfrm>
              <a:off x="3147262" y="238477"/>
              <a:ext cx="2664296" cy="311140"/>
            </a:xfrm>
            <a:prstGeom prst="rect">
              <a:avLst/>
            </a:prstGeom>
          </p:spPr>
        </p:pic>
        <p:pic>
          <p:nvPicPr>
            <p:cNvPr id="20" name="图片 19">
              <a:extLst>
                <a:ext uri="{FF2B5EF4-FFF2-40B4-BE49-F238E27FC236}">
                  <a16:creationId xmlns:a16="http://schemas.microsoft.com/office/drawing/2014/main" id="{3EE04374-D444-417B-8632-4FE8C583BD12}"/>
                </a:ext>
              </a:extLst>
            </p:cNvPr>
            <p:cNvPicPr>
              <a:picLocks noChangeAspect="1"/>
            </p:cNvPicPr>
            <p:nvPr/>
          </p:nvPicPr>
          <p:blipFill>
            <a:blip r:embed="rId5"/>
            <a:stretch>
              <a:fillRect/>
            </a:stretch>
          </p:blipFill>
          <p:spPr>
            <a:xfrm>
              <a:off x="2483768" y="122390"/>
              <a:ext cx="576064" cy="577152"/>
            </a:xfrm>
            <a:prstGeom prst="rect">
              <a:avLst/>
            </a:prstGeom>
          </p:spPr>
        </p:pic>
      </p:grpSp>
      <p:sp>
        <p:nvSpPr>
          <p:cNvPr id="25" name="矩形 24">
            <a:extLst>
              <a:ext uri="{FF2B5EF4-FFF2-40B4-BE49-F238E27FC236}">
                <a16:creationId xmlns:a16="http://schemas.microsoft.com/office/drawing/2014/main" id="{6259C244-8D74-4468-AA86-20094C28A194}"/>
              </a:ext>
            </a:extLst>
          </p:cNvPr>
          <p:cNvSpPr/>
          <p:nvPr/>
        </p:nvSpPr>
        <p:spPr>
          <a:xfrm>
            <a:off x="6372200" y="25872"/>
            <a:ext cx="2520280" cy="646331"/>
          </a:xfrm>
          <a:prstGeom prst="rect">
            <a:avLst/>
          </a:prstGeom>
          <a:solidFill>
            <a:schemeClr val="bg1"/>
          </a:solidFill>
          <a:ln>
            <a:solidFill>
              <a:schemeClr val="bg1"/>
            </a:solidFill>
          </a:ln>
        </p:spPr>
        <p:txBody>
          <a:bodyPr wrap="square">
            <a:spAutoFit/>
          </a:bodyPr>
          <a:lstStyle/>
          <a:p>
            <a:endParaRPr lang="en-US"/>
          </a:p>
          <a:p>
            <a:endParaRPr lang="zh-CN"/>
          </a:p>
        </p:txBody>
      </p:sp>
      <p:cxnSp>
        <p:nvCxnSpPr>
          <p:cNvPr id="22" name="直接连接符 21">
            <a:extLst>
              <a:ext uri="{FF2B5EF4-FFF2-40B4-BE49-F238E27FC236}">
                <a16:creationId xmlns:a16="http://schemas.microsoft.com/office/drawing/2014/main" id="{FC1D829A-63AA-4DF0-9139-1E5DDD71A72A}"/>
              </a:ext>
            </a:extLst>
          </p:cNvPr>
          <p:cNvCxnSpPr/>
          <p:nvPr/>
        </p:nvCxnSpPr>
        <p:spPr>
          <a:xfrm>
            <a:off x="35496" y="576234"/>
            <a:ext cx="9073008" cy="8720"/>
          </a:xfrm>
          <a:prstGeom prst="line">
            <a:avLst/>
          </a:prstGeom>
          <a:ln w="9525">
            <a:solidFill>
              <a:schemeClr val="accent6">
                <a:shade val="95000"/>
              </a:schemeClr>
            </a:solidFill>
            <a:prstDash val="solid"/>
            <a:headEnd type="none" w="med" len="med"/>
            <a:tailEnd type="none" w="med" len="med"/>
          </a:ln>
        </p:spPr>
      </p:cxnSp>
    </p:spTree>
    <p:extLst>
      <p:ext uri="{BB962C8B-B14F-4D97-AF65-F5344CB8AC3E}">
        <p14:creationId xmlns:p14="http://schemas.microsoft.com/office/powerpoint/2010/main" val="2198394826"/>
      </p:ext>
    </p:extLst>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BLOCK" val="0"/>
  <p:tag name="KSO_WM_UNIT_DEC_AREA_ID" val="40d7a0f1b3604e6c919066e9622fd25f"/>
  <p:tag name="KSO_WM_UNIT_HIGHLIGHT" val="0"/>
  <p:tag name="KSO_WM_UNIT_COMPATIBLE" val="0"/>
  <p:tag name="KSO_WM_UNIT_DIAGRAM_ISNUMVISUAL" val="0"/>
  <p:tag name="KSO_WM_UNIT_DIAGRAM_ISREFERUNIT" val="0"/>
  <p:tag name="KSO_WM_UNIT_TYPE" val="i"/>
  <p:tag name="KSO_WM_UNIT_INDEX" val="1"/>
  <p:tag name="KSO_WM_UNIT_ID" val="diagram20210145_1*i*1"/>
  <p:tag name="KSO_WM_TEMPLATE_CATEGORY" val="diagram"/>
  <p:tag name="KSO_WM_TEMPLATE_INDEX" val="20210145"/>
  <p:tag name="KSO_WM_UNIT_LAYERLEVEL" val="1"/>
  <p:tag name="KSO_WM_TAG_VERSION" val="1.0"/>
  <p:tag name="KSO_WM_BEAUTIFY_FLAG" val="#wm#"/>
  <p:tag name="KSO_WM_UNIT_SM_LIMIT_TYPE" val="1"/>
  <p:tag name="KSO_WM_UNIT_DECORATE_INFO" val="{&quot;ReferentInfo&quot;:{&quot;Id&quot;:&quot;slide&quot;,&quot;X&quot;:{&quot;Pos&quot;:0},&quot;Y&quot;:{&quot;Pos&quot;:0}},&quot;DecorateInfoX&quot;:{&quot;Pos&quot;:0,&quot;IsAbs&quot;:false},&quot;DecorateInfoY&quot;:{&quot;Pos&quot;:0,&quot;IsAbs&quot;:false},&quot;DecorateInfoW&quot;:{&quot;IsAbs&quot;:true},&quot;DecorateInfoH&quot;:{&quot;IsAbs&quot;:true},&quot;whChangeMode&quot;:0}"/>
  <p:tag name="KSO_WM_CHIP_GROUPID" val="5f2a0e3645e1f15ec24fd3f5"/>
  <p:tag name="KSO_WM_CHIP_XID" val="5f2a0e3645e1f15ec24fd3f6"/>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UNIT_VALUE" val="583"/>
  <p:tag name="KSO_WM_TEMPLATE_ASSEMBLE_XID" val="5f48a2c2f3f92eac73830e8c"/>
  <p:tag name="KSO_WM_TEMPLATE_ASSEMBLE_GROUPID" val="5f48a2c2f3f92eac73830e8c"/>
</p:tagLst>
</file>

<file path=ppt/tags/tag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6"/>
  <p:tag name="KSO_WM_UNIT_HIGHLIGHT" val="0"/>
  <p:tag name="KSO_WM_UNIT_COMPATIBLE" val="0"/>
  <p:tag name="KSO_WM_UNIT_DIAGRAM_ISNUMVISUAL" val="0"/>
  <p:tag name="KSO_WM_UNIT_DIAGRAM_ISREFERUNIT" val="0"/>
  <p:tag name="KSO_WM_UNIT_TYPE" val="a"/>
  <p:tag name="KSO_WM_UNIT_INDEX" val="1"/>
  <p:tag name="KSO_WM_UNIT_ID" val="diagram20210145_1*a*1"/>
  <p:tag name="KSO_WM_TEMPLATE_CATEGORY" val="diagram"/>
  <p:tag name="KSO_WM_TEMPLATE_INDEX" val="20210145"/>
  <p:tag name="KSO_WM_UNIT_LAYERLEVEL" val="1"/>
  <p:tag name="KSO_WM_TAG_VERSION" val="1.0"/>
  <p:tag name="KSO_WM_BEAUTIFY_FLAG" val="#wm#"/>
  <p:tag name="KSO_WM_UNIT_PRESET_TEXT" val="标题"/>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cm&quot;,&quot;fill_mode&quot;:&quot;full&quot;}"/>
  <p:tag name="KSO_WM_UNIT_DEC_AREA_ID" val="d8c195ecc7734c688ed4d0a18e265861"/>
  <p:tag name="KSO_WM_ASSEMBLE_CHIP_INDEX" val="06cc6b2436d54d959c9c99756b32b152"/>
  <p:tag name="KSO_WM_UNIT_TEXT_FILL_FORE_SCHEMECOLOR_INDEX_BRIGHTNESS" val="0"/>
  <p:tag name="KSO_WM_UNIT_TEXT_FILL_FORE_SCHEMECOLOR_INDEX" val="13"/>
  <p:tag name="KSO_WM_UNIT_TEXT_FILL_TYPE" val="1"/>
  <p:tag name="KSO_WM_TEMPLATE_ASSEMBLE_XID" val="5f48a2c2f3f92eac73830e8c"/>
  <p:tag name="KSO_WM_TEMPLATE_ASSEMBLE_GROUPID" val="5f48a2c2f3f92eac73830e8c"/>
  <p:tag name="KSO_WM_TAG_FRONT_SIZE" val=""/>
  <p:tag name="KSO_WM_TAG_BACKGROUP_ID" val=""/>
  <p:tag name="KSO_WM_TAG_BACKGROUP_SIZE" val=""/>
  <p:tag name="KSO_WM_TAG_ZODER_POSITION" val=""/>
</p:tagLst>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000000"/>
      </a:dk2>
      <a:lt2>
        <a:srgbClr val="FFFFFF"/>
      </a:lt2>
      <a:accent1>
        <a:srgbClr val="7889FB"/>
      </a:accent1>
      <a:accent2>
        <a:srgbClr val="D6DBFE"/>
      </a:accent2>
      <a:accent3>
        <a:srgbClr val="FFFFFF"/>
      </a:accent3>
      <a:accent4>
        <a:srgbClr val="000000"/>
      </a:accent4>
      <a:accent5>
        <a:srgbClr val="BEC4FD"/>
      </a:accent5>
      <a:accent6>
        <a:srgbClr val="C2C6E6"/>
      </a:accent6>
      <a:hlink>
        <a:srgbClr val="7889FB"/>
      </a:hlink>
      <a:folHlink>
        <a:srgbClr val="9900CC"/>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15387</TotalTime>
  <Words>6765</Words>
  <Application>Microsoft Office PowerPoint</Application>
  <PresentationFormat>全屏显示(16:9)</PresentationFormat>
  <Paragraphs>202</Paragraphs>
  <Slides>23</Slides>
  <Notes>22</Notes>
  <HiddenSlides>0</HiddenSlides>
  <MMClips>0</MMClips>
  <ScaleCrop>false</ScaleCrop>
  <HeadingPairs>
    <vt:vector size="6" baseType="variant">
      <vt:variant>
        <vt:lpstr>已用的字体</vt:lpstr>
      </vt:variant>
      <vt:variant>
        <vt:i4>11</vt:i4>
      </vt:variant>
      <vt:variant>
        <vt:lpstr>主题</vt:lpstr>
      </vt:variant>
      <vt:variant>
        <vt:i4>5</vt:i4>
      </vt:variant>
      <vt:variant>
        <vt:lpstr>幻灯片标题</vt:lpstr>
      </vt:variant>
      <vt:variant>
        <vt:i4>23</vt:i4>
      </vt:variant>
    </vt:vector>
  </HeadingPairs>
  <TitlesOfParts>
    <vt:vector size="39" baseType="lpstr">
      <vt:lpstr>OPPOSans B</vt:lpstr>
      <vt:lpstr>OPPOSans-S</vt:lpstr>
      <vt:lpstr>SimSun-ExtB</vt:lpstr>
      <vt:lpstr>TimesNewRoman</vt:lpstr>
      <vt:lpstr>SimSun</vt:lpstr>
      <vt:lpstr>微软雅黑</vt:lpstr>
      <vt:lpstr>Arial</vt:lpstr>
      <vt:lpstr>Arial Black</vt:lpstr>
      <vt:lpstr>Broadway</vt:lpstr>
      <vt:lpstr>Calibri</vt:lpstr>
      <vt:lpstr>Wingdings</vt:lpstr>
      <vt:lpstr>Office 主题​​</vt:lpstr>
      <vt:lpstr>Office 主题​​</vt:lpstr>
      <vt:lpstr>Office 主题​​</vt:lpstr>
      <vt:lpstr>Office 主题​​</vt:lpstr>
      <vt:lpstr>Office 主题​​</vt:lpstr>
      <vt:lpstr>第4章 单处理器调度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诚 聘 英 才</dc:title>
  <dc:creator>Fish</dc:creator>
  <cp:lastModifiedBy>guilin li</cp:lastModifiedBy>
  <cp:revision>2660</cp:revision>
  <cp:lastPrinted>2017-11-30T03:12:00Z</cp:lastPrinted>
  <dcterms:created xsi:type="dcterms:W3CDTF">2018-05-31T06:32:00Z</dcterms:created>
  <dcterms:modified xsi:type="dcterms:W3CDTF">2023-09-25T11:48:00Z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