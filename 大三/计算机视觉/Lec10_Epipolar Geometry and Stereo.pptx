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6" r:id="rId2"/>
    <p:sldId id="256" r:id="rId3"/>
    <p:sldId id="317" r:id="rId4"/>
    <p:sldId id="318" r:id="rId5"/>
    <p:sldId id="319" r:id="rId6"/>
    <p:sldId id="320" r:id="rId7"/>
    <p:sldId id="321" r:id="rId8"/>
    <p:sldId id="336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323" r:id="rId17"/>
    <p:sldId id="324" r:id="rId18"/>
    <p:sldId id="325" r:id="rId19"/>
    <p:sldId id="334" r:id="rId20"/>
    <p:sldId id="326" r:id="rId21"/>
    <p:sldId id="327" r:id="rId22"/>
    <p:sldId id="328" r:id="rId23"/>
    <p:sldId id="329" r:id="rId24"/>
    <p:sldId id="275" r:id="rId25"/>
    <p:sldId id="276" r:id="rId26"/>
    <p:sldId id="330" r:id="rId27"/>
    <p:sldId id="277" r:id="rId28"/>
    <p:sldId id="278" r:id="rId29"/>
    <p:sldId id="331" r:id="rId30"/>
    <p:sldId id="332" r:id="rId31"/>
    <p:sldId id="357" r:id="rId32"/>
    <p:sldId id="359" r:id="rId33"/>
    <p:sldId id="358" r:id="rId34"/>
    <p:sldId id="362" r:id="rId35"/>
    <p:sldId id="363" r:id="rId36"/>
    <p:sldId id="365" r:id="rId37"/>
    <p:sldId id="392" r:id="rId38"/>
    <p:sldId id="338" r:id="rId39"/>
    <p:sldId id="339" r:id="rId40"/>
    <p:sldId id="340" r:id="rId41"/>
    <p:sldId id="341" r:id="rId42"/>
    <p:sldId id="342" r:id="rId43"/>
    <p:sldId id="343" r:id="rId44"/>
    <p:sldId id="344" r:id="rId45"/>
    <p:sldId id="345" r:id="rId46"/>
    <p:sldId id="346" r:id="rId47"/>
    <p:sldId id="347" r:id="rId48"/>
    <p:sldId id="374" r:id="rId49"/>
    <p:sldId id="375" r:id="rId50"/>
    <p:sldId id="376" r:id="rId51"/>
    <p:sldId id="377" r:id="rId52"/>
    <p:sldId id="379" r:id="rId53"/>
    <p:sldId id="380" r:id="rId54"/>
    <p:sldId id="381" r:id="rId55"/>
    <p:sldId id="382" r:id="rId56"/>
    <p:sldId id="348" r:id="rId57"/>
    <p:sldId id="349" r:id="rId58"/>
    <p:sldId id="350" r:id="rId59"/>
    <p:sldId id="386" r:id="rId60"/>
    <p:sldId id="351" r:id="rId61"/>
    <p:sldId id="367" r:id="rId62"/>
    <p:sldId id="385" r:id="rId63"/>
    <p:sldId id="391" r:id="rId64"/>
    <p:sldId id="368" r:id="rId65"/>
    <p:sldId id="383" r:id="rId66"/>
    <p:sldId id="387" r:id="rId6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07"/>
    <p:restoredTop sz="94628"/>
  </p:normalViewPr>
  <p:slideViewPr>
    <p:cSldViewPr>
      <p:cViewPr varScale="1">
        <p:scale>
          <a:sx n="119" d="100"/>
          <a:sy n="119" d="100"/>
        </p:scale>
        <p:origin x="79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129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Epipolar</a:t>
            </a:r>
            <a:r>
              <a:rPr lang="en-US" altLang="zh-CN" dirty="0"/>
              <a:t> Geometry and Stereo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1BAB52-E6B1-F940-90BD-DEBFD1BE4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856" y="6300028"/>
            <a:ext cx="5643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/>
              <a:t>Slide courtesy: S. </a:t>
            </a:r>
            <a:r>
              <a:rPr lang="en-US" altLang="zh-CN" dirty="0" err="1"/>
              <a:t>Savarese</a:t>
            </a:r>
            <a:r>
              <a:rPr lang="en-US" altLang="zh-CN" dirty="0"/>
              <a:t>, D. </a:t>
            </a:r>
            <a:r>
              <a:rPr lang="en-US" altLang="zh-CN" dirty="0" err="1"/>
              <a:t>Hoiem</a:t>
            </a:r>
            <a:r>
              <a:rPr lang="en-US" altLang="zh-CN" dirty="0"/>
              <a:t>, S. </a:t>
            </a:r>
            <a:r>
              <a:rPr lang="en-US" altLang="zh-CN" dirty="0" err="1"/>
              <a:t>Lazebnik</a:t>
            </a:r>
            <a:endParaRPr lang="zh-CN" altLang="en-US" u="sng" dirty="0"/>
          </a:p>
        </p:txBody>
      </p:sp>
    </p:spTree>
    <p:extLst>
      <p:ext uri="{BB962C8B-B14F-4D97-AF65-F5344CB8AC3E}">
        <p14:creationId xmlns:p14="http://schemas.microsoft.com/office/powerpoint/2010/main" val="3072280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748"/>
          <a:stretch/>
        </p:blipFill>
        <p:spPr bwMode="auto">
          <a:xfrm>
            <a:off x="329183" y="419381"/>
            <a:ext cx="8347273" cy="531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0214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548680"/>
            <a:ext cx="86296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9522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620688"/>
            <a:ext cx="86296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9710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31" y="548680"/>
            <a:ext cx="86296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5129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20688"/>
            <a:ext cx="86296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7337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07" y="548680"/>
            <a:ext cx="86296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4949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5617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9012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9171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7921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1734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4356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0306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6812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9842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9369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6138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4305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0178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0097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1289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7068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5336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2518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74058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59472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19324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83222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37066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90859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51" y="188640"/>
            <a:ext cx="8173913" cy="5003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88489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70647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3658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23853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35209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FF225E4-67C5-5F46-A1FC-2734DD5C4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9" y="0"/>
            <a:ext cx="91098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0280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48710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75681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7420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08647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21148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09374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24989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77570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02093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46935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12772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16600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248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30983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92224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92812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12927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98226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45899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85104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95561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95250"/>
            <a:ext cx="8629650" cy="666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52631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81795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94031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95250"/>
            <a:ext cx="8629650" cy="666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11476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95250"/>
            <a:ext cx="8629650" cy="666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63002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95250"/>
            <a:ext cx="8629650" cy="666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72466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1338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95250"/>
            <a:ext cx="8629650" cy="666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1425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18</Words>
  <Application>Microsoft Macintosh PowerPoint</Application>
  <PresentationFormat>全屏显示(4:3)</PresentationFormat>
  <Paragraphs>2</Paragraphs>
  <Slides>66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0" baseType="lpstr">
      <vt:lpstr>宋体</vt:lpstr>
      <vt:lpstr>Arial</vt:lpstr>
      <vt:lpstr>Calibri</vt:lpstr>
      <vt:lpstr>Office 主题</vt:lpstr>
      <vt:lpstr>Epipolar Geometry and Stereo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flong</dc:creator>
  <cp:lastModifiedBy>Microsoft Office User</cp:lastModifiedBy>
  <cp:revision>27</cp:revision>
  <dcterms:created xsi:type="dcterms:W3CDTF">2022-10-09T00:25:03Z</dcterms:created>
  <dcterms:modified xsi:type="dcterms:W3CDTF">2025-05-06T02:06:17Z</dcterms:modified>
</cp:coreProperties>
</file>