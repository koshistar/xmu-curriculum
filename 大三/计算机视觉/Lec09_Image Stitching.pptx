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14" r:id="rId3"/>
    <p:sldId id="315" r:id="rId4"/>
    <p:sldId id="261" r:id="rId5"/>
    <p:sldId id="262" r:id="rId6"/>
    <p:sldId id="260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276" r:id="rId15"/>
    <p:sldId id="277" r:id="rId16"/>
    <p:sldId id="278" r:id="rId17"/>
    <p:sldId id="279" r:id="rId18"/>
    <p:sldId id="280" r:id="rId19"/>
    <p:sldId id="269" r:id="rId20"/>
    <p:sldId id="272" r:id="rId21"/>
    <p:sldId id="271" r:id="rId22"/>
    <p:sldId id="263" r:id="rId23"/>
    <p:sldId id="256" r:id="rId24"/>
    <p:sldId id="257" r:id="rId25"/>
    <p:sldId id="259" r:id="rId26"/>
    <p:sldId id="285" r:id="rId27"/>
    <p:sldId id="264" r:id="rId28"/>
    <p:sldId id="265" r:id="rId29"/>
    <p:sldId id="292" r:id="rId30"/>
    <p:sldId id="293" r:id="rId31"/>
    <p:sldId id="294" r:id="rId32"/>
    <p:sldId id="300" r:id="rId33"/>
    <p:sldId id="295" r:id="rId34"/>
    <p:sldId id="296" r:id="rId35"/>
    <p:sldId id="299" r:id="rId36"/>
    <p:sldId id="301" r:id="rId37"/>
    <p:sldId id="289" r:id="rId38"/>
    <p:sldId id="290" r:id="rId39"/>
    <p:sldId id="291" r:id="rId40"/>
    <p:sldId id="302" r:id="rId41"/>
    <p:sldId id="303" r:id="rId42"/>
    <p:sldId id="337" r:id="rId43"/>
    <p:sldId id="340" r:id="rId44"/>
    <p:sldId id="329" r:id="rId45"/>
    <p:sldId id="331" r:id="rId46"/>
    <p:sldId id="332" r:id="rId47"/>
    <p:sldId id="333" r:id="rId48"/>
    <p:sldId id="334" r:id="rId49"/>
    <p:sldId id="339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7"/>
    <p:restoredTop sz="94656"/>
  </p:normalViewPr>
  <p:slideViewPr>
    <p:cSldViewPr>
      <p:cViewPr varScale="1">
        <p:scale>
          <a:sx n="107" d="100"/>
          <a:sy n="107" d="100"/>
        </p:scale>
        <p:origin x="11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51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Image Stitching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BAB52-E6B1-F940-90BD-DEBFD1BE4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6300028"/>
            <a:ext cx="56437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dirty="0"/>
              <a:t>Slide courtesy: L. Shapiro, D. </a:t>
            </a:r>
            <a:r>
              <a:rPr lang="en-US" altLang="zh-CN" dirty="0" err="1"/>
              <a:t>Hoiem</a:t>
            </a:r>
            <a:endParaRPr lang="zh-CN" altLang="en-US" u="sng" dirty="0"/>
          </a:p>
        </p:txBody>
      </p:sp>
    </p:spTree>
    <p:extLst>
      <p:ext uri="{BB962C8B-B14F-4D97-AF65-F5344CB8AC3E}">
        <p14:creationId xmlns:p14="http://schemas.microsoft.com/office/powerpoint/2010/main" val="181953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07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33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42"/>
          <a:stretch/>
        </p:blipFill>
        <p:spPr bwMode="auto">
          <a:xfrm>
            <a:off x="251520" y="119434"/>
            <a:ext cx="8280920" cy="642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1738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84"/>
          <a:stretch/>
        </p:blipFill>
        <p:spPr bwMode="auto">
          <a:xfrm>
            <a:off x="360040" y="170773"/>
            <a:ext cx="8100392" cy="6354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21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42"/>
          <a:stretch/>
        </p:blipFill>
        <p:spPr bwMode="auto">
          <a:xfrm>
            <a:off x="395536" y="188640"/>
            <a:ext cx="8100392" cy="628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441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15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271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50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7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9037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517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90"/>
          <a:stretch/>
        </p:blipFill>
        <p:spPr bwMode="auto">
          <a:xfrm>
            <a:off x="253463" y="332656"/>
            <a:ext cx="8278977" cy="5784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5998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987"/>
          <a:stretch/>
        </p:blipFill>
        <p:spPr bwMode="auto">
          <a:xfrm>
            <a:off x="432048" y="260648"/>
            <a:ext cx="7668344" cy="6334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4440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20"/>
          <a:stretch/>
        </p:blipFill>
        <p:spPr bwMode="auto">
          <a:xfrm>
            <a:off x="179512" y="188640"/>
            <a:ext cx="8496944" cy="6113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62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78"/>
          <a:stretch/>
        </p:blipFill>
        <p:spPr bwMode="auto">
          <a:xfrm>
            <a:off x="288032" y="163048"/>
            <a:ext cx="8244408" cy="6457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2408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11"/>
          <a:stretch/>
        </p:blipFill>
        <p:spPr bwMode="auto">
          <a:xfrm>
            <a:off x="395536" y="188640"/>
            <a:ext cx="7776864" cy="6464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9006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495300"/>
            <a:ext cx="75438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4349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75"/>
          <a:stretch/>
        </p:blipFill>
        <p:spPr bwMode="auto">
          <a:xfrm>
            <a:off x="395535" y="134082"/>
            <a:ext cx="7848873" cy="6463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6348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83"/>
          <a:stretch/>
        </p:blipFill>
        <p:spPr bwMode="auto">
          <a:xfrm>
            <a:off x="179512" y="156778"/>
            <a:ext cx="8541584" cy="6536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384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26"/>
          <a:stretch/>
        </p:blipFill>
        <p:spPr bwMode="auto">
          <a:xfrm>
            <a:off x="251520" y="116632"/>
            <a:ext cx="8316416" cy="65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9741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476672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4108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" r="23933" b="16934"/>
          <a:stretch/>
        </p:blipFill>
        <p:spPr bwMode="auto">
          <a:xfrm>
            <a:off x="179512" y="260648"/>
            <a:ext cx="8640960" cy="5484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9412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888"/>
          <a:stretch/>
        </p:blipFill>
        <p:spPr bwMode="auto">
          <a:xfrm>
            <a:off x="107504" y="159728"/>
            <a:ext cx="8820472" cy="659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6895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0323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5428"/>
          <a:stretch/>
        </p:blipFill>
        <p:spPr bwMode="auto">
          <a:xfrm>
            <a:off x="323528" y="188640"/>
            <a:ext cx="8365617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9194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43" y="548680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914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548680"/>
            <a:ext cx="862965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099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991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2424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233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684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6094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4473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343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7807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8603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4243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996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5294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95263"/>
            <a:ext cx="8629650" cy="646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1220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EF30EEC-0AA3-5449-BC6F-745F732C7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404664"/>
            <a:ext cx="8892480" cy="603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3213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402D5CA-1075-CC4C-95CB-6751A3127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94"/>
            <a:ext cx="9144000" cy="681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389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95B406-C35F-374C-BD44-CD21D0136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2" y="116632"/>
            <a:ext cx="8524974" cy="66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927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5B712C9-985B-0144-AAD0-8FFBB057A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811"/>
            <a:ext cx="9144000" cy="670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821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239E0FF-56ED-4F48-A544-830DA3BC5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40"/>
            <a:ext cx="9144000" cy="628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19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369703A-E252-1948-A502-FE23855D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059"/>
            <a:ext cx="9144000" cy="663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26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BFCACC0-014D-3D40-840E-8055BF444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941"/>
            <a:ext cx="9144000" cy="621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938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B197AE-1727-734D-A6E9-10D7C0F11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2" y="0"/>
            <a:ext cx="91029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29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12</Words>
  <Application>Microsoft Macintosh PowerPoint</Application>
  <PresentationFormat>全屏显示(4:3)</PresentationFormat>
  <Paragraphs>2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3" baseType="lpstr">
      <vt:lpstr>宋体</vt:lpstr>
      <vt:lpstr>Arial</vt:lpstr>
      <vt:lpstr>Calibri</vt:lpstr>
      <vt:lpstr>Office 主题</vt:lpstr>
      <vt:lpstr>Image Stitching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flong</dc:creator>
  <cp:lastModifiedBy>Microsoft Office User</cp:lastModifiedBy>
  <cp:revision>28</cp:revision>
  <dcterms:created xsi:type="dcterms:W3CDTF">2022-10-06T06:34:14Z</dcterms:created>
  <dcterms:modified xsi:type="dcterms:W3CDTF">2025-04-29T02:49:42Z</dcterms:modified>
</cp:coreProperties>
</file>