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media/image11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76" r:id="rId7"/>
    <p:sldId id="272" r:id="rId8"/>
    <p:sldId id="277" r:id="rId9"/>
    <p:sldId id="273" r:id="rId10"/>
    <p:sldId id="280" r:id="rId11"/>
    <p:sldId id="274" r:id="rId12"/>
    <p:sldId id="281" r:id="rId13"/>
    <p:sldId id="275" r:id="rId14"/>
    <p:sldId id="260" r:id="rId15"/>
    <p:sldId id="262" r:id="rId16"/>
    <p:sldId id="263" r:id="rId17"/>
    <p:sldId id="265" r:id="rId18"/>
    <p:sldId id="266" r:id="rId19"/>
    <p:sldId id="268" r:id="rId20"/>
    <p:sldId id="269" r:id="rId21"/>
    <p:sldId id="270" r:id="rId22"/>
  </p:sldIdLst>
  <p:sldSz cx="18288000" cy="10287000"/>
  <p:notesSz cx="6858000" cy="9144000"/>
  <p:embeddedFontLst>
    <p:embeddedFont>
      <p:font typeface="Calibri" panose="020F0502020204030204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font" Target="fonts/font4.fntdata"/><Relationship Id="rId28" Type="http://schemas.openxmlformats.org/officeDocument/2006/relationships/font" Target="fonts/font3.fntdata"/><Relationship Id="rId27" Type="http://schemas.openxmlformats.org/officeDocument/2006/relationships/font" Target="fonts/font2.fntdata"/><Relationship Id="rId26" Type="http://schemas.openxmlformats.org/officeDocument/2006/relationships/font" Target="fonts/font1.fntdata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svg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sv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svg"/><Relationship Id="rId8" Type="http://schemas.openxmlformats.org/officeDocument/2006/relationships/image" Target="../media/image19.png"/><Relationship Id="rId7" Type="http://schemas.openxmlformats.org/officeDocument/2006/relationships/image" Target="../media/image18.svg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3" Type="http://schemas.openxmlformats.org/officeDocument/2006/relationships/image" Target="../media/image14.jpeg"/><Relationship Id="rId2" Type="http://schemas.openxmlformats.org/officeDocument/2006/relationships/image" Target="../media/image2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2.jpeg"/><Relationship Id="rId3" Type="http://schemas.openxmlformats.org/officeDocument/2006/relationships/image" Target="../media/image21.jpeg"/><Relationship Id="rId2" Type="http://schemas.openxmlformats.org/officeDocument/2006/relationships/image" Target="../media/image2.svg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3.jpeg"/><Relationship Id="rId2" Type="http://schemas.openxmlformats.org/officeDocument/2006/relationships/image" Target="../media/image2.svg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4.png"/><Relationship Id="rId2" Type="http://schemas.openxmlformats.org/officeDocument/2006/relationships/image" Target="../media/image2.svg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.svg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7.jpeg"/><Relationship Id="rId2" Type="http://schemas.openxmlformats.org/officeDocument/2006/relationships/image" Target="../media/image2.svg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972941" y="679064"/>
            <a:ext cx="21860057" cy="8939855"/>
            <a:chOff x="0" y="0"/>
            <a:chExt cx="29146743" cy="119198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7" y="0"/>
                  </a:lnTo>
                  <a:lnTo>
                    <a:pt x="28858757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287985" y="3052297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8" y="0"/>
                  </a:lnTo>
                  <a:lnTo>
                    <a:pt x="28858758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2262720" y="1105320"/>
              <a:ext cx="24333318" cy="7476965"/>
            </a:xfrm>
            <a:custGeom>
              <a:avLst/>
              <a:gdLst/>
              <a:ahLst/>
              <a:cxnLst/>
              <a:rect l="l" t="t" r="r" b="b"/>
              <a:pathLst>
                <a:path w="24333318" h="7476965">
                  <a:moveTo>
                    <a:pt x="0" y="0"/>
                  </a:moveTo>
                  <a:lnTo>
                    <a:pt x="24333317" y="0"/>
                  </a:lnTo>
                  <a:lnTo>
                    <a:pt x="24333317" y="7476965"/>
                  </a:lnTo>
                  <a:lnTo>
                    <a:pt x="0" y="7476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309671" y="2873735"/>
              <a:ext cx="26815386" cy="8239637"/>
            </a:xfrm>
            <a:custGeom>
              <a:avLst/>
              <a:gdLst/>
              <a:ahLst/>
              <a:cxnLst/>
              <a:rect l="l" t="t" r="r" b="b"/>
              <a:pathLst>
                <a:path w="26815386" h="8239637">
                  <a:moveTo>
                    <a:pt x="0" y="0"/>
                  </a:moveTo>
                  <a:lnTo>
                    <a:pt x="26815386" y="0"/>
                  </a:lnTo>
                  <a:lnTo>
                    <a:pt x="26815386" y="8239637"/>
                  </a:lnTo>
                  <a:lnTo>
                    <a:pt x="0" y="8239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 rot="0">
              <a:off x="2544943" y="2147052"/>
              <a:ext cx="24555291" cy="7458661"/>
              <a:chOff x="0" y="0"/>
              <a:chExt cx="4850428" cy="147331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50428" cy="1473316"/>
              </a:xfrm>
              <a:custGeom>
                <a:avLst/>
                <a:gdLst/>
                <a:ahLst/>
                <a:cxnLst/>
                <a:rect l="l" t="t" r="r" b="b"/>
                <a:pathLst>
                  <a:path w="4850428" h="1473316">
                    <a:moveTo>
                      <a:pt x="0" y="0"/>
                    </a:moveTo>
                    <a:lnTo>
                      <a:pt x="4850428" y="0"/>
                    </a:lnTo>
                    <a:lnTo>
                      <a:pt x="4850428" y="1473316"/>
                    </a:lnTo>
                    <a:lnTo>
                      <a:pt x="0" y="1473316"/>
                    </a:lnTo>
                    <a:close/>
                  </a:path>
                </a:pathLst>
              </a:custGeom>
              <a:solidFill>
                <a:srgbClr val="A1B1CE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850428" cy="1511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0" name="TextBox 10"/>
          <p:cNvSpPr txBox="1"/>
          <p:nvPr/>
        </p:nvSpPr>
        <p:spPr>
          <a:xfrm>
            <a:off x="525634" y="4051569"/>
            <a:ext cx="17236732" cy="179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0"/>
              </a:lnSpc>
            </a:pPr>
            <a:r>
              <a:rPr lang="zh-CN" altLang="en-US" sz="10600" b="1">
                <a:solidFill>
                  <a:srgbClr val="FFFFFF"/>
                </a:solidFill>
                <a:latin typeface="思源黑体 1 Heavy" panose="020B0A00000000000000" charset="-122"/>
                <a:ea typeface="思源黑体 1 Heavy" panose="020B0A00000000000000" charset="-122"/>
                <a:cs typeface="思源黑体 1 Heavy" panose="020B0A00000000000000" charset="-122"/>
                <a:sym typeface="思源黑体 1 Heavy" panose="020B0A00000000000000" charset="-122"/>
              </a:rPr>
              <a:t>宿舍管理</a:t>
            </a:r>
            <a:r>
              <a:rPr lang="zh-CN" altLang="en-US" sz="10600" b="1">
                <a:solidFill>
                  <a:srgbClr val="FFFFFF"/>
                </a:solidFill>
                <a:latin typeface="思源黑体 1 Heavy" panose="020B0A00000000000000" charset="-122"/>
                <a:ea typeface="思源黑体 1 Heavy" panose="020B0A00000000000000" charset="-122"/>
                <a:cs typeface="思源黑体 1 Heavy" panose="020B0A00000000000000" charset="-122"/>
                <a:sym typeface="思源黑体 1 Heavy" panose="020B0A00000000000000" charset="-122"/>
              </a:rPr>
              <a:t>系统测试</a:t>
            </a:r>
            <a:r>
              <a:rPr lang="zh-CN" altLang="en-US" sz="10600" b="1">
                <a:solidFill>
                  <a:srgbClr val="FFFFFF"/>
                </a:solidFill>
                <a:latin typeface="思源黑体 1 Heavy" panose="020B0A00000000000000" charset="-122"/>
                <a:ea typeface="思源黑体 1 Heavy" panose="020B0A00000000000000" charset="-122"/>
                <a:cs typeface="思源黑体 1 Heavy" panose="020B0A00000000000000" charset="-122"/>
                <a:sym typeface="思源黑体 1 Heavy" panose="020B0A00000000000000" charset="-122"/>
              </a:rPr>
              <a:t>汇报</a:t>
            </a:r>
            <a:endParaRPr lang="zh-CN" altLang="en-US" sz="10600" b="1">
              <a:solidFill>
                <a:srgbClr val="FFFFFF"/>
              </a:solidFill>
              <a:latin typeface="思源黑体 1 Heavy" panose="020B0A00000000000000" charset="-122"/>
              <a:ea typeface="思源黑体 1 Heavy" panose="020B0A00000000000000" charset="-122"/>
              <a:cs typeface="思源黑体 1 Heavy" panose="020B0A00000000000000" charset="-122"/>
              <a:sym typeface="思源黑体 1 Heavy" panose="020B0A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789552" y="6286570"/>
            <a:ext cx="8708896" cy="69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zh-CN" altLang="en-US" sz="2800" spc="1263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第</a:t>
            </a:r>
            <a:r>
              <a:rPr lang="en-US" altLang="zh-CN" sz="2800" spc="1263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12</a:t>
            </a:r>
            <a:r>
              <a:rPr lang="zh-CN" altLang="en-US" sz="2800" spc="1263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组</a:t>
            </a:r>
            <a:r>
              <a:rPr lang="en-US" altLang="zh-CN" sz="2800" spc="1263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</a:t>
            </a:r>
            <a:r>
              <a:rPr lang="zh-CN" altLang="en-US" sz="2800" spc="1263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张芷若</a:t>
            </a:r>
            <a:r>
              <a:rPr lang="en-US" altLang="zh-CN" sz="2800" spc="1263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</a:t>
            </a:r>
            <a:r>
              <a:rPr lang="zh-CN" altLang="en-US" sz="2800" spc="1263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王薏儒</a:t>
            </a:r>
            <a:r>
              <a:rPr lang="en-US" altLang="zh-CN" sz="2800" spc="1263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</a:t>
            </a:r>
            <a:r>
              <a:rPr lang="zh-CN" altLang="en-US" sz="2800" spc="1263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马鑫</a:t>
            </a:r>
            <a:endParaRPr lang="zh-CN" altLang="en-US" sz="2800" spc="1263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020257" y="9523097"/>
            <a:ext cx="4247486" cy="304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800" b="1" spc="176">
                <a:solidFill>
                  <a:srgbClr val="1E1E1E"/>
                </a:solidFill>
                <a:latin typeface="思源黑体 1 Medium" panose="020B0600000000000000" charset="-122"/>
                <a:ea typeface="思源黑体 1 Medium" panose="020B0600000000000000" charset="-122"/>
                <a:cs typeface="思源黑体 1 Medium" panose="020B0600000000000000" charset="-122"/>
                <a:sym typeface="思源黑体 1 Medium" panose="020B0600000000000000" charset="-122"/>
              </a:rPr>
              <a:t>2026-05-06</a:t>
            </a:r>
            <a:endParaRPr lang="en-US" sz="1800" b="1" spc="176">
              <a:solidFill>
                <a:srgbClr val="1E1E1E"/>
              </a:solidFill>
              <a:latin typeface="思源黑体 1 Medium" panose="020B0600000000000000" charset="-122"/>
              <a:ea typeface="思源黑体 1 Medium" panose="020B0600000000000000" charset="-122"/>
              <a:cs typeface="思源黑体 1 Medium" panose="020B0600000000000000" charset="-122"/>
              <a:sym typeface="思源黑体 1 Medium" panose="020B06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2382165" y="2101220"/>
            <a:ext cx="23052331" cy="9427445"/>
            <a:chOff x="0" y="0"/>
            <a:chExt cx="30736441" cy="12569926"/>
          </a:xfrm>
        </p:grpSpPr>
        <p:sp>
          <p:nvSpPr>
            <p:cNvPr id="3" name="Freeform 3"/>
            <p:cNvSpPr/>
            <p:nvPr/>
          </p:nvSpPr>
          <p:spPr>
            <a:xfrm rot="-10800000">
              <a:off x="303692" y="3218773"/>
              <a:ext cx="30432748" cy="9351154"/>
            </a:xfrm>
            <a:custGeom>
              <a:avLst/>
              <a:gdLst/>
              <a:ahLst/>
              <a:cxnLst/>
              <a:rect l="l" t="t" r="r" b="b"/>
              <a:pathLst>
                <a:path w="30432748" h="9351154">
                  <a:moveTo>
                    <a:pt x="0" y="0"/>
                  </a:moveTo>
                  <a:lnTo>
                    <a:pt x="30432749" y="0"/>
                  </a:lnTo>
                  <a:lnTo>
                    <a:pt x="30432749" y="9351153"/>
                  </a:lnTo>
                  <a:lnTo>
                    <a:pt x="0" y="9351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10800000">
              <a:off x="0" y="0"/>
              <a:ext cx="30432748" cy="9351154"/>
            </a:xfrm>
            <a:custGeom>
              <a:avLst/>
              <a:gdLst/>
              <a:ahLst/>
              <a:cxnLst/>
              <a:rect l="l" t="t" r="r" b="b"/>
              <a:pathLst>
                <a:path w="30432748" h="9351154">
                  <a:moveTo>
                    <a:pt x="0" y="0"/>
                  </a:moveTo>
                  <a:lnTo>
                    <a:pt x="30432748" y="0"/>
                  </a:lnTo>
                  <a:lnTo>
                    <a:pt x="30432748" y="9351154"/>
                  </a:lnTo>
                  <a:lnTo>
                    <a:pt x="0" y="9351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 rot="-10800000">
              <a:off x="2689824" y="3519553"/>
              <a:ext cx="25660486" cy="7884767"/>
            </a:xfrm>
            <a:custGeom>
              <a:avLst/>
              <a:gdLst/>
              <a:ahLst/>
              <a:cxnLst/>
              <a:rect l="l" t="t" r="r" b="b"/>
              <a:pathLst>
                <a:path w="25660486" h="7884767">
                  <a:moveTo>
                    <a:pt x="0" y="0"/>
                  </a:moveTo>
                  <a:lnTo>
                    <a:pt x="25660485" y="0"/>
                  </a:lnTo>
                  <a:lnTo>
                    <a:pt x="25660485" y="7884768"/>
                  </a:lnTo>
                  <a:lnTo>
                    <a:pt x="0" y="7884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10800000">
              <a:off x="1077409" y="850418"/>
              <a:ext cx="28277929" cy="8689036"/>
            </a:xfrm>
            <a:custGeom>
              <a:avLst/>
              <a:gdLst/>
              <a:ahLst/>
              <a:cxnLst/>
              <a:rect l="l" t="t" r="r" b="b"/>
              <a:pathLst>
                <a:path w="28277929" h="8689036">
                  <a:moveTo>
                    <a:pt x="0" y="0"/>
                  </a:moveTo>
                  <a:lnTo>
                    <a:pt x="28277930" y="0"/>
                  </a:lnTo>
                  <a:lnTo>
                    <a:pt x="28277930" y="8689036"/>
                  </a:lnTo>
                  <a:lnTo>
                    <a:pt x="0" y="86890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 rot="-10800000">
              <a:off x="2132584" y="2440307"/>
              <a:ext cx="26049794" cy="7865465"/>
              <a:chOff x="0" y="0"/>
              <a:chExt cx="4879504" cy="147331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79504" cy="1473316"/>
              </a:xfrm>
              <a:custGeom>
                <a:avLst/>
                <a:gdLst/>
                <a:ahLst/>
                <a:cxnLst/>
                <a:rect l="l" t="t" r="r" b="b"/>
                <a:pathLst>
                  <a:path w="4879504" h="1473316">
                    <a:moveTo>
                      <a:pt x="0" y="0"/>
                    </a:moveTo>
                    <a:lnTo>
                      <a:pt x="4879504" y="0"/>
                    </a:lnTo>
                    <a:lnTo>
                      <a:pt x="4879504" y="1473316"/>
                    </a:lnTo>
                    <a:lnTo>
                      <a:pt x="0" y="1473316"/>
                    </a:lnTo>
                    <a:close/>
                  </a:path>
                </a:pathLst>
              </a:custGeom>
              <a:solidFill>
                <a:srgbClr val="A1B1CE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28575"/>
                <a:ext cx="4879504" cy="15018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id="10" name="Group 10"/>
          <p:cNvGrpSpPr/>
          <p:nvPr>
            <p:custDataLst>
              <p:tags r:id="rId3"/>
            </p:custDataLst>
          </p:nvPr>
        </p:nvGrpSpPr>
        <p:grpSpPr>
          <a:xfrm rot="0">
            <a:off x="2733509" y="4643257"/>
            <a:ext cx="5752390" cy="1647062"/>
            <a:chOff x="0" y="0"/>
            <a:chExt cx="1515033" cy="433794"/>
          </a:xfrm>
        </p:grpSpPr>
        <p:sp>
          <p:nvSpPr>
            <p:cNvPr id="11" name="Freeform 11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1515033" cy="433794"/>
            </a:xfrm>
            <a:custGeom>
              <a:avLst/>
              <a:gdLst/>
              <a:ahLst/>
              <a:cxnLst/>
              <a:rect l="l" t="t" r="r" b="b"/>
              <a:pathLst>
                <a:path w="1515033" h="433794">
                  <a:moveTo>
                    <a:pt x="30955" y="0"/>
                  </a:moveTo>
                  <a:lnTo>
                    <a:pt x="1484078" y="0"/>
                  </a:lnTo>
                  <a:cubicBezTo>
                    <a:pt x="1501174" y="0"/>
                    <a:pt x="1515033" y="13859"/>
                    <a:pt x="1515033" y="30955"/>
                  </a:cubicBezTo>
                  <a:lnTo>
                    <a:pt x="1515033" y="402839"/>
                  </a:lnTo>
                  <a:cubicBezTo>
                    <a:pt x="1515033" y="419935"/>
                    <a:pt x="1501174" y="433794"/>
                    <a:pt x="1484078" y="433794"/>
                  </a:cubicBezTo>
                  <a:lnTo>
                    <a:pt x="30955" y="433794"/>
                  </a:lnTo>
                  <a:cubicBezTo>
                    <a:pt x="13859" y="433794"/>
                    <a:pt x="0" y="419935"/>
                    <a:pt x="0" y="402839"/>
                  </a:cubicBezTo>
                  <a:lnTo>
                    <a:pt x="0" y="30955"/>
                  </a:lnTo>
                  <a:cubicBezTo>
                    <a:pt x="0" y="13859"/>
                    <a:pt x="13859" y="0"/>
                    <a:pt x="3095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515033" cy="4623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3" name="TextBox 13"/>
          <p:cNvSpPr txBox="1"/>
          <p:nvPr>
            <p:custDataLst>
              <p:tags r:id="rId5"/>
            </p:custDataLst>
          </p:nvPr>
        </p:nvSpPr>
        <p:spPr>
          <a:xfrm>
            <a:off x="4094590" y="5053624"/>
            <a:ext cx="4016490" cy="676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zh-CN" altLang="en-US" sz="4400" b="1">
                <a:solidFill>
                  <a:srgbClr val="FFFFFF"/>
                </a:solidFill>
                <a:latin typeface="思源黑体 3 Bold" panose="020B0800000000000000" charset="-122"/>
                <a:ea typeface="思源黑体 3 Bold" panose="020B0800000000000000" charset="-122"/>
                <a:cs typeface="思源黑体 3 Bold" panose="020B0800000000000000" charset="-122"/>
                <a:sym typeface="思源黑体 3 Bold" panose="020B0800000000000000" charset="-122"/>
              </a:rPr>
              <a:t>系统</a:t>
            </a:r>
            <a:r>
              <a:rPr lang="zh-CN" altLang="en-US" sz="4400" b="1">
                <a:solidFill>
                  <a:srgbClr val="FFFFFF"/>
                </a:solidFill>
                <a:latin typeface="思源黑体 3 Bold" panose="020B0800000000000000" charset="-122"/>
                <a:ea typeface="思源黑体 3 Bold" panose="020B0800000000000000" charset="-122"/>
                <a:cs typeface="思源黑体 3 Bold" panose="020B0800000000000000" charset="-122"/>
                <a:sym typeface="思源黑体 3 Bold" panose="020B0800000000000000" charset="-122"/>
              </a:rPr>
              <a:t>介绍</a:t>
            </a:r>
            <a:endParaRPr lang="zh-CN" altLang="en-US" sz="4400" b="1">
              <a:solidFill>
                <a:srgbClr val="FFFFFF"/>
              </a:solidFill>
              <a:latin typeface="思源黑体 3 Bold" panose="020B0800000000000000" charset="-122"/>
              <a:ea typeface="思源黑体 3 Bold" panose="020B0800000000000000" charset="-122"/>
              <a:cs typeface="思源黑体 3 Bold" panose="020B0800000000000000" charset="-122"/>
              <a:sym typeface="思源黑体 3 Bold" panose="020B0800000000000000" charset="-122"/>
            </a:endParaRPr>
          </a:p>
        </p:txBody>
      </p:sp>
      <p:sp>
        <p:nvSpPr>
          <p:cNvPr id="15" name="TextBox 15"/>
          <p:cNvSpPr txBox="1"/>
          <p:nvPr>
            <p:custDataLst>
              <p:tags r:id="rId6"/>
            </p:custDataLst>
          </p:nvPr>
        </p:nvSpPr>
        <p:spPr>
          <a:xfrm>
            <a:off x="3039110" y="4914900"/>
            <a:ext cx="1114425" cy="876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40"/>
              </a:lnSpc>
            </a:pPr>
            <a:r>
              <a:rPr lang="en-US" sz="5700" b="1">
                <a:solidFill>
                  <a:srgbClr val="FFFFF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01</a:t>
            </a:r>
            <a:endParaRPr lang="en-US" sz="5700" b="1">
              <a:solidFill>
                <a:srgbClr val="FFFFFF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  <p:grpSp>
        <p:nvGrpSpPr>
          <p:cNvPr id="16" name="Group 16"/>
          <p:cNvGrpSpPr/>
          <p:nvPr>
            <p:custDataLst>
              <p:tags r:id="rId7"/>
            </p:custDataLst>
          </p:nvPr>
        </p:nvGrpSpPr>
        <p:grpSpPr>
          <a:xfrm rot="0">
            <a:off x="9764002" y="4643257"/>
            <a:ext cx="5752390" cy="1647062"/>
            <a:chOff x="0" y="0"/>
            <a:chExt cx="1515033" cy="433794"/>
          </a:xfrm>
        </p:grpSpPr>
        <p:sp>
          <p:nvSpPr>
            <p:cNvPr id="17" name="Freeform 17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515033" cy="433794"/>
            </a:xfrm>
            <a:custGeom>
              <a:avLst/>
              <a:gdLst/>
              <a:ahLst/>
              <a:cxnLst/>
              <a:rect l="l" t="t" r="r" b="b"/>
              <a:pathLst>
                <a:path w="1515033" h="433794">
                  <a:moveTo>
                    <a:pt x="30955" y="0"/>
                  </a:moveTo>
                  <a:lnTo>
                    <a:pt x="1484078" y="0"/>
                  </a:lnTo>
                  <a:cubicBezTo>
                    <a:pt x="1501174" y="0"/>
                    <a:pt x="1515033" y="13859"/>
                    <a:pt x="1515033" y="30955"/>
                  </a:cubicBezTo>
                  <a:lnTo>
                    <a:pt x="1515033" y="402839"/>
                  </a:lnTo>
                  <a:cubicBezTo>
                    <a:pt x="1515033" y="419935"/>
                    <a:pt x="1501174" y="433794"/>
                    <a:pt x="1484078" y="433794"/>
                  </a:cubicBezTo>
                  <a:lnTo>
                    <a:pt x="30955" y="433794"/>
                  </a:lnTo>
                  <a:cubicBezTo>
                    <a:pt x="13859" y="433794"/>
                    <a:pt x="0" y="419935"/>
                    <a:pt x="0" y="402839"/>
                  </a:cubicBezTo>
                  <a:lnTo>
                    <a:pt x="0" y="30955"/>
                  </a:lnTo>
                  <a:cubicBezTo>
                    <a:pt x="0" y="13859"/>
                    <a:pt x="13859" y="0"/>
                    <a:pt x="3095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1515033" cy="4623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9" name="TextBox 19"/>
          <p:cNvSpPr txBox="1"/>
          <p:nvPr>
            <p:custDataLst>
              <p:tags r:id="rId9"/>
            </p:custDataLst>
          </p:nvPr>
        </p:nvSpPr>
        <p:spPr>
          <a:xfrm>
            <a:off x="11125083" y="5053624"/>
            <a:ext cx="4016490" cy="676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zh-CN" altLang="en-US" sz="4400" b="1">
                <a:solidFill>
                  <a:srgbClr val="FFFFFF"/>
                </a:solidFill>
                <a:latin typeface="思源黑体 3 Bold" panose="020B0800000000000000" charset="-122"/>
                <a:ea typeface="思源黑体 3 Bold" panose="020B0800000000000000" charset="-122"/>
                <a:cs typeface="思源黑体 3 Bold" panose="020B0800000000000000" charset="-122"/>
                <a:sym typeface="思源黑体 3 Bold" panose="020B0800000000000000" charset="-122"/>
              </a:rPr>
              <a:t>单元</a:t>
            </a:r>
            <a:r>
              <a:rPr lang="zh-CN" altLang="en-US" sz="4400" b="1">
                <a:solidFill>
                  <a:srgbClr val="FFFFFF"/>
                </a:solidFill>
                <a:latin typeface="思源黑体 3 Bold" panose="020B0800000000000000" charset="-122"/>
                <a:ea typeface="思源黑体 3 Bold" panose="020B0800000000000000" charset="-122"/>
                <a:cs typeface="思源黑体 3 Bold" panose="020B0800000000000000" charset="-122"/>
                <a:sym typeface="思源黑体 3 Bold" panose="020B0800000000000000" charset="-122"/>
              </a:rPr>
              <a:t>测试</a:t>
            </a:r>
            <a:endParaRPr lang="zh-CN" altLang="en-US" sz="4400" b="1">
              <a:solidFill>
                <a:srgbClr val="FFFFFF"/>
              </a:solidFill>
              <a:latin typeface="思源黑体 3 Bold" panose="020B0800000000000000" charset="-122"/>
              <a:ea typeface="思源黑体 3 Bold" panose="020B0800000000000000" charset="-122"/>
              <a:cs typeface="思源黑体 3 Bold" panose="020B0800000000000000" charset="-122"/>
              <a:sym typeface="思源黑体 3 Bold" panose="020B0800000000000000" charset="-122"/>
            </a:endParaRPr>
          </a:p>
        </p:txBody>
      </p:sp>
      <p:sp>
        <p:nvSpPr>
          <p:cNvPr id="21" name="TextBox 21"/>
          <p:cNvSpPr txBox="1"/>
          <p:nvPr>
            <p:custDataLst>
              <p:tags r:id="rId10"/>
            </p:custDataLst>
          </p:nvPr>
        </p:nvSpPr>
        <p:spPr>
          <a:xfrm>
            <a:off x="10069195" y="4971415"/>
            <a:ext cx="1217930" cy="876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40"/>
              </a:lnSpc>
            </a:pPr>
            <a:r>
              <a:rPr lang="en-US" sz="5700" b="1">
                <a:solidFill>
                  <a:srgbClr val="FFFFF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02</a:t>
            </a:r>
            <a:endParaRPr lang="en-US" sz="5700" b="1">
              <a:solidFill>
                <a:srgbClr val="FFFFFF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  <p:grpSp>
        <p:nvGrpSpPr>
          <p:cNvPr id="22" name="Group 22"/>
          <p:cNvGrpSpPr/>
          <p:nvPr>
            <p:custDataLst>
              <p:tags r:id="rId11"/>
            </p:custDataLst>
          </p:nvPr>
        </p:nvGrpSpPr>
        <p:grpSpPr>
          <a:xfrm rot="0">
            <a:off x="2733509" y="6780505"/>
            <a:ext cx="5752390" cy="1647062"/>
            <a:chOff x="0" y="0"/>
            <a:chExt cx="1515033" cy="433794"/>
          </a:xfrm>
        </p:grpSpPr>
        <p:sp>
          <p:nvSpPr>
            <p:cNvPr id="23" name="Freeform 23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515033" cy="433794"/>
            </a:xfrm>
            <a:custGeom>
              <a:avLst/>
              <a:gdLst/>
              <a:ahLst/>
              <a:cxnLst/>
              <a:rect l="l" t="t" r="r" b="b"/>
              <a:pathLst>
                <a:path w="1515033" h="433794">
                  <a:moveTo>
                    <a:pt x="30955" y="0"/>
                  </a:moveTo>
                  <a:lnTo>
                    <a:pt x="1484078" y="0"/>
                  </a:lnTo>
                  <a:cubicBezTo>
                    <a:pt x="1501174" y="0"/>
                    <a:pt x="1515033" y="13859"/>
                    <a:pt x="1515033" y="30955"/>
                  </a:cubicBezTo>
                  <a:lnTo>
                    <a:pt x="1515033" y="402839"/>
                  </a:lnTo>
                  <a:cubicBezTo>
                    <a:pt x="1515033" y="419935"/>
                    <a:pt x="1501174" y="433794"/>
                    <a:pt x="1484078" y="433794"/>
                  </a:cubicBezTo>
                  <a:lnTo>
                    <a:pt x="30955" y="433794"/>
                  </a:lnTo>
                  <a:cubicBezTo>
                    <a:pt x="13859" y="433794"/>
                    <a:pt x="0" y="419935"/>
                    <a:pt x="0" y="402839"/>
                  </a:cubicBezTo>
                  <a:lnTo>
                    <a:pt x="0" y="30955"/>
                  </a:lnTo>
                  <a:cubicBezTo>
                    <a:pt x="0" y="13859"/>
                    <a:pt x="13859" y="0"/>
                    <a:pt x="3095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1515033" cy="4623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25" name="TextBox 25"/>
          <p:cNvSpPr txBox="1"/>
          <p:nvPr>
            <p:custDataLst>
              <p:tags r:id="rId13"/>
            </p:custDataLst>
          </p:nvPr>
        </p:nvSpPr>
        <p:spPr>
          <a:xfrm>
            <a:off x="4094590" y="7194685"/>
            <a:ext cx="4016490" cy="676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zh-CN" altLang="en-US" sz="4400" b="1">
                <a:solidFill>
                  <a:srgbClr val="FFFFFF"/>
                </a:solidFill>
                <a:latin typeface="思源黑体 3 Bold" panose="020B0800000000000000" charset="-122"/>
                <a:ea typeface="思源黑体 3 Bold" panose="020B0800000000000000" charset="-122"/>
                <a:cs typeface="思源黑体 3 Bold" panose="020B0800000000000000" charset="-122"/>
                <a:sym typeface="思源黑体 3 Bold" panose="020B0800000000000000" charset="-122"/>
              </a:rPr>
              <a:t>功能</a:t>
            </a:r>
            <a:r>
              <a:rPr lang="zh-CN" altLang="en-US" sz="4400" b="1">
                <a:solidFill>
                  <a:srgbClr val="FFFFFF"/>
                </a:solidFill>
                <a:latin typeface="思源黑体 3 Bold" panose="020B0800000000000000" charset="-122"/>
                <a:ea typeface="思源黑体 3 Bold" panose="020B0800000000000000" charset="-122"/>
                <a:cs typeface="思源黑体 3 Bold" panose="020B0800000000000000" charset="-122"/>
                <a:sym typeface="思源黑体 3 Bold" panose="020B0800000000000000" charset="-122"/>
              </a:rPr>
              <a:t>测试</a:t>
            </a:r>
            <a:endParaRPr lang="zh-CN" altLang="en-US" sz="4400" b="1">
              <a:solidFill>
                <a:srgbClr val="FFFFFF"/>
              </a:solidFill>
              <a:latin typeface="思源黑体 3 Bold" panose="020B0800000000000000" charset="-122"/>
              <a:ea typeface="思源黑体 3 Bold" panose="020B0800000000000000" charset="-122"/>
              <a:cs typeface="思源黑体 3 Bold" panose="020B0800000000000000" charset="-122"/>
              <a:sym typeface="思源黑体 3 Bold" panose="020B0800000000000000" charset="-122"/>
            </a:endParaRPr>
          </a:p>
        </p:txBody>
      </p:sp>
      <p:sp>
        <p:nvSpPr>
          <p:cNvPr id="27" name="TextBox 27"/>
          <p:cNvSpPr txBox="1"/>
          <p:nvPr>
            <p:custDataLst>
              <p:tags r:id="rId14"/>
            </p:custDataLst>
          </p:nvPr>
        </p:nvSpPr>
        <p:spPr>
          <a:xfrm>
            <a:off x="3039110" y="7108825"/>
            <a:ext cx="1266190" cy="876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840"/>
              </a:lnSpc>
              <a:spcBef>
                <a:spcPct val="0"/>
              </a:spcBef>
            </a:pPr>
            <a:r>
              <a:rPr lang="en-US" sz="5700" b="1" u="none" strike="noStrike">
                <a:solidFill>
                  <a:srgbClr val="FFFFF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03</a:t>
            </a:r>
            <a:endParaRPr lang="en-US" sz="5700" b="1" u="none" strike="noStrike">
              <a:solidFill>
                <a:srgbClr val="FFFFFF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  <p:grpSp>
        <p:nvGrpSpPr>
          <p:cNvPr id="28" name="Group 28"/>
          <p:cNvGrpSpPr/>
          <p:nvPr>
            <p:custDataLst>
              <p:tags r:id="rId15"/>
            </p:custDataLst>
          </p:nvPr>
        </p:nvGrpSpPr>
        <p:grpSpPr>
          <a:xfrm rot="0">
            <a:off x="9764002" y="6780505"/>
            <a:ext cx="5752390" cy="1647062"/>
            <a:chOff x="0" y="0"/>
            <a:chExt cx="1515033" cy="433794"/>
          </a:xfrm>
        </p:grpSpPr>
        <p:sp>
          <p:nvSpPr>
            <p:cNvPr id="29" name="Freeform 29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515033" cy="433794"/>
            </a:xfrm>
            <a:custGeom>
              <a:avLst/>
              <a:gdLst/>
              <a:ahLst/>
              <a:cxnLst/>
              <a:rect l="l" t="t" r="r" b="b"/>
              <a:pathLst>
                <a:path w="1515033" h="433794">
                  <a:moveTo>
                    <a:pt x="30955" y="0"/>
                  </a:moveTo>
                  <a:lnTo>
                    <a:pt x="1484078" y="0"/>
                  </a:lnTo>
                  <a:cubicBezTo>
                    <a:pt x="1501174" y="0"/>
                    <a:pt x="1515033" y="13859"/>
                    <a:pt x="1515033" y="30955"/>
                  </a:cubicBezTo>
                  <a:lnTo>
                    <a:pt x="1515033" y="402839"/>
                  </a:lnTo>
                  <a:cubicBezTo>
                    <a:pt x="1515033" y="419935"/>
                    <a:pt x="1501174" y="433794"/>
                    <a:pt x="1484078" y="433794"/>
                  </a:cubicBezTo>
                  <a:lnTo>
                    <a:pt x="30955" y="433794"/>
                  </a:lnTo>
                  <a:cubicBezTo>
                    <a:pt x="13859" y="433794"/>
                    <a:pt x="0" y="419935"/>
                    <a:pt x="0" y="402839"/>
                  </a:cubicBezTo>
                  <a:lnTo>
                    <a:pt x="0" y="30955"/>
                  </a:lnTo>
                  <a:cubicBezTo>
                    <a:pt x="0" y="13859"/>
                    <a:pt x="13859" y="0"/>
                    <a:pt x="3095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1515033" cy="4623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31" name="TextBox 31"/>
          <p:cNvSpPr txBox="1"/>
          <p:nvPr>
            <p:custDataLst>
              <p:tags r:id="rId17"/>
            </p:custDataLst>
          </p:nvPr>
        </p:nvSpPr>
        <p:spPr>
          <a:xfrm>
            <a:off x="11125083" y="7194685"/>
            <a:ext cx="4016490" cy="676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zh-CN" altLang="en-US" sz="4400" b="1">
                <a:solidFill>
                  <a:srgbClr val="FFFFFF"/>
                </a:solidFill>
                <a:latin typeface="思源黑体 3 Bold" panose="020B0800000000000000" charset="-122"/>
                <a:ea typeface="思源黑体 3 Bold" panose="020B0800000000000000" charset="-122"/>
                <a:cs typeface="思源黑体 3 Bold" panose="020B0800000000000000" charset="-122"/>
                <a:sym typeface="思源黑体 3 Bold" panose="020B0800000000000000" charset="-122"/>
              </a:rPr>
              <a:t>性能测试</a:t>
            </a:r>
            <a:endParaRPr lang="zh-CN" altLang="en-US" sz="4400" b="1">
              <a:solidFill>
                <a:srgbClr val="FFFFFF"/>
              </a:solidFill>
              <a:latin typeface="思源黑体 3 Bold" panose="020B0800000000000000" charset="-122"/>
              <a:ea typeface="思源黑体 3 Bold" panose="020B0800000000000000" charset="-122"/>
              <a:cs typeface="思源黑体 3 Bold" panose="020B0800000000000000" charset="-122"/>
              <a:sym typeface="思源黑体 3 Bold" panose="020B0800000000000000" charset="-122"/>
            </a:endParaRPr>
          </a:p>
        </p:txBody>
      </p:sp>
      <p:sp>
        <p:nvSpPr>
          <p:cNvPr id="33" name="TextBox 33"/>
          <p:cNvSpPr txBox="1"/>
          <p:nvPr>
            <p:custDataLst>
              <p:tags r:id="rId18"/>
            </p:custDataLst>
          </p:nvPr>
        </p:nvSpPr>
        <p:spPr>
          <a:xfrm>
            <a:off x="10069195" y="7108825"/>
            <a:ext cx="1223645" cy="876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40"/>
              </a:lnSpc>
            </a:pPr>
            <a:r>
              <a:rPr lang="en-US" sz="5700" b="1">
                <a:solidFill>
                  <a:srgbClr val="FFFFF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04</a:t>
            </a:r>
            <a:endParaRPr lang="en-US" sz="5700" b="1">
              <a:solidFill>
                <a:srgbClr val="FFFFFF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6741364" y="612138"/>
            <a:ext cx="4805272" cy="1781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75"/>
              </a:lnSpc>
            </a:pPr>
            <a:r>
              <a:rPr lang="en-US" sz="11730" b="1">
                <a:solidFill>
                  <a:srgbClr val="1E1E1E"/>
                </a:solidFill>
                <a:latin typeface="思源黑体 3 Bold" panose="020B0800000000000000" charset="-122"/>
                <a:ea typeface="思源黑体 3 Bold" panose="020B0800000000000000" charset="-122"/>
                <a:cs typeface="思源黑体 3 Bold" panose="020B0800000000000000" charset="-122"/>
                <a:sym typeface="思源黑体 3 Bold" panose="020B0800000000000000" charset="-122"/>
              </a:rPr>
              <a:t>目录</a:t>
            </a:r>
            <a:endParaRPr lang="en-US" sz="11730" b="1">
              <a:solidFill>
                <a:srgbClr val="1E1E1E"/>
              </a:solidFill>
              <a:latin typeface="思源黑体 3 Bold" panose="020B0800000000000000" charset="-122"/>
              <a:ea typeface="思源黑体 3 Bold" panose="020B0800000000000000" charset="-122"/>
              <a:cs typeface="思源黑体 3 Bold" panose="020B0800000000000000" charset="-122"/>
              <a:sym typeface="思源黑体 3 Bold" panose="020B08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972941" y="679064"/>
            <a:ext cx="21860057" cy="8939855"/>
            <a:chOff x="0" y="0"/>
            <a:chExt cx="29146743" cy="119198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7" y="0"/>
                  </a:lnTo>
                  <a:lnTo>
                    <a:pt x="28858757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287985" y="3052297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8" y="0"/>
                  </a:lnTo>
                  <a:lnTo>
                    <a:pt x="28858758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2262720" y="1105320"/>
              <a:ext cx="24333318" cy="7476965"/>
            </a:xfrm>
            <a:custGeom>
              <a:avLst/>
              <a:gdLst/>
              <a:ahLst/>
              <a:cxnLst/>
              <a:rect l="l" t="t" r="r" b="b"/>
              <a:pathLst>
                <a:path w="24333318" h="7476965">
                  <a:moveTo>
                    <a:pt x="0" y="0"/>
                  </a:moveTo>
                  <a:lnTo>
                    <a:pt x="24333317" y="0"/>
                  </a:lnTo>
                  <a:lnTo>
                    <a:pt x="24333317" y="7476965"/>
                  </a:lnTo>
                  <a:lnTo>
                    <a:pt x="0" y="7476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309671" y="2873735"/>
              <a:ext cx="26815386" cy="8239637"/>
            </a:xfrm>
            <a:custGeom>
              <a:avLst/>
              <a:gdLst/>
              <a:ahLst/>
              <a:cxnLst/>
              <a:rect l="l" t="t" r="r" b="b"/>
              <a:pathLst>
                <a:path w="26815386" h="8239637">
                  <a:moveTo>
                    <a:pt x="0" y="0"/>
                  </a:moveTo>
                  <a:lnTo>
                    <a:pt x="26815386" y="0"/>
                  </a:lnTo>
                  <a:lnTo>
                    <a:pt x="26815386" y="8239637"/>
                  </a:lnTo>
                  <a:lnTo>
                    <a:pt x="0" y="8239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 rot="0">
              <a:off x="2630588" y="2147052"/>
              <a:ext cx="24384000" cy="7458661"/>
              <a:chOff x="0" y="0"/>
              <a:chExt cx="4816593" cy="147331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16592" cy="1473316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473316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473316"/>
                    </a:lnTo>
                    <a:lnTo>
                      <a:pt x="0" y="1473316"/>
                    </a:lnTo>
                    <a:close/>
                  </a:path>
                </a:pathLst>
              </a:custGeom>
              <a:solidFill>
                <a:srgbClr val="A1B1CE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816593" cy="1511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0" name="TextBox 10"/>
          <p:cNvSpPr txBox="1"/>
          <p:nvPr/>
        </p:nvSpPr>
        <p:spPr>
          <a:xfrm>
            <a:off x="3851691" y="4974341"/>
            <a:ext cx="10584617" cy="145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55"/>
              </a:lnSpc>
            </a:pPr>
            <a:r>
              <a:rPr lang="zh-CN" altLang="en-US" sz="8600" b="1">
                <a:solidFill>
                  <a:srgbClr val="FFFFFF"/>
                </a:solidFill>
                <a:latin typeface="思源黑体 3 Bold" panose="020B0800000000000000" charset="-122"/>
                <a:ea typeface="思源黑体 3 Bold" panose="020B0800000000000000" charset="-122"/>
                <a:cs typeface="思源黑体 3 Bold" panose="020B0800000000000000" charset="-122"/>
                <a:sym typeface="思源黑体 3 Bold" panose="020B0800000000000000" charset="-122"/>
              </a:rPr>
              <a:t>系统</a:t>
            </a:r>
            <a:r>
              <a:rPr lang="zh-CN" altLang="en-US" sz="8600" b="1">
                <a:solidFill>
                  <a:srgbClr val="FFFFFF"/>
                </a:solidFill>
                <a:latin typeface="思源黑体 3 Bold" panose="020B0800000000000000" charset="-122"/>
                <a:ea typeface="思源黑体 3 Bold" panose="020B0800000000000000" charset="-122"/>
                <a:cs typeface="思源黑体 3 Bold" panose="020B0800000000000000" charset="-122"/>
                <a:sym typeface="思源黑体 3 Bold" panose="020B0800000000000000" charset="-122"/>
              </a:rPr>
              <a:t>介绍</a:t>
            </a:r>
            <a:endParaRPr lang="zh-CN" altLang="en-US" sz="8600" b="1">
              <a:solidFill>
                <a:srgbClr val="FFFFFF"/>
              </a:solidFill>
              <a:latin typeface="思源黑体 3 Bold" panose="020B0800000000000000" charset="-122"/>
              <a:ea typeface="思源黑体 3 Bold" panose="020B0800000000000000" charset="-122"/>
              <a:cs typeface="思源黑体 3 Bold" panose="020B0800000000000000" charset="-122"/>
              <a:sym typeface="思源黑体 3 Bold" panose="020B0800000000000000" charset="-122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8351449" y="3298656"/>
            <a:ext cx="1585102" cy="158510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167583" y="3466922"/>
            <a:ext cx="1952835" cy="1280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5"/>
              </a:lnSpc>
              <a:spcBef>
                <a:spcPct val="0"/>
              </a:spcBef>
            </a:pPr>
            <a:r>
              <a:rPr lang="en-US" sz="7465" b="1">
                <a:solidFill>
                  <a:srgbClr val="FFFFF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01</a:t>
            </a:r>
            <a:endParaRPr lang="en-US" sz="7465" b="1">
              <a:solidFill>
                <a:srgbClr val="FFFFFF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2096766" y="-7693632"/>
            <a:ext cx="21860057" cy="8939855"/>
            <a:chOff x="0" y="0"/>
            <a:chExt cx="29146743" cy="119198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7" y="0"/>
                  </a:lnTo>
                  <a:lnTo>
                    <a:pt x="28858757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287985" y="3052297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8" y="0"/>
                  </a:lnTo>
                  <a:lnTo>
                    <a:pt x="28858758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2262720" y="1105320"/>
              <a:ext cx="24333318" cy="7476965"/>
            </a:xfrm>
            <a:custGeom>
              <a:avLst/>
              <a:gdLst/>
              <a:ahLst/>
              <a:cxnLst/>
              <a:rect l="l" t="t" r="r" b="b"/>
              <a:pathLst>
                <a:path w="24333318" h="7476965">
                  <a:moveTo>
                    <a:pt x="0" y="0"/>
                  </a:moveTo>
                  <a:lnTo>
                    <a:pt x="24333317" y="0"/>
                  </a:lnTo>
                  <a:lnTo>
                    <a:pt x="24333317" y="7476965"/>
                  </a:lnTo>
                  <a:lnTo>
                    <a:pt x="0" y="7476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309671" y="2873735"/>
              <a:ext cx="26815386" cy="8239637"/>
            </a:xfrm>
            <a:custGeom>
              <a:avLst/>
              <a:gdLst/>
              <a:ahLst/>
              <a:cxnLst/>
              <a:rect l="l" t="t" r="r" b="b"/>
              <a:pathLst>
                <a:path w="26815386" h="8239637">
                  <a:moveTo>
                    <a:pt x="0" y="0"/>
                  </a:moveTo>
                  <a:lnTo>
                    <a:pt x="26815386" y="0"/>
                  </a:lnTo>
                  <a:lnTo>
                    <a:pt x="26815386" y="8239637"/>
                  </a:lnTo>
                  <a:lnTo>
                    <a:pt x="0" y="8239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 rot="0">
              <a:off x="2544943" y="2147052"/>
              <a:ext cx="24555291" cy="7458661"/>
              <a:chOff x="0" y="0"/>
              <a:chExt cx="4850428" cy="147331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50428" cy="1473316"/>
              </a:xfrm>
              <a:custGeom>
                <a:avLst/>
                <a:gdLst/>
                <a:ahLst/>
                <a:cxnLst/>
                <a:rect l="l" t="t" r="r" b="b"/>
                <a:pathLst>
                  <a:path w="4850428" h="1473316">
                    <a:moveTo>
                      <a:pt x="0" y="0"/>
                    </a:moveTo>
                    <a:lnTo>
                      <a:pt x="4850428" y="0"/>
                    </a:lnTo>
                    <a:lnTo>
                      <a:pt x="4850428" y="1473316"/>
                    </a:lnTo>
                    <a:lnTo>
                      <a:pt x="0" y="1473316"/>
                    </a:lnTo>
                    <a:close/>
                  </a:path>
                </a:pathLst>
              </a:custGeom>
              <a:solidFill>
                <a:srgbClr val="A1B1CE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850428" cy="1511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0" name="TextBox 10"/>
          <p:cNvSpPr txBox="1"/>
          <p:nvPr/>
        </p:nvSpPr>
        <p:spPr>
          <a:xfrm>
            <a:off x="6082876" y="1009650"/>
            <a:ext cx="6122248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zh-CN" altLang="en-US" sz="4000" b="1">
                <a:solidFill>
                  <a:srgbClr val="100F0D"/>
                </a:solidFill>
                <a:latin typeface="思源黑体 3 Heavy" panose="020B0A00000000000000" charset="-122"/>
                <a:ea typeface="思源黑体 3 Heavy" panose="020B0A00000000000000" charset="-122"/>
                <a:cs typeface="思源黑体 3 Heavy" panose="020B0A00000000000000" charset="-122"/>
                <a:sym typeface="思源黑体 3 Heavy" panose="020B0A00000000000000" charset="-122"/>
              </a:rPr>
              <a:t>系统</a:t>
            </a:r>
            <a:r>
              <a:rPr lang="zh-CN" altLang="en-US" sz="4000" b="1">
                <a:solidFill>
                  <a:srgbClr val="100F0D"/>
                </a:solidFill>
                <a:latin typeface="思源黑体 3 Heavy" panose="020B0A00000000000000" charset="-122"/>
                <a:ea typeface="思源黑体 3 Heavy" panose="020B0A00000000000000" charset="-122"/>
                <a:cs typeface="思源黑体 3 Heavy" panose="020B0A00000000000000" charset="-122"/>
                <a:sym typeface="思源黑体 3 Heavy" panose="020B0A00000000000000" charset="-122"/>
              </a:rPr>
              <a:t>介绍</a:t>
            </a:r>
            <a:endParaRPr lang="zh-CN" altLang="en-US" sz="4000" b="1">
              <a:solidFill>
                <a:srgbClr val="100F0D"/>
              </a:solidFill>
              <a:latin typeface="思源黑体 3 Heavy" panose="020B0A00000000000000" charset="-122"/>
              <a:ea typeface="思源黑体 3 Heavy" panose="020B0A00000000000000" charset="-122"/>
              <a:cs typeface="思源黑体 3 Heavy" panose="020B0A00000000000000" charset="-122"/>
              <a:sym typeface="思源黑体 3 Heavy" panose="020B0A00000000000000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638800" y="4448175"/>
            <a:ext cx="11832590" cy="40271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zh-CN" altLang="en-US" sz="2600" b="1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项目背景：</a:t>
            </a:r>
            <a:endParaRPr lang="zh-CN" altLang="en-US" sz="2600" b="1">
              <a:solidFill>
                <a:srgbClr val="1E1E1E"/>
              </a:solidFill>
              <a:latin typeface="思源黑体 3" panose="020B0500000000000000" charset="-122"/>
              <a:ea typeface="思源黑体 3" panose="020B0500000000000000" charset="-122"/>
              <a:cs typeface="思源黑体 3" panose="020B0500000000000000" charset="-122"/>
              <a:sym typeface="思源黑体 3" panose="020B0500000000000000" charset="-122"/>
            </a:endParaRPr>
          </a:p>
          <a:p>
            <a:pPr algn="just">
              <a:lnSpc>
                <a:spcPts val="2855"/>
              </a:lnSpc>
            </a:pPr>
            <a:r>
              <a:rPr lang="en-US" altLang="zh-CN" sz="2200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        </a:t>
            </a:r>
            <a:r>
              <a:rPr lang="zh-CN" altLang="en-US" sz="2200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本项目是基于</a:t>
            </a:r>
            <a:r>
              <a:rPr lang="en-US" altLang="zh-CN" sz="2200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 SSM </a:t>
            </a:r>
            <a:r>
              <a:rPr lang="zh-CN" altLang="en-US" sz="2200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框架开发的宿舍管理系统，为校园宿舍场景提供信息化管理解决方案</a:t>
            </a:r>
            <a:endParaRPr lang="zh-CN" altLang="en-US" sz="2200">
              <a:solidFill>
                <a:srgbClr val="1E1E1E"/>
              </a:solidFill>
              <a:latin typeface="思源黑体 3" panose="020B0500000000000000" charset="-122"/>
              <a:ea typeface="思源黑体 3" panose="020B0500000000000000" charset="-122"/>
              <a:cs typeface="思源黑体 3" panose="020B0500000000000000" charset="-122"/>
              <a:sym typeface="思源黑体 3" panose="020B0500000000000000" charset="-122"/>
            </a:endParaRPr>
          </a:p>
          <a:p>
            <a:pPr algn="just">
              <a:lnSpc>
                <a:spcPts val="2855"/>
              </a:lnSpc>
            </a:pPr>
            <a:endParaRPr lang="zh-CN" altLang="en-US" sz="2200">
              <a:solidFill>
                <a:srgbClr val="1E1E1E"/>
              </a:solidFill>
              <a:latin typeface="思源黑体 3" panose="020B0500000000000000" charset="-122"/>
              <a:ea typeface="思源黑体 3" panose="020B0500000000000000" charset="-122"/>
              <a:cs typeface="思源黑体 3" panose="020B0500000000000000" charset="-122"/>
              <a:sym typeface="思源黑体 3" panose="020B0500000000000000" charset="-122"/>
            </a:endParaRPr>
          </a:p>
          <a:p>
            <a:pPr algn="just">
              <a:lnSpc>
                <a:spcPts val="2855"/>
              </a:lnSpc>
            </a:pPr>
            <a:r>
              <a:rPr lang="zh-CN" altLang="en-US" sz="2600" b="1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用户角色：</a:t>
            </a:r>
            <a:endParaRPr lang="zh-CN" altLang="en-US" sz="2600" b="1">
              <a:solidFill>
                <a:srgbClr val="1E1E1E"/>
              </a:solidFill>
              <a:latin typeface="思源黑体 3" panose="020B0500000000000000" charset="-122"/>
              <a:ea typeface="思源黑体 3" panose="020B0500000000000000" charset="-122"/>
              <a:cs typeface="思源黑体 3" panose="020B0500000000000000" charset="-122"/>
              <a:sym typeface="思源黑体 3" panose="020B0500000000000000" charset="-122"/>
            </a:endParaRPr>
          </a:p>
          <a:p>
            <a:pPr algn="just">
              <a:lnSpc>
                <a:spcPts val="2855"/>
              </a:lnSpc>
            </a:pPr>
            <a:r>
              <a:rPr lang="en-US" altLang="zh-CN" sz="2200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        </a:t>
            </a:r>
            <a:r>
              <a:rPr lang="zh-CN" altLang="en-US" sz="2200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管理员：学生管理、班级管理、宿舍管理、卫生管理、访客管理、用户管理等</a:t>
            </a:r>
            <a:endParaRPr lang="zh-CN" altLang="en-US" sz="2200">
              <a:solidFill>
                <a:srgbClr val="1E1E1E"/>
              </a:solidFill>
              <a:latin typeface="思源黑体 3" panose="020B0500000000000000" charset="-122"/>
              <a:ea typeface="思源黑体 3" panose="020B0500000000000000" charset="-122"/>
              <a:cs typeface="思源黑体 3" panose="020B0500000000000000" charset="-122"/>
              <a:sym typeface="思源黑体 3" panose="020B0500000000000000" charset="-122"/>
            </a:endParaRPr>
          </a:p>
          <a:p>
            <a:pPr algn="just">
              <a:lnSpc>
                <a:spcPts val="2855"/>
              </a:lnSpc>
            </a:pPr>
            <a:r>
              <a:rPr lang="en-US" altLang="zh-CN" sz="2200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        </a:t>
            </a:r>
            <a:r>
              <a:rPr lang="zh-CN" altLang="en-US" sz="2200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宿管：人员信息管理、维修登记、卫生管理、访客管理等</a:t>
            </a:r>
            <a:endParaRPr lang="zh-CN" altLang="en-US" sz="2200">
              <a:solidFill>
                <a:srgbClr val="1E1E1E"/>
              </a:solidFill>
              <a:latin typeface="思源黑体 3" panose="020B0500000000000000" charset="-122"/>
              <a:ea typeface="思源黑体 3" panose="020B0500000000000000" charset="-122"/>
              <a:cs typeface="思源黑体 3" panose="020B0500000000000000" charset="-122"/>
              <a:sym typeface="思源黑体 3" panose="020B0500000000000000" charset="-122"/>
            </a:endParaRPr>
          </a:p>
          <a:p>
            <a:pPr algn="just">
              <a:lnSpc>
                <a:spcPts val="2855"/>
              </a:lnSpc>
            </a:pPr>
            <a:endParaRPr lang="zh-CN" altLang="en-US" sz="2200">
              <a:solidFill>
                <a:srgbClr val="1E1E1E"/>
              </a:solidFill>
              <a:latin typeface="思源黑体 3" panose="020B0500000000000000" charset="-122"/>
              <a:ea typeface="思源黑体 3" panose="020B0500000000000000" charset="-122"/>
              <a:cs typeface="思源黑体 3" panose="020B0500000000000000" charset="-122"/>
              <a:sym typeface="思源黑体 3" panose="020B0500000000000000" charset="-122"/>
            </a:endParaRPr>
          </a:p>
          <a:p>
            <a:pPr algn="just">
              <a:lnSpc>
                <a:spcPts val="2855"/>
              </a:lnSpc>
            </a:pPr>
            <a:r>
              <a:rPr lang="zh-CN" altLang="en-US" sz="2600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技术栈：</a:t>
            </a:r>
            <a:endParaRPr lang="zh-CN" altLang="en-US" sz="2600">
              <a:solidFill>
                <a:srgbClr val="1E1E1E"/>
              </a:solidFill>
              <a:latin typeface="思源黑体 3" panose="020B0500000000000000" charset="-122"/>
              <a:ea typeface="思源黑体 3" panose="020B0500000000000000" charset="-122"/>
              <a:cs typeface="思源黑体 3" panose="020B0500000000000000" charset="-122"/>
              <a:sym typeface="思源黑体 3" panose="020B0500000000000000" charset="-122"/>
            </a:endParaRPr>
          </a:p>
          <a:p>
            <a:pPr algn="just">
              <a:lnSpc>
                <a:spcPts val="2855"/>
              </a:lnSpc>
            </a:pPr>
            <a:r>
              <a:rPr lang="en-US" altLang="zh-CN" sz="2200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        </a:t>
            </a:r>
            <a:r>
              <a:rPr lang="zh-CN" altLang="en-US" sz="2200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后端：</a:t>
            </a:r>
            <a:r>
              <a:rPr lang="en-US" altLang="zh-CN" sz="2200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SSM</a:t>
            </a:r>
            <a:r>
              <a:rPr lang="zh-CN" altLang="en-US" sz="2200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（</a:t>
            </a:r>
            <a:r>
              <a:rPr lang="en-US" altLang="zh-CN" sz="2200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Spring + SpringMVC + MyBatis</a:t>
            </a:r>
            <a:r>
              <a:rPr lang="zh-CN" altLang="en-US" sz="2200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）</a:t>
            </a:r>
            <a:endParaRPr lang="zh-CN" altLang="en-US" sz="2200">
              <a:solidFill>
                <a:srgbClr val="1E1E1E"/>
              </a:solidFill>
              <a:latin typeface="思源黑体 3" panose="020B0500000000000000" charset="-122"/>
              <a:ea typeface="思源黑体 3" panose="020B0500000000000000" charset="-122"/>
              <a:cs typeface="思源黑体 3" panose="020B0500000000000000" charset="-122"/>
              <a:sym typeface="思源黑体 3" panose="020B0500000000000000" charset="-122"/>
            </a:endParaRPr>
          </a:p>
          <a:p>
            <a:pPr algn="just">
              <a:lnSpc>
                <a:spcPts val="2855"/>
              </a:lnSpc>
            </a:pPr>
            <a:r>
              <a:rPr lang="en-US" altLang="zh-CN" sz="2200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        </a:t>
            </a:r>
            <a:r>
              <a:rPr lang="zh-CN" altLang="en-US" sz="2200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前端：</a:t>
            </a:r>
            <a:r>
              <a:rPr lang="en-US" altLang="zh-CN" sz="2200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LayUI + JSP + CSS + JavaScript + jQuery</a:t>
            </a:r>
            <a:endParaRPr lang="en-US" altLang="zh-CN" sz="2200">
              <a:solidFill>
                <a:srgbClr val="1E1E1E"/>
              </a:solidFill>
              <a:latin typeface="思源黑体 3" panose="020B0500000000000000" charset="-122"/>
              <a:ea typeface="思源黑体 3" panose="020B0500000000000000" charset="-122"/>
              <a:cs typeface="思源黑体 3" panose="020B0500000000000000" charset="-122"/>
              <a:sym typeface="思源黑体 3" panose="020B0500000000000000" charset="-122"/>
            </a:endParaRPr>
          </a:p>
          <a:p>
            <a:pPr algn="just">
              <a:lnSpc>
                <a:spcPts val="2855"/>
              </a:lnSpc>
            </a:pPr>
            <a:endParaRPr lang="en-US" altLang="zh-CN" sz="2200">
              <a:solidFill>
                <a:srgbClr val="1E1E1E"/>
              </a:solidFill>
              <a:latin typeface="思源黑体 3" panose="020B0500000000000000" charset="-122"/>
              <a:ea typeface="思源黑体 3" panose="020B0500000000000000" charset="-122"/>
              <a:cs typeface="思源黑体 3" panose="020B0500000000000000" charset="-122"/>
              <a:sym typeface="思源黑体 3" panose="020B0500000000000000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43100"/>
            <a:ext cx="4575175" cy="807339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600" y="2095500"/>
            <a:ext cx="9718675" cy="1808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2096766" y="-7693632"/>
            <a:ext cx="21860057" cy="8939855"/>
            <a:chOff x="0" y="0"/>
            <a:chExt cx="29146743" cy="119198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7" y="0"/>
                  </a:lnTo>
                  <a:lnTo>
                    <a:pt x="28858757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287985" y="3052297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8" y="0"/>
                  </a:lnTo>
                  <a:lnTo>
                    <a:pt x="28858758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2262720" y="1105320"/>
              <a:ext cx="24333318" cy="7476965"/>
            </a:xfrm>
            <a:custGeom>
              <a:avLst/>
              <a:gdLst/>
              <a:ahLst/>
              <a:cxnLst/>
              <a:rect l="l" t="t" r="r" b="b"/>
              <a:pathLst>
                <a:path w="24333318" h="7476965">
                  <a:moveTo>
                    <a:pt x="0" y="0"/>
                  </a:moveTo>
                  <a:lnTo>
                    <a:pt x="24333317" y="0"/>
                  </a:lnTo>
                  <a:lnTo>
                    <a:pt x="24333317" y="7476965"/>
                  </a:lnTo>
                  <a:lnTo>
                    <a:pt x="0" y="7476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309671" y="2873735"/>
              <a:ext cx="26815386" cy="8239637"/>
            </a:xfrm>
            <a:custGeom>
              <a:avLst/>
              <a:gdLst/>
              <a:ahLst/>
              <a:cxnLst/>
              <a:rect l="l" t="t" r="r" b="b"/>
              <a:pathLst>
                <a:path w="26815386" h="8239637">
                  <a:moveTo>
                    <a:pt x="0" y="0"/>
                  </a:moveTo>
                  <a:lnTo>
                    <a:pt x="26815386" y="0"/>
                  </a:lnTo>
                  <a:lnTo>
                    <a:pt x="26815386" y="8239637"/>
                  </a:lnTo>
                  <a:lnTo>
                    <a:pt x="0" y="8239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 rot="0">
              <a:off x="2544943" y="2147052"/>
              <a:ext cx="24555291" cy="7458661"/>
              <a:chOff x="0" y="0"/>
              <a:chExt cx="4850428" cy="147331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50428" cy="1473316"/>
              </a:xfrm>
              <a:custGeom>
                <a:avLst/>
                <a:gdLst/>
                <a:ahLst/>
                <a:cxnLst/>
                <a:rect l="l" t="t" r="r" b="b"/>
                <a:pathLst>
                  <a:path w="4850428" h="1473316">
                    <a:moveTo>
                      <a:pt x="0" y="0"/>
                    </a:moveTo>
                    <a:lnTo>
                      <a:pt x="4850428" y="0"/>
                    </a:lnTo>
                    <a:lnTo>
                      <a:pt x="4850428" y="1473316"/>
                    </a:lnTo>
                    <a:lnTo>
                      <a:pt x="0" y="1473316"/>
                    </a:lnTo>
                    <a:close/>
                  </a:path>
                </a:pathLst>
              </a:custGeom>
              <a:solidFill>
                <a:srgbClr val="A1B1CE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850428" cy="1511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0" name="TextBox 10"/>
          <p:cNvSpPr txBox="1"/>
          <p:nvPr/>
        </p:nvSpPr>
        <p:spPr>
          <a:xfrm>
            <a:off x="6082876" y="1009650"/>
            <a:ext cx="6122248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zh-CN" altLang="en-US" sz="4000" b="1">
                <a:solidFill>
                  <a:srgbClr val="100F0D"/>
                </a:solidFill>
                <a:latin typeface="思源黑体 3 Heavy" panose="020B0A00000000000000" charset="-122"/>
                <a:ea typeface="思源黑体 3 Heavy" panose="020B0A00000000000000" charset="-122"/>
                <a:cs typeface="思源黑体 3 Heavy" panose="020B0A00000000000000" charset="-122"/>
                <a:sym typeface="思源黑体 3 Heavy" panose="020B0A00000000000000" charset="-122"/>
              </a:rPr>
              <a:t>系统</a:t>
            </a:r>
            <a:r>
              <a:rPr lang="zh-CN" altLang="en-US" sz="4000" b="1">
                <a:solidFill>
                  <a:srgbClr val="100F0D"/>
                </a:solidFill>
                <a:latin typeface="思源黑体 3 Heavy" panose="020B0A00000000000000" charset="-122"/>
                <a:ea typeface="思源黑体 3 Heavy" panose="020B0A00000000000000" charset="-122"/>
                <a:cs typeface="思源黑体 3 Heavy" panose="020B0A00000000000000" charset="-122"/>
                <a:sym typeface="思源黑体 3 Heavy" panose="020B0A00000000000000" charset="-122"/>
              </a:rPr>
              <a:t>介绍</a:t>
            </a:r>
            <a:endParaRPr lang="zh-CN" altLang="en-US" sz="4000" b="1">
              <a:solidFill>
                <a:srgbClr val="100F0D"/>
              </a:solidFill>
              <a:latin typeface="思源黑体 3 Heavy" panose="020B0A00000000000000" charset="-122"/>
              <a:ea typeface="思源黑体 3 Heavy" panose="020B0A00000000000000" charset="-122"/>
              <a:cs typeface="思源黑体 3 Heavy" panose="020B0A00000000000000" charset="-122"/>
              <a:sym typeface="思源黑体 3 Heavy" panose="020B0A00000000000000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943100"/>
            <a:ext cx="6614160" cy="377634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" y="5143500"/>
            <a:ext cx="8707755" cy="459041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6400" y="5179695"/>
            <a:ext cx="8690610" cy="45542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972941" y="679064"/>
            <a:ext cx="21860057" cy="8939855"/>
            <a:chOff x="0" y="0"/>
            <a:chExt cx="29146743" cy="119198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7" y="0"/>
                  </a:lnTo>
                  <a:lnTo>
                    <a:pt x="28858757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287985" y="3052297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8" y="0"/>
                  </a:lnTo>
                  <a:lnTo>
                    <a:pt x="28858758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2262720" y="1105320"/>
              <a:ext cx="24333318" cy="7476965"/>
            </a:xfrm>
            <a:custGeom>
              <a:avLst/>
              <a:gdLst/>
              <a:ahLst/>
              <a:cxnLst/>
              <a:rect l="l" t="t" r="r" b="b"/>
              <a:pathLst>
                <a:path w="24333318" h="7476965">
                  <a:moveTo>
                    <a:pt x="0" y="0"/>
                  </a:moveTo>
                  <a:lnTo>
                    <a:pt x="24333317" y="0"/>
                  </a:lnTo>
                  <a:lnTo>
                    <a:pt x="24333317" y="7476965"/>
                  </a:lnTo>
                  <a:lnTo>
                    <a:pt x="0" y="7476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309671" y="2873735"/>
              <a:ext cx="26815386" cy="8239637"/>
            </a:xfrm>
            <a:custGeom>
              <a:avLst/>
              <a:gdLst/>
              <a:ahLst/>
              <a:cxnLst/>
              <a:rect l="l" t="t" r="r" b="b"/>
              <a:pathLst>
                <a:path w="26815386" h="8239637">
                  <a:moveTo>
                    <a:pt x="0" y="0"/>
                  </a:moveTo>
                  <a:lnTo>
                    <a:pt x="26815386" y="0"/>
                  </a:lnTo>
                  <a:lnTo>
                    <a:pt x="26815386" y="8239637"/>
                  </a:lnTo>
                  <a:lnTo>
                    <a:pt x="0" y="8239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 rot="0">
              <a:off x="2630588" y="2147052"/>
              <a:ext cx="24384000" cy="7458661"/>
              <a:chOff x="0" y="0"/>
              <a:chExt cx="4816593" cy="147331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16592" cy="1473316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473316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473316"/>
                    </a:lnTo>
                    <a:lnTo>
                      <a:pt x="0" y="1473316"/>
                    </a:lnTo>
                    <a:close/>
                  </a:path>
                </a:pathLst>
              </a:custGeom>
              <a:solidFill>
                <a:srgbClr val="A1B1CE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816593" cy="1511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0" name="TextBox 10"/>
          <p:cNvSpPr txBox="1"/>
          <p:nvPr/>
        </p:nvSpPr>
        <p:spPr>
          <a:xfrm>
            <a:off x="3851691" y="4974341"/>
            <a:ext cx="10584617" cy="145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55"/>
              </a:lnSpc>
            </a:pPr>
            <a:r>
              <a:rPr lang="zh-CN" altLang="en-US" sz="8600" b="1">
                <a:solidFill>
                  <a:srgbClr val="FFFFFF"/>
                </a:solidFill>
                <a:latin typeface="思源黑体 3 Bold" panose="020B0800000000000000" charset="-122"/>
                <a:ea typeface="思源黑体 3 Bold" panose="020B0800000000000000" charset="-122"/>
                <a:cs typeface="思源黑体 3 Bold" panose="020B0800000000000000" charset="-122"/>
                <a:sym typeface="思源黑体 3 Bold" panose="020B0800000000000000" charset="-122"/>
              </a:rPr>
              <a:t>单元测试</a:t>
            </a:r>
            <a:endParaRPr lang="zh-CN" altLang="en-US" sz="8600" b="1">
              <a:solidFill>
                <a:srgbClr val="FFFFFF"/>
              </a:solidFill>
              <a:latin typeface="思源黑体 3 Bold" panose="020B0800000000000000" charset="-122"/>
              <a:ea typeface="思源黑体 3 Bold" panose="020B0800000000000000" charset="-122"/>
              <a:cs typeface="思源黑体 3 Bold" panose="020B0800000000000000" charset="-122"/>
              <a:sym typeface="思源黑体 3 Bold" panose="020B0800000000000000" charset="-122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8351449" y="3298656"/>
            <a:ext cx="1585102" cy="158510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167583" y="3466922"/>
            <a:ext cx="1952835" cy="1148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5"/>
              </a:lnSpc>
              <a:spcBef>
                <a:spcPct val="0"/>
              </a:spcBef>
            </a:pPr>
            <a:r>
              <a:rPr lang="en-US" sz="7465" b="1">
                <a:solidFill>
                  <a:srgbClr val="FFFFF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02</a:t>
            </a:r>
            <a:endParaRPr lang="en-US" sz="7465" b="1">
              <a:solidFill>
                <a:srgbClr val="FFFFFF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2096766" y="-7693632"/>
            <a:ext cx="21860057" cy="8939855"/>
            <a:chOff x="0" y="0"/>
            <a:chExt cx="29146743" cy="119198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7" y="0"/>
                  </a:lnTo>
                  <a:lnTo>
                    <a:pt x="28858757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287985" y="3052297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8" y="0"/>
                  </a:lnTo>
                  <a:lnTo>
                    <a:pt x="28858758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2262720" y="1105320"/>
              <a:ext cx="24333318" cy="7476965"/>
            </a:xfrm>
            <a:custGeom>
              <a:avLst/>
              <a:gdLst/>
              <a:ahLst/>
              <a:cxnLst/>
              <a:rect l="l" t="t" r="r" b="b"/>
              <a:pathLst>
                <a:path w="24333318" h="7476965">
                  <a:moveTo>
                    <a:pt x="0" y="0"/>
                  </a:moveTo>
                  <a:lnTo>
                    <a:pt x="24333317" y="0"/>
                  </a:lnTo>
                  <a:lnTo>
                    <a:pt x="24333317" y="7476965"/>
                  </a:lnTo>
                  <a:lnTo>
                    <a:pt x="0" y="7476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309671" y="2873735"/>
              <a:ext cx="26815386" cy="8239637"/>
            </a:xfrm>
            <a:custGeom>
              <a:avLst/>
              <a:gdLst/>
              <a:ahLst/>
              <a:cxnLst/>
              <a:rect l="l" t="t" r="r" b="b"/>
              <a:pathLst>
                <a:path w="26815386" h="8239637">
                  <a:moveTo>
                    <a:pt x="0" y="0"/>
                  </a:moveTo>
                  <a:lnTo>
                    <a:pt x="26815386" y="0"/>
                  </a:lnTo>
                  <a:lnTo>
                    <a:pt x="26815386" y="8239637"/>
                  </a:lnTo>
                  <a:lnTo>
                    <a:pt x="0" y="8239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 rot="0">
              <a:off x="2544943" y="2147052"/>
              <a:ext cx="24555291" cy="7458661"/>
              <a:chOff x="0" y="0"/>
              <a:chExt cx="4850428" cy="147331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50428" cy="1473316"/>
              </a:xfrm>
              <a:custGeom>
                <a:avLst/>
                <a:gdLst/>
                <a:ahLst/>
                <a:cxnLst/>
                <a:rect l="l" t="t" r="r" b="b"/>
                <a:pathLst>
                  <a:path w="4850428" h="1473316">
                    <a:moveTo>
                      <a:pt x="0" y="0"/>
                    </a:moveTo>
                    <a:lnTo>
                      <a:pt x="4850428" y="0"/>
                    </a:lnTo>
                    <a:lnTo>
                      <a:pt x="4850428" y="1473316"/>
                    </a:lnTo>
                    <a:lnTo>
                      <a:pt x="0" y="1473316"/>
                    </a:lnTo>
                    <a:close/>
                  </a:path>
                </a:pathLst>
              </a:custGeom>
              <a:solidFill>
                <a:srgbClr val="A1B1CE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850428" cy="1511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0" name="TextBox 10"/>
          <p:cNvSpPr txBox="1"/>
          <p:nvPr/>
        </p:nvSpPr>
        <p:spPr>
          <a:xfrm>
            <a:off x="6082876" y="1009650"/>
            <a:ext cx="6122248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zh-CN" altLang="en-US" sz="4000" b="1">
                <a:solidFill>
                  <a:srgbClr val="100F0D"/>
                </a:solidFill>
                <a:latin typeface="思源黑体 3 Heavy" panose="020B0A00000000000000" charset="-122"/>
                <a:ea typeface="思源黑体 3 Heavy" panose="020B0A00000000000000" charset="-122"/>
                <a:cs typeface="思源黑体 3 Heavy" panose="020B0A00000000000000" charset="-122"/>
                <a:sym typeface="思源黑体 3 Heavy" panose="020B0A00000000000000" charset="-122"/>
              </a:rPr>
              <a:t>单元</a:t>
            </a:r>
            <a:r>
              <a:rPr lang="zh-CN" altLang="en-US" sz="4000" b="1">
                <a:solidFill>
                  <a:srgbClr val="100F0D"/>
                </a:solidFill>
                <a:latin typeface="思源黑体 3 Heavy" panose="020B0A00000000000000" charset="-122"/>
                <a:ea typeface="思源黑体 3 Heavy" panose="020B0A00000000000000" charset="-122"/>
                <a:cs typeface="思源黑体 3 Heavy" panose="020B0A00000000000000" charset="-122"/>
                <a:sym typeface="思源黑体 3 Heavy" panose="020B0A00000000000000" charset="-122"/>
              </a:rPr>
              <a:t>测试</a:t>
            </a:r>
            <a:endParaRPr lang="zh-CN" altLang="en-US" sz="4000" b="1">
              <a:solidFill>
                <a:srgbClr val="100F0D"/>
              </a:solidFill>
              <a:latin typeface="思源黑体 3 Heavy" panose="020B0A00000000000000" charset="-122"/>
              <a:ea typeface="思源黑体 3 Heavy" panose="020B0A00000000000000" charset="-122"/>
              <a:cs typeface="思源黑体 3 Heavy" panose="020B0A00000000000000" charset="-122"/>
              <a:sym typeface="思源黑体 3 Heavy" panose="020B0A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972941" y="679064"/>
            <a:ext cx="21860057" cy="8939855"/>
            <a:chOff x="0" y="0"/>
            <a:chExt cx="29146743" cy="119198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7" y="0"/>
                  </a:lnTo>
                  <a:lnTo>
                    <a:pt x="28858757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287985" y="3052297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8" y="0"/>
                  </a:lnTo>
                  <a:lnTo>
                    <a:pt x="28858758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2262720" y="1105320"/>
              <a:ext cx="24333318" cy="7476965"/>
            </a:xfrm>
            <a:custGeom>
              <a:avLst/>
              <a:gdLst/>
              <a:ahLst/>
              <a:cxnLst/>
              <a:rect l="l" t="t" r="r" b="b"/>
              <a:pathLst>
                <a:path w="24333318" h="7476965">
                  <a:moveTo>
                    <a:pt x="0" y="0"/>
                  </a:moveTo>
                  <a:lnTo>
                    <a:pt x="24333317" y="0"/>
                  </a:lnTo>
                  <a:lnTo>
                    <a:pt x="24333317" y="7476965"/>
                  </a:lnTo>
                  <a:lnTo>
                    <a:pt x="0" y="7476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309671" y="2873735"/>
              <a:ext cx="26815386" cy="8239637"/>
            </a:xfrm>
            <a:custGeom>
              <a:avLst/>
              <a:gdLst/>
              <a:ahLst/>
              <a:cxnLst/>
              <a:rect l="l" t="t" r="r" b="b"/>
              <a:pathLst>
                <a:path w="26815386" h="8239637">
                  <a:moveTo>
                    <a:pt x="0" y="0"/>
                  </a:moveTo>
                  <a:lnTo>
                    <a:pt x="26815386" y="0"/>
                  </a:lnTo>
                  <a:lnTo>
                    <a:pt x="26815386" y="8239637"/>
                  </a:lnTo>
                  <a:lnTo>
                    <a:pt x="0" y="8239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 rot="0">
              <a:off x="2630588" y="2147052"/>
              <a:ext cx="24384000" cy="7458661"/>
              <a:chOff x="0" y="0"/>
              <a:chExt cx="4816593" cy="147331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16592" cy="1473316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473316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473316"/>
                    </a:lnTo>
                    <a:lnTo>
                      <a:pt x="0" y="1473316"/>
                    </a:lnTo>
                    <a:close/>
                  </a:path>
                </a:pathLst>
              </a:custGeom>
              <a:solidFill>
                <a:srgbClr val="A1B1CE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816593" cy="1511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0" name="TextBox 10"/>
          <p:cNvSpPr txBox="1"/>
          <p:nvPr/>
        </p:nvSpPr>
        <p:spPr>
          <a:xfrm>
            <a:off x="3851691" y="4974341"/>
            <a:ext cx="10584617" cy="145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55"/>
              </a:lnSpc>
            </a:pPr>
            <a:r>
              <a:rPr lang="zh-CN" altLang="en-US" sz="8600" b="1">
                <a:solidFill>
                  <a:srgbClr val="FFFFFF"/>
                </a:solidFill>
                <a:latin typeface="思源黑体 3 Bold" panose="020B0800000000000000" charset="-122"/>
                <a:ea typeface="思源黑体 3 Bold" panose="020B0800000000000000" charset="-122"/>
                <a:cs typeface="思源黑体 3 Bold" panose="020B0800000000000000" charset="-122"/>
                <a:sym typeface="思源黑体 3 Bold" panose="020B0800000000000000" charset="-122"/>
              </a:rPr>
              <a:t>功能</a:t>
            </a:r>
            <a:r>
              <a:rPr lang="zh-CN" altLang="en-US" sz="8600" b="1">
                <a:solidFill>
                  <a:srgbClr val="FFFFFF"/>
                </a:solidFill>
                <a:latin typeface="思源黑体 3 Bold" panose="020B0800000000000000" charset="-122"/>
                <a:ea typeface="思源黑体 3 Bold" panose="020B0800000000000000" charset="-122"/>
                <a:cs typeface="思源黑体 3 Bold" panose="020B0800000000000000" charset="-122"/>
                <a:sym typeface="思源黑体 3 Bold" panose="020B0800000000000000" charset="-122"/>
              </a:rPr>
              <a:t>测试</a:t>
            </a:r>
            <a:endParaRPr lang="zh-CN" altLang="en-US" sz="8600" b="1">
              <a:solidFill>
                <a:srgbClr val="FFFFFF"/>
              </a:solidFill>
              <a:latin typeface="思源黑体 3 Bold" panose="020B0800000000000000" charset="-122"/>
              <a:ea typeface="思源黑体 3 Bold" panose="020B0800000000000000" charset="-122"/>
              <a:cs typeface="思源黑体 3 Bold" panose="020B0800000000000000" charset="-122"/>
              <a:sym typeface="思源黑体 3 Bold" panose="020B0800000000000000" charset="-122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8351449" y="3298656"/>
            <a:ext cx="1585102" cy="158510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167583" y="3466922"/>
            <a:ext cx="1952835" cy="1148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5"/>
              </a:lnSpc>
              <a:spcBef>
                <a:spcPct val="0"/>
              </a:spcBef>
            </a:pPr>
            <a:r>
              <a:rPr lang="en-US" sz="7465" b="1">
                <a:solidFill>
                  <a:srgbClr val="FFFFF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03</a:t>
            </a:r>
            <a:endParaRPr lang="en-US" sz="7465" b="1">
              <a:solidFill>
                <a:srgbClr val="FFFFFF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2096766" y="-7693632"/>
            <a:ext cx="21860057" cy="8939855"/>
            <a:chOff x="0" y="0"/>
            <a:chExt cx="29146743" cy="119198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7" y="0"/>
                  </a:lnTo>
                  <a:lnTo>
                    <a:pt x="28858757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287985" y="3052297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8" y="0"/>
                  </a:lnTo>
                  <a:lnTo>
                    <a:pt x="28858758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2262720" y="1105320"/>
              <a:ext cx="24333318" cy="7476965"/>
            </a:xfrm>
            <a:custGeom>
              <a:avLst/>
              <a:gdLst/>
              <a:ahLst/>
              <a:cxnLst/>
              <a:rect l="l" t="t" r="r" b="b"/>
              <a:pathLst>
                <a:path w="24333318" h="7476965">
                  <a:moveTo>
                    <a:pt x="0" y="0"/>
                  </a:moveTo>
                  <a:lnTo>
                    <a:pt x="24333317" y="0"/>
                  </a:lnTo>
                  <a:lnTo>
                    <a:pt x="24333317" y="7476965"/>
                  </a:lnTo>
                  <a:lnTo>
                    <a:pt x="0" y="7476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309671" y="2873735"/>
              <a:ext cx="26815386" cy="8239637"/>
            </a:xfrm>
            <a:custGeom>
              <a:avLst/>
              <a:gdLst/>
              <a:ahLst/>
              <a:cxnLst/>
              <a:rect l="l" t="t" r="r" b="b"/>
              <a:pathLst>
                <a:path w="26815386" h="8239637">
                  <a:moveTo>
                    <a:pt x="0" y="0"/>
                  </a:moveTo>
                  <a:lnTo>
                    <a:pt x="26815386" y="0"/>
                  </a:lnTo>
                  <a:lnTo>
                    <a:pt x="26815386" y="8239637"/>
                  </a:lnTo>
                  <a:lnTo>
                    <a:pt x="0" y="8239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 rot="0">
              <a:off x="2544943" y="2147052"/>
              <a:ext cx="24555291" cy="7458661"/>
              <a:chOff x="0" y="0"/>
              <a:chExt cx="4850428" cy="147331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50428" cy="1473316"/>
              </a:xfrm>
              <a:custGeom>
                <a:avLst/>
                <a:gdLst/>
                <a:ahLst/>
                <a:cxnLst/>
                <a:rect l="l" t="t" r="r" b="b"/>
                <a:pathLst>
                  <a:path w="4850428" h="1473316">
                    <a:moveTo>
                      <a:pt x="0" y="0"/>
                    </a:moveTo>
                    <a:lnTo>
                      <a:pt x="4850428" y="0"/>
                    </a:lnTo>
                    <a:lnTo>
                      <a:pt x="4850428" y="1473316"/>
                    </a:lnTo>
                    <a:lnTo>
                      <a:pt x="0" y="1473316"/>
                    </a:lnTo>
                    <a:close/>
                  </a:path>
                </a:pathLst>
              </a:custGeom>
              <a:solidFill>
                <a:srgbClr val="A1B1CE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850428" cy="1511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0" name="TextBox 10"/>
          <p:cNvSpPr txBox="1"/>
          <p:nvPr/>
        </p:nvSpPr>
        <p:spPr>
          <a:xfrm>
            <a:off x="6082876" y="1009650"/>
            <a:ext cx="6122248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zh-CN" altLang="en-US" sz="4000" b="1">
                <a:solidFill>
                  <a:srgbClr val="100F0D"/>
                </a:solidFill>
                <a:latin typeface="思源黑体 3 Heavy" panose="020B0A00000000000000" charset="-122"/>
                <a:ea typeface="思源黑体 3 Heavy" panose="020B0A00000000000000" charset="-122"/>
                <a:cs typeface="思源黑体 3 Heavy" panose="020B0A00000000000000" charset="-122"/>
                <a:sym typeface="思源黑体 3 Heavy" panose="020B0A00000000000000" charset="-122"/>
              </a:rPr>
              <a:t>功能测试</a:t>
            </a:r>
            <a:endParaRPr lang="zh-CN" altLang="en-US" sz="4000" b="1">
              <a:solidFill>
                <a:srgbClr val="100F0D"/>
              </a:solidFill>
              <a:latin typeface="思源黑体 3 Heavy" panose="020B0A00000000000000" charset="-122"/>
              <a:ea typeface="思源黑体 3 Heavy" panose="020B0A00000000000000" charset="-122"/>
              <a:cs typeface="思源黑体 3 Heavy" panose="020B0A00000000000000" charset="-122"/>
              <a:sym typeface="思源黑体 3 Heavy" panose="020B0A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972941" y="679064"/>
            <a:ext cx="21860057" cy="8939855"/>
            <a:chOff x="0" y="0"/>
            <a:chExt cx="29146743" cy="119198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7" y="0"/>
                  </a:lnTo>
                  <a:lnTo>
                    <a:pt x="28858757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287985" y="3052297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8" y="0"/>
                  </a:lnTo>
                  <a:lnTo>
                    <a:pt x="28858758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2262720" y="1105320"/>
              <a:ext cx="24333318" cy="7476965"/>
            </a:xfrm>
            <a:custGeom>
              <a:avLst/>
              <a:gdLst/>
              <a:ahLst/>
              <a:cxnLst/>
              <a:rect l="l" t="t" r="r" b="b"/>
              <a:pathLst>
                <a:path w="24333318" h="7476965">
                  <a:moveTo>
                    <a:pt x="0" y="0"/>
                  </a:moveTo>
                  <a:lnTo>
                    <a:pt x="24333317" y="0"/>
                  </a:lnTo>
                  <a:lnTo>
                    <a:pt x="24333317" y="7476965"/>
                  </a:lnTo>
                  <a:lnTo>
                    <a:pt x="0" y="7476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309671" y="2873735"/>
              <a:ext cx="26815386" cy="8239637"/>
            </a:xfrm>
            <a:custGeom>
              <a:avLst/>
              <a:gdLst/>
              <a:ahLst/>
              <a:cxnLst/>
              <a:rect l="l" t="t" r="r" b="b"/>
              <a:pathLst>
                <a:path w="26815386" h="8239637">
                  <a:moveTo>
                    <a:pt x="0" y="0"/>
                  </a:moveTo>
                  <a:lnTo>
                    <a:pt x="26815386" y="0"/>
                  </a:lnTo>
                  <a:lnTo>
                    <a:pt x="26815386" y="8239637"/>
                  </a:lnTo>
                  <a:lnTo>
                    <a:pt x="0" y="8239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 rot="0">
              <a:off x="2630588" y="2147052"/>
              <a:ext cx="24384000" cy="7458661"/>
              <a:chOff x="0" y="0"/>
              <a:chExt cx="4816593" cy="147331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16592" cy="1473316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473316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473316"/>
                    </a:lnTo>
                    <a:lnTo>
                      <a:pt x="0" y="1473316"/>
                    </a:lnTo>
                    <a:close/>
                  </a:path>
                </a:pathLst>
              </a:custGeom>
              <a:solidFill>
                <a:srgbClr val="A1B1CE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816593" cy="1511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0" name="TextBox 10"/>
          <p:cNvSpPr txBox="1"/>
          <p:nvPr/>
        </p:nvSpPr>
        <p:spPr>
          <a:xfrm>
            <a:off x="3851691" y="4974341"/>
            <a:ext cx="10584617" cy="145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55"/>
              </a:lnSpc>
            </a:pPr>
            <a:r>
              <a:rPr lang="zh-CN" altLang="en-US" sz="8600" b="1">
                <a:solidFill>
                  <a:srgbClr val="FFFFFF"/>
                </a:solidFill>
                <a:latin typeface="思源黑体 3 Bold" panose="020B0800000000000000" charset="-122"/>
                <a:ea typeface="思源黑体 3 Bold" panose="020B0800000000000000" charset="-122"/>
                <a:cs typeface="思源黑体 3 Bold" panose="020B0800000000000000" charset="-122"/>
                <a:sym typeface="思源黑体 3 Bold" panose="020B0800000000000000" charset="-122"/>
              </a:rPr>
              <a:t>性能</a:t>
            </a:r>
            <a:r>
              <a:rPr lang="zh-CN" altLang="en-US" sz="8600" b="1">
                <a:solidFill>
                  <a:srgbClr val="FFFFFF"/>
                </a:solidFill>
                <a:latin typeface="思源黑体 3 Bold" panose="020B0800000000000000" charset="-122"/>
                <a:ea typeface="思源黑体 3 Bold" panose="020B0800000000000000" charset="-122"/>
                <a:cs typeface="思源黑体 3 Bold" panose="020B0800000000000000" charset="-122"/>
                <a:sym typeface="思源黑体 3 Bold" panose="020B0800000000000000" charset="-122"/>
              </a:rPr>
              <a:t>测试</a:t>
            </a:r>
            <a:endParaRPr lang="zh-CN" altLang="en-US" sz="8600" b="1">
              <a:solidFill>
                <a:srgbClr val="FFFFFF"/>
              </a:solidFill>
              <a:latin typeface="思源黑体 3 Bold" panose="020B0800000000000000" charset="-122"/>
              <a:ea typeface="思源黑体 3 Bold" panose="020B0800000000000000" charset="-122"/>
              <a:cs typeface="思源黑体 3 Bold" panose="020B0800000000000000" charset="-122"/>
              <a:sym typeface="思源黑体 3 Bold" panose="020B0800000000000000" charset="-122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8351449" y="3298656"/>
            <a:ext cx="1585102" cy="158510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167583" y="3466922"/>
            <a:ext cx="1952835" cy="1148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5"/>
              </a:lnSpc>
              <a:spcBef>
                <a:spcPct val="0"/>
              </a:spcBef>
            </a:pPr>
            <a:r>
              <a:rPr lang="en-US" sz="7465" b="1">
                <a:solidFill>
                  <a:srgbClr val="FFFFF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04</a:t>
            </a:r>
            <a:endParaRPr lang="en-US" sz="7465" b="1">
              <a:solidFill>
                <a:srgbClr val="FFFFFF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2096766" y="-7693632"/>
            <a:ext cx="21860057" cy="8939855"/>
            <a:chOff x="0" y="0"/>
            <a:chExt cx="29146743" cy="119198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7" y="0"/>
                  </a:lnTo>
                  <a:lnTo>
                    <a:pt x="28858757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287985" y="3052297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8" y="0"/>
                  </a:lnTo>
                  <a:lnTo>
                    <a:pt x="28858758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2262720" y="1105320"/>
              <a:ext cx="24333318" cy="7476965"/>
            </a:xfrm>
            <a:custGeom>
              <a:avLst/>
              <a:gdLst/>
              <a:ahLst/>
              <a:cxnLst/>
              <a:rect l="l" t="t" r="r" b="b"/>
              <a:pathLst>
                <a:path w="24333318" h="7476965">
                  <a:moveTo>
                    <a:pt x="0" y="0"/>
                  </a:moveTo>
                  <a:lnTo>
                    <a:pt x="24333317" y="0"/>
                  </a:lnTo>
                  <a:lnTo>
                    <a:pt x="24333317" y="7476965"/>
                  </a:lnTo>
                  <a:lnTo>
                    <a:pt x="0" y="7476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309671" y="2873735"/>
              <a:ext cx="26815386" cy="8239637"/>
            </a:xfrm>
            <a:custGeom>
              <a:avLst/>
              <a:gdLst/>
              <a:ahLst/>
              <a:cxnLst/>
              <a:rect l="l" t="t" r="r" b="b"/>
              <a:pathLst>
                <a:path w="26815386" h="8239637">
                  <a:moveTo>
                    <a:pt x="0" y="0"/>
                  </a:moveTo>
                  <a:lnTo>
                    <a:pt x="26815386" y="0"/>
                  </a:lnTo>
                  <a:lnTo>
                    <a:pt x="26815386" y="8239637"/>
                  </a:lnTo>
                  <a:lnTo>
                    <a:pt x="0" y="8239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 rot="0">
              <a:off x="2544943" y="2147052"/>
              <a:ext cx="24555291" cy="7458661"/>
              <a:chOff x="0" y="0"/>
              <a:chExt cx="4850428" cy="147331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50428" cy="1473316"/>
              </a:xfrm>
              <a:custGeom>
                <a:avLst/>
                <a:gdLst/>
                <a:ahLst/>
                <a:cxnLst/>
                <a:rect l="l" t="t" r="r" b="b"/>
                <a:pathLst>
                  <a:path w="4850428" h="1473316">
                    <a:moveTo>
                      <a:pt x="0" y="0"/>
                    </a:moveTo>
                    <a:lnTo>
                      <a:pt x="4850428" y="0"/>
                    </a:lnTo>
                    <a:lnTo>
                      <a:pt x="4850428" y="1473316"/>
                    </a:lnTo>
                    <a:lnTo>
                      <a:pt x="0" y="1473316"/>
                    </a:lnTo>
                    <a:close/>
                  </a:path>
                </a:pathLst>
              </a:custGeom>
              <a:solidFill>
                <a:srgbClr val="A1B1CE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850428" cy="1511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0" name="TextBox 10"/>
          <p:cNvSpPr txBox="1"/>
          <p:nvPr/>
        </p:nvSpPr>
        <p:spPr>
          <a:xfrm>
            <a:off x="6082876" y="1009650"/>
            <a:ext cx="6122248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zh-CN" altLang="en-US" sz="4000" b="1">
                <a:solidFill>
                  <a:srgbClr val="100F0D"/>
                </a:solidFill>
                <a:latin typeface="思源黑体 3 Heavy" panose="020B0A00000000000000" charset="-122"/>
                <a:ea typeface="思源黑体 3 Heavy" panose="020B0A00000000000000" charset="-122"/>
                <a:cs typeface="思源黑体 3 Heavy" panose="020B0A00000000000000" charset="-122"/>
                <a:sym typeface="思源黑体 3 Heavy" panose="020B0A00000000000000" charset="-122"/>
              </a:rPr>
              <a:t>性能测试</a:t>
            </a:r>
            <a:endParaRPr lang="zh-CN" altLang="en-US" sz="4000" b="1">
              <a:solidFill>
                <a:srgbClr val="100F0D"/>
              </a:solidFill>
              <a:latin typeface="思源黑体 3 Heavy" panose="020B0A00000000000000" charset="-122"/>
              <a:ea typeface="思源黑体 3 Heavy" panose="020B0A00000000000000" charset="-122"/>
              <a:cs typeface="思源黑体 3 Heavy" panose="020B0A00000000000000" charset="-122"/>
              <a:sym typeface="思源黑体 3 Heavy" panose="020B0A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972941" y="679064"/>
            <a:ext cx="21860057" cy="8939855"/>
            <a:chOff x="0" y="0"/>
            <a:chExt cx="29146743" cy="119198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7" y="0"/>
                  </a:lnTo>
                  <a:lnTo>
                    <a:pt x="28858757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287985" y="3052297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8" y="0"/>
                  </a:lnTo>
                  <a:lnTo>
                    <a:pt x="28858758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2262720" y="1105320"/>
              <a:ext cx="24333318" cy="7476965"/>
            </a:xfrm>
            <a:custGeom>
              <a:avLst/>
              <a:gdLst/>
              <a:ahLst/>
              <a:cxnLst/>
              <a:rect l="l" t="t" r="r" b="b"/>
              <a:pathLst>
                <a:path w="24333318" h="7476965">
                  <a:moveTo>
                    <a:pt x="0" y="0"/>
                  </a:moveTo>
                  <a:lnTo>
                    <a:pt x="24333317" y="0"/>
                  </a:lnTo>
                  <a:lnTo>
                    <a:pt x="24333317" y="7476965"/>
                  </a:lnTo>
                  <a:lnTo>
                    <a:pt x="0" y="7476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309671" y="2873735"/>
              <a:ext cx="26815386" cy="8239637"/>
            </a:xfrm>
            <a:custGeom>
              <a:avLst/>
              <a:gdLst/>
              <a:ahLst/>
              <a:cxnLst/>
              <a:rect l="l" t="t" r="r" b="b"/>
              <a:pathLst>
                <a:path w="26815386" h="8239637">
                  <a:moveTo>
                    <a:pt x="0" y="0"/>
                  </a:moveTo>
                  <a:lnTo>
                    <a:pt x="26815386" y="0"/>
                  </a:lnTo>
                  <a:lnTo>
                    <a:pt x="26815386" y="8239637"/>
                  </a:lnTo>
                  <a:lnTo>
                    <a:pt x="0" y="8239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 rot="0">
              <a:off x="2544943" y="2147052"/>
              <a:ext cx="24555291" cy="7458661"/>
              <a:chOff x="0" y="0"/>
              <a:chExt cx="4850428" cy="147331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50428" cy="1473316"/>
              </a:xfrm>
              <a:custGeom>
                <a:avLst/>
                <a:gdLst/>
                <a:ahLst/>
                <a:cxnLst/>
                <a:rect l="l" t="t" r="r" b="b"/>
                <a:pathLst>
                  <a:path w="4850428" h="1473316">
                    <a:moveTo>
                      <a:pt x="0" y="0"/>
                    </a:moveTo>
                    <a:lnTo>
                      <a:pt x="4850428" y="0"/>
                    </a:lnTo>
                    <a:lnTo>
                      <a:pt x="4850428" y="1473316"/>
                    </a:lnTo>
                    <a:lnTo>
                      <a:pt x="0" y="1473316"/>
                    </a:lnTo>
                    <a:close/>
                  </a:path>
                </a:pathLst>
              </a:custGeom>
              <a:solidFill>
                <a:srgbClr val="A1B1CE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850428" cy="1511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0" name="TextBox 10"/>
          <p:cNvSpPr txBox="1"/>
          <p:nvPr/>
        </p:nvSpPr>
        <p:spPr>
          <a:xfrm>
            <a:off x="525634" y="4051569"/>
            <a:ext cx="17236732" cy="179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0"/>
              </a:lnSpc>
            </a:pPr>
            <a:r>
              <a:rPr lang="zh-CN" altLang="en-US" sz="10600" b="1">
                <a:solidFill>
                  <a:srgbClr val="FFFFFF"/>
                </a:solidFill>
                <a:latin typeface="思源黑体 1 Heavy" panose="020B0A00000000000000" charset="-122"/>
                <a:ea typeface="思源黑体 1 Heavy" panose="020B0A00000000000000" charset="-122"/>
                <a:cs typeface="思源黑体 1 Heavy" panose="020B0A00000000000000" charset="-122"/>
                <a:sym typeface="思源黑体 1 Heavy" panose="020B0A00000000000000" charset="-122"/>
              </a:rPr>
              <a:t>感谢您的</a:t>
            </a:r>
            <a:r>
              <a:rPr lang="zh-CN" altLang="en-US" sz="10600" b="1">
                <a:solidFill>
                  <a:srgbClr val="FFFFFF"/>
                </a:solidFill>
                <a:latin typeface="思源黑体 1 Heavy" panose="020B0A00000000000000" charset="-122"/>
                <a:ea typeface="思源黑体 1 Heavy" panose="020B0A00000000000000" charset="-122"/>
                <a:cs typeface="思源黑体 1 Heavy" panose="020B0A00000000000000" charset="-122"/>
                <a:sym typeface="思源黑体 1 Heavy" panose="020B0A00000000000000" charset="-122"/>
              </a:rPr>
              <a:t>观看指导</a:t>
            </a:r>
            <a:endParaRPr lang="zh-CN" altLang="en-US" sz="10600" b="1">
              <a:solidFill>
                <a:srgbClr val="FFFFFF"/>
              </a:solidFill>
              <a:latin typeface="思源黑体 1 Heavy" panose="020B0A00000000000000" charset="-122"/>
              <a:ea typeface="思源黑体 1 Heavy" panose="020B0A00000000000000" charset="-122"/>
              <a:cs typeface="思源黑体 1 Heavy" panose="020B0A00000000000000" charset="-122"/>
              <a:sym typeface="思源黑体 1 Heavy" panose="020B0A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789552" y="6286570"/>
            <a:ext cx="8708896" cy="69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zh-CN" altLang="en-US" sz="2800" spc="1263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第</a:t>
            </a:r>
            <a:r>
              <a:rPr lang="en-US" altLang="zh-CN" sz="2800" spc="1263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12</a:t>
            </a:r>
            <a:r>
              <a:rPr lang="zh-CN" altLang="en-US" sz="2800" spc="1263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组</a:t>
            </a:r>
            <a:r>
              <a:rPr lang="en-US" altLang="zh-CN" sz="2800" spc="1263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</a:t>
            </a:r>
            <a:r>
              <a:rPr lang="zh-CN" altLang="en-US" sz="2800" spc="1263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张芷若</a:t>
            </a:r>
            <a:r>
              <a:rPr lang="en-US" altLang="zh-CN" sz="2800" spc="1263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</a:t>
            </a:r>
            <a:r>
              <a:rPr lang="zh-CN" altLang="en-US" sz="2800" spc="1263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王薏儒</a:t>
            </a:r>
            <a:r>
              <a:rPr lang="en-US" altLang="zh-CN" sz="2800" spc="1263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</a:t>
            </a:r>
            <a:r>
              <a:rPr lang="zh-CN" altLang="en-US" sz="2800" spc="1263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马鑫</a:t>
            </a:r>
            <a:endParaRPr lang="zh-CN" altLang="en-US" sz="2800" spc="1263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020257" y="9523097"/>
            <a:ext cx="4247486" cy="304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800" b="1" spc="176">
                <a:solidFill>
                  <a:srgbClr val="1E1E1E"/>
                </a:solidFill>
                <a:latin typeface="思源黑体 1 Medium" panose="020B0600000000000000" charset="-122"/>
                <a:ea typeface="思源黑体 1 Medium" panose="020B0600000000000000" charset="-122"/>
                <a:cs typeface="思源黑体 1 Medium" panose="020B0600000000000000" charset="-122"/>
                <a:sym typeface="思源黑体 1 Medium" panose="020B0600000000000000" charset="-122"/>
              </a:rPr>
              <a:t>2026-05-06</a:t>
            </a:r>
            <a:endParaRPr lang="en-US" sz="1800" b="1" spc="176">
              <a:solidFill>
                <a:srgbClr val="1E1E1E"/>
              </a:solidFill>
              <a:latin typeface="思源黑体 1 Medium" panose="020B0600000000000000" charset="-122"/>
              <a:ea typeface="思源黑体 1 Medium" panose="020B0600000000000000" charset="-122"/>
              <a:cs typeface="思源黑体 1 Medium" panose="020B0600000000000000" charset="-122"/>
              <a:sym typeface="思源黑体 1 Medium" panose="020B06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2096766" y="-7617432"/>
            <a:ext cx="21860057" cy="8939855"/>
            <a:chOff x="0" y="0"/>
            <a:chExt cx="29146743" cy="119198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7" y="0"/>
                  </a:lnTo>
                  <a:lnTo>
                    <a:pt x="28858757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287985" y="3052297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8" y="0"/>
                  </a:lnTo>
                  <a:lnTo>
                    <a:pt x="28858758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2262720" y="1105320"/>
              <a:ext cx="24333318" cy="7476965"/>
            </a:xfrm>
            <a:custGeom>
              <a:avLst/>
              <a:gdLst/>
              <a:ahLst/>
              <a:cxnLst/>
              <a:rect l="l" t="t" r="r" b="b"/>
              <a:pathLst>
                <a:path w="24333318" h="7476965">
                  <a:moveTo>
                    <a:pt x="0" y="0"/>
                  </a:moveTo>
                  <a:lnTo>
                    <a:pt x="24333317" y="0"/>
                  </a:lnTo>
                  <a:lnTo>
                    <a:pt x="24333317" y="7476965"/>
                  </a:lnTo>
                  <a:lnTo>
                    <a:pt x="0" y="7476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309671" y="2873735"/>
              <a:ext cx="26815386" cy="8239637"/>
            </a:xfrm>
            <a:custGeom>
              <a:avLst/>
              <a:gdLst/>
              <a:ahLst/>
              <a:cxnLst/>
              <a:rect l="l" t="t" r="r" b="b"/>
              <a:pathLst>
                <a:path w="26815386" h="8239637">
                  <a:moveTo>
                    <a:pt x="0" y="0"/>
                  </a:moveTo>
                  <a:lnTo>
                    <a:pt x="26815386" y="0"/>
                  </a:lnTo>
                  <a:lnTo>
                    <a:pt x="26815386" y="8239637"/>
                  </a:lnTo>
                  <a:lnTo>
                    <a:pt x="0" y="8239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 rot="0">
              <a:off x="2544943" y="2147052"/>
              <a:ext cx="24555291" cy="7458661"/>
              <a:chOff x="0" y="0"/>
              <a:chExt cx="4850428" cy="147331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50428" cy="1473316"/>
              </a:xfrm>
              <a:custGeom>
                <a:avLst/>
                <a:gdLst/>
                <a:ahLst/>
                <a:cxnLst/>
                <a:rect l="l" t="t" r="r" b="b"/>
                <a:pathLst>
                  <a:path w="4850428" h="1473316">
                    <a:moveTo>
                      <a:pt x="0" y="0"/>
                    </a:moveTo>
                    <a:lnTo>
                      <a:pt x="4850428" y="0"/>
                    </a:lnTo>
                    <a:lnTo>
                      <a:pt x="4850428" y="1473316"/>
                    </a:lnTo>
                    <a:lnTo>
                      <a:pt x="0" y="1473316"/>
                    </a:lnTo>
                    <a:close/>
                  </a:path>
                </a:pathLst>
              </a:custGeom>
              <a:solidFill>
                <a:srgbClr val="A1B1CE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850428" cy="1511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0" name="TextBox 10"/>
          <p:cNvSpPr txBox="1"/>
          <p:nvPr/>
        </p:nvSpPr>
        <p:spPr>
          <a:xfrm>
            <a:off x="6082876" y="1085850"/>
            <a:ext cx="6122248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5200" b="1">
                <a:solidFill>
                  <a:srgbClr val="100F0D"/>
                </a:solidFill>
                <a:latin typeface="思源黑体 3 Heavy" panose="020B0A00000000000000" charset="-122"/>
                <a:ea typeface="思源黑体 3 Heavy" panose="020B0A00000000000000" charset="-122"/>
                <a:cs typeface="思源黑体 3 Heavy" panose="020B0A00000000000000" charset="-122"/>
                <a:sym typeface="思源黑体 3 Heavy" panose="020B0A00000000000000" charset="-122"/>
              </a:rPr>
              <a:t>选题的背景意义</a:t>
            </a:r>
            <a:endParaRPr lang="en-US" sz="5200" b="1">
              <a:solidFill>
                <a:srgbClr val="100F0D"/>
              </a:solidFill>
              <a:latin typeface="思源黑体 3 Heavy" panose="020B0A00000000000000" charset="-122"/>
              <a:ea typeface="思源黑体 3 Heavy" panose="020B0A00000000000000" charset="-122"/>
              <a:cs typeface="思源黑体 3 Heavy" panose="020B0A00000000000000" charset="-122"/>
              <a:sym typeface="思源黑体 3 Heavy" panose="020B0A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096487" y="1948553"/>
            <a:ext cx="6095025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A1B1CE"/>
                </a:solidFill>
                <a:latin typeface="Akzidenz-Grotesk" panose="02000503030000020003"/>
                <a:ea typeface="Akzidenz-Grotesk" panose="02000503030000020003"/>
                <a:cs typeface="Akzidenz-Grotesk" panose="02000503030000020003"/>
                <a:sym typeface="Akzidenz-Grotesk" panose="02000503030000020003"/>
              </a:rPr>
              <a:t>Background significance of the topic</a:t>
            </a:r>
            <a:endParaRPr lang="en-US" sz="1800">
              <a:solidFill>
                <a:srgbClr val="A1B1CE"/>
              </a:solidFill>
              <a:latin typeface="Akzidenz-Grotesk" panose="02000503030000020003"/>
              <a:ea typeface="Akzidenz-Grotesk" panose="02000503030000020003"/>
              <a:cs typeface="Akzidenz-Grotesk" panose="02000503030000020003"/>
              <a:sym typeface="Akzidenz-Grotesk" panose="02000503030000020003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6611446" y="3844947"/>
            <a:ext cx="5065107" cy="5420346"/>
            <a:chOff x="0" y="0"/>
            <a:chExt cx="660400" cy="70671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0400" cy="706717"/>
            </a:xfrm>
            <a:custGeom>
              <a:avLst/>
              <a:gdLst/>
              <a:ahLst/>
              <a:cxnLst/>
              <a:rect l="l" t="t" r="r" b="b"/>
              <a:pathLst>
                <a:path w="660400" h="706717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6146"/>
                  </a:cubicBezTo>
                  <a:lnTo>
                    <a:pt x="660400" y="706717"/>
                  </a:lnTo>
                  <a:lnTo>
                    <a:pt x="0" y="706717"/>
                  </a:lnTo>
                  <a:lnTo>
                    <a:pt x="0" y="326428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A1B1CE">
                <a:alpha val="26667"/>
              </a:srgbClr>
            </a:solidFill>
            <a:ln w="28575" cap="sq">
              <a:solidFill>
                <a:srgbClr val="A1B1CE">
                  <a:alpha val="26667"/>
                </a:srgbClr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98425"/>
              <a:ext cx="660400" cy="608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1734891" y="3844947"/>
            <a:ext cx="5065107" cy="5420346"/>
            <a:chOff x="0" y="0"/>
            <a:chExt cx="660400" cy="70671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60400" cy="706717"/>
            </a:xfrm>
            <a:custGeom>
              <a:avLst/>
              <a:gdLst/>
              <a:ahLst/>
              <a:cxnLst/>
              <a:rect l="l" t="t" r="r" b="b"/>
              <a:pathLst>
                <a:path w="660400" h="706717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6146"/>
                  </a:cubicBezTo>
                  <a:lnTo>
                    <a:pt x="660400" y="706717"/>
                  </a:lnTo>
                  <a:lnTo>
                    <a:pt x="0" y="706717"/>
                  </a:lnTo>
                  <a:lnTo>
                    <a:pt x="0" y="326428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28575" cap="sq">
              <a:solidFill>
                <a:srgbClr val="A1B1CE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98425"/>
              <a:ext cx="660400" cy="608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619894" y="5392896"/>
            <a:ext cx="3295103" cy="3239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55"/>
              </a:lnSpc>
              <a:spcBef>
                <a:spcPct val="0"/>
              </a:spcBef>
            </a:pPr>
            <a:r>
              <a:rPr lang="en-US" sz="1700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演示文稿是一种实用的工具，可以是演示，演讲，报告等。大部分时间，它们都是在为观众服务。演示文稿是一种实用的工具，可以是演示，演讲，报告等。大部分时间它们都是在为观众服务。演示文稿是一种实用的工具。</a:t>
            </a:r>
            <a:r>
              <a:rPr lang="en-US" sz="1700" u="none" strike="noStrike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演示文稿是一种实用的工具，可以是演示，演讲报告等。大部分时间。</a:t>
            </a:r>
            <a:endParaRPr lang="en-US" sz="1700" u="none" strike="noStrike">
              <a:solidFill>
                <a:srgbClr val="1E1E1E"/>
              </a:solidFill>
              <a:latin typeface="思源黑体 3" panose="020B0500000000000000" charset="-122"/>
              <a:ea typeface="思源黑体 3" panose="020B0500000000000000" charset="-122"/>
              <a:cs typeface="思源黑体 3" panose="020B0500000000000000" charset="-122"/>
              <a:sym typeface="思源黑体 3" panose="020B05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822916" y="4788732"/>
            <a:ext cx="2889059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70"/>
              </a:lnSpc>
              <a:spcBef>
                <a:spcPct val="0"/>
              </a:spcBef>
            </a:pPr>
            <a:r>
              <a:rPr lang="en-US" sz="2800" b="1">
                <a:solidFill>
                  <a:srgbClr val="1E1E1E"/>
                </a:solidFill>
                <a:latin typeface="思源黑体 3 Bold" panose="020B0800000000000000" charset="-122"/>
                <a:ea typeface="思源黑体 3 Bold" panose="020B0800000000000000" charset="-122"/>
                <a:cs typeface="思源黑体 3 Bold" panose="020B0800000000000000" charset="-122"/>
                <a:sym typeface="思源黑体 3 Bold" panose="020B0800000000000000" charset="-122"/>
              </a:rPr>
              <a:t>国内现状概述</a:t>
            </a:r>
            <a:endParaRPr lang="en-US" sz="2800" b="1">
              <a:solidFill>
                <a:srgbClr val="1E1E1E"/>
              </a:solidFill>
              <a:latin typeface="思源黑体 3 Bold" panose="020B0800000000000000" charset="-122"/>
              <a:ea typeface="思源黑体 3 Bold" panose="020B0800000000000000" charset="-122"/>
              <a:cs typeface="思源黑体 3 Bold" panose="020B0800000000000000" charset="-122"/>
              <a:sym typeface="思源黑体 3 Bold" panose="020B0800000000000000" charset="-122"/>
            </a:endParaRPr>
          </a:p>
        </p:txBody>
      </p:sp>
      <p:grpSp>
        <p:nvGrpSpPr>
          <p:cNvPr id="20" name="Group 20"/>
          <p:cNvGrpSpPr/>
          <p:nvPr/>
        </p:nvGrpSpPr>
        <p:grpSpPr>
          <a:xfrm rot="0">
            <a:off x="3751215" y="3318123"/>
            <a:ext cx="1032459" cy="1032459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A1B1CE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63500" y="63500"/>
              <a:ext cx="685800" cy="685800"/>
            </a:xfrm>
            <a:prstGeom prst="rect">
              <a:avLst/>
            </a:prstGeom>
          </p:spPr>
          <p:txBody>
            <a:bodyPr lIns="53600" tIns="53600" rIns="53600" bIns="53600" rtlCol="0" anchor="ctr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631454" y="3425504"/>
            <a:ext cx="1271983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90"/>
              </a:lnSpc>
              <a:spcBef>
                <a:spcPct val="0"/>
              </a:spcBef>
            </a:pPr>
            <a:r>
              <a:rPr lang="en-US" sz="4825" b="1">
                <a:solidFill>
                  <a:srgbClr val="FFFFF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01</a:t>
            </a:r>
            <a:endParaRPr lang="en-US" sz="4825" b="1">
              <a:solidFill>
                <a:srgbClr val="FFFFFF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496448" y="5392896"/>
            <a:ext cx="3295103" cy="3239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55"/>
              </a:lnSpc>
              <a:spcBef>
                <a:spcPct val="0"/>
              </a:spcBef>
            </a:pPr>
            <a:r>
              <a:rPr lang="en-US" sz="1700" u="none" strike="noStrike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演示文稿是一种实用的工具，可以是演示，演讲，报告等。大部分时间，它们都是在为观众服务。演示文稿是一种实用的工具，可以是演示，演讲，报告等。大部分时间它们都是在为观众服务。演示文稿是一种实用的工具。演示文稿是一种实用的工具，可以是演示，演讲报告等。大部分时间。</a:t>
            </a:r>
            <a:endParaRPr lang="en-US" sz="1700" u="none" strike="noStrike">
              <a:solidFill>
                <a:srgbClr val="1E1E1E"/>
              </a:solidFill>
              <a:latin typeface="思源黑体 3" panose="020B0500000000000000" charset="-122"/>
              <a:ea typeface="思源黑体 3" panose="020B0500000000000000" charset="-122"/>
              <a:cs typeface="思源黑体 3" panose="020B0500000000000000" charset="-122"/>
              <a:sym typeface="思源黑体 3" panose="020B0500000000000000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699471" y="4788732"/>
            <a:ext cx="2889059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70"/>
              </a:lnSpc>
              <a:spcBef>
                <a:spcPct val="0"/>
              </a:spcBef>
            </a:pPr>
            <a:r>
              <a:rPr lang="en-US" sz="2800" b="1">
                <a:solidFill>
                  <a:srgbClr val="1E1E1E"/>
                </a:solidFill>
                <a:latin typeface="思源黑体 3 Bold" panose="020B0800000000000000" charset="-122"/>
                <a:ea typeface="思源黑体 3 Bold" panose="020B0800000000000000" charset="-122"/>
                <a:cs typeface="思源黑体 3 Bold" panose="020B0800000000000000" charset="-122"/>
                <a:sym typeface="思源黑体 3 Bold" panose="020B0800000000000000" charset="-122"/>
              </a:rPr>
              <a:t>国外现状概述</a:t>
            </a:r>
            <a:endParaRPr lang="en-US" sz="2800" b="1">
              <a:solidFill>
                <a:srgbClr val="1E1E1E"/>
              </a:solidFill>
              <a:latin typeface="思源黑体 3 Bold" panose="020B0800000000000000" charset="-122"/>
              <a:ea typeface="思源黑体 3 Bold" panose="020B0800000000000000" charset="-122"/>
              <a:cs typeface="思源黑体 3 Bold" panose="020B0800000000000000" charset="-122"/>
              <a:sym typeface="思源黑体 3 Bold" panose="020B0800000000000000" charset="-122"/>
            </a:endParaRPr>
          </a:p>
        </p:txBody>
      </p:sp>
      <p:grpSp>
        <p:nvGrpSpPr>
          <p:cNvPr id="26" name="Group 26"/>
          <p:cNvGrpSpPr/>
          <p:nvPr/>
        </p:nvGrpSpPr>
        <p:grpSpPr>
          <a:xfrm rot="0">
            <a:off x="8627770" y="3318123"/>
            <a:ext cx="1032459" cy="1032459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A1B1CE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63500" y="63500"/>
              <a:ext cx="685800" cy="685800"/>
            </a:xfrm>
            <a:prstGeom prst="rect">
              <a:avLst/>
            </a:prstGeom>
          </p:spPr>
          <p:txBody>
            <a:bodyPr lIns="53600" tIns="53600" rIns="53600" bIns="53600" rtlCol="0" anchor="ctr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8508009" y="3425504"/>
            <a:ext cx="1271983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90"/>
              </a:lnSpc>
              <a:spcBef>
                <a:spcPct val="0"/>
              </a:spcBef>
            </a:pPr>
            <a:r>
              <a:rPr lang="en-US" sz="4825" b="1">
                <a:solidFill>
                  <a:srgbClr val="FFFFF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02</a:t>
            </a:r>
            <a:endParaRPr lang="en-US" sz="4825" b="1">
              <a:solidFill>
                <a:srgbClr val="FFFFFF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  <p:grpSp>
        <p:nvGrpSpPr>
          <p:cNvPr id="30" name="Group 30"/>
          <p:cNvGrpSpPr/>
          <p:nvPr/>
        </p:nvGrpSpPr>
        <p:grpSpPr>
          <a:xfrm rot="0">
            <a:off x="11488001" y="3844947"/>
            <a:ext cx="5065107" cy="5420346"/>
            <a:chOff x="0" y="0"/>
            <a:chExt cx="660400" cy="70671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60400" cy="706717"/>
            </a:xfrm>
            <a:custGeom>
              <a:avLst/>
              <a:gdLst/>
              <a:ahLst/>
              <a:cxnLst/>
              <a:rect l="l" t="t" r="r" b="b"/>
              <a:pathLst>
                <a:path w="660400" h="706717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6146"/>
                  </a:cubicBezTo>
                  <a:lnTo>
                    <a:pt x="660400" y="706717"/>
                  </a:lnTo>
                  <a:lnTo>
                    <a:pt x="0" y="706717"/>
                  </a:lnTo>
                  <a:lnTo>
                    <a:pt x="0" y="326428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28575" cap="sq">
              <a:solidFill>
                <a:srgbClr val="A1B1CE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98425"/>
              <a:ext cx="660400" cy="608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2373003" y="5392896"/>
            <a:ext cx="3295103" cy="3239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55"/>
              </a:lnSpc>
              <a:spcBef>
                <a:spcPct val="0"/>
              </a:spcBef>
            </a:pPr>
            <a:r>
              <a:rPr lang="en-US" sz="1700" u="none" strike="noStrike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演示文稿是一种实用的工具，可以是演示，演讲，报告等。大部分时间，它们都是在为观众服务。演示文稿是一种实用的工具，可以是演示，演讲，报告等。大部分时间它们都是在为观众服务。演示文稿是一种实用的工具。演示文稿是一种实用的工具，可以是演示，演讲报告等。大部分时间。</a:t>
            </a:r>
            <a:endParaRPr lang="en-US" sz="1700" u="none" strike="noStrike">
              <a:solidFill>
                <a:srgbClr val="1E1E1E"/>
              </a:solidFill>
              <a:latin typeface="思源黑体 3" panose="020B0500000000000000" charset="-122"/>
              <a:ea typeface="思源黑体 3" panose="020B0500000000000000" charset="-122"/>
              <a:cs typeface="思源黑体 3" panose="020B0500000000000000" charset="-122"/>
              <a:sym typeface="思源黑体 3" panose="020B0500000000000000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2576025" y="4788732"/>
            <a:ext cx="2889059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70"/>
              </a:lnSpc>
              <a:spcBef>
                <a:spcPct val="0"/>
              </a:spcBef>
            </a:pPr>
            <a:r>
              <a:rPr lang="en-US" sz="2800" b="1">
                <a:solidFill>
                  <a:srgbClr val="1E1E1E"/>
                </a:solidFill>
                <a:latin typeface="思源黑体 3 Bold" panose="020B0800000000000000" charset="-122"/>
                <a:ea typeface="思源黑体 3 Bold" panose="020B0800000000000000" charset="-122"/>
                <a:cs typeface="思源黑体 3 Bold" panose="020B0800000000000000" charset="-122"/>
                <a:sym typeface="思源黑体 3 Bold" panose="020B0800000000000000" charset="-122"/>
              </a:rPr>
              <a:t>国内市场调研</a:t>
            </a:r>
            <a:endParaRPr lang="en-US" sz="2800" b="1">
              <a:solidFill>
                <a:srgbClr val="1E1E1E"/>
              </a:solidFill>
              <a:latin typeface="思源黑体 3 Bold" panose="020B0800000000000000" charset="-122"/>
              <a:ea typeface="思源黑体 3 Bold" panose="020B0800000000000000" charset="-122"/>
              <a:cs typeface="思源黑体 3 Bold" panose="020B0800000000000000" charset="-122"/>
              <a:sym typeface="思源黑体 3 Bold" panose="020B0800000000000000" charset="-122"/>
            </a:endParaRPr>
          </a:p>
        </p:txBody>
      </p:sp>
      <p:grpSp>
        <p:nvGrpSpPr>
          <p:cNvPr id="35" name="Group 35"/>
          <p:cNvGrpSpPr/>
          <p:nvPr/>
        </p:nvGrpSpPr>
        <p:grpSpPr>
          <a:xfrm rot="0">
            <a:off x="13504325" y="3318123"/>
            <a:ext cx="1032459" cy="1032459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A1B1CE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63500" y="63500"/>
              <a:ext cx="685800" cy="685800"/>
            </a:xfrm>
            <a:prstGeom prst="rect">
              <a:avLst/>
            </a:prstGeom>
          </p:spPr>
          <p:txBody>
            <a:bodyPr lIns="53600" tIns="53600" rIns="53600" bIns="53600" rtlCol="0" anchor="ctr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3384564" y="3425504"/>
            <a:ext cx="1271983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90"/>
              </a:lnSpc>
              <a:spcBef>
                <a:spcPct val="0"/>
              </a:spcBef>
            </a:pPr>
            <a:r>
              <a:rPr lang="en-US" sz="4825" b="1">
                <a:solidFill>
                  <a:srgbClr val="FFFFF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03</a:t>
            </a:r>
            <a:endParaRPr lang="en-US" sz="4825" b="1">
              <a:solidFill>
                <a:srgbClr val="FFFFFF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2096766" y="-7617432"/>
            <a:ext cx="21860057" cy="8939855"/>
            <a:chOff x="0" y="0"/>
            <a:chExt cx="29146743" cy="119198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7" y="0"/>
                  </a:lnTo>
                  <a:lnTo>
                    <a:pt x="28858757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287985" y="3052297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8" y="0"/>
                  </a:lnTo>
                  <a:lnTo>
                    <a:pt x="28858758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2262720" y="1105320"/>
              <a:ext cx="24333318" cy="7476965"/>
            </a:xfrm>
            <a:custGeom>
              <a:avLst/>
              <a:gdLst/>
              <a:ahLst/>
              <a:cxnLst/>
              <a:rect l="l" t="t" r="r" b="b"/>
              <a:pathLst>
                <a:path w="24333318" h="7476965">
                  <a:moveTo>
                    <a:pt x="0" y="0"/>
                  </a:moveTo>
                  <a:lnTo>
                    <a:pt x="24333317" y="0"/>
                  </a:lnTo>
                  <a:lnTo>
                    <a:pt x="24333317" y="7476965"/>
                  </a:lnTo>
                  <a:lnTo>
                    <a:pt x="0" y="7476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309671" y="2873735"/>
              <a:ext cx="26815386" cy="8239637"/>
            </a:xfrm>
            <a:custGeom>
              <a:avLst/>
              <a:gdLst/>
              <a:ahLst/>
              <a:cxnLst/>
              <a:rect l="l" t="t" r="r" b="b"/>
              <a:pathLst>
                <a:path w="26815386" h="8239637">
                  <a:moveTo>
                    <a:pt x="0" y="0"/>
                  </a:moveTo>
                  <a:lnTo>
                    <a:pt x="26815386" y="0"/>
                  </a:lnTo>
                  <a:lnTo>
                    <a:pt x="26815386" y="8239637"/>
                  </a:lnTo>
                  <a:lnTo>
                    <a:pt x="0" y="8239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 rot="0">
              <a:off x="2544943" y="2147052"/>
              <a:ext cx="24555291" cy="7458661"/>
              <a:chOff x="0" y="0"/>
              <a:chExt cx="4850428" cy="147331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50428" cy="1473316"/>
              </a:xfrm>
              <a:custGeom>
                <a:avLst/>
                <a:gdLst/>
                <a:ahLst/>
                <a:cxnLst/>
                <a:rect l="l" t="t" r="r" b="b"/>
                <a:pathLst>
                  <a:path w="4850428" h="1473316">
                    <a:moveTo>
                      <a:pt x="0" y="0"/>
                    </a:moveTo>
                    <a:lnTo>
                      <a:pt x="4850428" y="0"/>
                    </a:lnTo>
                    <a:lnTo>
                      <a:pt x="4850428" y="1473316"/>
                    </a:lnTo>
                    <a:lnTo>
                      <a:pt x="0" y="1473316"/>
                    </a:lnTo>
                    <a:close/>
                  </a:path>
                </a:pathLst>
              </a:custGeom>
              <a:solidFill>
                <a:srgbClr val="A1B1CE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850428" cy="1511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0" name="TextBox 10"/>
          <p:cNvSpPr txBox="1"/>
          <p:nvPr/>
        </p:nvSpPr>
        <p:spPr>
          <a:xfrm>
            <a:off x="6082876" y="1085850"/>
            <a:ext cx="6122248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5200" b="1">
                <a:solidFill>
                  <a:srgbClr val="100F0D"/>
                </a:solidFill>
                <a:latin typeface="思源黑体 3 Heavy" panose="020B0A00000000000000" charset="-122"/>
                <a:ea typeface="思源黑体 3 Heavy" panose="020B0A00000000000000" charset="-122"/>
                <a:cs typeface="思源黑体 3 Heavy" panose="020B0A00000000000000" charset="-122"/>
                <a:sym typeface="思源黑体 3 Heavy" panose="020B0A00000000000000" charset="-122"/>
              </a:rPr>
              <a:t>研究方法与过程</a:t>
            </a:r>
            <a:endParaRPr lang="en-US" sz="5200" b="1">
              <a:solidFill>
                <a:srgbClr val="100F0D"/>
              </a:solidFill>
              <a:latin typeface="思源黑体 3 Heavy" panose="020B0A00000000000000" charset="-122"/>
              <a:ea typeface="思源黑体 3 Heavy" panose="020B0A00000000000000" charset="-122"/>
              <a:cs typeface="思源黑体 3 Heavy" panose="020B0A00000000000000" charset="-122"/>
              <a:sym typeface="思源黑体 3 Heavy" panose="020B0A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096487" y="1948553"/>
            <a:ext cx="6095025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A1B1CE"/>
                </a:solidFill>
                <a:latin typeface="Akzidenz-Grotesk" panose="02000503030000020003"/>
                <a:ea typeface="Akzidenz-Grotesk" panose="02000503030000020003"/>
                <a:cs typeface="Akzidenz-Grotesk" panose="02000503030000020003"/>
                <a:sym typeface="Akzidenz-Grotesk" panose="02000503030000020003"/>
              </a:rPr>
              <a:t>Rese</a:t>
            </a:r>
            <a:r>
              <a:rPr lang="en-US" sz="1800">
                <a:solidFill>
                  <a:srgbClr val="A1B1CE"/>
                </a:solidFill>
                <a:latin typeface="Akzidenz-Grotesk" panose="02000503030000020003"/>
                <a:ea typeface="Akzidenz-Grotesk" panose="02000503030000020003"/>
                <a:cs typeface="Akzidenz-Grotesk" panose="02000503030000020003"/>
                <a:sym typeface="Akzidenz-Grotesk" panose="02000503030000020003"/>
              </a:rPr>
              <a:t>arch method and process</a:t>
            </a:r>
            <a:endParaRPr lang="en-US" sz="1800">
              <a:solidFill>
                <a:srgbClr val="A1B1CE"/>
              </a:solidFill>
              <a:latin typeface="Akzidenz-Grotesk" panose="02000503030000020003"/>
              <a:ea typeface="Akzidenz-Grotesk" panose="02000503030000020003"/>
              <a:cs typeface="Akzidenz-Grotesk" panose="02000503030000020003"/>
              <a:sym typeface="Akzidenz-Grotesk" panose="02000503030000020003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-68735" y="3385855"/>
            <a:ext cx="13214815" cy="5573379"/>
            <a:chOff x="0" y="0"/>
            <a:chExt cx="1742192" cy="73477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42192" cy="734774"/>
            </a:xfrm>
            <a:custGeom>
              <a:avLst/>
              <a:gdLst/>
              <a:ahLst/>
              <a:cxnLst/>
              <a:rect l="l" t="t" r="r" b="b"/>
              <a:pathLst>
                <a:path w="1742192" h="734774">
                  <a:moveTo>
                    <a:pt x="0" y="0"/>
                  </a:moveTo>
                  <a:lnTo>
                    <a:pt x="1742192" y="0"/>
                  </a:lnTo>
                  <a:lnTo>
                    <a:pt x="1742192" y="734774"/>
                  </a:lnTo>
                  <a:lnTo>
                    <a:pt x="0" y="734774"/>
                  </a:lnTo>
                  <a:close/>
                </a:path>
              </a:pathLst>
            </a:custGeom>
            <a:solidFill>
              <a:srgbClr val="A1B1CE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1742192" cy="763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10486344" y="2720587"/>
            <a:ext cx="6903915" cy="6903915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1B1CE">
                <a:alpha val="27843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10855690" y="3089933"/>
            <a:ext cx="6165222" cy="616522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6D1E6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1" name="Group 21"/>
          <p:cNvGrpSpPr/>
          <p:nvPr/>
        </p:nvGrpSpPr>
        <p:grpSpPr>
          <a:xfrm rot="0">
            <a:off x="10982096" y="3219242"/>
            <a:ext cx="5912410" cy="5906604"/>
            <a:chOff x="0" y="0"/>
            <a:chExt cx="3592652" cy="358912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592703" cy="3589020"/>
            </a:xfrm>
            <a:custGeom>
              <a:avLst/>
              <a:gdLst/>
              <a:ahLst/>
              <a:cxnLst/>
              <a:rect l="l" t="t" r="r" b="b"/>
              <a:pathLst>
                <a:path w="3592703" h="3589020">
                  <a:moveTo>
                    <a:pt x="0" y="1794510"/>
                  </a:moveTo>
                  <a:cubicBezTo>
                    <a:pt x="0" y="803402"/>
                    <a:pt x="804291" y="0"/>
                    <a:pt x="1796288" y="0"/>
                  </a:cubicBezTo>
                  <a:cubicBezTo>
                    <a:pt x="2788285" y="0"/>
                    <a:pt x="3592703" y="803402"/>
                    <a:pt x="3592703" y="1794510"/>
                  </a:cubicBezTo>
                  <a:cubicBezTo>
                    <a:pt x="3592703" y="2785618"/>
                    <a:pt x="2788412" y="3589020"/>
                    <a:pt x="1796415" y="3589020"/>
                  </a:cubicBezTo>
                  <a:cubicBezTo>
                    <a:pt x="804418" y="3589020"/>
                    <a:pt x="0" y="2785618"/>
                    <a:pt x="0" y="1794510"/>
                  </a:cubicBezTo>
                  <a:close/>
                </a:path>
              </a:pathLst>
            </a:custGeom>
            <a:blipFill>
              <a:blip r:embed="rId3"/>
              <a:stretch>
                <a:fillRect l="-37212" r="-12587"/>
              </a:stretch>
            </a:blipFill>
          </p:spPr>
        </p:sp>
      </p:grpSp>
      <p:sp>
        <p:nvSpPr>
          <p:cNvPr id="23" name="Freeform 23"/>
          <p:cNvSpPr/>
          <p:nvPr/>
        </p:nvSpPr>
        <p:spPr>
          <a:xfrm>
            <a:off x="1299375" y="7249604"/>
            <a:ext cx="629899" cy="493612"/>
          </a:xfrm>
          <a:custGeom>
            <a:avLst/>
            <a:gdLst/>
            <a:ahLst/>
            <a:cxnLst/>
            <a:rect l="l" t="t" r="r" b="b"/>
            <a:pathLst>
              <a:path w="629899" h="493612">
                <a:moveTo>
                  <a:pt x="0" y="0"/>
                </a:moveTo>
                <a:lnTo>
                  <a:pt x="629899" y="0"/>
                </a:lnTo>
                <a:lnTo>
                  <a:pt x="629899" y="493612"/>
                </a:lnTo>
                <a:lnTo>
                  <a:pt x="0" y="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4" name="Freeform 24"/>
          <p:cNvSpPr/>
          <p:nvPr/>
        </p:nvSpPr>
        <p:spPr>
          <a:xfrm>
            <a:off x="1305817" y="3974910"/>
            <a:ext cx="617015" cy="493612"/>
          </a:xfrm>
          <a:custGeom>
            <a:avLst/>
            <a:gdLst/>
            <a:ahLst/>
            <a:cxnLst/>
            <a:rect l="l" t="t" r="r" b="b"/>
            <a:pathLst>
              <a:path w="617015" h="493612">
                <a:moveTo>
                  <a:pt x="0" y="0"/>
                </a:moveTo>
                <a:lnTo>
                  <a:pt x="617015" y="0"/>
                </a:lnTo>
                <a:lnTo>
                  <a:pt x="617015" y="493612"/>
                </a:lnTo>
                <a:lnTo>
                  <a:pt x="0" y="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295167" y="5560883"/>
            <a:ext cx="638316" cy="673846"/>
          </a:xfrm>
          <a:custGeom>
            <a:avLst/>
            <a:gdLst/>
            <a:ahLst/>
            <a:cxnLst/>
            <a:rect l="l" t="t" r="r" b="b"/>
            <a:pathLst>
              <a:path w="638316" h="673846">
                <a:moveTo>
                  <a:pt x="0" y="0"/>
                </a:moveTo>
                <a:lnTo>
                  <a:pt x="638316" y="0"/>
                </a:lnTo>
                <a:lnTo>
                  <a:pt x="638316" y="673846"/>
                </a:lnTo>
                <a:lnTo>
                  <a:pt x="0" y="6738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TextBox 26"/>
          <p:cNvSpPr txBox="1"/>
          <p:nvPr/>
        </p:nvSpPr>
        <p:spPr>
          <a:xfrm>
            <a:off x="2311856" y="4382797"/>
            <a:ext cx="7484918" cy="705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FFFFFF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演示文稿是一种实用的工具，可以是演示，演讲，报告等。大部分时间，它们都是在为观众服务。演示文稿是一种实用的工具。</a:t>
            </a:r>
            <a:endParaRPr lang="en-US" sz="1700">
              <a:solidFill>
                <a:srgbClr val="FFFFFF"/>
              </a:solidFill>
              <a:latin typeface="思源黑体 3" panose="020B0500000000000000" charset="-122"/>
              <a:ea typeface="思源黑体 3" panose="020B0500000000000000" charset="-122"/>
              <a:cs typeface="思源黑体 3" panose="020B0500000000000000" charset="-122"/>
              <a:sym typeface="思源黑体 3" panose="020B0500000000000000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311856" y="3803869"/>
            <a:ext cx="3422542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70"/>
              </a:lnSpc>
              <a:spcBef>
                <a:spcPct val="0"/>
              </a:spcBef>
            </a:pPr>
            <a:r>
              <a:rPr lang="en-US" sz="2800" b="1">
                <a:solidFill>
                  <a:srgbClr val="FFFFFF"/>
                </a:solidFill>
                <a:latin typeface="思源黑体 3 Bold" panose="020B0800000000000000" charset="-122"/>
                <a:ea typeface="思源黑体 3 Bold" panose="020B0800000000000000" charset="-122"/>
                <a:cs typeface="思源黑体 3 Bold" panose="020B0800000000000000" charset="-122"/>
                <a:sym typeface="思源黑体 3 Bold" panose="020B0800000000000000" charset="-122"/>
              </a:rPr>
              <a:t>关键词一</a:t>
            </a:r>
            <a:endParaRPr lang="en-US" sz="2800" b="1">
              <a:solidFill>
                <a:srgbClr val="FFFFFF"/>
              </a:solidFill>
              <a:latin typeface="思源黑体 3 Bold" panose="020B0800000000000000" charset="-122"/>
              <a:ea typeface="思源黑体 3 Bold" panose="020B0800000000000000" charset="-122"/>
              <a:cs typeface="思源黑体 3 Bold" panose="020B0800000000000000" charset="-122"/>
              <a:sym typeface="思源黑体 3 Bold" panose="020B0800000000000000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311856" y="6020144"/>
            <a:ext cx="7484918" cy="705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FFFFFF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演示文稿是一种实用的工具，可以是演示，演讲，报告等。大部分时间，它们都是在为观众服务。演示文稿是一种实用的工具。</a:t>
            </a:r>
            <a:endParaRPr lang="en-US" sz="1700">
              <a:solidFill>
                <a:srgbClr val="FFFFFF"/>
              </a:solidFill>
              <a:latin typeface="思源黑体 3" panose="020B0500000000000000" charset="-122"/>
              <a:ea typeface="思源黑体 3" panose="020B0500000000000000" charset="-122"/>
              <a:cs typeface="思源黑体 3" panose="020B0500000000000000" charset="-122"/>
              <a:sym typeface="思源黑体 3" panose="020B0500000000000000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311856" y="5441215"/>
            <a:ext cx="3422542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70"/>
              </a:lnSpc>
              <a:spcBef>
                <a:spcPct val="0"/>
              </a:spcBef>
            </a:pPr>
            <a:r>
              <a:rPr lang="en-US" sz="2800" b="1">
                <a:solidFill>
                  <a:srgbClr val="FFFFFF"/>
                </a:solidFill>
                <a:latin typeface="思源黑体 3 Bold" panose="020B0800000000000000" charset="-122"/>
                <a:ea typeface="思源黑体 3 Bold" panose="020B0800000000000000" charset="-122"/>
                <a:cs typeface="思源黑体 3 Bold" panose="020B0800000000000000" charset="-122"/>
                <a:sym typeface="思源黑体 3 Bold" panose="020B0800000000000000" charset="-122"/>
              </a:rPr>
              <a:t>关键词二</a:t>
            </a:r>
            <a:endParaRPr lang="en-US" sz="2800" b="1">
              <a:solidFill>
                <a:srgbClr val="FFFFFF"/>
              </a:solidFill>
              <a:latin typeface="思源黑体 3 Bold" panose="020B0800000000000000" charset="-122"/>
              <a:ea typeface="思源黑体 3 Bold" panose="020B0800000000000000" charset="-122"/>
              <a:cs typeface="思源黑体 3 Bold" panose="020B0800000000000000" charset="-122"/>
              <a:sym typeface="思源黑体 3 Bold" panose="020B0800000000000000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311856" y="7657491"/>
            <a:ext cx="7484918" cy="705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FFFFFF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演示文稿是一种实用的工具，可以是演示，演讲，报告等。大部分时间，它们都是在为观众服务。演示文稿是一种实用的工具。</a:t>
            </a:r>
            <a:endParaRPr lang="en-US" sz="1700">
              <a:solidFill>
                <a:srgbClr val="FFFFFF"/>
              </a:solidFill>
              <a:latin typeface="思源黑体 3" panose="020B0500000000000000" charset="-122"/>
              <a:ea typeface="思源黑体 3" panose="020B0500000000000000" charset="-122"/>
              <a:cs typeface="思源黑体 3" panose="020B0500000000000000" charset="-122"/>
              <a:sym typeface="思源黑体 3" panose="020B0500000000000000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311856" y="7078562"/>
            <a:ext cx="3422542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70"/>
              </a:lnSpc>
              <a:spcBef>
                <a:spcPct val="0"/>
              </a:spcBef>
            </a:pPr>
            <a:r>
              <a:rPr lang="en-US" sz="2800" b="1">
                <a:solidFill>
                  <a:srgbClr val="FFFFFF"/>
                </a:solidFill>
                <a:latin typeface="思源黑体 3 Bold" panose="020B0800000000000000" charset="-122"/>
                <a:ea typeface="思源黑体 3 Bold" panose="020B0800000000000000" charset="-122"/>
                <a:cs typeface="思源黑体 3 Bold" panose="020B0800000000000000" charset="-122"/>
                <a:sym typeface="思源黑体 3 Bold" panose="020B0800000000000000" charset="-122"/>
              </a:rPr>
              <a:t>关键词三</a:t>
            </a:r>
            <a:endParaRPr lang="en-US" sz="2800" b="1">
              <a:solidFill>
                <a:srgbClr val="FFFFFF"/>
              </a:solidFill>
              <a:latin typeface="思源黑体 3 Bold" panose="020B0800000000000000" charset="-122"/>
              <a:ea typeface="思源黑体 3 Bold" panose="020B0800000000000000" charset="-122"/>
              <a:cs typeface="思源黑体 3 Bold" panose="020B0800000000000000" charset="-122"/>
              <a:sym typeface="思源黑体 3 Bold" panose="020B08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2096766" y="-7617432"/>
            <a:ext cx="21860057" cy="8939855"/>
            <a:chOff x="0" y="0"/>
            <a:chExt cx="29146743" cy="119198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7" y="0"/>
                  </a:lnTo>
                  <a:lnTo>
                    <a:pt x="28858757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287985" y="3052297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8" y="0"/>
                  </a:lnTo>
                  <a:lnTo>
                    <a:pt x="28858758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2262720" y="1105320"/>
              <a:ext cx="24333318" cy="7476965"/>
            </a:xfrm>
            <a:custGeom>
              <a:avLst/>
              <a:gdLst/>
              <a:ahLst/>
              <a:cxnLst/>
              <a:rect l="l" t="t" r="r" b="b"/>
              <a:pathLst>
                <a:path w="24333318" h="7476965">
                  <a:moveTo>
                    <a:pt x="0" y="0"/>
                  </a:moveTo>
                  <a:lnTo>
                    <a:pt x="24333317" y="0"/>
                  </a:lnTo>
                  <a:lnTo>
                    <a:pt x="24333317" y="7476965"/>
                  </a:lnTo>
                  <a:lnTo>
                    <a:pt x="0" y="7476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309671" y="2873735"/>
              <a:ext cx="26815386" cy="8239637"/>
            </a:xfrm>
            <a:custGeom>
              <a:avLst/>
              <a:gdLst/>
              <a:ahLst/>
              <a:cxnLst/>
              <a:rect l="l" t="t" r="r" b="b"/>
              <a:pathLst>
                <a:path w="26815386" h="8239637">
                  <a:moveTo>
                    <a:pt x="0" y="0"/>
                  </a:moveTo>
                  <a:lnTo>
                    <a:pt x="26815386" y="0"/>
                  </a:lnTo>
                  <a:lnTo>
                    <a:pt x="26815386" y="8239637"/>
                  </a:lnTo>
                  <a:lnTo>
                    <a:pt x="0" y="8239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 rot="0">
              <a:off x="2544943" y="2147052"/>
              <a:ext cx="24555291" cy="7458661"/>
              <a:chOff x="0" y="0"/>
              <a:chExt cx="4850428" cy="147331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50428" cy="1473316"/>
              </a:xfrm>
              <a:custGeom>
                <a:avLst/>
                <a:gdLst/>
                <a:ahLst/>
                <a:cxnLst/>
                <a:rect l="l" t="t" r="r" b="b"/>
                <a:pathLst>
                  <a:path w="4850428" h="1473316">
                    <a:moveTo>
                      <a:pt x="0" y="0"/>
                    </a:moveTo>
                    <a:lnTo>
                      <a:pt x="4850428" y="0"/>
                    </a:lnTo>
                    <a:lnTo>
                      <a:pt x="4850428" y="1473316"/>
                    </a:lnTo>
                    <a:lnTo>
                      <a:pt x="0" y="1473316"/>
                    </a:lnTo>
                    <a:close/>
                  </a:path>
                </a:pathLst>
              </a:custGeom>
              <a:solidFill>
                <a:srgbClr val="A1B1CE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850428" cy="1511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0" name="TextBox 10"/>
          <p:cNvSpPr txBox="1"/>
          <p:nvPr/>
        </p:nvSpPr>
        <p:spPr>
          <a:xfrm>
            <a:off x="6082876" y="1085850"/>
            <a:ext cx="6122248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5200" b="1">
                <a:solidFill>
                  <a:srgbClr val="100F0D"/>
                </a:solidFill>
                <a:latin typeface="思源黑体 3 Heavy" panose="020B0A00000000000000" charset="-122"/>
                <a:ea typeface="思源黑体 3 Heavy" panose="020B0A00000000000000" charset="-122"/>
                <a:cs typeface="思源黑体 3 Heavy" panose="020B0A00000000000000" charset="-122"/>
                <a:sym typeface="思源黑体 3 Heavy" panose="020B0A00000000000000" charset="-122"/>
              </a:rPr>
              <a:t>研究方法与过程</a:t>
            </a:r>
            <a:endParaRPr lang="en-US" sz="5200" b="1">
              <a:solidFill>
                <a:srgbClr val="100F0D"/>
              </a:solidFill>
              <a:latin typeface="思源黑体 3 Heavy" panose="020B0A00000000000000" charset="-122"/>
              <a:ea typeface="思源黑体 3 Heavy" panose="020B0A00000000000000" charset="-122"/>
              <a:cs typeface="思源黑体 3 Heavy" panose="020B0A00000000000000" charset="-122"/>
              <a:sym typeface="思源黑体 3 Heavy" panose="020B0A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096487" y="1948553"/>
            <a:ext cx="6095025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A1B1CE"/>
                </a:solidFill>
                <a:latin typeface="Akzidenz-Grotesk" panose="02000503030000020003"/>
                <a:ea typeface="Akzidenz-Grotesk" panose="02000503030000020003"/>
                <a:cs typeface="Akzidenz-Grotesk" panose="02000503030000020003"/>
                <a:sym typeface="Akzidenz-Grotesk" panose="02000503030000020003"/>
              </a:rPr>
              <a:t>Rese</a:t>
            </a:r>
            <a:r>
              <a:rPr lang="en-US" sz="1800">
                <a:solidFill>
                  <a:srgbClr val="A1B1CE"/>
                </a:solidFill>
                <a:latin typeface="Akzidenz-Grotesk" panose="02000503030000020003"/>
                <a:ea typeface="Akzidenz-Grotesk" panose="02000503030000020003"/>
                <a:cs typeface="Akzidenz-Grotesk" panose="02000503030000020003"/>
                <a:sym typeface="Akzidenz-Grotesk" panose="02000503030000020003"/>
              </a:rPr>
              <a:t>arch method and process</a:t>
            </a:r>
            <a:endParaRPr lang="en-US" sz="1800">
              <a:solidFill>
                <a:srgbClr val="A1B1CE"/>
              </a:solidFill>
              <a:latin typeface="Akzidenz-Grotesk" panose="02000503030000020003"/>
              <a:ea typeface="Akzidenz-Grotesk" panose="02000503030000020003"/>
              <a:cs typeface="Akzidenz-Grotesk" panose="02000503030000020003"/>
              <a:sym typeface="Akzidenz-Grotesk" panose="02000503030000020003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1776587" y="3253172"/>
            <a:ext cx="6553156" cy="3481794"/>
            <a:chOff x="0" y="0"/>
            <a:chExt cx="10872716" cy="577684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872716" cy="5776907"/>
            </a:xfrm>
            <a:custGeom>
              <a:avLst/>
              <a:gdLst/>
              <a:ahLst/>
              <a:cxnLst/>
              <a:rect l="l" t="t" r="r" b="b"/>
              <a:pathLst>
                <a:path w="10872716" h="5776907">
                  <a:moveTo>
                    <a:pt x="0" y="0"/>
                  </a:moveTo>
                  <a:lnTo>
                    <a:pt x="10872716" y="0"/>
                  </a:lnTo>
                  <a:lnTo>
                    <a:pt x="10872716" y="5776907"/>
                  </a:lnTo>
                  <a:lnTo>
                    <a:pt x="0" y="5776907"/>
                  </a:lnTo>
                </a:path>
              </a:pathLst>
            </a:custGeom>
            <a:blipFill>
              <a:blip r:embed="rId3"/>
              <a:stretch>
                <a:fillRect l="-5879" r="-5879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917522" y="7577254"/>
            <a:ext cx="6271286" cy="1429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55"/>
              </a:lnSpc>
              <a:spcBef>
                <a:spcPct val="0"/>
              </a:spcBef>
            </a:pPr>
            <a:r>
              <a:rPr lang="en-US" sz="1700" u="none" strike="noStrike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演示文稿是一种实用的工具，可以是演示，演讲，报告等。大部分时间，它们都是在为观众服务。演示文稿是一种实用的工具，可以是演示，演讲，报告等。大部分时间它们都是在为观众服务。演示文稿是一种实用的工具。</a:t>
            </a:r>
            <a:endParaRPr lang="en-US" sz="1700" u="none" strike="noStrike">
              <a:solidFill>
                <a:srgbClr val="1E1E1E"/>
              </a:solidFill>
              <a:latin typeface="思源黑体 3" panose="020B0500000000000000" charset="-122"/>
              <a:ea typeface="思源黑体 3" panose="020B0500000000000000" charset="-122"/>
              <a:cs typeface="思源黑体 3" panose="020B0500000000000000" charset="-122"/>
              <a:sym typeface="思源黑体 3" panose="020B05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608636" y="6973091"/>
            <a:ext cx="2889059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70"/>
              </a:lnSpc>
              <a:spcBef>
                <a:spcPct val="0"/>
              </a:spcBef>
            </a:pPr>
            <a:r>
              <a:rPr lang="en-US" sz="2800" b="1">
                <a:solidFill>
                  <a:srgbClr val="1E1E1E"/>
                </a:solidFill>
                <a:latin typeface="思源黑体 3 Bold" panose="020B0800000000000000" charset="-122"/>
                <a:ea typeface="思源黑体 3 Bold" panose="020B0800000000000000" charset="-122"/>
                <a:cs typeface="思源黑体 3 Bold" panose="020B0800000000000000" charset="-122"/>
                <a:sym typeface="思源黑体 3 Bold" panose="020B0800000000000000" charset="-122"/>
              </a:rPr>
              <a:t>整体研究思路</a:t>
            </a:r>
            <a:endParaRPr lang="en-US" sz="2800" b="1">
              <a:solidFill>
                <a:srgbClr val="1E1E1E"/>
              </a:solidFill>
              <a:latin typeface="思源黑体 3 Bold" panose="020B0800000000000000" charset="-122"/>
              <a:ea typeface="思源黑体 3 Bold" panose="020B0800000000000000" charset="-122"/>
              <a:cs typeface="思源黑体 3 Bold" panose="020B0800000000000000" charset="-122"/>
              <a:sym typeface="思源黑体 3 Bold" panose="020B0800000000000000" charset="-122"/>
            </a:endParaRPr>
          </a:p>
        </p:txBody>
      </p:sp>
      <p:grpSp>
        <p:nvGrpSpPr>
          <p:cNvPr id="16" name="Group 16"/>
          <p:cNvGrpSpPr/>
          <p:nvPr/>
        </p:nvGrpSpPr>
        <p:grpSpPr>
          <a:xfrm rot="0">
            <a:off x="9958257" y="3253172"/>
            <a:ext cx="6553156" cy="3481794"/>
            <a:chOff x="0" y="0"/>
            <a:chExt cx="10872716" cy="577684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872716" cy="5776907"/>
            </a:xfrm>
            <a:custGeom>
              <a:avLst/>
              <a:gdLst/>
              <a:ahLst/>
              <a:cxnLst/>
              <a:rect l="l" t="t" r="r" b="b"/>
              <a:pathLst>
                <a:path w="10872716" h="5776907">
                  <a:moveTo>
                    <a:pt x="0" y="0"/>
                  </a:moveTo>
                  <a:lnTo>
                    <a:pt x="10872716" y="0"/>
                  </a:lnTo>
                  <a:lnTo>
                    <a:pt x="10872716" y="5776907"/>
                  </a:lnTo>
                  <a:lnTo>
                    <a:pt x="0" y="5776907"/>
                  </a:lnTo>
                </a:path>
              </a:pathLst>
            </a:custGeom>
            <a:blipFill>
              <a:blip r:embed="rId4"/>
              <a:stretch>
                <a:fillRect t="-1404" b="-1404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0099192" y="7577254"/>
            <a:ext cx="6271286" cy="1429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55"/>
              </a:lnSpc>
              <a:spcBef>
                <a:spcPct val="0"/>
              </a:spcBef>
            </a:pPr>
            <a:r>
              <a:rPr lang="en-US" sz="1700" u="none" strike="noStrike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演示文稿是一种实用的工具，可以是演示，演讲，报告等。大部分时间，它们都是在为观众服务。演示文稿是一种实用的工具，可以是演示，演讲，报告等。大部分时间它们都是在为观众服务。演示文稿是一种实用的工具。</a:t>
            </a:r>
            <a:endParaRPr lang="en-US" sz="1700" u="none" strike="noStrike">
              <a:solidFill>
                <a:srgbClr val="1E1E1E"/>
              </a:solidFill>
              <a:latin typeface="思源黑体 3" panose="020B0500000000000000" charset="-122"/>
              <a:ea typeface="思源黑体 3" panose="020B0500000000000000" charset="-122"/>
              <a:cs typeface="思源黑体 3" panose="020B0500000000000000" charset="-122"/>
              <a:sym typeface="思源黑体 3" panose="020B05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790305" y="6973091"/>
            <a:ext cx="2889059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70"/>
              </a:lnSpc>
              <a:spcBef>
                <a:spcPct val="0"/>
              </a:spcBef>
            </a:pPr>
            <a:r>
              <a:rPr lang="en-US" sz="2800" b="1">
                <a:solidFill>
                  <a:srgbClr val="1E1E1E"/>
                </a:solidFill>
                <a:latin typeface="思源黑体 3 Bold" panose="020B0800000000000000" charset="-122"/>
                <a:ea typeface="思源黑体 3 Bold" panose="020B0800000000000000" charset="-122"/>
                <a:cs typeface="思源黑体 3 Bold" panose="020B0800000000000000" charset="-122"/>
                <a:sym typeface="思源黑体 3 Bold" panose="020B0800000000000000" charset="-122"/>
              </a:rPr>
              <a:t>最终研究过程</a:t>
            </a:r>
            <a:endParaRPr lang="en-US" sz="2800" b="1">
              <a:solidFill>
                <a:srgbClr val="1E1E1E"/>
              </a:solidFill>
              <a:latin typeface="思源黑体 3 Bold" panose="020B0800000000000000" charset="-122"/>
              <a:ea typeface="思源黑体 3 Bold" panose="020B0800000000000000" charset="-122"/>
              <a:cs typeface="思源黑体 3 Bold" panose="020B0800000000000000" charset="-122"/>
              <a:sym typeface="思源黑体 3 Bold" panose="020B08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2096766" y="-7617432"/>
            <a:ext cx="21860057" cy="8939855"/>
            <a:chOff x="0" y="0"/>
            <a:chExt cx="29146743" cy="119198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7" y="0"/>
                  </a:lnTo>
                  <a:lnTo>
                    <a:pt x="28858757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287985" y="3052297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8" y="0"/>
                  </a:lnTo>
                  <a:lnTo>
                    <a:pt x="28858758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2262720" y="1105320"/>
              <a:ext cx="24333318" cy="7476965"/>
            </a:xfrm>
            <a:custGeom>
              <a:avLst/>
              <a:gdLst/>
              <a:ahLst/>
              <a:cxnLst/>
              <a:rect l="l" t="t" r="r" b="b"/>
              <a:pathLst>
                <a:path w="24333318" h="7476965">
                  <a:moveTo>
                    <a:pt x="0" y="0"/>
                  </a:moveTo>
                  <a:lnTo>
                    <a:pt x="24333317" y="0"/>
                  </a:lnTo>
                  <a:lnTo>
                    <a:pt x="24333317" y="7476965"/>
                  </a:lnTo>
                  <a:lnTo>
                    <a:pt x="0" y="7476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309671" y="2873735"/>
              <a:ext cx="26815386" cy="8239637"/>
            </a:xfrm>
            <a:custGeom>
              <a:avLst/>
              <a:gdLst/>
              <a:ahLst/>
              <a:cxnLst/>
              <a:rect l="l" t="t" r="r" b="b"/>
              <a:pathLst>
                <a:path w="26815386" h="8239637">
                  <a:moveTo>
                    <a:pt x="0" y="0"/>
                  </a:moveTo>
                  <a:lnTo>
                    <a:pt x="26815386" y="0"/>
                  </a:lnTo>
                  <a:lnTo>
                    <a:pt x="26815386" y="8239637"/>
                  </a:lnTo>
                  <a:lnTo>
                    <a:pt x="0" y="8239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 rot="0">
              <a:off x="2544943" y="2147052"/>
              <a:ext cx="24555291" cy="7458661"/>
              <a:chOff x="0" y="0"/>
              <a:chExt cx="4850428" cy="147331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50428" cy="1473316"/>
              </a:xfrm>
              <a:custGeom>
                <a:avLst/>
                <a:gdLst/>
                <a:ahLst/>
                <a:cxnLst/>
                <a:rect l="l" t="t" r="r" b="b"/>
                <a:pathLst>
                  <a:path w="4850428" h="1473316">
                    <a:moveTo>
                      <a:pt x="0" y="0"/>
                    </a:moveTo>
                    <a:lnTo>
                      <a:pt x="4850428" y="0"/>
                    </a:lnTo>
                    <a:lnTo>
                      <a:pt x="4850428" y="1473316"/>
                    </a:lnTo>
                    <a:lnTo>
                      <a:pt x="0" y="1473316"/>
                    </a:lnTo>
                    <a:close/>
                  </a:path>
                </a:pathLst>
              </a:custGeom>
              <a:solidFill>
                <a:srgbClr val="A1B1CE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850428" cy="1511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0" name="TextBox 10"/>
          <p:cNvSpPr txBox="1"/>
          <p:nvPr/>
        </p:nvSpPr>
        <p:spPr>
          <a:xfrm>
            <a:off x="6082876" y="1085850"/>
            <a:ext cx="6122248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5200" b="1">
                <a:solidFill>
                  <a:srgbClr val="100F0D"/>
                </a:solidFill>
                <a:latin typeface="思源黑体 3 Heavy" panose="020B0A00000000000000" charset="-122"/>
                <a:ea typeface="思源黑体 3 Heavy" panose="020B0A00000000000000" charset="-122"/>
                <a:cs typeface="思源黑体 3 Heavy" panose="020B0A00000000000000" charset="-122"/>
                <a:sym typeface="思源黑体 3 Heavy" panose="020B0A00000000000000" charset="-122"/>
              </a:rPr>
              <a:t>研究成果与展示</a:t>
            </a:r>
            <a:endParaRPr lang="en-US" sz="5200" b="1">
              <a:solidFill>
                <a:srgbClr val="100F0D"/>
              </a:solidFill>
              <a:latin typeface="思源黑体 3 Heavy" panose="020B0A00000000000000" charset="-122"/>
              <a:ea typeface="思源黑体 3 Heavy" panose="020B0A00000000000000" charset="-122"/>
              <a:cs typeface="思源黑体 3 Heavy" panose="020B0A00000000000000" charset="-122"/>
              <a:sym typeface="思源黑体 3 Heavy" panose="020B0A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096487" y="1948553"/>
            <a:ext cx="6095025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A1B1CE"/>
                </a:solidFill>
                <a:latin typeface="Akzidenz-Grotesk" panose="02000503030000020003"/>
                <a:ea typeface="Akzidenz-Grotesk" panose="02000503030000020003"/>
                <a:cs typeface="Akzidenz-Grotesk" panose="02000503030000020003"/>
                <a:sym typeface="Akzidenz-Grotesk" panose="02000503030000020003"/>
              </a:rPr>
              <a:t>Rese</a:t>
            </a:r>
            <a:r>
              <a:rPr lang="en-US" sz="1800">
                <a:solidFill>
                  <a:srgbClr val="A1B1CE"/>
                </a:solidFill>
                <a:latin typeface="Akzidenz-Grotesk" panose="02000503030000020003"/>
                <a:ea typeface="Akzidenz-Grotesk" panose="02000503030000020003"/>
                <a:cs typeface="Akzidenz-Grotesk" panose="02000503030000020003"/>
                <a:sym typeface="Akzidenz-Grotesk" panose="02000503030000020003"/>
              </a:rPr>
              <a:t>arch results and presentation</a:t>
            </a:r>
            <a:endParaRPr lang="en-US" sz="1800">
              <a:solidFill>
                <a:srgbClr val="A1B1CE"/>
              </a:solidFill>
              <a:latin typeface="Akzidenz-Grotesk" panose="02000503030000020003"/>
              <a:ea typeface="Akzidenz-Grotesk" panose="02000503030000020003"/>
              <a:cs typeface="Akzidenz-Grotesk" panose="02000503030000020003"/>
              <a:sym typeface="Akzidenz-Grotesk" panose="02000503030000020003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1401997" y="5979661"/>
            <a:ext cx="15540918" cy="3059564"/>
            <a:chOff x="0" y="0"/>
            <a:chExt cx="25784828" cy="507629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784828" cy="5076361"/>
            </a:xfrm>
            <a:custGeom>
              <a:avLst/>
              <a:gdLst/>
              <a:ahLst/>
              <a:cxnLst/>
              <a:rect l="l" t="t" r="r" b="b"/>
              <a:pathLst>
                <a:path w="25784828" h="5076361">
                  <a:moveTo>
                    <a:pt x="0" y="0"/>
                  </a:moveTo>
                  <a:lnTo>
                    <a:pt x="25784828" y="0"/>
                  </a:lnTo>
                  <a:lnTo>
                    <a:pt x="25784828" y="5076361"/>
                  </a:lnTo>
                  <a:lnTo>
                    <a:pt x="0" y="5076361"/>
                  </a:lnTo>
                </a:path>
              </a:pathLst>
            </a:custGeom>
            <a:blipFill>
              <a:blip r:embed="rId3"/>
              <a:stretch>
                <a:fillRect t="-37435" b="-201190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345085" y="3963406"/>
            <a:ext cx="15597830" cy="1429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演示文稿是一种实用的工具，可以是演示，演讲，报告等。大部分时间，它们都是在为观众服务。演示文稿是一种实用的工具，可以是演示，演讲，报告等。大部分时间，它们都是在为观众服务。演示文稿是一种实用的工具，可以是演示，演讲，报告等。大部分时间，它们都是在为观众服务。演示文稿是一种实用的工具，可以是演示，演讲，报告等。大部分时间，它们都是在为观众服务。演示文稿是一种实用的工具，可以是演示，演讲，报告等。大部分时间，它们都是在为观众服务。演示文稿是一种实用的工具，可以是演示，演讲，报告等。大部分时间，它们都是在为观众服务。</a:t>
            </a:r>
            <a:endParaRPr lang="en-US" sz="1700">
              <a:solidFill>
                <a:srgbClr val="1E1E1E"/>
              </a:solidFill>
              <a:latin typeface="思源黑体 3" panose="020B0500000000000000" charset="-122"/>
              <a:ea typeface="思源黑体 3" panose="020B0500000000000000" charset="-122"/>
              <a:cs typeface="思源黑体 3" panose="020B0500000000000000" charset="-122"/>
              <a:sym typeface="思源黑体 3" panose="020B0500000000000000" charset="-122"/>
            </a:endParaRPr>
          </a:p>
        </p:txBody>
      </p:sp>
      <p:grpSp>
        <p:nvGrpSpPr>
          <p:cNvPr id="15" name="Group 15"/>
          <p:cNvGrpSpPr/>
          <p:nvPr/>
        </p:nvGrpSpPr>
        <p:grpSpPr>
          <a:xfrm rot="0">
            <a:off x="7303647" y="3144515"/>
            <a:ext cx="3680705" cy="637565"/>
            <a:chOff x="0" y="0"/>
            <a:chExt cx="969404" cy="16791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69404" cy="167918"/>
            </a:xfrm>
            <a:custGeom>
              <a:avLst/>
              <a:gdLst/>
              <a:ahLst/>
              <a:cxnLst/>
              <a:rect l="l" t="t" r="r" b="b"/>
              <a:pathLst>
                <a:path w="969404" h="167918">
                  <a:moveTo>
                    <a:pt x="0" y="0"/>
                  </a:moveTo>
                  <a:lnTo>
                    <a:pt x="969404" y="0"/>
                  </a:lnTo>
                  <a:lnTo>
                    <a:pt x="969404" y="167918"/>
                  </a:lnTo>
                  <a:lnTo>
                    <a:pt x="0" y="167918"/>
                  </a:lnTo>
                  <a:close/>
                </a:path>
              </a:pathLst>
            </a:custGeom>
            <a:solidFill>
              <a:srgbClr val="A1B1CE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969404" cy="186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7589316" y="3150030"/>
            <a:ext cx="3109369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70"/>
              </a:lnSpc>
            </a:pPr>
            <a:r>
              <a:rPr lang="en-US" sz="2800" b="1">
                <a:solidFill>
                  <a:srgbClr val="FFFFFF"/>
                </a:solidFill>
                <a:latin typeface="思源黑体 3 Bold" panose="020B0800000000000000" charset="-122"/>
                <a:ea typeface="思源黑体 3 Bold" panose="020B0800000000000000" charset="-122"/>
                <a:cs typeface="思源黑体 3 Bold" panose="020B0800000000000000" charset="-122"/>
                <a:sym typeface="思源黑体 3 Bold" panose="020B0800000000000000" charset="-122"/>
              </a:rPr>
              <a:t>研究成果</a:t>
            </a:r>
            <a:endParaRPr lang="en-US" sz="2800" b="1">
              <a:solidFill>
                <a:srgbClr val="FFFFFF"/>
              </a:solidFill>
              <a:latin typeface="思源黑体 3 Bold" panose="020B0800000000000000" charset="-122"/>
              <a:ea typeface="思源黑体 3 Bold" panose="020B0800000000000000" charset="-122"/>
              <a:cs typeface="思源黑体 3 Bold" panose="020B0800000000000000" charset="-122"/>
              <a:sym typeface="思源黑体 3 Bold" panose="020B08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2096766" y="-7617432"/>
            <a:ext cx="21860057" cy="8939855"/>
            <a:chOff x="0" y="0"/>
            <a:chExt cx="29146743" cy="119198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7" y="0"/>
                  </a:lnTo>
                  <a:lnTo>
                    <a:pt x="28858757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287985" y="3052297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8" y="0"/>
                  </a:lnTo>
                  <a:lnTo>
                    <a:pt x="28858758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2262720" y="1105320"/>
              <a:ext cx="24333318" cy="7476965"/>
            </a:xfrm>
            <a:custGeom>
              <a:avLst/>
              <a:gdLst/>
              <a:ahLst/>
              <a:cxnLst/>
              <a:rect l="l" t="t" r="r" b="b"/>
              <a:pathLst>
                <a:path w="24333318" h="7476965">
                  <a:moveTo>
                    <a:pt x="0" y="0"/>
                  </a:moveTo>
                  <a:lnTo>
                    <a:pt x="24333317" y="0"/>
                  </a:lnTo>
                  <a:lnTo>
                    <a:pt x="24333317" y="7476965"/>
                  </a:lnTo>
                  <a:lnTo>
                    <a:pt x="0" y="7476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309671" y="2873735"/>
              <a:ext cx="26815386" cy="8239637"/>
            </a:xfrm>
            <a:custGeom>
              <a:avLst/>
              <a:gdLst/>
              <a:ahLst/>
              <a:cxnLst/>
              <a:rect l="l" t="t" r="r" b="b"/>
              <a:pathLst>
                <a:path w="26815386" h="8239637">
                  <a:moveTo>
                    <a:pt x="0" y="0"/>
                  </a:moveTo>
                  <a:lnTo>
                    <a:pt x="26815386" y="0"/>
                  </a:lnTo>
                  <a:lnTo>
                    <a:pt x="26815386" y="8239637"/>
                  </a:lnTo>
                  <a:lnTo>
                    <a:pt x="0" y="8239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 rot="0">
              <a:off x="2544943" y="2147052"/>
              <a:ext cx="24555291" cy="7458661"/>
              <a:chOff x="0" y="0"/>
              <a:chExt cx="4850428" cy="147331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50428" cy="1473316"/>
              </a:xfrm>
              <a:custGeom>
                <a:avLst/>
                <a:gdLst/>
                <a:ahLst/>
                <a:cxnLst/>
                <a:rect l="l" t="t" r="r" b="b"/>
                <a:pathLst>
                  <a:path w="4850428" h="1473316">
                    <a:moveTo>
                      <a:pt x="0" y="0"/>
                    </a:moveTo>
                    <a:lnTo>
                      <a:pt x="4850428" y="0"/>
                    </a:lnTo>
                    <a:lnTo>
                      <a:pt x="4850428" y="1473316"/>
                    </a:lnTo>
                    <a:lnTo>
                      <a:pt x="0" y="1473316"/>
                    </a:lnTo>
                    <a:close/>
                  </a:path>
                </a:pathLst>
              </a:custGeom>
              <a:solidFill>
                <a:srgbClr val="A1B1CE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850428" cy="1511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0" name="TextBox 10"/>
          <p:cNvSpPr txBox="1"/>
          <p:nvPr/>
        </p:nvSpPr>
        <p:spPr>
          <a:xfrm>
            <a:off x="6082876" y="1085850"/>
            <a:ext cx="6122248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5200" b="1">
                <a:solidFill>
                  <a:srgbClr val="100F0D"/>
                </a:solidFill>
                <a:latin typeface="思源黑体 3 Heavy" panose="020B0A00000000000000" charset="-122"/>
                <a:ea typeface="思源黑体 3 Heavy" panose="020B0A00000000000000" charset="-122"/>
                <a:cs typeface="思源黑体 3 Heavy" panose="020B0A00000000000000" charset="-122"/>
                <a:sym typeface="思源黑体 3 Heavy" panose="020B0A00000000000000" charset="-122"/>
              </a:rPr>
              <a:t>研究成果与展示</a:t>
            </a:r>
            <a:endParaRPr lang="en-US" sz="5200" b="1">
              <a:solidFill>
                <a:srgbClr val="100F0D"/>
              </a:solidFill>
              <a:latin typeface="思源黑体 3 Heavy" panose="020B0A00000000000000" charset="-122"/>
              <a:ea typeface="思源黑体 3 Heavy" panose="020B0A00000000000000" charset="-122"/>
              <a:cs typeface="思源黑体 3 Heavy" panose="020B0A00000000000000" charset="-122"/>
              <a:sym typeface="思源黑体 3 Heavy" panose="020B0A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096487" y="1948553"/>
            <a:ext cx="6095025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A1B1CE"/>
                </a:solidFill>
                <a:latin typeface="Akzidenz-Grotesk" panose="02000503030000020003"/>
                <a:ea typeface="Akzidenz-Grotesk" panose="02000503030000020003"/>
                <a:cs typeface="Akzidenz-Grotesk" panose="02000503030000020003"/>
                <a:sym typeface="Akzidenz-Grotesk" panose="02000503030000020003"/>
              </a:rPr>
              <a:t>Rese</a:t>
            </a:r>
            <a:r>
              <a:rPr lang="en-US" sz="1800">
                <a:solidFill>
                  <a:srgbClr val="A1B1CE"/>
                </a:solidFill>
                <a:latin typeface="Akzidenz-Grotesk" panose="02000503030000020003"/>
                <a:ea typeface="Akzidenz-Grotesk" panose="02000503030000020003"/>
                <a:cs typeface="Akzidenz-Grotesk" panose="02000503030000020003"/>
                <a:sym typeface="Akzidenz-Grotesk" panose="02000503030000020003"/>
              </a:rPr>
              <a:t>arch results and presentation</a:t>
            </a:r>
            <a:endParaRPr lang="en-US" sz="1800">
              <a:solidFill>
                <a:srgbClr val="A1B1CE"/>
              </a:solidFill>
              <a:latin typeface="Akzidenz-Grotesk" panose="02000503030000020003"/>
              <a:ea typeface="Akzidenz-Grotesk" panose="02000503030000020003"/>
              <a:cs typeface="Akzidenz-Grotesk" panose="02000503030000020003"/>
              <a:sym typeface="Akzidenz-Grotesk" panose="02000503030000020003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815" y="2589972"/>
            <a:ext cx="7620022" cy="730333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0330719" y="4162528"/>
            <a:ext cx="6339464" cy="705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演示文稿是一种实用的工具，可以是演示，演讲，报告等。大部分时间。演示文稿是一种实用的工具，可以是演示。</a:t>
            </a:r>
            <a:endParaRPr lang="en-US" sz="1700">
              <a:solidFill>
                <a:srgbClr val="1E1E1E"/>
              </a:solidFill>
              <a:latin typeface="思源黑体 3" panose="020B0500000000000000" charset="-122"/>
              <a:ea typeface="思源黑体 3" panose="020B0500000000000000" charset="-122"/>
              <a:cs typeface="思源黑体 3" panose="020B0500000000000000" charset="-122"/>
              <a:sym typeface="思源黑体 3" panose="020B05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330719" y="3604745"/>
            <a:ext cx="2439209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70"/>
              </a:lnSpc>
            </a:pPr>
            <a:r>
              <a:rPr lang="en-US" sz="2800" b="1">
                <a:solidFill>
                  <a:srgbClr val="1E1E1E"/>
                </a:solidFill>
                <a:latin typeface="思源黑体 3 Bold" panose="020B0800000000000000" charset="-122"/>
                <a:ea typeface="思源黑体 3 Bold" panose="020B0800000000000000" charset="-122"/>
                <a:cs typeface="思源黑体 3 Bold" panose="020B0800000000000000" charset="-122"/>
                <a:sym typeface="思源黑体 3 Bold" panose="020B0800000000000000" charset="-122"/>
              </a:rPr>
              <a:t>成果展示一</a:t>
            </a:r>
            <a:endParaRPr lang="en-US" sz="2800" b="1">
              <a:solidFill>
                <a:srgbClr val="1E1E1E"/>
              </a:solidFill>
              <a:latin typeface="思源黑体 3 Bold" panose="020B0800000000000000" charset="-122"/>
              <a:ea typeface="思源黑体 3 Bold" panose="020B0800000000000000" charset="-122"/>
              <a:cs typeface="思源黑体 3 Bold" panose="020B0800000000000000" charset="-122"/>
              <a:sym typeface="思源黑体 3 Bold" panose="020B08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104671" y="3561270"/>
            <a:ext cx="1059811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40"/>
              </a:lnSpc>
              <a:spcBef>
                <a:spcPct val="0"/>
              </a:spcBef>
            </a:pPr>
            <a:r>
              <a:rPr lang="en-US" sz="5700" b="1">
                <a:solidFill>
                  <a:srgbClr val="A1B1CE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01</a:t>
            </a:r>
            <a:endParaRPr lang="en-US" sz="5700" b="1">
              <a:solidFill>
                <a:srgbClr val="A1B1CE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330719" y="6132119"/>
            <a:ext cx="6339464" cy="705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演示文稿是一种实用的工具，可以是演示，演讲，报告等。大部分时间。演示文稿是一种实用的工具，可以是演示。</a:t>
            </a:r>
            <a:endParaRPr lang="en-US" sz="1700">
              <a:solidFill>
                <a:srgbClr val="1E1E1E"/>
              </a:solidFill>
              <a:latin typeface="思源黑体 3" panose="020B0500000000000000" charset="-122"/>
              <a:ea typeface="思源黑体 3" panose="020B0500000000000000" charset="-122"/>
              <a:cs typeface="思源黑体 3" panose="020B0500000000000000" charset="-122"/>
              <a:sym typeface="思源黑体 3" panose="020B0500000000000000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330719" y="5574336"/>
            <a:ext cx="2439209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70"/>
              </a:lnSpc>
            </a:pPr>
            <a:r>
              <a:rPr lang="en-US" sz="2800" b="1">
                <a:solidFill>
                  <a:srgbClr val="1E1E1E"/>
                </a:solidFill>
                <a:latin typeface="思源黑体 3 Bold" panose="020B0800000000000000" charset="-122"/>
                <a:ea typeface="思源黑体 3 Bold" panose="020B0800000000000000" charset="-122"/>
                <a:cs typeface="思源黑体 3 Bold" panose="020B0800000000000000" charset="-122"/>
                <a:sym typeface="思源黑体 3 Bold" panose="020B0800000000000000" charset="-122"/>
              </a:rPr>
              <a:t>成果展示二</a:t>
            </a:r>
            <a:endParaRPr lang="en-US" sz="2800" b="1">
              <a:solidFill>
                <a:srgbClr val="1E1E1E"/>
              </a:solidFill>
              <a:latin typeface="思源黑体 3 Bold" panose="020B0800000000000000" charset="-122"/>
              <a:ea typeface="思源黑体 3 Bold" panose="020B0800000000000000" charset="-122"/>
              <a:cs typeface="思源黑体 3 Bold" panose="020B0800000000000000" charset="-122"/>
              <a:sym typeface="思源黑体 3 Bold" panose="020B08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104671" y="5530862"/>
            <a:ext cx="1059811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40"/>
              </a:lnSpc>
              <a:spcBef>
                <a:spcPct val="0"/>
              </a:spcBef>
            </a:pPr>
            <a:r>
              <a:rPr lang="en-US" sz="5700" b="1">
                <a:solidFill>
                  <a:srgbClr val="A1B1CE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02</a:t>
            </a:r>
            <a:endParaRPr lang="en-US" sz="5700" b="1">
              <a:solidFill>
                <a:srgbClr val="A1B1CE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330719" y="8101711"/>
            <a:ext cx="6339464" cy="705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演示文稿是一种实用的工具，可以是演示，演讲，报告等。大部分时间。演示文稿是一种实用的工具，可以是演示。</a:t>
            </a:r>
            <a:endParaRPr lang="en-US" sz="1700">
              <a:solidFill>
                <a:srgbClr val="1E1E1E"/>
              </a:solidFill>
              <a:latin typeface="思源黑体 3" panose="020B0500000000000000" charset="-122"/>
              <a:ea typeface="思源黑体 3" panose="020B0500000000000000" charset="-122"/>
              <a:cs typeface="思源黑体 3" panose="020B0500000000000000" charset="-122"/>
              <a:sym typeface="思源黑体 3" panose="020B05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330719" y="7543928"/>
            <a:ext cx="2439209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70"/>
              </a:lnSpc>
            </a:pPr>
            <a:r>
              <a:rPr lang="en-US" sz="2800" b="1">
                <a:solidFill>
                  <a:srgbClr val="1E1E1E"/>
                </a:solidFill>
                <a:latin typeface="思源黑体 3 Bold" panose="020B0800000000000000" charset="-122"/>
                <a:ea typeface="思源黑体 3 Bold" panose="020B0800000000000000" charset="-122"/>
                <a:cs typeface="思源黑体 3 Bold" panose="020B0800000000000000" charset="-122"/>
                <a:sym typeface="思源黑体 3 Bold" panose="020B0800000000000000" charset="-122"/>
              </a:rPr>
              <a:t>成果展示三</a:t>
            </a:r>
            <a:endParaRPr lang="en-US" sz="2800" b="1">
              <a:solidFill>
                <a:srgbClr val="1E1E1E"/>
              </a:solidFill>
              <a:latin typeface="思源黑体 3 Bold" panose="020B0800000000000000" charset="-122"/>
              <a:ea typeface="思源黑体 3 Bold" panose="020B0800000000000000" charset="-122"/>
              <a:cs typeface="思源黑体 3 Bold" panose="020B0800000000000000" charset="-122"/>
              <a:sym typeface="思源黑体 3 Bold" panose="020B08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104671" y="7500453"/>
            <a:ext cx="1059811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40"/>
              </a:lnSpc>
              <a:spcBef>
                <a:spcPct val="0"/>
              </a:spcBef>
            </a:pPr>
            <a:r>
              <a:rPr lang="en-US" sz="5700" b="1">
                <a:solidFill>
                  <a:srgbClr val="A1B1CE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03</a:t>
            </a:r>
            <a:endParaRPr lang="en-US" sz="5700" b="1">
              <a:solidFill>
                <a:srgbClr val="A1B1CE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2096766" y="-7617432"/>
            <a:ext cx="21860057" cy="8939855"/>
            <a:chOff x="0" y="0"/>
            <a:chExt cx="29146743" cy="119198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7" y="0"/>
                  </a:lnTo>
                  <a:lnTo>
                    <a:pt x="28858757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287985" y="3052297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8" y="0"/>
                  </a:lnTo>
                  <a:lnTo>
                    <a:pt x="28858758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2262720" y="1105320"/>
              <a:ext cx="24333318" cy="7476965"/>
            </a:xfrm>
            <a:custGeom>
              <a:avLst/>
              <a:gdLst/>
              <a:ahLst/>
              <a:cxnLst/>
              <a:rect l="l" t="t" r="r" b="b"/>
              <a:pathLst>
                <a:path w="24333318" h="7476965">
                  <a:moveTo>
                    <a:pt x="0" y="0"/>
                  </a:moveTo>
                  <a:lnTo>
                    <a:pt x="24333317" y="0"/>
                  </a:lnTo>
                  <a:lnTo>
                    <a:pt x="24333317" y="7476965"/>
                  </a:lnTo>
                  <a:lnTo>
                    <a:pt x="0" y="7476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309671" y="2873735"/>
              <a:ext cx="26815386" cy="8239637"/>
            </a:xfrm>
            <a:custGeom>
              <a:avLst/>
              <a:gdLst/>
              <a:ahLst/>
              <a:cxnLst/>
              <a:rect l="l" t="t" r="r" b="b"/>
              <a:pathLst>
                <a:path w="26815386" h="8239637">
                  <a:moveTo>
                    <a:pt x="0" y="0"/>
                  </a:moveTo>
                  <a:lnTo>
                    <a:pt x="26815386" y="0"/>
                  </a:lnTo>
                  <a:lnTo>
                    <a:pt x="26815386" y="8239637"/>
                  </a:lnTo>
                  <a:lnTo>
                    <a:pt x="0" y="8239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 rot="0">
              <a:off x="2544943" y="2147052"/>
              <a:ext cx="24555291" cy="7458661"/>
              <a:chOff x="0" y="0"/>
              <a:chExt cx="4850428" cy="147331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50428" cy="1473316"/>
              </a:xfrm>
              <a:custGeom>
                <a:avLst/>
                <a:gdLst/>
                <a:ahLst/>
                <a:cxnLst/>
                <a:rect l="l" t="t" r="r" b="b"/>
                <a:pathLst>
                  <a:path w="4850428" h="1473316">
                    <a:moveTo>
                      <a:pt x="0" y="0"/>
                    </a:moveTo>
                    <a:lnTo>
                      <a:pt x="4850428" y="0"/>
                    </a:lnTo>
                    <a:lnTo>
                      <a:pt x="4850428" y="1473316"/>
                    </a:lnTo>
                    <a:lnTo>
                      <a:pt x="0" y="1473316"/>
                    </a:lnTo>
                    <a:close/>
                  </a:path>
                </a:pathLst>
              </a:custGeom>
              <a:solidFill>
                <a:srgbClr val="A1B1CE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850428" cy="1511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0" name="TextBox 10"/>
          <p:cNvSpPr txBox="1"/>
          <p:nvPr/>
        </p:nvSpPr>
        <p:spPr>
          <a:xfrm>
            <a:off x="6082876" y="1085850"/>
            <a:ext cx="6122248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5200" b="1">
                <a:solidFill>
                  <a:srgbClr val="100F0D"/>
                </a:solidFill>
                <a:latin typeface="思源黑体 3 Heavy" panose="020B0A00000000000000" charset="-122"/>
                <a:ea typeface="思源黑体 3 Heavy" panose="020B0A00000000000000" charset="-122"/>
                <a:cs typeface="思源黑体 3 Heavy" panose="020B0A00000000000000" charset="-122"/>
                <a:sym typeface="思源黑体 3 Heavy" panose="020B0A00000000000000" charset="-122"/>
              </a:rPr>
              <a:t>论文总结与致谢</a:t>
            </a:r>
            <a:endParaRPr lang="en-US" sz="5200" b="1">
              <a:solidFill>
                <a:srgbClr val="100F0D"/>
              </a:solidFill>
              <a:latin typeface="思源黑体 3 Heavy" panose="020B0A00000000000000" charset="-122"/>
              <a:ea typeface="思源黑体 3 Heavy" panose="020B0A00000000000000" charset="-122"/>
              <a:cs typeface="思源黑体 3 Heavy" panose="020B0A00000000000000" charset="-122"/>
              <a:sym typeface="思源黑体 3 Heavy" panose="020B0A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096487" y="1948553"/>
            <a:ext cx="6095025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A1B1CE"/>
                </a:solidFill>
                <a:latin typeface="Akzidenz-Grotesk" panose="02000503030000020003"/>
                <a:ea typeface="Akzidenz-Grotesk" panose="02000503030000020003"/>
                <a:cs typeface="Akzidenz-Grotesk" panose="02000503030000020003"/>
                <a:sym typeface="Akzidenz-Grotesk" panose="02000503030000020003"/>
              </a:rPr>
              <a:t>Background significance of the topic</a:t>
            </a:r>
            <a:endParaRPr lang="en-US" sz="1800">
              <a:solidFill>
                <a:srgbClr val="A1B1CE"/>
              </a:solidFill>
              <a:latin typeface="Akzidenz-Grotesk" panose="02000503030000020003"/>
              <a:ea typeface="Akzidenz-Grotesk" panose="02000503030000020003"/>
              <a:cs typeface="Akzidenz-Grotesk" panose="02000503030000020003"/>
              <a:sym typeface="Akzidenz-Grotesk" panose="02000503030000020003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0" y="6903942"/>
            <a:ext cx="18288000" cy="3383058"/>
            <a:chOff x="0" y="0"/>
            <a:chExt cx="4816593" cy="89101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816592" cy="891011"/>
            </a:xfrm>
            <a:custGeom>
              <a:avLst/>
              <a:gdLst/>
              <a:ahLst/>
              <a:cxnLst/>
              <a:rect l="l" t="t" r="r" b="b"/>
              <a:pathLst>
                <a:path w="4816592" h="891011">
                  <a:moveTo>
                    <a:pt x="0" y="0"/>
                  </a:moveTo>
                  <a:lnTo>
                    <a:pt x="4816592" y="0"/>
                  </a:lnTo>
                  <a:lnTo>
                    <a:pt x="4816592" y="891011"/>
                  </a:lnTo>
                  <a:lnTo>
                    <a:pt x="0" y="891011"/>
                  </a:lnTo>
                  <a:close/>
                </a:path>
              </a:pathLst>
            </a:custGeom>
            <a:solidFill>
              <a:srgbClr val="A1B1CE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4816593" cy="910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1603050" y="3461444"/>
            <a:ext cx="7239000" cy="5796856"/>
            <a:chOff x="0" y="0"/>
            <a:chExt cx="735278" cy="58879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35278" cy="588797"/>
            </a:xfrm>
            <a:custGeom>
              <a:avLst/>
              <a:gdLst/>
              <a:ahLst/>
              <a:cxnLst/>
              <a:rect l="l" t="t" r="r" b="b"/>
              <a:pathLst>
                <a:path w="735278" h="588797">
                  <a:moveTo>
                    <a:pt x="34223" y="0"/>
                  </a:moveTo>
                  <a:lnTo>
                    <a:pt x="701054" y="0"/>
                  </a:lnTo>
                  <a:cubicBezTo>
                    <a:pt x="710131" y="0"/>
                    <a:pt x="718836" y="3606"/>
                    <a:pt x="725254" y="10024"/>
                  </a:cubicBezTo>
                  <a:cubicBezTo>
                    <a:pt x="731672" y="16442"/>
                    <a:pt x="735278" y="25147"/>
                    <a:pt x="735278" y="34223"/>
                  </a:cubicBezTo>
                  <a:lnTo>
                    <a:pt x="735278" y="554573"/>
                  </a:lnTo>
                  <a:cubicBezTo>
                    <a:pt x="735278" y="563650"/>
                    <a:pt x="731672" y="572355"/>
                    <a:pt x="725254" y="578773"/>
                  </a:cubicBezTo>
                  <a:cubicBezTo>
                    <a:pt x="718836" y="585191"/>
                    <a:pt x="710131" y="588797"/>
                    <a:pt x="701054" y="588797"/>
                  </a:cubicBezTo>
                  <a:lnTo>
                    <a:pt x="34223" y="588797"/>
                  </a:lnTo>
                  <a:cubicBezTo>
                    <a:pt x="15322" y="588797"/>
                    <a:pt x="0" y="573474"/>
                    <a:pt x="0" y="554573"/>
                  </a:cubicBezTo>
                  <a:lnTo>
                    <a:pt x="0" y="34223"/>
                  </a:lnTo>
                  <a:cubicBezTo>
                    <a:pt x="0" y="25147"/>
                    <a:pt x="3606" y="16442"/>
                    <a:pt x="10024" y="10024"/>
                  </a:cubicBezTo>
                  <a:cubicBezTo>
                    <a:pt x="16442" y="3606"/>
                    <a:pt x="25147" y="0"/>
                    <a:pt x="34223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A1B1CE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735278" cy="6173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090" y="3646694"/>
            <a:ext cx="2778920" cy="277892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4242471" y="4581961"/>
            <a:ext cx="1960158" cy="813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5"/>
              </a:lnSpc>
            </a:pPr>
            <a:r>
              <a:rPr lang="en-US" sz="4670" b="1">
                <a:solidFill>
                  <a:srgbClr val="1E1E1E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91%</a:t>
            </a:r>
            <a:endParaRPr lang="en-US" sz="4670" b="1">
              <a:solidFill>
                <a:srgbClr val="1E1E1E"/>
              </a:solidFill>
              <a:latin typeface="Akzidenz-Grotesk Medium" panose="02000603030000020004"/>
              <a:ea typeface="Akzidenz-Grotesk Medium" panose="02000603030000020004"/>
              <a:cs typeface="Akzidenz-Grotesk Medium" panose="02000603030000020004"/>
              <a:sym typeface="Akzidenz-Grotesk Medium" panose="020006030300000200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253812" y="7145243"/>
            <a:ext cx="5937477" cy="1429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演示文稿是一种实用的工具，可以是演示，演讲，报告等。大部分时间，它们都是在为观众服务。演示文稿是一种实用的工具，可以是演示，演讲，报告等。大部分时间，它们都是在为观众服务。演示文稿是一种实用的工具。</a:t>
            </a:r>
            <a:endParaRPr lang="en-US" sz="1700">
              <a:solidFill>
                <a:srgbClr val="1E1E1E"/>
              </a:solidFill>
              <a:latin typeface="思源黑体 3" panose="020B0500000000000000" charset="-122"/>
              <a:ea typeface="思源黑体 3" panose="020B0500000000000000" charset="-122"/>
              <a:cs typeface="思源黑体 3" panose="020B0500000000000000" charset="-122"/>
              <a:sym typeface="思源黑体 3" panose="020B05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3778021" y="6536938"/>
            <a:ext cx="2889059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70"/>
              </a:lnSpc>
            </a:pPr>
            <a:r>
              <a:rPr lang="en-US" sz="2800" b="1">
                <a:solidFill>
                  <a:srgbClr val="1E1E1E"/>
                </a:solidFill>
                <a:latin typeface="思源黑体 3 Bold" panose="020B0800000000000000" charset="-122"/>
                <a:ea typeface="思源黑体 3 Bold" panose="020B0800000000000000" charset="-122"/>
                <a:cs typeface="思源黑体 3 Bold" panose="020B0800000000000000" charset="-122"/>
                <a:sym typeface="思源黑体 3 Bold" panose="020B0800000000000000" charset="-122"/>
              </a:rPr>
              <a:t>不足之处</a:t>
            </a:r>
            <a:endParaRPr lang="en-US" sz="2800" b="1">
              <a:solidFill>
                <a:srgbClr val="1E1E1E"/>
              </a:solidFill>
              <a:latin typeface="思源黑体 3 Bold" panose="020B0800000000000000" charset="-122"/>
              <a:ea typeface="思源黑体 3 Bold" panose="020B0800000000000000" charset="-122"/>
              <a:cs typeface="思源黑体 3 Bold" panose="020B0800000000000000" charset="-122"/>
              <a:sym typeface="思源黑体 3 Bold" panose="020B0800000000000000" charset="-122"/>
            </a:endParaRPr>
          </a:p>
        </p:txBody>
      </p:sp>
      <p:grpSp>
        <p:nvGrpSpPr>
          <p:cNvPr id="22" name="Group 22"/>
          <p:cNvGrpSpPr/>
          <p:nvPr/>
        </p:nvGrpSpPr>
        <p:grpSpPr>
          <a:xfrm rot="0">
            <a:off x="9445950" y="3461444"/>
            <a:ext cx="7239000" cy="5796856"/>
            <a:chOff x="0" y="0"/>
            <a:chExt cx="735278" cy="58879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35278" cy="588797"/>
            </a:xfrm>
            <a:custGeom>
              <a:avLst/>
              <a:gdLst/>
              <a:ahLst/>
              <a:cxnLst/>
              <a:rect l="l" t="t" r="r" b="b"/>
              <a:pathLst>
                <a:path w="735278" h="588797">
                  <a:moveTo>
                    <a:pt x="34223" y="0"/>
                  </a:moveTo>
                  <a:lnTo>
                    <a:pt x="701054" y="0"/>
                  </a:lnTo>
                  <a:cubicBezTo>
                    <a:pt x="710131" y="0"/>
                    <a:pt x="718836" y="3606"/>
                    <a:pt x="725254" y="10024"/>
                  </a:cubicBezTo>
                  <a:cubicBezTo>
                    <a:pt x="731672" y="16442"/>
                    <a:pt x="735278" y="25147"/>
                    <a:pt x="735278" y="34223"/>
                  </a:cubicBezTo>
                  <a:lnTo>
                    <a:pt x="735278" y="554573"/>
                  </a:lnTo>
                  <a:cubicBezTo>
                    <a:pt x="735278" y="563650"/>
                    <a:pt x="731672" y="572355"/>
                    <a:pt x="725254" y="578773"/>
                  </a:cubicBezTo>
                  <a:cubicBezTo>
                    <a:pt x="718836" y="585191"/>
                    <a:pt x="710131" y="588797"/>
                    <a:pt x="701054" y="588797"/>
                  </a:cubicBezTo>
                  <a:lnTo>
                    <a:pt x="34223" y="588797"/>
                  </a:lnTo>
                  <a:cubicBezTo>
                    <a:pt x="15322" y="588797"/>
                    <a:pt x="0" y="573474"/>
                    <a:pt x="0" y="554573"/>
                  </a:cubicBezTo>
                  <a:lnTo>
                    <a:pt x="0" y="34223"/>
                  </a:lnTo>
                  <a:cubicBezTo>
                    <a:pt x="0" y="25147"/>
                    <a:pt x="3606" y="16442"/>
                    <a:pt x="10024" y="10024"/>
                  </a:cubicBezTo>
                  <a:cubicBezTo>
                    <a:pt x="16442" y="3606"/>
                    <a:pt x="25147" y="0"/>
                    <a:pt x="34223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A1B1CE"/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735278" cy="6173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5989" y="3646694"/>
            <a:ext cx="2778920" cy="277892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12085370" y="4581961"/>
            <a:ext cx="1960158" cy="813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5"/>
              </a:lnSpc>
            </a:pPr>
            <a:r>
              <a:rPr lang="en-US" sz="4670" b="1">
                <a:solidFill>
                  <a:srgbClr val="1E1E1E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88%</a:t>
            </a:r>
            <a:endParaRPr lang="en-US" sz="4670" b="1">
              <a:solidFill>
                <a:srgbClr val="1E1E1E"/>
              </a:solidFill>
              <a:latin typeface="Akzidenz-Grotesk Medium" panose="02000603030000020004"/>
              <a:ea typeface="Akzidenz-Grotesk Medium" panose="02000603030000020004"/>
              <a:cs typeface="Akzidenz-Grotesk Medium" panose="02000603030000020004"/>
              <a:sym typeface="Akzidenz-Grotesk Medium" panose="020006030300000200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096711" y="7145243"/>
            <a:ext cx="5937477" cy="1429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演示文稿是一种实用的工具，可以是演示，演讲，报告等。大部分时间，它们都是在为观众服务。演示文稿是一种实用的工具，可以是演示，演讲，报告等。大部分时间，它们都是在为观众服务。演示文稿是一种实用的工具。</a:t>
            </a:r>
            <a:endParaRPr lang="en-US" sz="1700">
              <a:solidFill>
                <a:srgbClr val="1E1E1E"/>
              </a:solidFill>
              <a:latin typeface="思源黑体 3" panose="020B0500000000000000" charset="-122"/>
              <a:ea typeface="思源黑体 3" panose="020B0500000000000000" charset="-122"/>
              <a:cs typeface="思源黑体 3" panose="020B0500000000000000" charset="-122"/>
              <a:sym typeface="思源黑体 3" panose="020B0500000000000000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1620920" y="6536938"/>
            <a:ext cx="2889059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70"/>
              </a:lnSpc>
            </a:pPr>
            <a:r>
              <a:rPr lang="en-US" sz="2800" b="1">
                <a:solidFill>
                  <a:srgbClr val="1E1E1E"/>
                </a:solidFill>
                <a:latin typeface="思源黑体 3 Bold" panose="020B0800000000000000" charset="-122"/>
                <a:ea typeface="思源黑体 3 Bold" panose="020B0800000000000000" charset="-122"/>
                <a:cs typeface="思源黑体 3 Bold" panose="020B0800000000000000" charset="-122"/>
                <a:sym typeface="思源黑体 3 Bold" panose="020B0800000000000000" charset="-122"/>
              </a:rPr>
              <a:t>亮点之处</a:t>
            </a:r>
            <a:endParaRPr lang="en-US" sz="2800" b="1">
              <a:solidFill>
                <a:srgbClr val="1E1E1E"/>
              </a:solidFill>
              <a:latin typeface="思源黑体 3 Bold" panose="020B0800000000000000" charset="-122"/>
              <a:ea typeface="思源黑体 3 Bold" panose="020B0800000000000000" charset="-122"/>
              <a:cs typeface="思源黑体 3 Bold" panose="020B0800000000000000" charset="-122"/>
              <a:sym typeface="思源黑体 3 Bold" panose="020B08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2096766" y="-7617432"/>
            <a:ext cx="21860057" cy="8939855"/>
            <a:chOff x="0" y="0"/>
            <a:chExt cx="29146743" cy="119198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7" y="0"/>
                  </a:lnTo>
                  <a:lnTo>
                    <a:pt x="28858757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287985" y="3052297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8" y="0"/>
                  </a:lnTo>
                  <a:lnTo>
                    <a:pt x="28858758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2262720" y="1105320"/>
              <a:ext cx="24333318" cy="7476965"/>
            </a:xfrm>
            <a:custGeom>
              <a:avLst/>
              <a:gdLst/>
              <a:ahLst/>
              <a:cxnLst/>
              <a:rect l="l" t="t" r="r" b="b"/>
              <a:pathLst>
                <a:path w="24333318" h="7476965">
                  <a:moveTo>
                    <a:pt x="0" y="0"/>
                  </a:moveTo>
                  <a:lnTo>
                    <a:pt x="24333317" y="0"/>
                  </a:lnTo>
                  <a:lnTo>
                    <a:pt x="24333317" y="7476965"/>
                  </a:lnTo>
                  <a:lnTo>
                    <a:pt x="0" y="7476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309671" y="2873735"/>
              <a:ext cx="26815386" cy="8239637"/>
            </a:xfrm>
            <a:custGeom>
              <a:avLst/>
              <a:gdLst/>
              <a:ahLst/>
              <a:cxnLst/>
              <a:rect l="l" t="t" r="r" b="b"/>
              <a:pathLst>
                <a:path w="26815386" h="8239637">
                  <a:moveTo>
                    <a:pt x="0" y="0"/>
                  </a:moveTo>
                  <a:lnTo>
                    <a:pt x="26815386" y="0"/>
                  </a:lnTo>
                  <a:lnTo>
                    <a:pt x="26815386" y="8239637"/>
                  </a:lnTo>
                  <a:lnTo>
                    <a:pt x="0" y="8239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 rot="0">
              <a:off x="2544943" y="2147052"/>
              <a:ext cx="24555291" cy="7458661"/>
              <a:chOff x="0" y="0"/>
              <a:chExt cx="4850428" cy="147331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50428" cy="1473316"/>
              </a:xfrm>
              <a:custGeom>
                <a:avLst/>
                <a:gdLst/>
                <a:ahLst/>
                <a:cxnLst/>
                <a:rect l="l" t="t" r="r" b="b"/>
                <a:pathLst>
                  <a:path w="4850428" h="1473316">
                    <a:moveTo>
                      <a:pt x="0" y="0"/>
                    </a:moveTo>
                    <a:lnTo>
                      <a:pt x="4850428" y="0"/>
                    </a:lnTo>
                    <a:lnTo>
                      <a:pt x="4850428" y="1473316"/>
                    </a:lnTo>
                    <a:lnTo>
                      <a:pt x="0" y="1473316"/>
                    </a:lnTo>
                    <a:close/>
                  </a:path>
                </a:pathLst>
              </a:custGeom>
              <a:solidFill>
                <a:srgbClr val="A1B1CE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850428" cy="1511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0" name="TextBox 10"/>
          <p:cNvSpPr txBox="1"/>
          <p:nvPr/>
        </p:nvSpPr>
        <p:spPr>
          <a:xfrm>
            <a:off x="6082876" y="1085850"/>
            <a:ext cx="6122248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5200" b="1">
                <a:solidFill>
                  <a:srgbClr val="100F0D"/>
                </a:solidFill>
                <a:latin typeface="思源黑体 3 Heavy" panose="020B0A00000000000000" charset="-122"/>
                <a:ea typeface="思源黑体 3 Heavy" panose="020B0A00000000000000" charset="-122"/>
                <a:cs typeface="思源黑体 3 Heavy" panose="020B0A00000000000000" charset="-122"/>
                <a:sym typeface="思源黑体 3 Heavy" panose="020B0A00000000000000" charset="-122"/>
              </a:rPr>
              <a:t>论文总结与致谢</a:t>
            </a:r>
            <a:endParaRPr lang="en-US" sz="5200" b="1">
              <a:solidFill>
                <a:srgbClr val="100F0D"/>
              </a:solidFill>
              <a:latin typeface="思源黑体 3 Heavy" panose="020B0A00000000000000" charset="-122"/>
              <a:ea typeface="思源黑体 3 Heavy" panose="020B0A00000000000000" charset="-122"/>
              <a:cs typeface="思源黑体 3 Heavy" panose="020B0A00000000000000" charset="-122"/>
              <a:sym typeface="思源黑体 3 Heavy" panose="020B0A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096487" y="1948553"/>
            <a:ext cx="6095025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A1B1CE"/>
                </a:solidFill>
                <a:latin typeface="Akzidenz-Grotesk" panose="02000503030000020003"/>
                <a:ea typeface="Akzidenz-Grotesk" panose="02000503030000020003"/>
                <a:cs typeface="Akzidenz-Grotesk" panose="02000503030000020003"/>
                <a:sym typeface="Akzidenz-Grotesk" panose="02000503030000020003"/>
              </a:rPr>
              <a:t>Background significance of the topic</a:t>
            </a:r>
            <a:endParaRPr lang="en-US" sz="1800">
              <a:solidFill>
                <a:srgbClr val="A1B1CE"/>
              </a:solidFill>
              <a:latin typeface="Akzidenz-Grotesk" panose="02000503030000020003"/>
              <a:ea typeface="Akzidenz-Grotesk" panose="02000503030000020003"/>
              <a:cs typeface="Akzidenz-Grotesk" panose="02000503030000020003"/>
              <a:sym typeface="Akzidenz-Grotesk" panose="02000503030000020003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0" y="3242674"/>
            <a:ext cx="11985704" cy="5863226"/>
            <a:chOff x="0" y="0"/>
            <a:chExt cx="58937876" cy="2883152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8937891" cy="28831515"/>
            </a:xfrm>
            <a:custGeom>
              <a:avLst/>
              <a:gdLst/>
              <a:ahLst/>
              <a:cxnLst/>
              <a:rect l="l" t="t" r="r" b="b"/>
              <a:pathLst>
                <a:path w="58937891" h="28831515">
                  <a:moveTo>
                    <a:pt x="0" y="0"/>
                  </a:moveTo>
                  <a:lnTo>
                    <a:pt x="58937891" y="0"/>
                  </a:lnTo>
                  <a:lnTo>
                    <a:pt x="58937891" y="28831515"/>
                  </a:lnTo>
                  <a:lnTo>
                    <a:pt x="0" y="28831515"/>
                  </a:lnTo>
                </a:path>
              </a:pathLst>
            </a:custGeom>
            <a:blipFill>
              <a:blip r:embed="rId3"/>
              <a:stretch>
                <a:fillRect t="-18140" b="-18140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9667463" y="4215678"/>
            <a:ext cx="8620537" cy="3917218"/>
            <a:chOff x="0" y="0"/>
            <a:chExt cx="2270430" cy="10316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70429" cy="1031695"/>
            </a:xfrm>
            <a:custGeom>
              <a:avLst/>
              <a:gdLst/>
              <a:ahLst/>
              <a:cxnLst/>
              <a:rect l="l" t="t" r="r" b="b"/>
              <a:pathLst>
                <a:path w="2270429" h="1031695">
                  <a:moveTo>
                    <a:pt x="0" y="0"/>
                  </a:moveTo>
                  <a:lnTo>
                    <a:pt x="2270429" y="0"/>
                  </a:lnTo>
                  <a:lnTo>
                    <a:pt x="2270429" y="1031695"/>
                  </a:lnTo>
                  <a:lnTo>
                    <a:pt x="0" y="1031695"/>
                  </a:lnTo>
                  <a:close/>
                </a:path>
              </a:pathLst>
            </a:custGeom>
            <a:solidFill>
              <a:srgbClr val="A1B1CE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270430" cy="10697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629774" y="4655219"/>
            <a:ext cx="3953224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70"/>
              </a:lnSpc>
              <a:spcBef>
                <a:spcPct val="0"/>
              </a:spcBef>
            </a:pPr>
            <a:r>
              <a:rPr lang="en-US" sz="2800" b="1">
                <a:solidFill>
                  <a:srgbClr val="FFFFFF"/>
                </a:solidFill>
                <a:latin typeface="思源黑体 3 Bold" panose="020B0800000000000000" charset="-122"/>
                <a:ea typeface="思源黑体 3 Bold" panose="020B0800000000000000" charset="-122"/>
                <a:cs typeface="思源黑体 3 Bold" panose="020B0800000000000000" charset="-122"/>
                <a:sym typeface="思源黑体 3 Bold" panose="020B0800000000000000" charset="-122"/>
              </a:rPr>
              <a:t>论文总结</a:t>
            </a:r>
            <a:endParaRPr lang="en-US" sz="2800" b="1">
              <a:solidFill>
                <a:srgbClr val="FFFFFF"/>
              </a:solidFill>
              <a:latin typeface="思源黑体 3 Bold" panose="020B0800000000000000" charset="-122"/>
              <a:ea typeface="思源黑体 3 Bold" panose="020B0800000000000000" charset="-122"/>
              <a:cs typeface="思源黑体 3 Bold" panose="020B0800000000000000" charset="-122"/>
              <a:sym typeface="思源黑体 3 Bold" panose="020B08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629774" y="5301437"/>
            <a:ext cx="6695915" cy="215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55"/>
              </a:lnSpc>
              <a:spcBef>
                <a:spcPct val="0"/>
              </a:spcBef>
            </a:pPr>
            <a:r>
              <a:rPr lang="en-US" sz="1700" u="none" strike="noStrike">
                <a:solidFill>
                  <a:srgbClr val="FFFFFF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演示文稿是一种实用的工具，可以是演示，演讲，报告等。大部分时间，它们都是在为观众服务。演示文稿是一种实用的工具，可以是演示，演讲，报告等。大部分时间，它们都是在为观众服务。演示文稿是一种实用的工具，可以是演示演讲报告等。大部分时间，它们都是在为观众服务。演示文稿是一种实用的工具，可以是演示，演讲，报告等演示文稿是一种实用的工具，可以是演示，演讲，报告等。</a:t>
            </a:r>
            <a:endParaRPr lang="en-US" sz="1700" u="none" strike="noStrike">
              <a:solidFill>
                <a:srgbClr val="FFFFFF"/>
              </a:solidFill>
              <a:latin typeface="思源黑体 3" panose="020B0500000000000000" charset="-122"/>
              <a:ea typeface="思源黑体 3" panose="020B0500000000000000" charset="-122"/>
              <a:cs typeface="思源黑体 3" panose="020B0500000000000000" charset="-122"/>
              <a:sym typeface="思源黑体 3" panose="020B05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972941" y="5648560"/>
            <a:ext cx="21860057" cy="8939855"/>
            <a:chOff x="0" y="0"/>
            <a:chExt cx="29146743" cy="119198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7" y="0"/>
                  </a:lnTo>
                  <a:lnTo>
                    <a:pt x="28858757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42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287985" y="3052297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8" y="0"/>
                  </a:lnTo>
                  <a:lnTo>
                    <a:pt x="28858758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2262720" y="1105320"/>
              <a:ext cx="24333318" cy="7476965"/>
            </a:xfrm>
            <a:custGeom>
              <a:avLst/>
              <a:gdLst/>
              <a:ahLst/>
              <a:cxnLst/>
              <a:rect l="l" t="t" r="r" b="b"/>
              <a:pathLst>
                <a:path w="24333318" h="7476965">
                  <a:moveTo>
                    <a:pt x="0" y="0"/>
                  </a:moveTo>
                  <a:lnTo>
                    <a:pt x="24333317" y="0"/>
                  </a:lnTo>
                  <a:lnTo>
                    <a:pt x="24333317" y="7476965"/>
                  </a:lnTo>
                  <a:lnTo>
                    <a:pt x="0" y="7476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309671" y="2873735"/>
              <a:ext cx="26815386" cy="8239637"/>
            </a:xfrm>
            <a:custGeom>
              <a:avLst/>
              <a:gdLst/>
              <a:ahLst/>
              <a:cxnLst/>
              <a:rect l="l" t="t" r="r" b="b"/>
              <a:pathLst>
                <a:path w="26815386" h="8239637">
                  <a:moveTo>
                    <a:pt x="0" y="0"/>
                  </a:moveTo>
                  <a:lnTo>
                    <a:pt x="26815386" y="0"/>
                  </a:lnTo>
                  <a:lnTo>
                    <a:pt x="26815386" y="8239637"/>
                  </a:lnTo>
                  <a:lnTo>
                    <a:pt x="0" y="8239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 rot="0">
              <a:off x="2544943" y="2147052"/>
              <a:ext cx="24555291" cy="7458661"/>
              <a:chOff x="0" y="0"/>
              <a:chExt cx="4850428" cy="147331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50428" cy="1473316"/>
              </a:xfrm>
              <a:custGeom>
                <a:avLst/>
                <a:gdLst/>
                <a:ahLst/>
                <a:cxnLst/>
                <a:rect l="l" t="t" r="r" b="b"/>
                <a:pathLst>
                  <a:path w="4850428" h="1473316">
                    <a:moveTo>
                      <a:pt x="0" y="0"/>
                    </a:moveTo>
                    <a:lnTo>
                      <a:pt x="4850428" y="0"/>
                    </a:lnTo>
                    <a:lnTo>
                      <a:pt x="4850428" y="1473316"/>
                    </a:lnTo>
                    <a:lnTo>
                      <a:pt x="0" y="1473316"/>
                    </a:lnTo>
                    <a:close/>
                  </a:path>
                </a:pathLst>
              </a:custGeom>
              <a:solidFill>
                <a:srgbClr val="A1B1CE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850428" cy="1511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 rot="-10800000">
            <a:off x="-1636149" y="-5189579"/>
            <a:ext cx="21860057" cy="8939855"/>
            <a:chOff x="0" y="0"/>
            <a:chExt cx="29146743" cy="1191980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7" y="0"/>
                  </a:lnTo>
                  <a:lnTo>
                    <a:pt x="28858757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42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287985" y="3052297"/>
              <a:ext cx="28858757" cy="8867509"/>
            </a:xfrm>
            <a:custGeom>
              <a:avLst/>
              <a:gdLst/>
              <a:ahLst/>
              <a:cxnLst/>
              <a:rect l="l" t="t" r="r" b="b"/>
              <a:pathLst>
                <a:path w="28858757" h="8867509">
                  <a:moveTo>
                    <a:pt x="0" y="0"/>
                  </a:moveTo>
                  <a:lnTo>
                    <a:pt x="28858758" y="0"/>
                  </a:lnTo>
                  <a:lnTo>
                    <a:pt x="28858758" y="8867509"/>
                  </a:lnTo>
                  <a:lnTo>
                    <a:pt x="0" y="886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3" name="Freeform 13"/>
            <p:cNvSpPr/>
            <p:nvPr/>
          </p:nvSpPr>
          <p:spPr>
            <a:xfrm>
              <a:off x="2262720" y="1105320"/>
              <a:ext cx="24333318" cy="7476965"/>
            </a:xfrm>
            <a:custGeom>
              <a:avLst/>
              <a:gdLst/>
              <a:ahLst/>
              <a:cxnLst/>
              <a:rect l="l" t="t" r="r" b="b"/>
              <a:pathLst>
                <a:path w="24333318" h="7476965">
                  <a:moveTo>
                    <a:pt x="0" y="0"/>
                  </a:moveTo>
                  <a:lnTo>
                    <a:pt x="24333317" y="0"/>
                  </a:lnTo>
                  <a:lnTo>
                    <a:pt x="24333317" y="7476965"/>
                  </a:lnTo>
                  <a:lnTo>
                    <a:pt x="0" y="7476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309671" y="2873735"/>
              <a:ext cx="26815386" cy="8239637"/>
            </a:xfrm>
            <a:custGeom>
              <a:avLst/>
              <a:gdLst/>
              <a:ahLst/>
              <a:cxnLst/>
              <a:rect l="l" t="t" r="r" b="b"/>
              <a:pathLst>
                <a:path w="26815386" h="8239637">
                  <a:moveTo>
                    <a:pt x="0" y="0"/>
                  </a:moveTo>
                  <a:lnTo>
                    <a:pt x="26815386" y="0"/>
                  </a:lnTo>
                  <a:lnTo>
                    <a:pt x="26815386" y="8239637"/>
                  </a:lnTo>
                  <a:lnTo>
                    <a:pt x="0" y="8239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5" name="Group 15"/>
            <p:cNvGrpSpPr/>
            <p:nvPr/>
          </p:nvGrpSpPr>
          <p:grpSpPr>
            <a:xfrm rot="0">
              <a:off x="2544943" y="2147052"/>
              <a:ext cx="24555291" cy="7458661"/>
              <a:chOff x="0" y="0"/>
              <a:chExt cx="4850428" cy="147331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850428" cy="1473316"/>
              </a:xfrm>
              <a:custGeom>
                <a:avLst/>
                <a:gdLst/>
                <a:ahLst/>
                <a:cxnLst/>
                <a:rect l="l" t="t" r="r" b="b"/>
                <a:pathLst>
                  <a:path w="4850428" h="1473316">
                    <a:moveTo>
                      <a:pt x="0" y="0"/>
                    </a:moveTo>
                    <a:lnTo>
                      <a:pt x="4850428" y="0"/>
                    </a:lnTo>
                    <a:lnTo>
                      <a:pt x="4850428" y="1473316"/>
                    </a:lnTo>
                    <a:lnTo>
                      <a:pt x="0" y="1473316"/>
                    </a:lnTo>
                    <a:close/>
                  </a:path>
                </a:pathLst>
              </a:custGeom>
              <a:solidFill>
                <a:srgbClr val="A1B1CE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4850428" cy="1511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 rot="0">
            <a:off x="1407867" y="1303317"/>
            <a:ext cx="15472267" cy="7680367"/>
            <a:chOff x="0" y="0"/>
            <a:chExt cx="14570172" cy="723257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570171" cy="7232571"/>
            </a:xfrm>
            <a:custGeom>
              <a:avLst/>
              <a:gdLst/>
              <a:ahLst/>
              <a:cxnLst/>
              <a:rect l="l" t="t" r="r" b="b"/>
              <a:pathLst>
                <a:path w="14570171" h="7232571">
                  <a:moveTo>
                    <a:pt x="0" y="0"/>
                  </a:moveTo>
                  <a:lnTo>
                    <a:pt x="14570171" y="0"/>
                  </a:lnTo>
                  <a:lnTo>
                    <a:pt x="14570171" y="7232571"/>
                  </a:lnTo>
                  <a:lnTo>
                    <a:pt x="0" y="723257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4570172" cy="72611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3222736" y="3769326"/>
            <a:ext cx="11842527" cy="396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演示文稿是一种实用的工具，可以是演示，演讲，报告等。大部分时间，它们都是在为观众服务。演示文稿是一种实用的工具，可以是演示，演讲，报告等。大部分时间，它们都是在为观众服务。演示文稿是一种实用的工具，可以是演示，演讲报告等。大部分时间，它们都是在为观众服务。演示文稿是一种实用的工具，可以是演示，演讲，报告等。大部分时间，它们都是在为观众服务。演示文稿是一种实用的工具，可以是演示，演讲，报告等。大部分时间，它们都是在为观众服务。演示文稿是一种实用的工具，可以是演示，演讲，报告等。大部分时间，它们都是在为观众服务。演示文稿是一种实用的工具可以是演示，演讲，报告等。大部分时间它们都是在为观众服务。演示文稿是一种实用的工具，可以是演示，演讲，报告等大部分时间，它们都是在为观众服务。演示文稿是一种实用的工具，可以是演示，演讲，报告等。</a:t>
            </a:r>
            <a:endParaRPr lang="en-US" sz="1700">
              <a:solidFill>
                <a:srgbClr val="1E1E1E"/>
              </a:solidFill>
              <a:latin typeface="思源黑体 3" panose="020B0500000000000000" charset="-122"/>
              <a:ea typeface="思源黑体 3" panose="020B0500000000000000" charset="-122"/>
              <a:cs typeface="思源黑体 3" panose="020B0500000000000000" charset="-122"/>
              <a:sym typeface="思源黑体 3" panose="020B0500000000000000" charset="-122"/>
            </a:endParaRPr>
          </a:p>
          <a:p>
            <a:pPr algn="just">
              <a:lnSpc>
                <a:spcPts val="2855"/>
              </a:lnSpc>
            </a:pPr>
          </a:p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演示文稿是一种实用的工具，可以是演示，演讲，报告等。大部分时间，它们都是在为观众服务。演示文稿是一种实用的工具，可以是演示，演讲，报告等。大部分时间，它们都是在为观众服务。演示文稿是一种实用的工具，可以是演示，演讲报告等。大部分时间，它们都是在为观众服务。</a:t>
            </a:r>
            <a:endParaRPr lang="en-US" sz="1700">
              <a:solidFill>
                <a:srgbClr val="1E1E1E"/>
              </a:solidFill>
              <a:latin typeface="思源黑体 3" panose="020B0500000000000000" charset="-122"/>
              <a:ea typeface="思源黑体 3" panose="020B0500000000000000" charset="-122"/>
              <a:cs typeface="思源黑体 3" panose="020B0500000000000000" charset="-122"/>
              <a:sym typeface="思源黑体 3" panose="020B05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5895703" y="2268381"/>
            <a:ext cx="6496594" cy="1159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20"/>
              </a:lnSpc>
            </a:pPr>
            <a:r>
              <a:rPr lang="en-US" sz="6295" b="1" spc="1095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致谢</a:t>
            </a:r>
            <a:endParaRPr lang="en-US" sz="6295" b="1" spc="1095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7.9771653543306,&quot;left&quot;:215.23692913385827,&quot;top&quot;:365.61078740157484,&quot;width&quot;:1009.5261417322833}"/>
</p:tagLst>
</file>

<file path=ppt/tags/tag2.xml><?xml version="1.0" encoding="utf-8"?>
<p:tagLst xmlns:p="http://schemas.openxmlformats.org/presentationml/2006/main">
  <p:tag name="KSO_WM_DIAGRAM_VIRTUALLY_FRAME" val="{&quot;height&quot;:297.9771653543306,&quot;left&quot;:215.23692913385827,&quot;top&quot;:365.61078740157484,&quot;width&quot;:1009.5261417322833}"/>
</p:tagLst>
</file>

<file path=ppt/tags/tag3.xml><?xml version="1.0" encoding="utf-8"?>
<p:tagLst xmlns:p="http://schemas.openxmlformats.org/presentationml/2006/main">
  <p:tag name="KSO_WM_DIAGRAM_VIRTUALLY_FRAME" val="{&quot;height&quot;:297.9771653543306,&quot;left&quot;:215.23692913385827,&quot;top&quot;:365.61078740157484,&quot;width&quot;:1009.5261417322833}"/>
</p:tagLst>
</file>

<file path=ppt/tags/tag4.xml><?xml version="1.0" encoding="utf-8"?>
<p:tagLst xmlns:p="http://schemas.openxmlformats.org/presentationml/2006/main">
  <p:tag name="KSO_WM_DIAGRAM_VIRTUALLY_FRAME" val="{&quot;height&quot;:297.9771653543306,&quot;left&quot;:215.23692913385827,&quot;top&quot;:365.61078740157484,&quot;width&quot;:1009.5261417322833}"/>
</p:tagLst>
</file>

<file path=ppt/tags/tag5.xml><?xml version="1.0" encoding="utf-8"?>
<p:tagLst xmlns:p="http://schemas.openxmlformats.org/presentationml/2006/main">
  <p:tag name="KSO_WM_DIAGRAM_VIRTUALLY_FRAME" val="{&quot;height&quot;:297.9771653543306,&quot;left&quot;:215.23692913385827,&quot;top&quot;:365.61078740157484,&quot;width&quot;:1009.5261417322833}"/>
</p:tagLst>
</file>

<file path=ppt/tags/tag6.xml><?xml version="1.0" encoding="utf-8"?>
<p:tagLst xmlns:p="http://schemas.openxmlformats.org/presentationml/2006/main">
  <p:tag name="KSO_WM_DIAGRAM_VIRTUALLY_FRAME" val="{&quot;height&quot;:297.9771653543306,&quot;left&quot;:215.23692913385827,&quot;top&quot;:365.61078740157484,&quot;width&quot;:1009.5261417322833}"/>
</p:tagLst>
</file>

<file path=ppt/tags/tag7.xml><?xml version="1.0" encoding="utf-8"?>
<p:tagLst xmlns:p="http://schemas.openxmlformats.org/presentationml/2006/main">
  <p:tag name="KSO_WM_DIAGRAM_VIRTUALLY_FRAME" val="{&quot;height&quot;:297.9771653543306,&quot;left&quot;:215.23692913385827,&quot;top&quot;:365.61078740157484,&quot;width&quot;:1009.5261417322833}"/>
</p:tagLst>
</file>

<file path=ppt/tags/tag8.xml><?xml version="1.0" encoding="utf-8"?>
<p:tagLst xmlns:p="http://schemas.openxmlformats.org/presentationml/2006/main">
  <p:tag name="KSO_WM_DIAGRAM_VIRTUALLY_FRAME" val="{&quot;height&quot;:297.9771653543306,&quot;left&quot;:215.23692913385827,&quot;top&quot;:365.61078740157484,&quot;width&quot;:1009.5261417322833}"/>
</p:tagLst>
</file>

<file path=ppt/tags/tag9.xml><?xml version="1.0" encoding="utf-8"?>
<p:tagLst xmlns:p="http://schemas.openxmlformats.org/presentationml/2006/main">
  <p:tag name="KSO_WM_DIAGRAM_VIRTUALLY_FRAME" val="{&quot;height&quot;:297.9771653543306,&quot;left&quot;:215.23692913385827,&quot;top&quot;:365.61078740157484,&quot;width&quot;:1009.5261417322833}"/>
</p:tagLst>
</file>

<file path=ppt/tags/tag10.xml><?xml version="1.0" encoding="utf-8"?>
<p:tagLst xmlns:p="http://schemas.openxmlformats.org/presentationml/2006/main">
  <p:tag name="KSO_WM_DIAGRAM_VIRTUALLY_FRAME" val="{&quot;height&quot;:297.9771653543306,&quot;left&quot;:215.23692913385827,&quot;top&quot;:365.61078740157484,&quot;width&quot;:1009.5261417322833}"/>
</p:tagLst>
</file>

<file path=ppt/tags/tag11.xml><?xml version="1.0" encoding="utf-8"?>
<p:tagLst xmlns:p="http://schemas.openxmlformats.org/presentationml/2006/main">
  <p:tag name="KSO_WM_DIAGRAM_VIRTUALLY_FRAME" val="{&quot;height&quot;:297.9771653543306,&quot;left&quot;:215.23692913385827,&quot;top&quot;:365.61078740157484,&quot;width&quot;:1009.5261417322833}"/>
</p:tagLst>
</file>

<file path=ppt/tags/tag12.xml><?xml version="1.0" encoding="utf-8"?>
<p:tagLst xmlns:p="http://schemas.openxmlformats.org/presentationml/2006/main">
  <p:tag name="KSO_WM_DIAGRAM_VIRTUALLY_FRAME" val="{&quot;height&quot;:297.9771653543306,&quot;left&quot;:215.23692913385827,&quot;top&quot;:365.61078740157484,&quot;width&quot;:1009.5261417322833}"/>
</p:tagLst>
</file>

<file path=ppt/tags/tag13.xml><?xml version="1.0" encoding="utf-8"?>
<p:tagLst xmlns:p="http://schemas.openxmlformats.org/presentationml/2006/main">
  <p:tag name="KSO_WM_DIAGRAM_VIRTUALLY_FRAME" val="{&quot;height&quot;:297.9771653543306,&quot;left&quot;:215.23692913385827,&quot;top&quot;:365.61078740157484,&quot;width&quot;:1009.5261417322833}"/>
</p:tagLst>
</file>

<file path=ppt/tags/tag14.xml><?xml version="1.0" encoding="utf-8"?>
<p:tagLst xmlns:p="http://schemas.openxmlformats.org/presentationml/2006/main">
  <p:tag name="KSO_WM_DIAGRAM_VIRTUALLY_FRAME" val="{&quot;height&quot;:297.9771653543306,&quot;left&quot;:215.23692913385827,&quot;top&quot;:365.61078740157484,&quot;width&quot;:1009.5261417322833}"/>
</p:tagLst>
</file>

<file path=ppt/tags/tag15.xml><?xml version="1.0" encoding="utf-8"?>
<p:tagLst xmlns:p="http://schemas.openxmlformats.org/presentationml/2006/main">
  <p:tag name="KSO_WM_DIAGRAM_VIRTUALLY_FRAME" val="{&quot;height&quot;:297.9771653543306,&quot;left&quot;:215.23692913385827,&quot;top&quot;:365.61078740157484,&quot;width&quot;:1009.5261417322833}"/>
</p:tagLst>
</file>

<file path=ppt/tags/tag16.xml><?xml version="1.0" encoding="utf-8"?>
<p:tagLst xmlns:p="http://schemas.openxmlformats.org/presentationml/2006/main">
  <p:tag name="KSO_WM_DIAGRAM_VIRTUALLY_FRAME" val="{&quot;height&quot;:297.9771653543306,&quot;left&quot;:215.23692913385827,&quot;top&quot;:365.61078740157484,&quot;width&quot;:1009.5261417322833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2772</Words>
  <Application>WPS 演示</Application>
  <PresentationFormat>On-screen Show (4:3)</PresentationFormat>
  <Paragraphs>178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58" baseType="lpstr">
      <vt:lpstr>Arial</vt:lpstr>
      <vt:lpstr>宋体</vt:lpstr>
      <vt:lpstr>Wingdings</vt:lpstr>
      <vt:lpstr>思源黑体 1 Heavy</vt:lpstr>
      <vt:lpstr>黑体</vt:lpstr>
      <vt:lpstr>思源黑体 2</vt:lpstr>
      <vt:lpstr>思源黑体 1 Medium</vt:lpstr>
      <vt:lpstr>思源黑体 3 Bold</vt:lpstr>
      <vt:lpstr>Akzidenz-Grotesk Bold</vt:lpstr>
      <vt:lpstr>思源黑体 3 Heavy</vt:lpstr>
      <vt:lpstr>思源黑体 3</vt:lpstr>
      <vt:lpstr>Calibri</vt:lpstr>
      <vt:lpstr>微软雅黑</vt:lpstr>
      <vt:lpstr>Arial Unicode MS</vt:lpstr>
      <vt:lpstr>Akzidenz-Grotesk</vt:lpstr>
      <vt:lpstr>Akzidenz-Grotesk Medium</vt:lpstr>
      <vt:lpstr>思源黑体 2 Bold</vt:lpstr>
      <vt:lpstr>PMN Caecilia LT</vt:lpstr>
      <vt:lpstr>Swash</vt:lpstr>
      <vt:lpstr>Zondrone</vt:lpstr>
      <vt:lpstr>Akzidenz-Grotesk</vt:lpstr>
      <vt:lpstr>Akzidenz-Grotesk Bold</vt:lpstr>
      <vt:lpstr>Akzidenz-Grotesk Medium</vt:lpstr>
      <vt:lpstr>思源黑体 1 Heavy</vt:lpstr>
      <vt:lpstr>思源黑体 1 Medium</vt:lpstr>
      <vt:lpstr>思源黑体 2</vt:lpstr>
      <vt:lpstr>思源黑体 2 Bold</vt:lpstr>
      <vt:lpstr>思源黑体 3</vt:lpstr>
      <vt:lpstr>思源黑体 3 Bold</vt:lpstr>
      <vt:lpstr>思源黑体 3 Heavy</vt:lpstr>
      <vt:lpstr>Khmer Sangam MN</vt:lpstr>
      <vt:lpstr>清雅黑体</vt:lpstr>
      <vt:lpstr>方正宝黑体 简 Medium</vt:lpstr>
      <vt:lpstr>华康黑体W3</vt:lpstr>
      <vt:lpstr>Manque Bold</vt:lpstr>
      <vt:lpstr>Therese</vt:lpstr>
      <vt:lpstr>FT Thymes Medium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蓝白色简洁大学生毕业论文答辩演示文稿</dc:title>
  <dc:creator/>
  <cp:lastModifiedBy>诺诺</cp:lastModifiedBy>
  <cp:revision>4</cp:revision>
  <dcterms:created xsi:type="dcterms:W3CDTF">2006-08-16T00:00:00Z</dcterms:created>
  <dcterms:modified xsi:type="dcterms:W3CDTF">2026-04-28T16:47:09Z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{"Label":"1","ContentProducer":"001191110105MA01AN806X00000","ProduceID":"DAHIJrVS8IY","ReservedCode1":"","ContentPropagator":"001191110105MA01AN806X00000","PropagateID":"DAHIJrVS8IY","ReservedCode2":""}</vt:lpwstr>
  </property>
  <property fmtid="{D5CDD505-2E9C-101B-9397-08002B2CF9AE}" pid="3" name="KSOProductBuildVer">
    <vt:lpwstr>2052-12.1.0.25225</vt:lpwstr>
  </property>
  <property fmtid="{D5CDD505-2E9C-101B-9397-08002B2CF9AE}" pid="4" name="ICV">
    <vt:lpwstr>4D5DC59A7D2F474CAA50405B8A6A741F_12</vt:lpwstr>
  </property>
</Properties>
</file>