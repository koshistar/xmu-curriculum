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tags/tag10.xml" ContentType="application/vnd.openxmlformats-officedocument.presentationml.tags+xml"/>
  <Override PartName="/ppt/notesSlides/notesSlide13.xml" ContentType="application/vnd.openxmlformats-officedocument.presentationml.notesSlide+xml"/>
  <Override PartName="/ppt/tags/tag11.xml" ContentType="application/vnd.openxmlformats-officedocument.presentationml.tags+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tags/tag14.xml" ContentType="application/vnd.openxmlformats-officedocument.presentationml.tags+xml"/>
  <Override PartName="/ppt/notesSlides/notesSlide17.xml" ContentType="application/vnd.openxmlformats-officedocument.presentationml.notesSlide+xml"/>
  <Override PartName="/ppt/tags/tag15.xml" ContentType="application/vnd.openxmlformats-officedocument.presentationml.tags+xml"/>
  <Override PartName="/ppt/notesSlides/notesSlide18.xml" ContentType="application/vnd.openxmlformats-officedocument.presentationml.notesSlide+xml"/>
  <Override PartName="/ppt/tags/tag16.xml" ContentType="application/vnd.openxmlformats-officedocument.presentationml.tags+xml"/>
  <Override PartName="/ppt/notesSlides/notesSlide19.xml" ContentType="application/vnd.openxmlformats-officedocument.presentationml.notesSlide+xml"/>
  <Override PartName="/ppt/tags/tag17.xml" ContentType="application/vnd.openxmlformats-officedocument.presentationml.tags+xml"/>
  <Override PartName="/ppt/notesSlides/notesSlide20.xml" ContentType="application/vnd.openxmlformats-officedocument.presentationml.notesSlide+xml"/>
  <Override PartName="/ppt/tags/tag18.xml" ContentType="application/vnd.openxmlformats-officedocument.presentationml.tags+xml"/>
  <Override PartName="/ppt/notesSlides/notesSlide21.xml" ContentType="application/vnd.openxmlformats-officedocument.presentationml.notesSlide+xml"/>
  <Override PartName="/ppt/tags/tag19.xml" ContentType="application/vnd.openxmlformats-officedocument.presentationml.tags+xml"/>
  <Override PartName="/ppt/notesSlides/notesSlide22.xml" ContentType="application/vnd.openxmlformats-officedocument.presentationml.notesSlide+xml"/>
  <Override PartName="/ppt/tags/tag20.xml" ContentType="application/vnd.openxmlformats-officedocument.presentationml.tags+xml"/>
  <Override PartName="/ppt/notesSlides/notesSlide23.xml" ContentType="application/vnd.openxmlformats-officedocument.presentationml.notesSlide+xml"/>
  <Override PartName="/ppt/tags/tag21.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22.xml" ContentType="application/vnd.openxmlformats-officedocument.presentationml.tags+xml"/>
  <Override PartName="/ppt/notesSlides/notesSlide26.xml" ContentType="application/vnd.openxmlformats-officedocument.presentationml.notesSlide+xml"/>
  <Override PartName="/ppt/tags/tag23.xml" ContentType="application/vnd.openxmlformats-officedocument.presentationml.tags+xml"/>
  <Override PartName="/ppt/notesSlides/notesSlide27.xml" ContentType="application/vnd.openxmlformats-officedocument.presentationml.notesSlide+xml"/>
  <Override PartName="/ppt/tags/tag24.xml" ContentType="application/vnd.openxmlformats-officedocument.presentationml.tags+xml"/>
  <Override PartName="/ppt/notesSlides/notesSlide28.xml" ContentType="application/vnd.openxmlformats-officedocument.presentationml.notesSlide+xml"/>
  <Override PartName="/ppt/tags/tag25.xml" ContentType="application/vnd.openxmlformats-officedocument.presentationml.tags+xml"/>
  <Override PartName="/ppt/notesSlides/notesSlide29.xml" ContentType="application/vnd.openxmlformats-officedocument.presentationml.notesSlide+xml"/>
  <Override PartName="/ppt/tags/tag26.xml" ContentType="application/vnd.openxmlformats-officedocument.presentationml.tags+xml"/>
  <Override PartName="/ppt/notesSlides/notesSlide30.xml" ContentType="application/vnd.openxmlformats-officedocument.presentationml.notesSlide+xml"/>
  <Override PartName="/ppt/tags/tag27.xml" ContentType="application/vnd.openxmlformats-officedocument.presentationml.tags+xml"/>
  <Override PartName="/ppt/notesSlides/notesSlide31.xml" ContentType="application/vnd.openxmlformats-officedocument.presentationml.notesSlide+xml"/>
  <Override PartName="/ppt/tags/tag28.xml" ContentType="application/vnd.openxmlformats-officedocument.presentationml.tags+xml"/>
  <Override PartName="/ppt/notesSlides/notesSlide32.xml" ContentType="application/vnd.openxmlformats-officedocument.presentationml.notesSlide+xml"/>
  <Override PartName="/ppt/tags/tag29.xml" ContentType="application/vnd.openxmlformats-officedocument.presentationml.tags+xml"/>
  <Override PartName="/ppt/notesSlides/notesSlide33.xml" ContentType="application/vnd.openxmlformats-officedocument.presentationml.notesSlide+xml"/>
  <Override PartName="/ppt/tags/tag30.xml" ContentType="application/vnd.openxmlformats-officedocument.presentationml.tags+xml"/>
  <Override PartName="/ppt/notesSlides/notesSlide34.xml" ContentType="application/vnd.openxmlformats-officedocument.presentationml.notesSlide+xml"/>
  <Override PartName="/ppt/tags/tag31.xml" ContentType="application/vnd.openxmlformats-officedocument.presentationml.tags+xml"/>
  <Override PartName="/ppt/notesSlides/notesSlide35.xml" ContentType="application/vnd.openxmlformats-officedocument.presentationml.notesSlide+xml"/>
  <Override PartName="/ppt/tags/tag32.xml" ContentType="application/vnd.openxmlformats-officedocument.presentationml.tags+xml"/>
  <Override PartName="/ppt/notesSlides/notesSlide36.xml" ContentType="application/vnd.openxmlformats-officedocument.presentationml.notesSlide+xml"/>
  <Override PartName="/ppt/tags/tag33.xml" ContentType="application/vnd.openxmlformats-officedocument.presentationml.tags+xml"/>
  <Override PartName="/ppt/notesSlides/notesSlide37.xml" ContentType="application/vnd.openxmlformats-officedocument.presentationml.notesSlide+xml"/>
  <Override PartName="/ppt/tags/tag34.xml" ContentType="application/vnd.openxmlformats-officedocument.presentationml.tags+xml"/>
  <Override PartName="/ppt/notesSlides/notesSlide38.xml" ContentType="application/vnd.openxmlformats-officedocument.presentationml.notesSlide+xml"/>
  <Override PartName="/ppt/tags/tag35.xml" ContentType="application/vnd.openxmlformats-officedocument.presentationml.tags+xml"/>
  <Override PartName="/ppt/notesSlides/notesSlide39.xml" ContentType="application/vnd.openxmlformats-officedocument.presentationml.notesSlide+xml"/>
  <Override PartName="/ppt/tags/tag36.xml" ContentType="application/vnd.openxmlformats-officedocument.presentationml.tags+xml"/>
  <Override PartName="/ppt/notesSlides/notesSlide40.xml" ContentType="application/vnd.openxmlformats-officedocument.presentationml.notesSlide+xml"/>
  <Override PartName="/ppt/tags/tag37.xml" ContentType="application/vnd.openxmlformats-officedocument.presentationml.tags+xml"/>
  <Override PartName="/ppt/notesSlides/notesSlide41.xml" ContentType="application/vnd.openxmlformats-officedocument.presentationml.notesSlide+xml"/>
  <Override PartName="/ppt/tags/tag38.xml" ContentType="application/vnd.openxmlformats-officedocument.presentationml.tags+xml"/>
  <Override PartName="/ppt/notesSlides/notesSlide42.xml" ContentType="application/vnd.openxmlformats-officedocument.presentationml.notesSlide+xml"/>
  <Override PartName="/ppt/tags/tag39.xml" ContentType="application/vnd.openxmlformats-officedocument.presentationml.tags+xml"/>
  <Override PartName="/ppt/notesSlides/notesSlide43.xml" ContentType="application/vnd.openxmlformats-officedocument.presentationml.notesSlide+xml"/>
  <Override PartName="/ppt/tags/tag40.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41.xml" ContentType="application/vnd.openxmlformats-officedocument.presentationml.tags+xml"/>
  <Override PartName="/ppt/notesSlides/notesSlide46.xml" ContentType="application/vnd.openxmlformats-officedocument.presentationml.notesSlide+xml"/>
  <Override PartName="/ppt/tags/tag42.xml" ContentType="application/vnd.openxmlformats-officedocument.presentationml.tags+xml"/>
  <Override PartName="/ppt/notesSlides/notesSlide47.xml" ContentType="application/vnd.openxmlformats-officedocument.presentationml.notesSlide+xml"/>
  <Override PartName="/ppt/tags/tag43.xml" ContentType="application/vnd.openxmlformats-officedocument.presentationml.tags+xml"/>
  <Override PartName="/ppt/notesSlides/notesSlide48.xml" ContentType="application/vnd.openxmlformats-officedocument.presentationml.notesSlide+xml"/>
  <Override PartName="/ppt/tags/tag44.xml" ContentType="application/vnd.openxmlformats-officedocument.presentationml.tags+xml"/>
  <Override PartName="/ppt/notesSlides/notesSlide49.xml" ContentType="application/vnd.openxmlformats-officedocument.presentationml.notesSlide+xml"/>
  <Override PartName="/ppt/tags/tag45.xml" ContentType="application/vnd.openxmlformats-officedocument.presentationml.tags+xml"/>
  <Override PartName="/ppt/notesSlides/notesSlide50.xml" ContentType="application/vnd.openxmlformats-officedocument.presentationml.notesSlide+xml"/>
  <Override PartName="/ppt/tags/tag46.xml" ContentType="application/vnd.openxmlformats-officedocument.presentationml.tags+xml"/>
  <Override PartName="/ppt/notesSlides/notesSlide51.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notesSlides/notesSlide52.xml" ContentType="application/vnd.openxmlformats-officedocument.presentationml.notesSlide+xml"/>
  <Override PartName="/ppt/tags/tag49.xml" ContentType="application/vnd.openxmlformats-officedocument.presentationml.tags+xml"/>
  <Override PartName="/ppt/notesSlides/notesSlide53.xml" ContentType="application/vnd.openxmlformats-officedocument.presentationml.notesSlide+xml"/>
  <Override PartName="/ppt/tags/tag50.xml" ContentType="application/vnd.openxmlformats-officedocument.presentationml.tags+xml"/>
  <Override PartName="/ppt/notesSlides/notesSlide54.xml" ContentType="application/vnd.openxmlformats-officedocument.presentationml.notesSlide+xml"/>
  <Override PartName="/ppt/tags/tag51.xml" ContentType="application/vnd.openxmlformats-officedocument.presentationml.tags+xml"/>
  <Override PartName="/ppt/notesSlides/notesSlide55.xml" ContentType="application/vnd.openxmlformats-officedocument.presentationml.notesSlide+xml"/>
  <Override PartName="/ppt/tags/tag52.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sldIdLst>
    <p:sldId id="282" r:id="rId2"/>
    <p:sldId id="257" r:id="rId3"/>
    <p:sldId id="259" r:id="rId4"/>
    <p:sldId id="266" r:id="rId5"/>
    <p:sldId id="284" r:id="rId6"/>
    <p:sldId id="285" r:id="rId7"/>
    <p:sldId id="262" r:id="rId8"/>
    <p:sldId id="304" r:id="rId9"/>
    <p:sldId id="311" r:id="rId10"/>
    <p:sldId id="312" r:id="rId11"/>
    <p:sldId id="313" r:id="rId12"/>
    <p:sldId id="314" r:id="rId13"/>
    <p:sldId id="315" r:id="rId14"/>
    <p:sldId id="316" r:id="rId15"/>
    <p:sldId id="317" r:id="rId16"/>
    <p:sldId id="318" r:id="rId17"/>
    <p:sldId id="319" r:id="rId18"/>
    <p:sldId id="320" r:id="rId19"/>
    <p:sldId id="303" r:id="rId20"/>
    <p:sldId id="305" r:id="rId21"/>
    <p:sldId id="306" r:id="rId22"/>
    <p:sldId id="307" r:id="rId23"/>
    <p:sldId id="308" r:id="rId24"/>
    <p:sldId id="309" r:id="rId25"/>
    <p:sldId id="261" r:id="rId26"/>
    <p:sldId id="264" r:id="rId27"/>
    <p:sldId id="281" r:id="rId28"/>
    <p:sldId id="286" r:id="rId29"/>
    <p:sldId id="287" r:id="rId30"/>
    <p:sldId id="288" r:id="rId31"/>
    <p:sldId id="301" r:id="rId32"/>
    <p:sldId id="289" r:id="rId33"/>
    <p:sldId id="290" r:id="rId34"/>
    <p:sldId id="292" r:id="rId35"/>
    <p:sldId id="291" r:id="rId36"/>
    <p:sldId id="293" r:id="rId37"/>
    <p:sldId id="294" r:id="rId38"/>
    <p:sldId id="278" r:id="rId39"/>
    <p:sldId id="297" r:id="rId40"/>
    <p:sldId id="296" r:id="rId41"/>
    <p:sldId id="299" r:id="rId42"/>
    <p:sldId id="298" r:id="rId43"/>
    <p:sldId id="302" r:id="rId44"/>
    <p:sldId id="300" r:id="rId45"/>
    <p:sldId id="260" r:id="rId46"/>
    <p:sldId id="321" r:id="rId47"/>
    <p:sldId id="330" r:id="rId48"/>
    <p:sldId id="331" r:id="rId49"/>
    <p:sldId id="270" r:id="rId50"/>
    <p:sldId id="322" r:id="rId51"/>
    <p:sldId id="323" r:id="rId52"/>
    <p:sldId id="362" r:id="rId53"/>
    <p:sldId id="325" r:id="rId54"/>
    <p:sldId id="327" r:id="rId55"/>
    <p:sldId id="328" r:id="rId56"/>
    <p:sldId id="329" r:id="rId57"/>
    <p:sldId id="263" r:id="rId58"/>
  </p:sldIdLst>
  <p:sldSz cx="12192000" cy="6858000"/>
  <p:notesSz cx="6858000" cy="9144000"/>
  <p:custDataLst>
    <p:tags r:id="rId6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C4676"/>
    <a:srgbClr val="298C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60" autoAdjust="0"/>
    <p:restoredTop sz="94660"/>
  </p:normalViewPr>
  <p:slideViewPr>
    <p:cSldViewPr snapToGrid="0" showGuides="1">
      <p:cViewPr varScale="1">
        <p:scale>
          <a:sx n="104" d="100"/>
          <a:sy n="104" d="100"/>
        </p:scale>
        <p:origin x="972" y="108"/>
      </p:cViewPr>
      <p:guideLst>
        <p:guide orient="horz" pos="2160"/>
        <p:guide pos="3848"/>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DAF21E-AA1D-4678-9985-583FF147C867}" type="datetimeFigureOut">
              <a:rPr lang="zh-CN" altLang="en-US" smtClean="0"/>
              <a:t>2022-5-14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7E13EF-56DF-477F-9799-2CC6E8A63DC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F7E13EF-56DF-477F-9799-2CC6E8A63DC6}"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F7E13EF-56DF-477F-9799-2CC6E8A63DC6}"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7E13EF-56DF-477F-9799-2CC6E8A63DC6}" type="slidenum">
              <a:rPr lang="zh-CN" altLang="en-US" smtClean="0"/>
              <a:t>57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685124" y="2266122"/>
            <a:ext cx="1829038" cy="1828676"/>
          </a:xfrm>
          <a:custGeom>
            <a:avLst/>
            <a:gdLst>
              <a:gd name="connsiteX0" fmla="*/ 1080000 w 2160000"/>
              <a:gd name="connsiteY0" fmla="*/ 0 h 2159572"/>
              <a:gd name="connsiteX1" fmla="*/ 2160000 w 2160000"/>
              <a:gd name="connsiteY1" fmla="*/ 1079786 h 2159572"/>
              <a:gd name="connsiteX2" fmla="*/ 1080000 w 2160000"/>
              <a:gd name="connsiteY2" fmla="*/ 2159572 h 2159572"/>
              <a:gd name="connsiteX3" fmla="*/ 0 w 2160000"/>
              <a:gd name="connsiteY3" fmla="*/ 1079786 h 2159572"/>
              <a:gd name="connsiteX4" fmla="*/ 1080000 w 2160000"/>
              <a:gd name="connsiteY4" fmla="*/ 0 h 215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0" h="2159572">
                <a:moveTo>
                  <a:pt x="1080000" y="0"/>
                </a:moveTo>
                <a:cubicBezTo>
                  <a:pt x="1676468" y="0"/>
                  <a:pt x="2160000" y="483437"/>
                  <a:pt x="2160000" y="1079786"/>
                </a:cubicBezTo>
                <a:cubicBezTo>
                  <a:pt x="2160000" y="1676135"/>
                  <a:pt x="1676468" y="2159572"/>
                  <a:pt x="1080000" y="2159572"/>
                </a:cubicBezTo>
                <a:cubicBezTo>
                  <a:pt x="483532" y="2159572"/>
                  <a:pt x="0" y="1676135"/>
                  <a:pt x="0" y="1079786"/>
                </a:cubicBezTo>
                <a:cubicBezTo>
                  <a:pt x="0" y="483437"/>
                  <a:pt x="483532" y="0"/>
                  <a:pt x="1080000" y="0"/>
                </a:cubicBezTo>
                <a:close/>
              </a:path>
            </a:pathLst>
          </a:custGeom>
        </p:spPr>
        <p:txBody>
          <a:bodyPr wrap="square">
            <a:noAutofit/>
          </a:bodyPr>
          <a:lstStyle/>
          <a:p>
            <a:endParaRPr lang="zh-CN" altLang="en-US"/>
          </a:p>
        </p:txBody>
      </p:sp>
      <p:sp>
        <p:nvSpPr>
          <p:cNvPr id="11" name="图片占位符 10"/>
          <p:cNvSpPr>
            <a:spLocks noGrp="1"/>
          </p:cNvSpPr>
          <p:nvPr>
            <p:ph type="pic" sz="quarter" idx="11"/>
          </p:nvPr>
        </p:nvSpPr>
        <p:spPr>
          <a:xfrm>
            <a:off x="5182274" y="2266122"/>
            <a:ext cx="1829038" cy="1828676"/>
          </a:xfrm>
          <a:custGeom>
            <a:avLst/>
            <a:gdLst>
              <a:gd name="connsiteX0" fmla="*/ 1080000 w 2160000"/>
              <a:gd name="connsiteY0" fmla="*/ 0 h 2159572"/>
              <a:gd name="connsiteX1" fmla="*/ 2160000 w 2160000"/>
              <a:gd name="connsiteY1" fmla="*/ 1079786 h 2159572"/>
              <a:gd name="connsiteX2" fmla="*/ 1080000 w 2160000"/>
              <a:gd name="connsiteY2" fmla="*/ 2159572 h 2159572"/>
              <a:gd name="connsiteX3" fmla="*/ 0 w 2160000"/>
              <a:gd name="connsiteY3" fmla="*/ 1079786 h 2159572"/>
              <a:gd name="connsiteX4" fmla="*/ 1080000 w 2160000"/>
              <a:gd name="connsiteY4" fmla="*/ 0 h 215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0" h="2159572">
                <a:moveTo>
                  <a:pt x="1080000" y="0"/>
                </a:moveTo>
                <a:cubicBezTo>
                  <a:pt x="1676468" y="0"/>
                  <a:pt x="2160000" y="483437"/>
                  <a:pt x="2160000" y="1079786"/>
                </a:cubicBezTo>
                <a:cubicBezTo>
                  <a:pt x="2160000" y="1676135"/>
                  <a:pt x="1676468" y="2159572"/>
                  <a:pt x="1080000" y="2159572"/>
                </a:cubicBezTo>
                <a:cubicBezTo>
                  <a:pt x="483532" y="2159572"/>
                  <a:pt x="0" y="1676135"/>
                  <a:pt x="0" y="1079786"/>
                </a:cubicBezTo>
                <a:cubicBezTo>
                  <a:pt x="0" y="483437"/>
                  <a:pt x="483532" y="0"/>
                  <a:pt x="1080000" y="0"/>
                </a:cubicBez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8679425" y="2266122"/>
            <a:ext cx="1829038" cy="1828676"/>
          </a:xfrm>
          <a:custGeom>
            <a:avLst/>
            <a:gdLst>
              <a:gd name="connsiteX0" fmla="*/ 1080000 w 2160000"/>
              <a:gd name="connsiteY0" fmla="*/ 0 h 2159572"/>
              <a:gd name="connsiteX1" fmla="*/ 2160000 w 2160000"/>
              <a:gd name="connsiteY1" fmla="*/ 1079786 h 2159572"/>
              <a:gd name="connsiteX2" fmla="*/ 1080000 w 2160000"/>
              <a:gd name="connsiteY2" fmla="*/ 2159572 h 2159572"/>
              <a:gd name="connsiteX3" fmla="*/ 0 w 2160000"/>
              <a:gd name="connsiteY3" fmla="*/ 1079786 h 2159572"/>
              <a:gd name="connsiteX4" fmla="*/ 1080000 w 2160000"/>
              <a:gd name="connsiteY4" fmla="*/ 0 h 215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0" h="2159572">
                <a:moveTo>
                  <a:pt x="1080000" y="0"/>
                </a:moveTo>
                <a:cubicBezTo>
                  <a:pt x="1676468" y="0"/>
                  <a:pt x="2160000" y="483437"/>
                  <a:pt x="2160000" y="1079786"/>
                </a:cubicBezTo>
                <a:cubicBezTo>
                  <a:pt x="2160000" y="1676135"/>
                  <a:pt x="1676468" y="2159572"/>
                  <a:pt x="1080000" y="2159572"/>
                </a:cubicBezTo>
                <a:cubicBezTo>
                  <a:pt x="483532" y="2159572"/>
                  <a:pt x="0" y="1676135"/>
                  <a:pt x="0" y="1079786"/>
                </a:cubicBezTo>
                <a:cubicBezTo>
                  <a:pt x="0" y="483437"/>
                  <a:pt x="483532" y="0"/>
                  <a:pt x="1080000" y="0"/>
                </a:cubicBezTo>
                <a:close/>
              </a:path>
            </a:pathLst>
          </a:custGeom>
        </p:spPr>
        <p:txBody>
          <a:bodyPr wrap="square">
            <a:noAutofit/>
          </a:bodyPr>
          <a:lstStyle/>
          <a:p>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4" name="图片占位符 13"/>
          <p:cNvSpPr>
            <a:spLocks noGrp="1"/>
          </p:cNvSpPr>
          <p:nvPr>
            <p:ph type="pic" sz="quarter" idx="10"/>
          </p:nvPr>
        </p:nvSpPr>
        <p:spPr>
          <a:xfrm>
            <a:off x="1293017" y="1787635"/>
            <a:ext cx="1767538" cy="1768040"/>
          </a:xfrm>
          <a:custGeom>
            <a:avLst/>
            <a:gdLst>
              <a:gd name="connsiteX0" fmla="*/ 883769 w 1767538"/>
              <a:gd name="connsiteY0" fmla="*/ 0 h 1768040"/>
              <a:gd name="connsiteX1" fmla="*/ 1767538 w 1767538"/>
              <a:gd name="connsiteY1" fmla="*/ 884020 h 1768040"/>
              <a:gd name="connsiteX2" fmla="*/ 883769 w 1767538"/>
              <a:gd name="connsiteY2" fmla="*/ 1768040 h 1768040"/>
              <a:gd name="connsiteX3" fmla="*/ 0 w 1767538"/>
              <a:gd name="connsiteY3" fmla="*/ 884020 h 1768040"/>
            </a:gdLst>
            <a:ahLst/>
            <a:cxnLst>
              <a:cxn ang="0">
                <a:pos x="connsiteX0" y="connsiteY0"/>
              </a:cxn>
              <a:cxn ang="0">
                <a:pos x="connsiteX1" y="connsiteY1"/>
              </a:cxn>
              <a:cxn ang="0">
                <a:pos x="connsiteX2" y="connsiteY2"/>
              </a:cxn>
              <a:cxn ang="0">
                <a:pos x="connsiteX3" y="connsiteY3"/>
              </a:cxn>
            </a:cxnLst>
            <a:rect l="l" t="t" r="r" b="b"/>
            <a:pathLst>
              <a:path w="1767538" h="1768040">
                <a:moveTo>
                  <a:pt x="883769" y="0"/>
                </a:moveTo>
                <a:lnTo>
                  <a:pt x="1767538" y="884020"/>
                </a:lnTo>
                <a:lnTo>
                  <a:pt x="883769" y="1768040"/>
                </a:lnTo>
                <a:lnTo>
                  <a:pt x="0" y="884020"/>
                </a:lnTo>
                <a:close/>
              </a:path>
            </a:pathLst>
          </a:custGeom>
        </p:spPr>
        <p:txBody>
          <a:bodyPr wrap="square">
            <a:noAutofit/>
          </a:bodyPr>
          <a:lstStyle/>
          <a:p>
            <a:endParaRPr lang="zh-CN" altLang="en-US"/>
          </a:p>
        </p:txBody>
      </p:sp>
      <p:sp>
        <p:nvSpPr>
          <p:cNvPr id="15" name="图片占位符 14"/>
          <p:cNvSpPr>
            <a:spLocks noGrp="1"/>
          </p:cNvSpPr>
          <p:nvPr>
            <p:ph type="pic" sz="quarter" idx="11"/>
          </p:nvPr>
        </p:nvSpPr>
        <p:spPr>
          <a:xfrm>
            <a:off x="3230786" y="2427901"/>
            <a:ext cx="1767538" cy="1768040"/>
          </a:xfrm>
          <a:custGeom>
            <a:avLst/>
            <a:gdLst>
              <a:gd name="connsiteX0" fmla="*/ 883769 w 1767538"/>
              <a:gd name="connsiteY0" fmla="*/ 0 h 1768040"/>
              <a:gd name="connsiteX1" fmla="*/ 1767538 w 1767538"/>
              <a:gd name="connsiteY1" fmla="*/ 884020 h 1768040"/>
              <a:gd name="connsiteX2" fmla="*/ 883769 w 1767538"/>
              <a:gd name="connsiteY2" fmla="*/ 1768040 h 1768040"/>
              <a:gd name="connsiteX3" fmla="*/ 0 w 1767538"/>
              <a:gd name="connsiteY3" fmla="*/ 884020 h 1768040"/>
            </a:gdLst>
            <a:ahLst/>
            <a:cxnLst>
              <a:cxn ang="0">
                <a:pos x="connsiteX0" y="connsiteY0"/>
              </a:cxn>
              <a:cxn ang="0">
                <a:pos x="connsiteX1" y="connsiteY1"/>
              </a:cxn>
              <a:cxn ang="0">
                <a:pos x="connsiteX2" y="connsiteY2"/>
              </a:cxn>
              <a:cxn ang="0">
                <a:pos x="connsiteX3" y="connsiteY3"/>
              </a:cxn>
            </a:cxnLst>
            <a:rect l="l" t="t" r="r" b="b"/>
            <a:pathLst>
              <a:path w="1767538" h="1768040">
                <a:moveTo>
                  <a:pt x="883769" y="0"/>
                </a:moveTo>
                <a:lnTo>
                  <a:pt x="1767538" y="884020"/>
                </a:lnTo>
                <a:lnTo>
                  <a:pt x="883769" y="1768040"/>
                </a:lnTo>
                <a:lnTo>
                  <a:pt x="0" y="884020"/>
                </a:lnTo>
                <a:close/>
              </a:path>
            </a:pathLst>
          </a:custGeom>
        </p:spPr>
        <p:txBody>
          <a:bodyPr wrap="square">
            <a:noAutofit/>
          </a:bodyPr>
          <a:lstStyle/>
          <a:p>
            <a:endParaRPr lang="zh-CN" altLang="en-US"/>
          </a:p>
        </p:txBody>
      </p:sp>
      <p:sp>
        <p:nvSpPr>
          <p:cNvPr id="16" name="图片占位符 15"/>
          <p:cNvSpPr>
            <a:spLocks noGrp="1"/>
          </p:cNvSpPr>
          <p:nvPr>
            <p:ph type="pic" sz="quarter" idx="12"/>
          </p:nvPr>
        </p:nvSpPr>
        <p:spPr>
          <a:xfrm>
            <a:off x="5168555" y="1787635"/>
            <a:ext cx="1767538" cy="1768040"/>
          </a:xfrm>
          <a:custGeom>
            <a:avLst/>
            <a:gdLst>
              <a:gd name="connsiteX0" fmla="*/ 883769 w 1767538"/>
              <a:gd name="connsiteY0" fmla="*/ 0 h 1768040"/>
              <a:gd name="connsiteX1" fmla="*/ 1767538 w 1767538"/>
              <a:gd name="connsiteY1" fmla="*/ 884020 h 1768040"/>
              <a:gd name="connsiteX2" fmla="*/ 883769 w 1767538"/>
              <a:gd name="connsiteY2" fmla="*/ 1768040 h 1768040"/>
              <a:gd name="connsiteX3" fmla="*/ 0 w 1767538"/>
              <a:gd name="connsiteY3" fmla="*/ 884020 h 1768040"/>
            </a:gdLst>
            <a:ahLst/>
            <a:cxnLst>
              <a:cxn ang="0">
                <a:pos x="connsiteX0" y="connsiteY0"/>
              </a:cxn>
              <a:cxn ang="0">
                <a:pos x="connsiteX1" y="connsiteY1"/>
              </a:cxn>
              <a:cxn ang="0">
                <a:pos x="connsiteX2" y="connsiteY2"/>
              </a:cxn>
              <a:cxn ang="0">
                <a:pos x="connsiteX3" y="connsiteY3"/>
              </a:cxn>
            </a:cxnLst>
            <a:rect l="l" t="t" r="r" b="b"/>
            <a:pathLst>
              <a:path w="1767538" h="1768040">
                <a:moveTo>
                  <a:pt x="883769" y="0"/>
                </a:moveTo>
                <a:lnTo>
                  <a:pt x="1767538" y="884020"/>
                </a:lnTo>
                <a:lnTo>
                  <a:pt x="883769" y="1768040"/>
                </a:lnTo>
                <a:lnTo>
                  <a:pt x="0" y="884020"/>
                </a:lnTo>
                <a:close/>
              </a:path>
            </a:pathLst>
          </a:custGeom>
        </p:spPr>
        <p:txBody>
          <a:bodyPr wrap="square">
            <a:noAutofit/>
          </a:bodyPr>
          <a:lstStyle/>
          <a:p>
            <a:endParaRPr lang="zh-CN" altLang="en-US"/>
          </a:p>
        </p:txBody>
      </p:sp>
      <p:sp>
        <p:nvSpPr>
          <p:cNvPr id="18" name="图片占位符 17"/>
          <p:cNvSpPr>
            <a:spLocks noGrp="1"/>
          </p:cNvSpPr>
          <p:nvPr>
            <p:ph type="pic" sz="quarter" idx="13"/>
          </p:nvPr>
        </p:nvSpPr>
        <p:spPr>
          <a:xfrm>
            <a:off x="7167864" y="2427901"/>
            <a:ext cx="1767538" cy="1768040"/>
          </a:xfrm>
          <a:custGeom>
            <a:avLst/>
            <a:gdLst>
              <a:gd name="connsiteX0" fmla="*/ 883769 w 1767538"/>
              <a:gd name="connsiteY0" fmla="*/ 0 h 1768040"/>
              <a:gd name="connsiteX1" fmla="*/ 1767538 w 1767538"/>
              <a:gd name="connsiteY1" fmla="*/ 884020 h 1768040"/>
              <a:gd name="connsiteX2" fmla="*/ 883769 w 1767538"/>
              <a:gd name="connsiteY2" fmla="*/ 1768040 h 1768040"/>
              <a:gd name="connsiteX3" fmla="*/ 0 w 1767538"/>
              <a:gd name="connsiteY3" fmla="*/ 884020 h 1768040"/>
            </a:gdLst>
            <a:ahLst/>
            <a:cxnLst>
              <a:cxn ang="0">
                <a:pos x="connsiteX0" y="connsiteY0"/>
              </a:cxn>
              <a:cxn ang="0">
                <a:pos x="connsiteX1" y="connsiteY1"/>
              </a:cxn>
              <a:cxn ang="0">
                <a:pos x="connsiteX2" y="connsiteY2"/>
              </a:cxn>
              <a:cxn ang="0">
                <a:pos x="connsiteX3" y="connsiteY3"/>
              </a:cxn>
            </a:cxnLst>
            <a:rect l="l" t="t" r="r" b="b"/>
            <a:pathLst>
              <a:path w="1767538" h="1768040">
                <a:moveTo>
                  <a:pt x="883769" y="0"/>
                </a:moveTo>
                <a:lnTo>
                  <a:pt x="1767538" y="884020"/>
                </a:lnTo>
                <a:lnTo>
                  <a:pt x="883769" y="1768040"/>
                </a:lnTo>
                <a:lnTo>
                  <a:pt x="0" y="884020"/>
                </a:lnTo>
                <a:close/>
              </a:path>
            </a:pathLst>
          </a:custGeom>
        </p:spPr>
        <p:txBody>
          <a:bodyPr wrap="square">
            <a:noAutofit/>
          </a:bodyPr>
          <a:lstStyle/>
          <a:p>
            <a:endParaRPr lang="zh-CN" altLang="en-US"/>
          </a:p>
        </p:txBody>
      </p:sp>
      <p:sp>
        <p:nvSpPr>
          <p:cNvPr id="17" name="图片占位符 16"/>
          <p:cNvSpPr>
            <a:spLocks noGrp="1"/>
          </p:cNvSpPr>
          <p:nvPr>
            <p:ph type="pic" sz="quarter" idx="14"/>
          </p:nvPr>
        </p:nvSpPr>
        <p:spPr>
          <a:xfrm>
            <a:off x="9131445" y="1787635"/>
            <a:ext cx="1767538" cy="1768040"/>
          </a:xfrm>
          <a:custGeom>
            <a:avLst/>
            <a:gdLst>
              <a:gd name="connsiteX0" fmla="*/ 883769 w 1767538"/>
              <a:gd name="connsiteY0" fmla="*/ 0 h 1768040"/>
              <a:gd name="connsiteX1" fmla="*/ 1767538 w 1767538"/>
              <a:gd name="connsiteY1" fmla="*/ 884020 h 1768040"/>
              <a:gd name="connsiteX2" fmla="*/ 883769 w 1767538"/>
              <a:gd name="connsiteY2" fmla="*/ 1768040 h 1768040"/>
              <a:gd name="connsiteX3" fmla="*/ 0 w 1767538"/>
              <a:gd name="connsiteY3" fmla="*/ 884020 h 1768040"/>
            </a:gdLst>
            <a:ahLst/>
            <a:cxnLst>
              <a:cxn ang="0">
                <a:pos x="connsiteX0" y="connsiteY0"/>
              </a:cxn>
              <a:cxn ang="0">
                <a:pos x="connsiteX1" y="connsiteY1"/>
              </a:cxn>
              <a:cxn ang="0">
                <a:pos x="connsiteX2" y="connsiteY2"/>
              </a:cxn>
              <a:cxn ang="0">
                <a:pos x="connsiteX3" y="connsiteY3"/>
              </a:cxn>
            </a:cxnLst>
            <a:rect l="l" t="t" r="r" b="b"/>
            <a:pathLst>
              <a:path w="1767538" h="1768040">
                <a:moveTo>
                  <a:pt x="883769" y="0"/>
                </a:moveTo>
                <a:lnTo>
                  <a:pt x="1767538" y="884020"/>
                </a:lnTo>
                <a:lnTo>
                  <a:pt x="883769" y="1768040"/>
                </a:lnTo>
                <a:lnTo>
                  <a:pt x="0" y="884020"/>
                </a:lnTo>
                <a:close/>
              </a:path>
            </a:pathLst>
          </a:custGeom>
        </p:spPr>
        <p:txBody>
          <a:bodyPr wrap="square">
            <a:noAutofit/>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038226" y="1866901"/>
            <a:ext cx="3143250" cy="3946525"/>
          </a:xfrm>
          <a:custGeom>
            <a:avLst/>
            <a:gdLst>
              <a:gd name="connsiteX0" fmla="*/ 0 w 3143250"/>
              <a:gd name="connsiteY0" fmla="*/ 0 h 3946525"/>
              <a:gd name="connsiteX1" fmla="*/ 3143250 w 3143250"/>
              <a:gd name="connsiteY1" fmla="*/ 0 h 3946525"/>
              <a:gd name="connsiteX2" fmla="*/ 3143250 w 3143250"/>
              <a:gd name="connsiteY2" fmla="*/ 3946525 h 3946525"/>
              <a:gd name="connsiteX3" fmla="*/ 0 w 3143250"/>
              <a:gd name="connsiteY3" fmla="*/ 3946525 h 3946525"/>
            </a:gdLst>
            <a:ahLst/>
            <a:cxnLst>
              <a:cxn ang="0">
                <a:pos x="connsiteX0" y="connsiteY0"/>
              </a:cxn>
              <a:cxn ang="0">
                <a:pos x="connsiteX1" y="connsiteY1"/>
              </a:cxn>
              <a:cxn ang="0">
                <a:pos x="connsiteX2" y="connsiteY2"/>
              </a:cxn>
              <a:cxn ang="0">
                <a:pos x="connsiteX3" y="connsiteY3"/>
              </a:cxn>
            </a:cxnLst>
            <a:rect l="l" t="t" r="r" b="b"/>
            <a:pathLst>
              <a:path w="3143250" h="3946525">
                <a:moveTo>
                  <a:pt x="0" y="0"/>
                </a:moveTo>
                <a:lnTo>
                  <a:pt x="3143250" y="0"/>
                </a:lnTo>
                <a:lnTo>
                  <a:pt x="3143250" y="3946525"/>
                </a:lnTo>
                <a:lnTo>
                  <a:pt x="0" y="3946525"/>
                </a:lnTo>
                <a:close/>
              </a:path>
            </a:pathLst>
          </a:custGeom>
        </p:spPr>
        <p:txBody>
          <a:bodyPr wrap="square">
            <a:noAutofit/>
          </a:bodyPr>
          <a:lstStyle/>
          <a:p>
            <a:endParaRPr lang="zh-CN" altLang="en-US"/>
          </a:p>
        </p:txBody>
      </p:sp>
      <p:sp>
        <p:nvSpPr>
          <p:cNvPr id="11" name="图片占位符 10"/>
          <p:cNvSpPr>
            <a:spLocks noGrp="1"/>
          </p:cNvSpPr>
          <p:nvPr>
            <p:ph type="pic" sz="quarter" idx="11"/>
          </p:nvPr>
        </p:nvSpPr>
        <p:spPr>
          <a:xfrm>
            <a:off x="6905625" y="1866901"/>
            <a:ext cx="4248150" cy="1910119"/>
          </a:xfrm>
          <a:custGeom>
            <a:avLst/>
            <a:gdLst>
              <a:gd name="connsiteX0" fmla="*/ 0 w 4248150"/>
              <a:gd name="connsiteY0" fmla="*/ 0 h 1910119"/>
              <a:gd name="connsiteX1" fmla="*/ 4248150 w 4248150"/>
              <a:gd name="connsiteY1" fmla="*/ 0 h 1910119"/>
              <a:gd name="connsiteX2" fmla="*/ 4248150 w 4248150"/>
              <a:gd name="connsiteY2" fmla="*/ 1910119 h 1910119"/>
              <a:gd name="connsiteX3" fmla="*/ 0 w 4248150"/>
              <a:gd name="connsiteY3" fmla="*/ 1910119 h 1910119"/>
            </a:gdLst>
            <a:ahLst/>
            <a:cxnLst>
              <a:cxn ang="0">
                <a:pos x="connsiteX0" y="connsiteY0"/>
              </a:cxn>
              <a:cxn ang="0">
                <a:pos x="connsiteX1" y="connsiteY1"/>
              </a:cxn>
              <a:cxn ang="0">
                <a:pos x="connsiteX2" y="connsiteY2"/>
              </a:cxn>
              <a:cxn ang="0">
                <a:pos x="connsiteX3" y="connsiteY3"/>
              </a:cxn>
            </a:cxnLst>
            <a:rect l="l" t="t" r="r" b="b"/>
            <a:pathLst>
              <a:path w="4248150" h="1910119">
                <a:moveTo>
                  <a:pt x="0" y="0"/>
                </a:moveTo>
                <a:lnTo>
                  <a:pt x="4248150" y="0"/>
                </a:lnTo>
                <a:lnTo>
                  <a:pt x="4248150" y="1910119"/>
                </a:lnTo>
                <a:lnTo>
                  <a:pt x="0" y="1910119"/>
                </a:ln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6905625" y="3903307"/>
            <a:ext cx="4248150" cy="1910119"/>
          </a:xfrm>
          <a:custGeom>
            <a:avLst/>
            <a:gdLst>
              <a:gd name="connsiteX0" fmla="*/ 0 w 4248150"/>
              <a:gd name="connsiteY0" fmla="*/ 0 h 1910119"/>
              <a:gd name="connsiteX1" fmla="*/ 4248150 w 4248150"/>
              <a:gd name="connsiteY1" fmla="*/ 0 h 1910119"/>
              <a:gd name="connsiteX2" fmla="*/ 4248150 w 4248150"/>
              <a:gd name="connsiteY2" fmla="*/ 1910119 h 1910119"/>
              <a:gd name="connsiteX3" fmla="*/ 0 w 4248150"/>
              <a:gd name="connsiteY3" fmla="*/ 1910119 h 1910119"/>
            </a:gdLst>
            <a:ahLst/>
            <a:cxnLst>
              <a:cxn ang="0">
                <a:pos x="connsiteX0" y="connsiteY0"/>
              </a:cxn>
              <a:cxn ang="0">
                <a:pos x="connsiteX1" y="connsiteY1"/>
              </a:cxn>
              <a:cxn ang="0">
                <a:pos x="connsiteX2" y="connsiteY2"/>
              </a:cxn>
              <a:cxn ang="0">
                <a:pos x="connsiteX3" y="connsiteY3"/>
              </a:cxn>
            </a:cxnLst>
            <a:rect l="l" t="t" r="r" b="b"/>
            <a:pathLst>
              <a:path w="4248150" h="1910119">
                <a:moveTo>
                  <a:pt x="0" y="0"/>
                </a:moveTo>
                <a:lnTo>
                  <a:pt x="4248150" y="0"/>
                </a:lnTo>
                <a:lnTo>
                  <a:pt x="4248150" y="1910119"/>
                </a:lnTo>
                <a:lnTo>
                  <a:pt x="0" y="1910119"/>
                </a:lnTo>
                <a:close/>
              </a:path>
            </a:pathLst>
          </a:custGeom>
        </p:spPr>
        <p:txBody>
          <a:bodyPr wrap="square">
            <a:noAutofit/>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904224" y="1683655"/>
            <a:ext cx="7583462" cy="4287616"/>
          </a:xfrm>
          <a:custGeom>
            <a:avLst/>
            <a:gdLst>
              <a:gd name="connsiteX0" fmla="*/ 0 w 7583462"/>
              <a:gd name="connsiteY0" fmla="*/ 0 h 4287616"/>
              <a:gd name="connsiteX1" fmla="*/ 7583462 w 7583462"/>
              <a:gd name="connsiteY1" fmla="*/ 0 h 4287616"/>
              <a:gd name="connsiteX2" fmla="*/ 7583462 w 7583462"/>
              <a:gd name="connsiteY2" fmla="*/ 4287616 h 4287616"/>
              <a:gd name="connsiteX3" fmla="*/ 0 w 7583462"/>
              <a:gd name="connsiteY3" fmla="*/ 4287616 h 4287616"/>
            </a:gdLst>
            <a:ahLst/>
            <a:cxnLst>
              <a:cxn ang="0">
                <a:pos x="connsiteX0" y="connsiteY0"/>
              </a:cxn>
              <a:cxn ang="0">
                <a:pos x="connsiteX1" y="connsiteY1"/>
              </a:cxn>
              <a:cxn ang="0">
                <a:pos x="connsiteX2" y="connsiteY2"/>
              </a:cxn>
              <a:cxn ang="0">
                <a:pos x="connsiteX3" y="connsiteY3"/>
              </a:cxn>
            </a:cxnLst>
            <a:rect l="l" t="t" r="r" b="b"/>
            <a:pathLst>
              <a:path w="7583462" h="4287616">
                <a:moveTo>
                  <a:pt x="0" y="0"/>
                </a:moveTo>
                <a:lnTo>
                  <a:pt x="7583462" y="0"/>
                </a:lnTo>
                <a:lnTo>
                  <a:pt x="7583462" y="4287616"/>
                </a:lnTo>
                <a:lnTo>
                  <a:pt x="0" y="4287616"/>
                </a:lnTo>
                <a:close/>
              </a:path>
            </a:pathLst>
          </a:custGeom>
        </p:spPr>
        <p:txBody>
          <a:bodyPr wrap="square">
            <a:noAutofit/>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952500" y="1574801"/>
            <a:ext cx="5168900" cy="2214563"/>
          </a:xfrm>
          <a:custGeom>
            <a:avLst/>
            <a:gdLst>
              <a:gd name="connsiteX0" fmla="*/ 0 w 5168900"/>
              <a:gd name="connsiteY0" fmla="*/ 0 h 2214563"/>
              <a:gd name="connsiteX1" fmla="*/ 5168900 w 5168900"/>
              <a:gd name="connsiteY1" fmla="*/ 0 h 2214563"/>
              <a:gd name="connsiteX2" fmla="*/ 5168900 w 5168900"/>
              <a:gd name="connsiteY2" fmla="*/ 2214563 h 2214563"/>
              <a:gd name="connsiteX3" fmla="*/ 0 w 5168900"/>
              <a:gd name="connsiteY3" fmla="*/ 2214563 h 2214563"/>
            </a:gdLst>
            <a:ahLst/>
            <a:cxnLst>
              <a:cxn ang="0">
                <a:pos x="connsiteX0" y="connsiteY0"/>
              </a:cxn>
              <a:cxn ang="0">
                <a:pos x="connsiteX1" y="connsiteY1"/>
              </a:cxn>
              <a:cxn ang="0">
                <a:pos x="connsiteX2" y="connsiteY2"/>
              </a:cxn>
              <a:cxn ang="0">
                <a:pos x="connsiteX3" y="connsiteY3"/>
              </a:cxn>
            </a:cxnLst>
            <a:rect l="l" t="t" r="r" b="b"/>
            <a:pathLst>
              <a:path w="5168900" h="2214563">
                <a:moveTo>
                  <a:pt x="0" y="0"/>
                </a:moveTo>
                <a:lnTo>
                  <a:pt x="5168900" y="0"/>
                </a:lnTo>
                <a:lnTo>
                  <a:pt x="5168900" y="2214563"/>
                </a:lnTo>
                <a:lnTo>
                  <a:pt x="0" y="2214563"/>
                </a:lnTo>
                <a:close/>
              </a:path>
            </a:pathLst>
          </a:custGeom>
        </p:spPr>
        <p:txBody>
          <a:bodyPr wrap="square">
            <a:noAutofit/>
          </a:bodyPr>
          <a:lstStyle/>
          <a:p>
            <a:endParaRPr lang="zh-CN" altLang="en-US"/>
          </a:p>
        </p:txBody>
      </p:sp>
      <p:sp>
        <p:nvSpPr>
          <p:cNvPr id="9" name="图片占位符 8"/>
          <p:cNvSpPr>
            <a:spLocks noGrp="1"/>
          </p:cNvSpPr>
          <p:nvPr>
            <p:ph type="pic" sz="quarter" idx="11"/>
          </p:nvPr>
        </p:nvSpPr>
        <p:spPr>
          <a:xfrm>
            <a:off x="6527800" y="3910167"/>
            <a:ext cx="4687888" cy="2100107"/>
          </a:xfrm>
          <a:custGeom>
            <a:avLst/>
            <a:gdLst>
              <a:gd name="connsiteX0" fmla="*/ 0 w 4687888"/>
              <a:gd name="connsiteY0" fmla="*/ 0 h 2100107"/>
              <a:gd name="connsiteX1" fmla="*/ 4687888 w 4687888"/>
              <a:gd name="connsiteY1" fmla="*/ 0 h 2100107"/>
              <a:gd name="connsiteX2" fmla="*/ 4687888 w 4687888"/>
              <a:gd name="connsiteY2" fmla="*/ 2100107 h 2100107"/>
              <a:gd name="connsiteX3" fmla="*/ 0 w 4687888"/>
              <a:gd name="connsiteY3" fmla="*/ 2100107 h 2100107"/>
            </a:gdLst>
            <a:ahLst/>
            <a:cxnLst>
              <a:cxn ang="0">
                <a:pos x="connsiteX0" y="connsiteY0"/>
              </a:cxn>
              <a:cxn ang="0">
                <a:pos x="connsiteX1" y="connsiteY1"/>
              </a:cxn>
              <a:cxn ang="0">
                <a:pos x="connsiteX2" y="connsiteY2"/>
              </a:cxn>
              <a:cxn ang="0">
                <a:pos x="connsiteX3" y="connsiteY3"/>
              </a:cxn>
            </a:cxnLst>
            <a:rect l="l" t="t" r="r" b="b"/>
            <a:pathLst>
              <a:path w="4687888" h="2100107">
                <a:moveTo>
                  <a:pt x="0" y="0"/>
                </a:moveTo>
                <a:lnTo>
                  <a:pt x="4687888" y="0"/>
                </a:lnTo>
                <a:lnTo>
                  <a:pt x="4687888" y="2100107"/>
                </a:lnTo>
                <a:lnTo>
                  <a:pt x="0" y="2100107"/>
                </a:lnTo>
                <a:close/>
              </a:path>
            </a:pathLst>
          </a:custGeom>
        </p:spPr>
        <p:txBody>
          <a:bodyPr wrap="square">
            <a:noAutofit/>
          </a:bodyPr>
          <a:lstStyle/>
          <a:p>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3432175" y="1"/>
            <a:ext cx="8759827" cy="7893048"/>
          </a:xfrm>
          <a:custGeom>
            <a:avLst/>
            <a:gdLst>
              <a:gd name="connsiteX0" fmla="*/ 7838282 w 8759827"/>
              <a:gd name="connsiteY0" fmla="*/ 3101973 h 7893048"/>
              <a:gd name="connsiteX1" fmla="*/ 8759827 w 8759827"/>
              <a:gd name="connsiteY1" fmla="*/ 4025048 h 7893048"/>
              <a:gd name="connsiteX2" fmla="*/ 8759827 w 8759827"/>
              <a:gd name="connsiteY2" fmla="*/ 6969974 h 7893048"/>
              <a:gd name="connsiteX3" fmla="*/ 7838282 w 8759827"/>
              <a:gd name="connsiteY3" fmla="*/ 7893048 h 7893048"/>
              <a:gd name="connsiteX4" fmla="*/ 5446713 w 8759827"/>
              <a:gd name="connsiteY4" fmla="*/ 5497511 h 7893048"/>
              <a:gd name="connsiteX5" fmla="*/ 5087145 w 8759827"/>
              <a:gd name="connsiteY5" fmla="*/ 352424 h 7893048"/>
              <a:gd name="connsiteX6" fmla="*/ 7478714 w 8759827"/>
              <a:gd name="connsiteY6" fmla="*/ 2747962 h 7893048"/>
              <a:gd name="connsiteX7" fmla="*/ 5087145 w 8759827"/>
              <a:gd name="connsiteY7" fmla="*/ 5143499 h 7893048"/>
              <a:gd name="connsiteX8" fmla="*/ 2695578 w 8759827"/>
              <a:gd name="connsiteY8" fmla="*/ 2747962 h 7893048"/>
              <a:gd name="connsiteX9" fmla="*/ 5459391 w 8759827"/>
              <a:gd name="connsiteY9" fmla="*/ 0 h 7893048"/>
              <a:gd name="connsiteX10" fmla="*/ 8759827 w 8759827"/>
              <a:gd name="connsiteY10" fmla="*/ 0 h 7893048"/>
              <a:gd name="connsiteX11" fmla="*/ 8759827 w 8759827"/>
              <a:gd name="connsiteY11" fmla="*/ 1485162 h 7893048"/>
              <a:gd name="connsiteX12" fmla="*/ 7838282 w 8759827"/>
              <a:gd name="connsiteY12" fmla="*/ 2408236 h 7893048"/>
              <a:gd name="connsiteX13" fmla="*/ 5446713 w 8759827"/>
              <a:gd name="connsiteY13" fmla="*/ 12699 h 7893048"/>
              <a:gd name="connsiteX14" fmla="*/ 12678 w 8759827"/>
              <a:gd name="connsiteY14" fmla="*/ 0 h 7893048"/>
              <a:gd name="connsiteX15" fmla="*/ 4770461 w 8759827"/>
              <a:gd name="connsiteY15" fmla="*/ 0 h 7893048"/>
              <a:gd name="connsiteX16" fmla="*/ 4783139 w 8759827"/>
              <a:gd name="connsiteY16" fmla="*/ 12699 h 7893048"/>
              <a:gd name="connsiteX17" fmla="*/ 2391571 w 8759827"/>
              <a:gd name="connsiteY17" fmla="*/ 2408236 h 7893048"/>
              <a:gd name="connsiteX18" fmla="*/ 0 w 8759827"/>
              <a:gd name="connsiteY18" fmla="*/ 12699 h 789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759827" h="7893048">
                <a:moveTo>
                  <a:pt x="7838282" y="3101973"/>
                </a:moveTo>
                <a:lnTo>
                  <a:pt x="8759827" y="4025048"/>
                </a:lnTo>
                <a:lnTo>
                  <a:pt x="8759827" y="6969974"/>
                </a:lnTo>
                <a:lnTo>
                  <a:pt x="7838282" y="7893048"/>
                </a:lnTo>
                <a:lnTo>
                  <a:pt x="5446713" y="5497511"/>
                </a:lnTo>
                <a:close/>
                <a:moveTo>
                  <a:pt x="5087145" y="352424"/>
                </a:moveTo>
                <a:lnTo>
                  <a:pt x="7478714" y="2747962"/>
                </a:lnTo>
                <a:lnTo>
                  <a:pt x="5087145" y="5143499"/>
                </a:lnTo>
                <a:lnTo>
                  <a:pt x="2695578" y="2747962"/>
                </a:lnTo>
                <a:close/>
                <a:moveTo>
                  <a:pt x="5459391" y="0"/>
                </a:moveTo>
                <a:lnTo>
                  <a:pt x="8759827" y="0"/>
                </a:lnTo>
                <a:lnTo>
                  <a:pt x="8759827" y="1485162"/>
                </a:lnTo>
                <a:lnTo>
                  <a:pt x="7838282" y="2408236"/>
                </a:lnTo>
                <a:lnTo>
                  <a:pt x="5446713" y="12699"/>
                </a:lnTo>
                <a:close/>
                <a:moveTo>
                  <a:pt x="12678" y="0"/>
                </a:moveTo>
                <a:lnTo>
                  <a:pt x="4770461" y="0"/>
                </a:lnTo>
                <a:lnTo>
                  <a:pt x="4783139" y="12699"/>
                </a:lnTo>
                <a:lnTo>
                  <a:pt x="2391571" y="2408236"/>
                </a:lnTo>
                <a:lnTo>
                  <a:pt x="0" y="12699"/>
                </a:lnTo>
                <a:close/>
              </a:path>
            </a:pathLst>
          </a:custGeom>
        </p:spPr>
        <p:txBody>
          <a:bodyPr wrap="square">
            <a:noAutofit/>
          </a:bodyPr>
          <a:lstStyle/>
          <a:p>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ags" Target="../tags/tag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hyperlink" Target="http://47.97.26.168:9527/" TargetMode="External"/><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7.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8.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9.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0.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11.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1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notesSlide" Target="../notesSlides/notesSlide17.xml"/><Relationship Id="rId7" Type="http://schemas.openxmlformats.org/officeDocument/2006/relationships/image" Target="../media/image22.png"/><Relationship Id="rId2" Type="http://schemas.openxmlformats.org/officeDocument/2006/relationships/slideLayout" Target="../slideLayouts/slideLayout7.xml"/><Relationship Id="rId1" Type="http://schemas.openxmlformats.org/officeDocument/2006/relationships/tags" Target="../tags/tag1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15.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ags" Target="../tags/tag16.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17.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notesSlide" Target="../notesSlides/notesSlide21.xml"/><Relationship Id="rId7" Type="http://schemas.openxmlformats.org/officeDocument/2006/relationships/image" Target="../media/image28.png"/><Relationship Id="rId2" Type="http://schemas.openxmlformats.org/officeDocument/2006/relationships/slideLayout" Target="../slideLayouts/slideLayout7.xml"/><Relationship Id="rId1" Type="http://schemas.openxmlformats.org/officeDocument/2006/relationships/tags" Target="../tags/tag1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19.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ags" Target="../tags/tag20.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2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27.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notesSlide" Target="../notesSlides/notesSlide32.xml"/><Relationship Id="rId7"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tags" Target="../tags/tag28.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30.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1.xml"/><Relationship Id="rId5" Type="http://schemas.openxmlformats.org/officeDocument/2006/relationships/image" Target="../media/image50.png"/><Relationship Id="rId4" Type="http://schemas.openxmlformats.org/officeDocument/2006/relationships/image" Target="../media/image49.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51.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55.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35.xml"/><Relationship Id="rId5" Type="http://schemas.openxmlformats.org/officeDocument/2006/relationships/image" Target="../media/image57.png"/><Relationship Id="rId4" Type="http://schemas.openxmlformats.org/officeDocument/2006/relationships/image" Target="../media/image56.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36.xml"/><Relationship Id="rId5" Type="http://schemas.openxmlformats.org/officeDocument/2006/relationships/image" Target="../media/image57.png"/><Relationship Id="rId4" Type="http://schemas.openxmlformats.org/officeDocument/2006/relationships/image" Target="../media/image58.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37.xml"/><Relationship Id="rId5" Type="http://schemas.openxmlformats.org/officeDocument/2006/relationships/image" Target="../media/image57.png"/><Relationship Id="rId4" Type="http://schemas.openxmlformats.org/officeDocument/2006/relationships/image" Target="../media/image59.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38.xml"/><Relationship Id="rId5" Type="http://schemas.openxmlformats.org/officeDocument/2006/relationships/image" Target="../media/image61.png"/><Relationship Id="rId4" Type="http://schemas.openxmlformats.org/officeDocument/2006/relationships/image" Target="../media/image60.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4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7" Type="http://schemas.openxmlformats.org/officeDocument/2006/relationships/image" Target="../media/image68.png"/><Relationship Id="rId2" Type="http://schemas.openxmlformats.org/officeDocument/2006/relationships/slideLayout" Target="../slideLayouts/slideLayout2.xml"/><Relationship Id="rId1" Type="http://schemas.openxmlformats.org/officeDocument/2006/relationships/tags" Target="../tags/tag4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45.xml"/><Relationship Id="rId5" Type="http://schemas.openxmlformats.org/officeDocument/2006/relationships/image" Target="../media/image70.png"/><Relationship Id="rId4" Type="http://schemas.openxmlformats.org/officeDocument/2006/relationships/image" Target="../media/image69.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46.xml"/><Relationship Id="rId5" Type="http://schemas.openxmlformats.org/officeDocument/2006/relationships/image" Target="../media/image72.png"/><Relationship Id="rId4" Type="http://schemas.openxmlformats.org/officeDocument/2006/relationships/image" Target="../media/image71.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image" Target="../media/image73.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49.xml"/><Relationship Id="rId5" Type="http://schemas.openxmlformats.org/officeDocument/2006/relationships/image" Target="../media/image75.png"/><Relationship Id="rId4" Type="http://schemas.openxmlformats.org/officeDocument/2006/relationships/image" Target="../media/image74.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50.xml"/><Relationship Id="rId5" Type="http://schemas.openxmlformats.org/officeDocument/2006/relationships/image" Target="../media/image77.png"/><Relationship Id="rId4" Type="http://schemas.openxmlformats.org/officeDocument/2006/relationships/image" Target="../media/image76.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51.xml"/><Relationship Id="rId5" Type="http://schemas.openxmlformats.org/officeDocument/2006/relationships/image" Target="../media/image79.png"/><Relationship Id="rId4" Type="http://schemas.openxmlformats.org/officeDocument/2006/relationships/image" Target="../media/image78.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等腰三角形 4"/>
          <p:cNvSpPr/>
          <p:nvPr/>
        </p:nvSpPr>
        <p:spPr>
          <a:xfrm flipV="1">
            <a:off x="0" y="0"/>
            <a:ext cx="4961528" cy="4114800"/>
          </a:xfrm>
          <a:prstGeom prst="triangle">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6" name="等腰三角形 5"/>
          <p:cNvSpPr/>
          <p:nvPr/>
        </p:nvSpPr>
        <p:spPr>
          <a:xfrm rot="10800000" flipV="1">
            <a:off x="10055786" y="5086350"/>
            <a:ext cx="2136213" cy="1771650"/>
          </a:xfrm>
          <a:prstGeom prst="triangle">
            <a:avLst>
              <a:gd name="adj" fmla="val 0"/>
            </a:avLst>
          </a:prstGeom>
          <a:solidFill>
            <a:srgbClr val="4C46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cxnSp>
        <p:nvCxnSpPr>
          <p:cNvPr id="8" name="直接连接符 7"/>
          <p:cNvCxnSpPr/>
          <p:nvPr/>
        </p:nvCxnSpPr>
        <p:spPr>
          <a:xfrm flipH="1">
            <a:off x="1622774" y="3045418"/>
            <a:ext cx="1146506" cy="9508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1" y="4456560"/>
            <a:ext cx="2895599" cy="24014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4961528" y="0"/>
            <a:ext cx="2429874" cy="20151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769280" y="2420517"/>
            <a:ext cx="2954655" cy="1446550"/>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800" b="0" i="0" u="none" strike="noStrike" kern="1200" cap="none" spc="0" normalizeH="0" baseline="0" noProof="0" dirty="0" err="1">
                <a:ln>
                  <a:noFill/>
                </a:ln>
                <a:solidFill>
                  <a:prstClr val="black"/>
                </a:solidFill>
                <a:effectLst/>
                <a:uLnTx/>
                <a:uFillTx/>
                <a:latin typeface="Agency FB" panose="020B0503020202020204" pitchFamily="34" charset="0"/>
                <a:ea typeface="微软雅黑" panose="020B0503020204020204" charset="-122"/>
                <a:cs typeface="+mn-cs"/>
              </a:rPr>
              <a:t>Litemall</a:t>
            </a:r>
            <a:endParaRPr kumimoji="0" lang="zh-CN" altLang="en-US" sz="8800" b="0" i="0" u="none" strike="noStrike" kern="1200" cap="none" spc="0" normalizeH="0" baseline="0" noProof="0" dirty="0">
              <a:ln>
                <a:noFill/>
              </a:ln>
              <a:solidFill>
                <a:prstClr val="black"/>
              </a:solidFill>
              <a:effectLst/>
              <a:uLnTx/>
              <a:uFillTx/>
              <a:latin typeface="Agency FB" panose="020B0503020202020204" pitchFamily="34" charset="0"/>
              <a:ea typeface="微软雅黑" panose="020B0503020204020204" charset="-122"/>
              <a:cs typeface="+mn-cs"/>
            </a:endParaRPr>
          </a:p>
        </p:txBody>
      </p:sp>
      <p:sp>
        <p:nvSpPr>
          <p:cNvPr id="17" name="文本框 16"/>
          <p:cNvSpPr txBox="1"/>
          <p:nvPr/>
        </p:nvSpPr>
        <p:spPr>
          <a:xfrm>
            <a:off x="5928071" y="2901456"/>
            <a:ext cx="3605474" cy="769441"/>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4400" dirty="0">
                <a:solidFill>
                  <a:prstClr val="black"/>
                </a:solidFill>
                <a:latin typeface="Agency FB" panose="020B0503020202020204" pitchFamily="34" charset="0"/>
                <a:ea typeface="微软雅黑" panose="020B0503020204020204" charset="-122"/>
              </a:rPr>
              <a:t>电商管理系统</a:t>
            </a:r>
            <a:endParaRPr kumimoji="0" lang="zh-CN" altLang="en-US" sz="4400" b="0" i="0" u="none" strike="noStrike" kern="1200" cap="none" spc="0" normalizeH="0" baseline="0" noProof="0" dirty="0">
              <a:ln>
                <a:noFill/>
              </a:ln>
              <a:solidFill>
                <a:prstClr val="black"/>
              </a:solidFill>
              <a:effectLst/>
              <a:uLnTx/>
              <a:uFillTx/>
              <a:latin typeface="Agency FB" panose="020B0503020202020204" pitchFamily="34" charset="0"/>
              <a:ea typeface="微软雅黑" panose="020B0503020204020204" charset="-122"/>
              <a:cs typeface="+mn-cs"/>
            </a:endParaRPr>
          </a:p>
        </p:txBody>
      </p:sp>
      <p:sp>
        <p:nvSpPr>
          <p:cNvPr id="19" name="矩形 18"/>
          <p:cNvSpPr/>
          <p:nvPr/>
        </p:nvSpPr>
        <p:spPr>
          <a:xfrm>
            <a:off x="5288748" y="4948499"/>
            <a:ext cx="2102654" cy="394270"/>
          </a:xfrm>
          <a:prstGeom prst="rect">
            <a:avLst/>
          </a:prstGeom>
          <a:solidFill>
            <a:srgbClr val="4C46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cxnSp>
        <p:nvCxnSpPr>
          <p:cNvPr id="24" name="直接连接符 23"/>
          <p:cNvCxnSpPr/>
          <p:nvPr/>
        </p:nvCxnSpPr>
        <p:spPr>
          <a:xfrm flipH="1">
            <a:off x="11569700" y="4310556"/>
            <a:ext cx="622300" cy="5161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6"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1"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par>
                                <p:cTn id="20" presetID="22" presetClass="entr" presetSubtype="8"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1"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wipe(up)">
                                      <p:cBhvr>
                                        <p:cTn id="25" dur="500"/>
                                        <p:tgtEl>
                                          <p:spTgt spid="24"/>
                                        </p:tgtEl>
                                      </p:cBhvr>
                                    </p:animEffect>
                                  </p:childTnLst>
                                </p:cTn>
                              </p:par>
                            </p:childTnLst>
                          </p:cTn>
                        </p:par>
                        <p:par>
                          <p:cTn id="26" fill="hold">
                            <p:stCondLst>
                              <p:cond delay="1000"/>
                            </p:stCondLst>
                            <p:childTnLst>
                              <p:par>
                                <p:cTn id="27" presetID="53" presetClass="entr" presetSubtype="16"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500" fill="hold"/>
                                        <p:tgtEl>
                                          <p:spTgt spid="14"/>
                                        </p:tgtEl>
                                        <p:attrNameLst>
                                          <p:attrName>ppt_w</p:attrName>
                                        </p:attrNameLst>
                                      </p:cBhvr>
                                      <p:tavLst>
                                        <p:tav tm="0">
                                          <p:val>
                                            <p:fltVal val="0"/>
                                          </p:val>
                                        </p:tav>
                                        <p:tav tm="100000">
                                          <p:val>
                                            <p:strVal val="#ppt_w"/>
                                          </p:val>
                                        </p:tav>
                                      </p:tavLst>
                                    </p:anim>
                                    <p:anim calcmode="lin" valueType="num">
                                      <p:cBhvr>
                                        <p:cTn id="30" dur="500" fill="hold"/>
                                        <p:tgtEl>
                                          <p:spTgt spid="14"/>
                                        </p:tgtEl>
                                        <p:attrNameLst>
                                          <p:attrName>ppt_h</p:attrName>
                                        </p:attrNameLst>
                                      </p:cBhvr>
                                      <p:tavLst>
                                        <p:tav tm="0">
                                          <p:val>
                                            <p:fltVal val="0"/>
                                          </p:val>
                                        </p:tav>
                                        <p:tav tm="100000">
                                          <p:val>
                                            <p:strVal val="#ppt_h"/>
                                          </p:val>
                                        </p:tav>
                                      </p:tavLst>
                                    </p:anim>
                                    <p:animEffect transition="in" filter="fade">
                                      <p:cBhvr>
                                        <p:cTn id="31" dur="500"/>
                                        <p:tgtEl>
                                          <p:spTgt spid="14"/>
                                        </p:tgtEl>
                                      </p:cBhvr>
                                    </p:animEffect>
                                  </p:childTnLst>
                                </p:cTn>
                              </p:par>
                            </p:childTnLst>
                          </p:cTn>
                        </p:par>
                        <p:par>
                          <p:cTn id="32" fill="hold">
                            <p:stCondLst>
                              <p:cond delay="1500"/>
                            </p:stCondLst>
                            <p:childTnLst>
                              <p:par>
                                <p:cTn id="33" presetID="2" presetClass="entr" presetSubtype="2" fill="hold" grpId="0" nodeType="after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1+#ppt_w/2"/>
                                          </p:val>
                                        </p:tav>
                                        <p:tav tm="100000">
                                          <p:val>
                                            <p:strVal val="#ppt_x"/>
                                          </p:val>
                                        </p:tav>
                                      </p:tavLst>
                                    </p:anim>
                                    <p:anim calcmode="lin" valueType="num">
                                      <p:cBhvr additive="base">
                                        <p:cTn id="36" dur="500" fill="hold"/>
                                        <p:tgtEl>
                                          <p:spTgt spid="17"/>
                                        </p:tgtEl>
                                        <p:attrNameLst>
                                          <p:attrName>ppt_y</p:attrName>
                                        </p:attrNameLst>
                                      </p:cBhvr>
                                      <p:tavLst>
                                        <p:tav tm="0">
                                          <p:val>
                                            <p:strVal val="#ppt_y"/>
                                          </p:val>
                                        </p:tav>
                                        <p:tav tm="100000">
                                          <p:val>
                                            <p:strVal val="#ppt_y"/>
                                          </p:val>
                                        </p:tav>
                                      </p:tavLst>
                                    </p:anim>
                                  </p:childTnLst>
                                </p:cTn>
                              </p:par>
                            </p:childTnLst>
                          </p:cTn>
                        </p:par>
                        <p:par>
                          <p:cTn id="37" fill="hold">
                            <p:stCondLst>
                              <p:cond delay="2000"/>
                            </p:stCondLst>
                            <p:childTnLst>
                              <p:par>
                                <p:cTn id="38" presetID="53" presetClass="entr" presetSubtype="16" fill="hold" grpId="0" nodeType="after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p:cTn id="40" dur="500" fill="hold"/>
                                        <p:tgtEl>
                                          <p:spTgt spid="19"/>
                                        </p:tgtEl>
                                        <p:attrNameLst>
                                          <p:attrName>ppt_w</p:attrName>
                                        </p:attrNameLst>
                                      </p:cBhvr>
                                      <p:tavLst>
                                        <p:tav tm="0">
                                          <p:val>
                                            <p:fltVal val="0"/>
                                          </p:val>
                                        </p:tav>
                                        <p:tav tm="100000">
                                          <p:val>
                                            <p:strVal val="#ppt_w"/>
                                          </p:val>
                                        </p:tav>
                                      </p:tavLst>
                                    </p:anim>
                                    <p:anim calcmode="lin" valueType="num">
                                      <p:cBhvr>
                                        <p:cTn id="41" dur="500" fill="hold"/>
                                        <p:tgtEl>
                                          <p:spTgt spid="19"/>
                                        </p:tgtEl>
                                        <p:attrNameLst>
                                          <p:attrName>ppt_h</p:attrName>
                                        </p:attrNameLst>
                                      </p:cBhvr>
                                      <p:tavLst>
                                        <p:tav tm="0">
                                          <p:val>
                                            <p:fltVal val="0"/>
                                          </p:val>
                                        </p:tav>
                                        <p:tav tm="100000">
                                          <p:val>
                                            <p:strVal val="#ppt_h"/>
                                          </p:val>
                                        </p:tav>
                                      </p:tavLst>
                                    </p:anim>
                                    <p:animEffect transition="in" filter="fade">
                                      <p:cBhvr>
                                        <p:cTn id="4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4" grpId="0"/>
      <p:bldP spid="17" grpId="0"/>
      <p:bldP spid="1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等腰三角形 20"/>
          <p:cNvSpPr/>
          <p:nvPr/>
        </p:nvSpPr>
        <p:spPr>
          <a:xfrm flipV="1">
            <a:off x="2354534" y="3098800"/>
            <a:ext cx="256632" cy="104778"/>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5" name="组合 34"/>
          <p:cNvGrpSpPr/>
          <p:nvPr/>
        </p:nvGrpSpPr>
        <p:grpSpPr>
          <a:xfrm>
            <a:off x="3155950" y="0"/>
            <a:ext cx="5880100" cy="2400738"/>
            <a:chOff x="3155950" y="0"/>
            <a:chExt cx="5880100" cy="2400738"/>
          </a:xfrm>
        </p:grpSpPr>
        <p:sp>
          <p:nvSpPr>
            <p:cNvPr id="2" name="等腰三角形 1"/>
            <p:cNvSpPr/>
            <p:nvPr/>
          </p:nvSpPr>
          <p:spPr>
            <a:xfrm flipV="1">
              <a:off x="3155950" y="0"/>
              <a:ext cx="5880100" cy="240073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647525" y="538769"/>
              <a:ext cx="2896947" cy="1107996"/>
            </a:xfrm>
            <a:prstGeom prst="rect">
              <a:avLst/>
            </a:prstGeom>
            <a:noFill/>
          </p:spPr>
          <p:txBody>
            <a:bodyPr wrap="none" rtlCol="0">
              <a:spAutoFit/>
              <a:scene3d>
                <a:camera prst="orthographicFront"/>
                <a:lightRig rig="threePt" dir="t"/>
              </a:scene3d>
              <a:sp3d contourW="12700"/>
            </a:bodyPr>
            <a:lstStyle/>
            <a:p>
              <a:pPr algn="ctr"/>
              <a:r>
                <a:rPr lang="en-US" altLang="zh-CN" sz="6600" dirty="0">
                  <a:solidFill>
                    <a:schemeClr val="bg1"/>
                  </a:solidFill>
                  <a:latin typeface="Agency FB" panose="020B0503020202020204" pitchFamily="34" charset="0"/>
                </a:rPr>
                <a:t>CONTENTS</a:t>
              </a:r>
              <a:endParaRPr lang="zh-CN" altLang="en-US" sz="6600" dirty="0">
                <a:solidFill>
                  <a:schemeClr val="bg1"/>
                </a:solidFill>
                <a:latin typeface="Agency FB" panose="020B0503020202020204" pitchFamily="34" charset="0"/>
              </a:endParaRPr>
            </a:p>
          </p:txBody>
        </p:sp>
      </p:grpSp>
      <p:sp>
        <p:nvSpPr>
          <p:cNvPr id="5" name="椭圆 4"/>
          <p:cNvSpPr/>
          <p:nvPr/>
        </p:nvSpPr>
        <p:spPr>
          <a:xfrm>
            <a:off x="1898649" y="3362325"/>
            <a:ext cx="1168402" cy="116840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4307416" y="3362325"/>
            <a:ext cx="1168402" cy="1168402"/>
          </a:xfrm>
          <a:prstGeom prst="ellipse">
            <a:avLst/>
          </a:prstGeom>
          <a:solidFill>
            <a:srgbClr val="4C46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6716183" y="3362325"/>
            <a:ext cx="1168402" cy="116840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9124949" y="3362325"/>
            <a:ext cx="1168402" cy="1168402"/>
          </a:xfrm>
          <a:prstGeom prst="ellipse">
            <a:avLst/>
          </a:prstGeom>
          <a:solidFill>
            <a:srgbClr val="4C46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9"/>
          <p:cNvSpPr/>
          <p:nvPr/>
        </p:nvSpPr>
        <p:spPr>
          <a:xfrm>
            <a:off x="2232024" y="3696030"/>
            <a:ext cx="501652" cy="500993"/>
          </a:xfrm>
          <a:custGeom>
            <a:avLst/>
            <a:gdLst>
              <a:gd name="connsiteX0" fmla="*/ 86413 w 591547"/>
              <a:gd name="connsiteY0" fmla="*/ 515758 h 590770"/>
              <a:gd name="connsiteX1" fmla="*/ 171919 w 591547"/>
              <a:gd name="connsiteY1" fmla="*/ 515758 h 590770"/>
              <a:gd name="connsiteX2" fmla="*/ 171919 w 591547"/>
              <a:gd name="connsiteY2" fmla="*/ 537523 h 590770"/>
              <a:gd name="connsiteX3" fmla="*/ 86413 w 591547"/>
              <a:gd name="connsiteY3" fmla="*/ 537523 h 590770"/>
              <a:gd name="connsiteX4" fmla="*/ 86413 w 591547"/>
              <a:gd name="connsiteY4" fmla="*/ 461733 h 590770"/>
              <a:gd name="connsiteX5" fmla="*/ 171919 w 591547"/>
              <a:gd name="connsiteY5" fmla="*/ 461733 h 590770"/>
              <a:gd name="connsiteX6" fmla="*/ 171919 w 591547"/>
              <a:gd name="connsiteY6" fmla="*/ 483498 h 590770"/>
              <a:gd name="connsiteX7" fmla="*/ 86413 w 591547"/>
              <a:gd name="connsiteY7" fmla="*/ 483498 h 590770"/>
              <a:gd name="connsiteX8" fmla="*/ 86413 w 591547"/>
              <a:gd name="connsiteY8" fmla="*/ 408616 h 590770"/>
              <a:gd name="connsiteX9" fmla="*/ 171919 w 591547"/>
              <a:gd name="connsiteY9" fmla="*/ 408616 h 590770"/>
              <a:gd name="connsiteX10" fmla="*/ 171919 w 591547"/>
              <a:gd name="connsiteY10" fmla="*/ 429474 h 590770"/>
              <a:gd name="connsiteX11" fmla="*/ 86413 w 591547"/>
              <a:gd name="connsiteY11" fmla="*/ 429474 h 590770"/>
              <a:gd name="connsiteX12" fmla="*/ 204177 w 591547"/>
              <a:gd name="connsiteY12" fmla="*/ 357041 h 590770"/>
              <a:gd name="connsiteX13" fmla="*/ 204177 w 591547"/>
              <a:gd name="connsiteY13" fmla="*/ 569815 h 590770"/>
              <a:gd name="connsiteX14" fmla="*/ 333300 w 591547"/>
              <a:gd name="connsiteY14" fmla="*/ 569815 h 590770"/>
              <a:gd name="connsiteX15" fmla="*/ 333300 w 591547"/>
              <a:gd name="connsiteY15" fmla="*/ 382026 h 590770"/>
              <a:gd name="connsiteX16" fmla="*/ 183194 w 591547"/>
              <a:gd name="connsiteY16" fmla="*/ 357041 h 590770"/>
              <a:gd name="connsiteX17" fmla="*/ 75053 w 591547"/>
              <a:gd name="connsiteY17" fmla="*/ 382026 h 590770"/>
              <a:gd name="connsiteX18" fmla="*/ 75053 w 591547"/>
              <a:gd name="connsiteY18" fmla="*/ 569815 h 590770"/>
              <a:gd name="connsiteX19" fmla="*/ 183194 w 591547"/>
              <a:gd name="connsiteY19" fmla="*/ 569815 h 590770"/>
              <a:gd name="connsiteX20" fmla="*/ 247709 w 591547"/>
              <a:gd name="connsiteY20" fmla="*/ 311838 h 590770"/>
              <a:gd name="connsiteX21" fmla="*/ 322851 w 591547"/>
              <a:gd name="connsiteY21" fmla="*/ 311838 h 590770"/>
              <a:gd name="connsiteX22" fmla="*/ 322851 w 591547"/>
              <a:gd name="connsiteY22" fmla="*/ 332826 h 590770"/>
              <a:gd name="connsiteX23" fmla="*/ 247709 w 591547"/>
              <a:gd name="connsiteY23" fmla="*/ 332826 h 590770"/>
              <a:gd name="connsiteX24" fmla="*/ 247709 w 591547"/>
              <a:gd name="connsiteY24" fmla="*/ 257944 h 590770"/>
              <a:gd name="connsiteX25" fmla="*/ 322851 w 591547"/>
              <a:gd name="connsiteY25" fmla="*/ 257944 h 590770"/>
              <a:gd name="connsiteX26" fmla="*/ 322851 w 591547"/>
              <a:gd name="connsiteY26" fmla="*/ 279580 h 590770"/>
              <a:gd name="connsiteX27" fmla="*/ 247709 w 591547"/>
              <a:gd name="connsiteY27" fmla="*/ 279580 h 590770"/>
              <a:gd name="connsiteX28" fmla="*/ 247709 w 591547"/>
              <a:gd name="connsiteY28" fmla="*/ 203919 h 590770"/>
              <a:gd name="connsiteX29" fmla="*/ 322851 w 591547"/>
              <a:gd name="connsiteY29" fmla="*/ 203919 h 590770"/>
              <a:gd name="connsiteX30" fmla="*/ 322851 w 591547"/>
              <a:gd name="connsiteY30" fmla="*/ 225684 h 590770"/>
              <a:gd name="connsiteX31" fmla="*/ 247709 w 591547"/>
              <a:gd name="connsiteY31" fmla="*/ 225684 h 590770"/>
              <a:gd name="connsiteX32" fmla="*/ 247709 w 591547"/>
              <a:gd name="connsiteY32" fmla="*/ 150672 h 590770"/>
              <a:gd name="connsiteX33" fmla="*/ 322851 w 591547"/>
              <a:gd name="connsiteY33" fmla="*/ 150672 h 590770"/>
              <a:gd name="connsiteX34" fmla="*/ 322851 w 591547"/>
              <a:gd name="connsiteY34" fmla="*/ 171660 h 590770"/>
              <a:gd name="connsiteX35" fmla="*/ 247709 w 591547"/>
              <a:gd name="connsiteY35" fmla="*/ 171660 h 590770"/>
              <a:gd name="connsiteX36" fmla="*/ 355090 w 591547"/>
              <a:gd name="connsiteY36" fmla="*/ 102357 h 590770"/>
              <a:gd name="connsiteX37" fmla="*/ 355090 w 591547"/>
              <a:gd name="connsiteY37" fmla="*/ 373160 h 590770"/>
              <a:gd name="connsiteX38" fmla="*/ 355090 w 591547"/>
              <a:gd name="connsiteY38" fmla="*/ 376384 h 590770"/>
              <a:gd name="connsiteX39" fmla="*/ 355090 w 591547"/>
              <a:gd name="connsiteY39" fmla="*/ 569815 h 590770"/>
              <a:gd name="connsiteX40" fmla="*/ 484213 w 591547"/>
              <a:gd name="connsiteY40" fmla="*/ 569815 h 590770"/>
              <a:gd name="connsiteX41" fmla="*/ 484213 w 591547"/>
              <a:gd name="connsiteY41" fmla="*/ 154744 h 590770"/>
              <a:gd name="connsiteX42" fmla="*/ 333300 w 591547"/>
              <a:gd name="connsiteY42" fmla="*/ 99939 h 590770"/>
              <a:gd name="connsiteX43" fmla="*/ 236458 w 591547"/>
              <a:gd name="connsiteY43" fmla="*/ 125730 h 590770"/>
              <a:gd name="connsiteX44" fmla="*/ 236458 w 591547"/>
              <a:gd name="connsiteY44" fmla="*/ 341728 h 590770"/>
              <a:gd name="connsiteX45" fmla="*/ 333300 w 591547"/>
              <a:gd name="connsiteY45" fmla="*/ 360265 h 590770"/>
              <a:gd name="connsiteX46" fmla="*/ 397862 w 591547"/>
              <a:gd name="connsiteY46" fmla="*/ 21761 h 590770"/>
              <a:gd name="connsiteX47" fmla="*/ 387371 w 591547"/>
              <a:gd name="connsiteY47" fmla="*/ 32238 h 590770"/>
              <a:gd name="connsiteX48" fmla="*/ 397862 w 591547"/>
              <a:gd name="connsiteY48" fmla="*/ 42716 h 590770"/>
              <a:gd name="connsiteX49" fmla="*/ 409160 w 591547"/>
              <a:gd name="connsiteY49" fmla="*/ 32238 h 590770"/>
              <a:gd name="connsiteX50" fmla="*/ 397862 w 591547"/>
              <a:gd name="connsiteY50" fmla="*/ 21761 h 590770"/>
              <a:gd name="connsiteX51" fmla="*/ 397862 w 591547"/>
              <a:gd name="connsiteY51" fmla="*/ 0 h 590770"/>
              <a:gd name="connsiteX52" fmla="*/ 430143 w 591547"/>
              <a:gd name="connsiteY52" fmla="*/ 32238 h 590770"/>
              <a:gd name="connsiteX53" fmla="*/ 409160 w 591547"/>
              <a:gd name="connsiteY53" fmla="*/ 62865 h 590770"/>
              <a:gd name="connsiteX54" fmla="*/ 409160 w 591547"/>
              <a:gd name="connsiteY54" fmla="*/ 100745 h 590770"/>
              <a:gd name="connsiteX55" fmla="*/ 498740 w 591547"/>
              <a:gd name="connsiteY55" fmla="*/ 137819 h 590770"/>
              <a:gd name="connsiteX56" fmla="*/ 506003 w 591547"/>
              <a:gd name="connsiteY56" fmla="*/ 147491 h 590770"/>
              <a:gd name="connsiteX57" fmla="*/ 506003 w 591547"/>
              <a:gd name="connsiteY57" fmla="*/ 569815 h 590770"/>
              <a:gd name="connsiteX58" fmla="*/ 591547 w 591547"/>
              <a:gd name="connsiteY58" fmla="*/ 569815 h 590770"/>
              <a:gd name="connsiteX59" fmla="*/ 591547 w 591547"/>
              <a:gd name="connsiteY59" fmla="*/ 590770 h 590770"/>
              <a:gd name="connsiteX60" fmla="*/ 494705 w 591547"/>
              <a:gd name="connsiteY60" fmla="*/ 590770 h 590770"/>
              <a:gd name="connsiteX61" fmla="*/ 344598 w 591547"/>
              <a:gd name="connsiteY61" fmla="*/ 590770 h 590770"/>
              <a:gd name="connsiteX62" fmla="*/ 193685 w 591547"/>
              <a:gd name="connsiteY62" fmla="*/ 590770 h 590770"/>
              <a:gd name="connsiteX63" fmla="*/ 64562 w 591547"/>
              <a:gd name="connsiteY63" fmla="*/ 590770 h 590770"/>
              <a:gd name="connsiteX64" fmla="*/ 0 w 591547"/>
              <a:gd name="connsiteY64" fmla="*/ 590770 h 590770"/>
              <a:gd name="connsiteX65" fmla="*/ 0 w 591547"/>
              <a:gd name="connsiteY65" fmla="*/ 569815 h 590770"/>
              <a:gd name="connsiteX66" fmla="*/ 54070 w 591547"/>
              <a:gd name="connsiteY66" fmla="*/ 569815 h 590770"/>
              <a:gd name="connsiteX67" fmla="*/ 54070 w 591547"/>
              <a:gd name="connsiteY67" fmla="*/ 373160 h 590770"/>
              <a:gd name="connsiteX68" fmla="*/ 62141 w 591547"/>
              <a:gd name="connsiteY68" fmla="*/ 362683 h 590770"/>
              <a:gd name="connsiteX69" fmla="*/ 191264 w 591547"/>
              <a:gd name="connsiteY69" fmla="*/ 333668 h 590770"/>
              <a:gd name="connsiteX70" fmla="*/ 195299 w 591547"/>
              <a:gd name="connsiteY70" fmla="*/ 333668 h 590770"/>
              <a:gd name="connsiteX71" fmla="*/ 196106 w 591547"/>
              <a:gd name="connsiteY71" fmla="*/ 333668 h 590770"/>
              <a:gd name="connsiteX72" fmla="*/ 215475 w 591547"/>
              <a:gd name="connsiteY72" fmla="*/ 336892 h 590770"/>
              <a:gd name="connsiteX73" fmla="*/ 215475 w 591547"/>
              <a:gd name="connsiteY73" fmla="*/ 116864 h 590770"/>
              <a:gd name="connsiteX74" fmla="*/ 223545 w 591547"/>
              <a:gd name="connsiteY74" fmla="*/ 106387 h 590770"/>
              <a:gd name="connsiteX75" fmla="*/ 341370 w 591547"/>
              <a:gd name="connsiteY75" fmla="*/ 75760 h 590770"/>
              <a:gd name="connsiteX76" fmla="*/ 342984 w 591547"/>
              <a:gd name="connsiteY76" fmla="*/ 75760 h 590770"/>
              <a:gd name="connsiteX77" fmla="*/ 345405 w 591547"/>
              <a:gd name="connsiteY77" fmla="*/ 75760 h 590770"/>
              <a:gd name="connsiteX78" fmla="*/ 347020 w 591547"/>
              <a:gd name="connsiteY78" fmla="*/ 75760 h 590770"/>
              <a:gd name="connsiteX79" fmla="*/ 348634 w 591547"/>
              <a:gd name="connsiteY79" fmla="*/ 75760 h 590770"/>
              <a:gd name="connsiteX80" fmla="*/ 387371 w 591547"/>
              <a:gd name="connsiteY80" fmla="*/ 91879 h 590770"/>
              <a:gd name="connsiteX81" fmla="*/ 387371 w 591547"/>
              <a:gd name="connsiteY81" fmla="*/ 62865 h 590770"/>
              <a:gd name="connsiteX82" fmla="*/ 365581 w 591547"/>
              <a:gd name="connsiteY82" fmla="*/ 32238 h 590770"/>
              <a:gd name="connsiteX83" fmla="*/ 397862 w 591547"/>
              <a:gd name="connsiteY83" fmla="*/ 0 h 59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91547" h="590770">
                <a:moveTo>
                  <a:pt x="86413" y="515758"/>
                </a:moveTo>
                <a:lnTo>
                  <a:pt x="171919" y="515758"/>
                </a:lnTo>
                <a:lnTo>
                  <a:pt x="171919" y="537523"/>
                </a:lnTo>
                <a:lnTo>
                  <a:pt x="86413" y="537523"/>
                </a:lnTo>
                <a:close/>
                <a:moveTo>
                  <a:pt x="86413" y="461733"/>
                </a:moveTo>
                <a:lnTo>
                  <a:pt x="171919" y="461733"/>
                </a:lnTo>
                <a:lnTo>
                  <a:pt x="171919" y="483498"/>
                </a:lnTo>
                <a:lnTo>
                  <a:pt x="86413" y="483498"/>
                </a:lnTo>
                <a:close/>
                <a:moveTo>
                  <a:pt x="86413" y="408616"/>
                </a:moveTo>
                <a:lnTo>
                  <a:pt x="171919" y="408616"/>
                </a:lnTo>
                <a:lnTo>
                  <a:pt x="171919" y="429474"/>
                </a:lnTo>
                <a:lnTo>
                  <a:pt x="86413" y="429474"/>
                </a:lnTo>
                <a:close/>
                <a:moveTo>
                  <a:pt x="204177" y="357041"/>
                </a:moveTo>
                <a:lnTo>
                  <a:pt x="204177" y="569815"/>
                </a:lnTo>
                <a:lnTo>
                  <a:pt x="333300" y="569815"/>
                </a:lnTo>
                <a:lnTo>
                  <a:pt x="333300" y="382026"/>
                </a:lnTo>
                <a:close/>
                <a:moveTo>
                  <a:pt x="183194" y="357041"/>
                </a:moveTo>
                <a:lnTo>
                  <a:pt x="75053" y="382026"/>
                </a:lnTo>
                <a:lnTo>
                  <a:pt x="75053" y="569815"/>
                </a:lnTo>
                <a:lnTo>
                  <a:pt x="183194" y="569815"/>
                </a:lnTo>
                <a:close/>
                <a:moveTo>
                  <a:pt x="247709" y="311838"/>
                </a:moveTo>
                <a:lnTo>
                  <a:pt x="322851" y="311838"/>
                </a:lnTo>
                <a:lnTo>
                  <a:pt x="322851" y="332826"/>
                </a:lnTo>
                <a:lnTo>
                  <a:pt x="247709" y="332826"/>
                </a:lnTo>
                <a:close/>
                <a:moveTo>
                  <a:pt x="247709" y="257944"/>
                </a:moveTo>
                <a:lnTo>
                  <a:pt x="322851" y="257944"/>
                </a:lnTo>
                <a:lnTo>
                  <a:pt x="322851" y="279580"/>
                </a:lnTo>
                <a:lnTo>
                  <a:pt x="247709" y="279580"/>
                </a:lnTo>
                <a:close/>
                <a:moveTo>
                  <a:pt x="247709" y="203919"/>
                </a:moveTo>
                <a:lnTo>
                  <a:pt x="322851" y="203919"/>
                </a:lnTo>
                <a:lnTo>
                  <a:pt x="322851" y="225684"/>
                </a:lnTo>
                <a:lnTo>
                  <a:pt x="247709" y="225684"/>
                </a:lnTo>
                <a:close/>
                <a:moveTo>
                  <a:pt x="247709" y="150672"/>
                </a:moveTo>
                <a:lnTo>
                  <a:pt x="322851" y="150672"/>
                </a:lnTo>
                <a:lnTo>
                  <a:pt x="322851" y="171660"/>
                </a:lnTo>
                <a:lnTo>
                  <a:pt x="247709" y="171660"/>
                </a:lnTo>
                <a:close/>
                <a:moveTo>
                  <a:pt x="355090" y="102357"/>
                </a:moveTo>
                <a:lnTo>
                  <a:pt x="355090" y="373160"/>
                </a:lnTo>
                <a:lnTo>
                  <a:pt x="355090" y="376384"/>
                </a:lnTo>
                <a:lnTo>
                  <a:pt x="355090" y="569815"/>
                </a:lnTo>
                <a:lnTo>
                  <a:pt x="484213" y="569815"/>
                </a:lnTo>
                <a:lnTo>
                  <a:pt x="484213" y="154744"/>
                </a:lnTo>
                <a:close/>
                <a:moveTo>
                  <a:pt x="333300" y="99939"/>
                </a:moveTo>
                <a:lnTo>
                  <a:pt x="236458" y="125730"/>
                </a:lnTo>
                <a:lnTo>
                  <a:pt x="236458" y="341728"/>
                </a:lnTo>
                <a:lnTo>
                  <a:pt x="333300" y="360265"/>
                </a:lnTo>
                <a:close/>
                <a:moveTo>
                  <a:pt x="397862" y="21761"/>
                </a:moveTo>
                <a:cubicBezTo>
                  <a:pt x="392213" y="21761"/>
                  <a:pt x="387371" y="26596"/>
                  <a:pt x="387371" y="32238"/>
                </a:cubicBezTo>
                <a:cubicBezTo>
                  <a:pt x="387371" y="37880"/>
                  <a:pt x="392213" y="42716"/>
                  <a:pt x="397862" y="42716"/>
                </a:cubicBezTo>
                <a:cubicBezTo>
                  <a:pt x="404318" y="42716"/>
                  <a:pt x="409160" y="37880"/>
                  <a:pt x="409160" y="32238"/>
                </a:cubicBezTo>
                <a:cubicBezTo>
                  <a:pt x="409160" y="26596"/>
                  <a:pt x="404318" y="21761"/>
                  <a:pt x="397862" y="21761"/>
                </a:cubicBezTo>
                <a:close/>
                <a:moveTo>
                  <a:pt x="397862" y="0"/>
                </a:moveTo>
                <a:cubicBezTo>
                  <a:pt x="415616" y="0"/>
                  <a:pt x="430143" y="14507"/>
                  <a:pt x="430143" y="32238"/>
                </a:cubicBezTo>
                <a:cubicBezTo>
                  <a:pt x="430143" y="45940"/>
                  <a:pt x="421266" y="58029"/>
                  <a:pt x="409160" y="62865"/>
                </a:cubicBezTo>
                <a:lnTo>
                  <a:pt x="409160" y="100745"/>
                </a:lnTo>
                <a:lnTo>
                  <a:pt x="498740" y="137819"/>
                </a:lnTo>
                <a:cubicBezTo>
                  <a:pt x="502775" y="139431"/>
                  <a:pt x="506003" y="143461"/>
                  <a:pt x="506003" y="147491"/>
                </a:cubicBezTo>
                <a:lnTo>
                  <a:pt x="506003" y="569815"/>
                </a:lnTo>
                <a:lnTo>
                  <a:pt x="591547" y="569815"/>
                </a:lnTo>
                <a:lnTo>
                  <a:pt x="591547" y="590770"/>
                </a:lnTo>
                <a:lnTo>
                  <a:pt x="494705" y="590770"/>
                </a:lnTo>
                <a:lnTo>
                  <a:pt x="344598" y="590770"/>
                </a:lnTo>
                <a:lnTo>
                  <a:pt x="193685" y="590770"/>
                </a:lnTo>
                <a:lnTo>
                  <a:pt x="64562" y="590770"/>
                </a:lnTo>
                <a:lnTo>
                  <a:pt x="0" y="590770"/>
                </a:lnTo>
                <a:lnTo>
                  <a:pt x="0" y="569815"/>
                </a:lnTo>
                <a:lnTo>
                  <a:pt x="54070" y="569815"/>
                </a:lnTo>
                <a:lnTo>
                  <a:pt x="54070" y="373160"/>
                </a:lnTo>
                <a:cubicBezTo>
                  <a:pt x="54070" y="368324"/>
                  <a:pt x="57298" y="364294"/>
                  <a:pt x="62141" y="362683"/>
                </a:cubicBezTo>
                <a:lnTo>
                  <a:pt x="191264" y="333668"/>
                </a:lnTo>
                <a:cubicBezTo>
                  <a:pt x="192878" y="332862"/>
                  <a:pt x="194492" y="332862"/>
                  <a:pt x="195299" y="333668"/>
                </a:cubicBezTo>
                <a:cubicBezTo>
                  <a:pt x="196106" y="333668"/>
                  <a:pt x="196106" y="333668"/>
                  <a:pt x="196106" y="333668"/>
                </a:cubicBezTo>
                <a:lnTo>
                  <a:pt x="215475" y="336892"/>
                </a:lnTo>
                <a:lnTo>
                  <a:pt x="215475" y="116864"/>
                </a:lnTo>
                <a:cubicBezTo>
                  <a:pt x="215475" y="112028"/>
                  <a:pt x="218703" y="107999"/>
                  <a:pt x="223545" y="106387"/>
                </a:cubicBezTo>
                <a:lnTo>
                  <a:pt x="341370" y="75760"/>
                </a:lnTo>
                <a:cubicBezTo>
                  <a:pt x="342177" y="75760"/>
                  <a:pt x="342177" y="75760"/>
                  <a:pt x="342984" y="75760"/>
                </a:cubicBezTo>
                <a:cubicBezTo>
                  <a:pt x="343791" y="75760"/>
                  <a:pt x="344598" y="74954"/>
                  <a:pt x="345405" y="75760"/>
                </a:cubicBezTo>
                <a:cubicBezTo>
                  <a:pt x="346213" y="75760"/>
                  <a:pt x="347020" y="75760"/>
                  <a:pt x="347020" y="75760"/>
                </a:cubicBezTo>
                <a:cubicBezTo>
                  <a:pt x="347827" y="75760"/>
                  <a:pt x="347827" y="75760"/>
                  <a:pt x="348634" y="75760"/>
                </a:cubicBezTo>
                <a:lnTo>
                  <a:pt x="387371" y="91879"/>
                </a:lnTo>
                <a:lnTo>
                  <a:pt x="387371" y="62865"/>
                </a:lnTo>
                <a:cubicBezTo>
                  <a:pt x="375265" y="58029"/>
                  <a:pt x="365581" y="45940"/>
                  <a:pt x="365581" y="32238"/>
                </a:cubicBezTo>
                <a:cubicBezTo>
                  <a:pt x="365581" y="14507"/>
                  <a:pt x="380107" y="0"/>
                  <a:pt x="39786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2" name="椭圆 10"/>
          <p:cNvSpPr/>
          <p:nvPr/>
        </p:nvSpPr>
        <p:spPr>
          <a:xfrm>
            <a:off x="4640791" y="3696079"/>
            <a:ext cx="501652" cy="500894"/>
          </a:xfrm>
          <a:custGeom>
            <a:avLst/>
            <a:gdLst>
              <a:gd name="connsiteX0" fmla="*/ 303775 w 607639"/>
              <a:gd name="connsiteY0" fmla="*/ 525007 h 606722"/>
              <a:gd name="connsiteX1" fmla="*/ 315710 w 607639"/>
              <a:gd name="connsiteY1" fmla="*/ 536902 h 606722"/>
              <a:gd name="connsiteX2" fmla="*/ 315710 w 607639"/>
              <a:gd name="connsiteY2" fmla="*/ 552347 h 606722"/>
              <a:gd name="connsiteX3" fmla="*/ 303775 w 607639"/>
              <a:gd name="connsiteY3" fmla="*/ 564241 h 606722"/>
              <a:gd name="connsiteX4" fmla="*/ 291929 w 607639"/>
              <a:gd name="connsiteY4" fmla="*/ 552347 h 606722"/>
              <a:gd name="connsiteX5" fmla="*/ 291929 w 607639"/>
              <a:gd name="connsiteY5" fmla="*/ 536902 h 606722"/>
              <a:gd name="connsiteX6" fmla="*/ 303775 w 607639"/>
              <a:gd name="connsiteY6" fmla="*/ 525007 h 606722"/>
              <a:gd name="connsiteX7" fmla="*/ 429885 w 607639"/>
              <a:gd name="connsiteY7" fmla="*/ 509483 h 606722"/>
              <a:gd name="connsiteX8" fmla="*/ 441811 w 607639"/>
              <a:gd name="connsiteY8" fmla="*/ 521409 h 606722"/>
              <a:gd name="connsiteX9" fmla="*/ 429885 w 607639"/>
              <a:gd name="connsiteY9" fmla="*/ 533335 h 606722"/>
              <a:gd name="connsiteX10" fmla="*/ 417959 w 607639"/>
              <a:gd name="connsiteY10" fmla="*/ 521409 h 606722"/>
              <a:gd name="connsiteX11" fmla="*/ 429885 w 607639"/>
              <a:gd name="connsiteY11" fmla="*/ 509483 h 606722"/>
              <a:gd name="connsiteX12" fmla="*/ 177720 w 607639"/>
              <a:gd name="connsiteY12" fmla="*/ 509483 h 606722"/>
              <a:gd name="connsiteX13" fmla="*/ 189611 w 607639"/>
              <a:gd name="connsiteY13" fmla="*/ 521409 h 606722"/>
              <a:gd name="connsiteX14" fmla="*/ 177720 w 607639"/>
              <a:gd name="connsiteY14" fmla="*/ 533335 h 606722"/>
              <a:gd name="connsiteX15" fmla="*/ 165829 w 607639"/>
              <a:gd name="connsiteY15" fmla="*/ 521409 h 606722"/>
              <a:gd name="connsiteX16" fmla="*/ 177720 w 607639"/>
              <a:gd name="connsiteY16" fmla="*/ 509483 h 606722"/>
              <a:gd name="connsiteX17" fmla="*/ 522185 w 607639"/>
              <a:gd name="connsiteY17" fmla="*/ 417324 h 606722"/>
              <a:gd name="connsiteX18" fmla="*/ 534111 w 607639"/>
              <a:gd name="connsiteY18" fmla="*/ 429250 h 606722"/>
              <a:gd name="connsiteX19" fmla="*/ 522185 w 607639"/>
              <a:gd name="connsiteY19" fmla="*/ 441176 h 606722"/>
              <a:gd name="connsiteX20" fmla="*/ 510259 w 607639"/>
              <a:gd name="connsiteY20" fmla="*/ 429250 h 606722"/>
              <a:gd name="connsiteX21" fmla="*/ 522185 w 607639"/>
              <a:gd name="connsiteY21" fmla="*/ 417324 h 606722"/>
              <a:gd name="connsiteX22" fmla="*/ 85420 w 607639"/>
              <a:gd name="connsiteY22" fmla="*/ 417324 h 606722"/>
              <a:gd name="connsiteX23" fmla="*/ 97311 w 607639"/>
              <a:gd name="connsiteY23" fmla="*/ 429250 h 606722"/>
              <a:gd name="connsiteX24" fmla="*/ 85420 w 607639"/>
              <a:gd name="connsiteY24" fmla="*/ 441176 h 606722"/>
              <a:gd name="connsiteX25" fmla="*/ 73529 w 607639"/>
              <a:gd name="connsiteY25" fmla="*/ 429250 h 606722"/>
              <a:gd name="connsiteX26" fmla="*/ 85420 w 607639"/>
              <a:gd name="connsiteY26" fmla="*/ 417324 h 606722"/>
              <a:gd name="connsiteX27" fmla="*/ 537643 w 607639"/>
              <a:gd name="connsiteY27" fmla="*/ 291506 h 606722"/>
              <a:gd name="connsiteX28" fmla="*/ 555628 w 607639"/>
              <a:gd name="connsiteY28" fmla="*/ 291506 h 606722"/>
              <a:gd name="connsiteX29" fmla="*/ 567558 w 607639"/>
              <a:gd name="connsiteY29" fmla="*/ 303316 h 606722"/>
              <a:gd name="connsiteX30" fmla="*/ 555628 w 607639"/>
              <a:gd name="connsiteY30" fmla="*/ 315216 h 606722"/>
              <a:gd name="connsiteX31" fmla="*/ 537643 w 607639"/>
              <a:gd name="connsiteY31" fmla="*/ 315216 h 606722"/>
              <a:gd name="connsiteX32" fmla="*/ 525713 w 607639"/>
              <a:gd name="connsiteY32" fmla="*/ 303316 h 606722"/>
              <a:gd name="connsiteX33" fmla="*/ 537643 w 607639"/>
              <a:gd name="connsiteY33" fmla="*/ 291506 h 606722"/>
              <a:gd name="connsiteX34" fmla="*/ 51991 w 607639"/>
              <a:gd name="connsiteY34" fmla="*/ 291506 h 606722"/>
              <a:gd name="connsiteX35" fmla="*/ 69946 w 607639"/>
              <a:gd name="connsiteY35" fmla="*/ 291506 h 606722"/>
              <a:gd name="connsiteX36" fmla="*/ 81856 w 607639"/>
              <a:gd name="connsiteY36" fmla="*/ 303316 h 606722"/>
              <a:gd name="connsiteX37" fmla="*/ 69946 w 607639"/>
              <a:gd name="connsiteY37" fmla="*/ 315216 h 606722"/>
              <a:gd name="connsiteX38" fmla="*/ 51991 w 607639"/>
              <a:gd name="connsiteY38" fmla="*/ 315216 h 606722"/>
              <a:gd name="connsiteX39" fmla="*/ 40081 w 607639"/>
              <a:gd name="connsiteY39" fmla="*/ 303316 h 606722"/>
              <a:gd name="connsiteX40" fmla="*/ 51991 w 607639"/>
              <a:gd name="connsiteY40" fmla="*/ 291506 h 606722"/>
              <a:gd name="connsiteX41" fmla="*/ 412608 w 607639"/>
              <a:gd name="connsiteY41" fmla="*/ 222096 h 606722"/>
              <a:gd name="connsiteX42" fmla="*/ 345491 w 607639"/>
              <a:gd name="connsiteY42" fmla="*/ 334245 h 606722"/>
              <a:gd name="connsiteX43" fmla="*/ 412608 w 607639"/>
              <a:gd name="connsiteY43" fmla="*/ 334245 h 606722"/>
              <a:gd name="connsiteX44" fmla="*/ 427651 w 607639"/>
              <a:gd name="connsiteY44" fmla="*/ 167533 h 606722"/>
              <a:gd name="connsiteX45" fmla="*/ 436375 w 607639"/>
              <a:gd name="connsiteY45" fmla="*/ 178996 h 606722"/>
              <a:gd name="connsiteX46" fmla="*/ 436375 w 607639"/>
              <a:gd name="connsiteY46" fmla="*/ 334245 h 606722"/>
              <a:gd name="connsiteX47" fmla="*/ 469399 w 607639"/>
              <a:gd name="connsiteY47" fmla="*/ 334245 h 606722"/>
              <a:gd name="connsiteX48" fmla="*/ 481327 w 607639"/>
              <a:gd name="connsiteY48" fmla="*/ 346153 h 606722"/>
              <a:gd name="connsiteX49" fmla="*/ 469399 w 607639"/>
              <a:gd name="connsiteY49" fmla="*/ 357973 h 606722"/>
              <a:gd name="connsiteX50" fmla="*/ 436375 w 607639"/>
              <a:gd name="connsiteY50" fmla="*/ 357973 h 606722"/>
              <a:gd name="connsiteX51" fmla="*/ 436375 w 607639"/>
              <a:gd name="connsiteY51" fmla="*/ 427733 h 606722"/>
              <a:gd name="connsiteX52" fmla="*/ 424536 w 607639"/>
              <a:gd name="connsiteY52" fmla="*/ 439552 h 606722"/>
              <a:gd name="connsiteX53" fmla="*/ 412608 w 607639"/>
              <a:gd name="connsiteY53" fmla="*/ 427733 h 606722"/>
              <a:gd name="connsiteX54" fmla="*/ 412608 w 607639"/>
              <a:gd name="connsiteY54" fmla="*/ 357973 h 606722"/>
              <a:gd name="connsiteX55" fmla="*/ 324573 w 607639"/>
              <a:gd name="connsiteY55" fmla="*/ 357973 h 606722"/>
              <a:gd name="connsiteX56" fmla="*/ 314158 w 607639"/>
              <a:gd name="connsiteY56" fmla="*/ 352019 h 606722"/>
              <a:gd name="connsiteX57" fmla="*/ 314336 w 607639"/>
              <a:gd name="connsiteY57" fmla="*/ 340022 h 606722"/>
              <a:gd name="connsiteX58" fmla="*/ 414299 w 607639"/>
              <a:gd name="connsiteY58" fmla="*/ 172953 h 606722"/>
              <a:gd name="connsiteX59" fmla="*/ 427651 w 607639"/>
              <a:gd name="connsiteY59" fmla="*/ 167533 h 606722"/>
              <a:gd name="connsiteX60" fmla="*/ 216270 w 607639"/>
              <a:gd name="connsiteY60" fmla="*/ 167099 h 606722"/>
              <a:gd name="connsiteX61" fmla="*/ 290518 w 607639"/>
              <a:gd name="connsiteY61" fmla="*/ 241210 h 606722"/>
              <a:gd name="connsiteX62" fmla="*/ 242978 w 607639"/>
              <a:gd name="connsiteY62" fmla="*/ 355754 h 606722"/>
              <a:gd name="connsiteX63" fmla="*/ 182707 w 607639"/>
              <a:gd name="connsiteY63" fmla="*/ 415825 h 606722"/>
              <a:gd name="connsiteX64" fmla="*/ 278588 w 607639"/>
              <a:gd name="connsiteY64" fmla="*/ 415825 h 606722"/>
              <a:gd name="connsiteX65" fmla="*/ 290518 w 607639"/>
              <a:gd name="connsiteY65" fmla="*/ 427734 h 606722"/>
              <a:gd name="connsiteX66" fmla="*/ 278588 w 607639"/>
              <a:gd name="connsiteY66" fmla="*/ 439552 h 606722"/>
              <a:gd name="connsiteX67" fmla="*/ 154040 w 607639"/>
              <a:gd name="connsiteY67" fmla="*/ 439552 h 606722"/>
              <a:gd name="connsiteX68" fmla="*/ 143001 w 607639"/>
              <a:gd name="connsiteY68" fmla="*/ 432265 h 606722"/>
              <a:gd name="connsiteX69" fmla="*/ 145582 w 607639"/>
              <a:gd name="connsiteY69" fmla="*/ 419292 h 606722"/>
              <a:gd name="connsiteX70" fmla="*/ 226152 w 607639"/>
              <a:gd name="connsiteY70" fmla="*/ 338959 h 606722"/>
              <a:gd name="connsiteX71" fmla="*/ 266659 w 607639"/>
              <a:gd name="connsiteY71" fmla="*/ 241210 h 606722"/>
              <a:gd name="connsiteX72" fmla="*/ 216270 w 607639"/>
              <a:gd name="connsiteY72" fmla="*/ 190914 h 606722"/>
              <a:gd name="connsiteX73" fmla="*/ 165880 w 607639"/>
              <a:gd name="connsiteY73" fmla="*/ 241210 h 606722"/>
              <a:gd name="connsiteX74" fmla="*/ 154040 w 607639"/>
              <a:gd name="connsiteY74" fmla="*/ 253029 h 606722"/>
              <a:gd name="connsiteX75" fmla="*/ 142110 w 607639"/>
              <a:gd name="connsiteY75" fmla="*/ 241210 h 606722"/>
              <a:gd name="connsiteX76" fmla="*/ 216270 w 607639"/>
              <a:gd name="connsiteY76" fmla="*/ 167099 h 606722"/>
              <a:gd name="connsiteX77" fmla="*/ 522185 w 607639"/>
              <a:gd name="connsiteY77" fmla="*/ 165547 h 606722"/>
              <a:gd name="connsiteX78" fmla="*/ 534111 w 607639"/>
              <a:gd name="connsiteY78" fmla="*/ 177438 h 606722"/>
              <a:gd name="connsiteX79" fmla="*/ 522185 w 607639"/>
              <a:gd name="connsiteY79" fmla="*/ 189329 h 606722"/>
              <a:gd name="connsiteX80" fmla="*/ 510259 w 607639"/>
              <a:gd name="connsiteY80" fmla="*/ 177438 h 606722"/>
              <a:gd name="connsiteX81" fmla="*/ 522185 w 607639"/>
              <a:gd name="connsiteY81" fmla="*/ 165547 h 606722"/>
              <a:gd name="connsiteX82" fmla="*/ 85420 w 607639"/>
              <a:gd name="connsiteY82" fmla="*/ 165547 h 606722"/>
              <a:gd name="connsiteX83" fmla="*/ 97311 w 607639"/>
              <a:gd name="connsiteY83" fmla="*/ 177438 h 606722"/>
              <a:gd name="connsiteX84" fmla="*/ 85420 w 607639"/>
              <a:gd name="connsiteY84" fmla="*/ 189329 h 606722"/>
              <a:gd name="connsiteX85" fmla="*/ 73529 w 607639"/>
              <a:gd name="connsiteY85" fmla="*/ 177438 h 606722"/>
              <a:gd name="connsiteX86" fmla="*/ 85420 w 607639"/>
              <a:gd name="connsiteY86" fmla="*/ 165547 h 606722"/>
              <a:gd name="connsiteX87" fmla="*/ 429885 w 607639"/>
              <a:gd name="connsiteY87" fmla="*/ 73388 h 606722"/>
              <a:gd name="connsiteX88" fmla="*/ 441811 w 607639"/>
              <a:gd name="connsiteY88" fmla="*/ 85279 h 606722"/>
              <a:gd name="connsiteX89" fmla="*/ 429885 w 607639"/>
              <a:gd name="connsiteY89" fmla="*/ 97170 h 606722"/>
              <a:gd name="connsiteX90" fmla="*/ 417959 w 607639"/>
              <a:gd name="connsiteY90" fmla="*/ 85279 h 606722"/>
              <a:gd name="connsiteX91" fmla="*/ 429885 w 607639"/>
              <a:gd name="connsiteY91" fmla="*/ 73388 h 606722"/>
              <a:gd name="connsiteX92" fmla="*/ 177720 w 607639"/>
              <a:gd name="connsiteY92" fmla="*/ 73388 h 606722"/>
              <a:gd name="connsiteX93" fmla="*/ 189611 w 607639"/>
              <a:gd name="connsiteY93" fmla="*/ 85279 h 606722"/>
              <a:gd name="connsiteX94" fmla="*/ 177720 w 607639"/>
              <a:gd name="connsiteY94" fmla="*/ 97170 h 606722"/>
              <a:gd name="connsiteX95" fmla="*/ 165829 w 607639"/>
              <a:gd name="connsiteY95" fmla="*/ 85279 h 606722"/>
              <a:gd name="connsiteX96" fmla="*/ 177720 w 607639"/>
              <a:gd name="connsiteY96" fmla="*/ 73388 h 606722"/>
              <a:gd name="connsiteX97" fmla="*/ 303775 w 607639"/>
              <a:gd name="connsiteY97" fmla="*/ 42480 h 606722"/>
              <a:gd name="connsiteX98" fmla="*/ 315710 w 607639"/>
              <a:gd name="connsiteY98" fmla="*/ 54396 h 606722"/>
              <a:gd name="connsiteX99" fmla="*/ 315710 w 607639"/>
              <a:gd name="connsiteY99" fmla="*/ 69869 h 606722"/>
              <a:gd name="connsiteX100" fmla="*/ 303775 w 607639"/>
              <a:gd name="connsiteY100" fmla="*/ 81785 h 606722"/>
              <a:gd name="connsiteX101" fmla="*/ 291929 w 607639"/>
              <a:gd name="connsiteY101" fmla="*/ 69869 h 606722"/>
              <a:gd name="connsiteX102" fmla="*/ 291929 w 607639"/>
              <a:gd name="connsiteY102" fmla="*/ 54396 h 606722"/>
              <a:gd name="connsiteX103" fmla="*/ 303775 w 607639"/>
              <a:gd name="connsiteY103" fmla="*/ 42480 h 606722"/>
              <a:gd name="connsiteX104" fmla="*/ 303775 w 607639"/>
              <a:gd name="connsiteY104" fmla="*/ 0 h 606722"/>
              <a:gd name="connsiteX105" fmla="*/ 537058 w 607639"/>
              <a:gd name="connsiteY105" fmla="*/ 108956 h 606722"/>
              <a:gd name="connsiteX106" fmla="*/ 537058 w 607639"/>
              <a:gd name="connsiteY106" fmla="*/ 93048 h 606722"/>
              <a:gd name="connsiteX107" fmla="*/ 548895 w 607639"/>
              <a:gd name="connsiteY107" fmla="*/ 81139 h 606722"/>
              <a:gd name="connsiteX108" fmla="*/ 560822 w 607639"/>
              <a:gd name="connsiteY108" fmla="*/ 93048 h 606722"/>
              <a:gd name="connsiteX109" fmla="*/ 560822 w 607639"/>
              <a:gd name="connsiteY109" fmla="*/ 138994 h 606722"/>
              <a:gd name="connsiteX110" fmla="*/ 548895 w 607639"/>
              <a:gd name="connsiteY110" fmla="*/ 150903 h 606722"/>
              <a:gd name="connsiteX111" fmla="*/ 502880 w 607639"/>
              <a:gd name="connsiteY111" fmla="*/ 150903 h 606722"/>
              <a:gd name="connsiteX112" fmla="*/ 490953 w 607639"/>
              <a:gd name="connsiteY112" fmla="*/ 138994 h 606722"/>
              <a:gd name="connsiteX113" fmla="*/ 502880 w 607639"/>
              <a:gd name="connsiteY113" fmla="*/ 127174 h 606722"/>
              <a:gd name="connsiteX114" fmla="*/ 521126 w 607639"/>
              <a:gd name="connsiteY114" fmla="*/ 127174 h 606722"/>
              <a:gd name="connsiteX115" fmla="*/ 303775 w 607639"/>
              <a:gd name="connsiteY115" fmla="*/ 23728 h 606722"/>
              <a:gd name="connsiteX116" fmla="*/ 23764 w 607639"/>
              <a:gd name="connsiteY116" fmla="*/ 303316 h 606722"/>
              <a:gd name="connsiteX117" fmla="*/ 303775 w 607639"/>
              <a:gd name="connsiteY117" fmla="*/ 582905 h 606722"/>
              <a:gd name="connsiteX118" fmla="*/ 583786 w 607639"/>
              <a:gd name="connsiteY118" fmla="*/ 303316 h 606722"/>
              <a:gd name="connsiteX119" fmla="*/ 573906 w 607639"/>
              <a:gd name="connsiteY119" fmla="*/ 229376 h 606722"/>
              <a:gd name="connsiteX120" fmla="*/ 582273 w 607639"/>
              <a:gd name="connsiteY120" fmla="*/ 214801 h 606722"/>
              <a:gd name="connsiteX121" fmla="*/ 596869 w 607639"/>
              <a:gd name="connsiteY121" fmla="*/ 223066 h 606722"/>
              <a:gd name="connsiteX122" fmla="*/ 607639 w 607639"/>
              <a:gd name="connsiteY122" fmla="*/ 303316 h 606722"/>
              <a:gd name="connsiteX123" fmla="*/ 303775 w 607639"/>
              <a:gd name="connsiteY123" fmla="*/ 606722 h 606722"/>
              <a:gd name="connsiteX124" fmla="*/ 0 w 607639"/>
              <a:gd name="connsiteY124" fmla="*/ 303316 h 606722"/>
              <a:gd name="connsiteX125" fmla="*/ 303775 w 607639"/>
              <a:gd name="connsiteY125"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07639" h="606722">
                <a:moveTo>
                  <a:pt x="303775" y="525007"/>
                </a:moveTo>
                <a:cubicBezTo>
                  <a:pt x="310366" y="525007"/>
                  <a:pt x="315710" y="530333"/>
                  <a:pt x="315710" y="536902"/>
                </a:cubicBezTo>
                <a:lnTo>
                  <a:pt x="315710" y="552347"/>
                </a:lnTo>
                <a:cubicBezTo>
                  <a:pt x="315710" y="558915"/>
                  <a:pt x="310366" y="564241"/>
                  <a:pt x="303775" y="564241"/>
                </a:cubicBezTo>
                <a:cubicBezTo>
                  <a:pt x="297184" y="564241"/>
                  <a:pt x="291929" y="558915"/>
                  <a:pt x="291929" y="552347"/>
                </a:cubicBezTo>
                <a:lnTo>
                  <a:pt x="291929" y="536902"/>
                </a:lnTo>
                <a:cubicBezTo>
                  <a:pt x="291929" y="530333"/>
                  <a:pt x="297184" y="525007"/>
                  <a:pt x="303775" y="525007"/>
                </a:cubicBezTo>
                <a:close/>
                <a:moveTo>
                  <a:pt x="429885" y="509483"/>
                </a:moveTo>
                <a:cubicBezTo>
                  <a:pt x="436472" y="509483"/>
                  <a:pt x="441811" y="514822"/>
                  <a:pt x="441811" y="521409"/>
                </a:cubicBezTo>
                <a:cubicBezTo>
                  <a:pt x="441811" y="527996"/>
                  <a:pt x="436472" y="533335"/>
                  <a:pt x="429885" y="533335"/>
                </a:cubicBezTo>
                <a:cubicBezTo>
                  <a:pt x="423298" y="533335"/>
                  <a:pt x="417959" y="527996"/>
                  <a:pt x="417959" y="521409"/>
                </a:cubicBezTo>
                <a:cubicBezTo>
                  <a:pt x="417959" y="514822"/>
                  <a:pt x="423298" y="509483"/>
                  <a:pt x="429885" y="509483"/>
                </a:cubicBezTo>
                <a:close/>
                <a:moveTo>
                  <a:pt x="177720" y="509483"/>
                </a:moveTo>
                <a:cubicBezTo>
                  <a:pt x="184287" y="509483"/>
                  <a:pt x="189611" y="514822"/>
                  <a:pt x="189611" y="521409"/>
                </a:cubicBezTo>
                <a:cubicBezTo>
                  <a:pt x="189611" y="527996"/>
                  <a:pt x="184287" y="533335"/>
                  <a:pt x="177720" y="533335"/>
                </a:cubicBezTo>
                <a:cubicBezTo>
                  <a:pt x="171153" y="533335"/>
                  <a:pt x="165829" y="527996"/>
                  <a:pt x="165829" y="521409"/>
                </a:cubicBezTo>
                <a:cubicBezTo>
                  <a:pt x="165829" y="514822"/>
                  <a:pt x="171153" y="509483"/>
                  <a:pt x="177720" y="509483"/>
                </a:cubicBezTo>
                <a:close/>
                <a:moveTo>
                  <a:pt x="522185" y="417324"/>
                </a:moveTo>
                <a:cubicBezTo>
                  <a:pt x="528772" y="417324"/>
                  <a:pt x="534111" y="422663"/>
                  <a:pt x="534111" y="429250"/>
                </a:cubicBezTo>
                <a:cubicBezTo>
                  <a:pt x="534111" y="435837"/>
                  <a:pt x="528772" y="441176"/>
                  <a:pt x="522185" y="441176"/>
                </a:cubicBezTo>
                <a:cubicBezTo>
                  <a:pt x="515598" y="441176"/>
                  <a:pt x="510259" y="435837"/>
                  <a:pt x="510259" y="429250"/>
                </a:cubicBezTo>
                <a:cubicBezTo>
                  <a:pt x="510259" y="422663"/>
                  <a:pt x="515598" y="417324"/>
                  <a:pt x="522185" y="417324"/>
                </a:cubicBezTo>
                <a:close/>
                <a:moveTo>
                  <a:pt x="85420" y="417324"/>
                </a:moveTo>
                <a:cubicBezTo>
                  <a:pt x="91987" y="417324"/>
                  <a:pt x="97311" y="422663"/>
                  <a:pt x="97311" y="429250"/>
                </a:cubicBezTo>
                <a:cubicBezTo>
                  <a:pt x="97311" y="435837"/>
                  <a:pt x="91987" y="441176"/>
                  <a:pt x="85420" y="441176"/>
                </a:cubicBezTo>
                <a:cubicBezTo>
                  <a:pt x="78853" y="441176"/>
                  <a:pt x="73529" y="435837"/>
                  <a:pt x="73529" y="429250"/>
                </a:cubicBezTo>
                <a:cubicBezTo>
                  <a:pt x="73529" y="422663"/>
                  <a:pt x="78853" y="417324"/>
                  <a:pt x="85420" y="417324"/>
                </a:cubicBezTo>
                <a:close/>
                <a:moveTo>
                  <a:pt x="537643" y="291506"/>
                </a:moveTo>
                <a:lnTo>
                  <a:pt x="555628" y="291506"/>
                </a:lnTo>
                <a:cubicBezTo>
                  <a:pt x="562216" y="291506"/>
                  <a:pt x="567558" y="296745"/>
                  <a:pt x="567558" y="303316"/>
                </a:cubicBezTo>
                <a:cubicBezTo>
                  <a:pt x="567558" y="309888"/>
                  <a:pt x="562216" y="315216"/>
                  <a:pt x="555628" y="315216"/>
                </a:cubicBezTo>
                <a:lnTo>
                  <a:pt x="537643" y="315216"/>
                </a:lnTo>
                <a:cubicBezTo>
                  <a:pt x="531055" y="315216"/>
                  <a:pt x="525713" y="309888"/>
                  <a:pt x="525713" y="303316"/>
                </a:cubicBezTo>
                <a:cubicBezTo>
                  <a:pt x="525713" y="296745"/>
                  <a:pt x="531055" y="291506"/>
                  <a:pt x="537643" y="291506"/>
                </a:cubicBezTo>
                <a:close/>
                <a:moveTo>
                  <a:pt x="51991" y="291506"/>
                </a:moveTo>
                <a:lnTo>
                  <a:pt x="69946" y="291506"/>
                </a:lnTo>
                <a:cubicBezTo>
                  <a:pt x="76523" y="291506"/>
                  <a:pt x="81856" y="296745"/>
                  <a:pt x="81856" y="303316"/>
                </a:cubicBezTo>
                <a:cubicBezTo>
                  <a:pt x="81856" y="309888"/>
                  <a:pt x="76523" y="315216"/>
                  <a:pt x="69946" y="315216"/>
                </a:cubicBezTo>
                <a:lnTo>
                  <a:pt x="51991" y="315216"/>
                </a:lnTo>
                <a:cubicBezTo>
                  <a:pt x="45414" y="315216"/>
                  <a:pt x="40081" y="309888"/>
                  <a:pt x="40081" y="303316"/>
                </a:cubicBezTo>
                <a:cubicBezTo>
                  <a:pt x="40081" y="296745"/>
                  <a:pt x="45414" y="291506"/>
                  <a:pt x="51991" y="291506"/>
                </a:cubicBezTo>
                <a:close/>
                <a:moveTo>
                  <a:pt x="412608" y="222096"/>
                </a:moveTo>
                <a:lnTo>
                  <a:pt x="345491" y="334245"/>
                </a:lnTo>
                <a:lnTo>
                  <a:pt x="412608" y="334245"/>
                </a:lnTo>
                <a:close/>
                <a:moveTo>
                  <a:pt x="427651" y="167533"/>
                </a:moveTo>
                <a:cubicBezTo>
                  <a:pt x="432814" y="168954"/>
                  <a:pt x="436375" y="173664"/>
                  <a:pt x="436375" y="178996"/>
                </a:cubicBezTo>
                <a:lnTo>
                  <a:pt x="436375" y="334245"/>
                </a:lnTo>
                <a:lnTo>
                  <a:pt x="469399" y="334245"/>
                </a:lnTo>
                <a:cubicBezTo>
                  <a:pt x="475986" y="334245"/>
                  <a:pt x="481327" y="339577"/>
                  <a:pt x="481327" y="346153"/>
                </a:cubicBezTo>
                <a:cubicBezTo>
                  <a:pt x="481327" y="352641"/>
                  <a:pt x="475986" y="357973"/>
                  <a:pt x="469399" y="357973"/>
                </a:cubicBezTo>
                <a:lnTo>
                  <a:pt x="436375" y="357973"/>
                </a:lnTo>
                <a:lnTo>
                  <a:pt x="436375" y="427733"/>
                </a:lnTo>
                <a:cubicBezTo>
                  <a:pt x="436375" y="434220"/>
                  <a:pt x="431123" y="439552"/>
                  <a:pt x="424536" y="439552"/>
                </a:cubicBezTo>
                <a:cubicBezTo>
                  <a:pt x="417949" y="439552"/>
                  <a:pt x="412608" y="434220"/>
                  <a:pt x="412608" y="427733"/>
                </a:cubicBezTo>
                <a:lnTo>
                  <a:pt x="412608" y="357973"/>
                </a:lnTo>
                <a:lnTo>
                  <a:pt x="324573" y="357973"/>
                </a:lnTo>
                <a:cubicBezTo>
                  <a:pt x="320300" y="357973"/>
                  <a:pt x="316295" y="355662"/>
                  <a:pt x="314158" y="352019"/>
                </a:cubicBezTo>
                <a:cubicBezTo>
                  <a:pt x="312111" y="348286"/>
                  <a:pt x="312111" y="343665"/>
                  <a:pt x="314336" y="340022"/>
                </a:cubicBezTo>
                <a:lnTo>
                  <a:pt x="414299" y="172953"/>
                </a:lnTo>
                <a:cubicBezTo>
                  <a:pt x="417059" y="168332"/>
                  <a:pt x="422489" y="166111"/>
                  <a:pt x="427651" y="167533"/>
                </a:cubicBezTo>
                <a:close/>
                <a:moveTo>
                  <a:pt x="216270" y="167099"/>
                </a:moveTo>
                <a:cubicBezTo>
                  <a:pt x="257222" y="167099"/>
                  <a:pt x="290518" y="200333"/>
                  <a:pt x="290518" y="241210"/>
                </a:cubicBezTo>
                <a:cubicBezTo>
                  <a:pt x="290518" y="284486"/>
                  <a:pt x="273603" y="325097"/>
                  <a:pt x="242978" y="355754"/>
                </a:cubicBezTo>
                <a:lnTo>
                  <a:pt x="182707" y="415825"/>
                </a:lnTo>
                <a:lnTo>
                  <a:pt x="278588" y="415825"/>
                </a:lnTo>
                <a:cubicBezTo>
                  <a:pt x="285176" y="415825"/>
                  <a:pt x="290518" y="421158"/>
                  <a:pt x="290518" y="427734"/>
                </a:cubicBezTo>
                <a:cubicBezTo>
                  <a:pt x="290518" y="434220"/>
                  <a:pt x="285176" y="439552"/>
                  <a:pt x="278588" y="439552"/>
                </a:cubicBezTo>
                <a:lnTo>
                  <a:pt x="154040" y="439552"/>
                </a:lnTo>
                <a:cubicBezTo>
                  <a:pt x="149232" y="439552"/>
                  <a:pt x="144870" y="436709"/>
                  <a:pt x="143001" y="432265"/>
                </a:cubicBezTo>
                <a:cubicBezTo>
                  <a:pt x="141131" y="427822"/>
                  <a:pt x="142199" y="422668"/>
                  <a:pt x="145582" y="419292"/>
                </a:cubicBezTo>
                <a:lnTo>
                  <a:pt x="226152" y="338959"/>
                </a:lnTo>
                <a:cubicBezTo>
                  <a:pt x="252236" y="312834"/>
                  <a:pt x="266659" y="278088"/>
                  <a:pt x="266659" y="241210"/>
                </a:cubicBezTo>
                <a:cubicBezTo>
                  <a:pt x="266659" y="213485"/>
                  <a:pt x="244046" y="190914"/>
                  <a:pt x="216270" y="190914"/>
                </a:cubicBezTo>
                <a:cubicBezTo>
                  <a:pt x="188493" y="190914"/>
                  <a:pt x="165880" y="213485"/>
                  <a:pt x="165880" y="241210"/>
                </a:cubicBezTo>
                <a:cubicBezTo>
                  <a:pt x="165880" y="247786"/>
                  <a:pt x="160539" y="253029"/>
                  <a:pt x="154040" y="253029"/>
                </a:cubicBezTo>
                <a:cubicBezTo>
                  <a:pt x="147452" y="253029"/>
                  <a:pt x="142110" y="247786"/>
                  <a:pt x="142110" y="241210"/>
                </a:cubicBezTo>
                <a:cubicBezTo>
                  <a:pt x="142110" y="200333"/>
                  <a:pt x="175406" y="167099"/>
                  <a:pt x="216270" y="167099"/>
                </a:cubicBezTo>
                <a:close/>
                <a:moveTo>
                  <a:pt x="522185" y="165547"/>
                </a:moveTo>
                <a:cubicBezTo>
                  <a:pt x="528772" y="165547"/>
                  <a:pt x="534111" y="170871"/>
                  <a:pt x="534111" y="177438"/>
                </a:cubicBezTo>
                <a:cubicBezTo>
                  <a:pt x="534111" y="184005"/>
                  <a:pt x="528772" y="189329"/>
                  <a:pt x="522185" y="189329"/>
                </a:cubicBezTo>
                <a:cubicBezTo>
                  <a:pt x="515598" y="189329"/>
                  <a:pt x="510259" y="184005"/>
                  <a:pt x="510259" y="177438"/>
                </a:cubicBezTo>
                <a:cubicBezTo>
                  <a:pt x="510259" y="170871"/>
                  <a:pt x="515598" y="165547"/>
                  <a:pt x="522185" y="165547"/>
                </a:cubicBezTo>
                <a:close/>
                <a:moveTo>
                  <a:pt x="85420" y="165547"/>
                </a:moveTo>
                <a:cubicBezTo>
                  <a:pt x="91987" y="165547"/>
                  <a:pt x="97311" y="170871"/>
                  <a:pt x="97311" y="177438"/>
                </a:cubicBezTo>
                <a:cubicBezTo>
                  <a:pt x="97311" y="184005"/>
                  <a:pt x="91987" y="189329"/>
                  <a:pt x="85420" y="189329"/>
                </a:cubicBezTo>
                <a:cubicBezTo>
                  <a:pt x="78853" y="189329"/>
                  <a:pt x="73529" y="184005"/>
                  <a:pt x="73529" y="177438"/>
                </a:cubicBezTo>
                <a:cubicBezTo>
                  <a:pt x="73529" y="170871"/>
                  <a:pt x="78853" y="165547"/>
                  <a:pt x="85420" y="165547"/>
                </a:cubicBezTo>
                <a:close/>
                <a:moveTo>
                  <a:pt x="429885" y="73388"/>
                </a:moveTo>
                <a:cubicBezTo>
                  <a:pt x="436472" y="73388"/>
                  <a:pt x="441811" y="78712"/>
                  <a:pt x="441811" y="85279"/>
                </a:cubicBezTo>
                <a:cubicBezTo>
                  <a:pt x="441811" y="91846"/>
                  <a:pt x="436472" y="97170"/>
                  <a:pt x="429885" y="97170"/>
                </a:cubicBezTo>
                <a:cubicBezTo>
                  <a:pt x="423298" y="97170"/>
                  <a:pt x="417959" y="91846"/>
                  <a:pt x="417959" y="85279"/>
                </a:cubicBezTo>
                <a:cubicBezTo>
                  <a:pt x="417959" y="78712"/>
                  <a:pt x="423298" y="73388"/>
                  <a:pt x="429885" y="73388"/>
                </a:cubicBezTo>
                <a:close/>
                <a:moveTo>
                  <a:pt x="177720" y="73388"/>
                </a:moveTo>
                <a:cubicBezTo>
                  <a:pt x="184287" y="73388"/>
                  <a:pt x="189611" y="78712"/>
                  <a:pt x="189611" y="85279"/>
                </a:cubicBezTo>
                <a:cubicBezTo>
                  <a:pt x="189611" y="91846"/>
                  <a:pt x="184287" y="97170"/>
                  <a:pt x="177720" y="97170"/>
                </a:cubicBezTo>
                <a:cubicBezTo>
                  <a:pt x="171153" y="97170"/>
                  <a:pt x="165829" y="91846"/>
                  <a:pt x="165829" y="85279"/>
                </a:cubicBezTo>
                <a:cubicBezTo>
                  <a:pt x="165829" y="78712"/>
                  <a:pt x="171153" y="73388"/>
                  <a:pt x="177720" y="73388"/>
                </a:cubicBezTo>
                <a:close/>
                <a:moveTo>
                  <a:pt x="303775" y="42480"/>
                </a:moveTo>
                <a:cubicBezTo>
                  <a:pt x="310366" y="42480"/>
                  <a:pt x="315710" y="47815"/>
                  <a:pt x="315710" y="54396"/>
                </a:cubicBezTo>
                <a:lnTo>
                  <a:pt x="315710" y="69869"/>
                </a:lnTo>
                <a:cubicBezTo>
                  <a:pt x="315710" y="76449"/>
                  <a:pt x="310366" y="81785"/>
                  <a:pt x="303775" y="81785"/>
                </a:cubicBezTo>
                <a:cubicBezTo>
                  <a:pt x="297184" y="81785"/>
                  <a:pt x="291929" y="76449"/>
                  <a:pt x="291929" y="69869"/>
                </a:cubicBezTo>
                <a:lnTo>
                  <a:pt x="291929" y="54396"/>
                </a:lnTo>
                <a:cubicBezTo>
                  <a:pt x="291929" y="47815"/>
                  <a:pt x="297184" y="42480"/>
                  <a:pt x="303775" y="42480"/>
                </a:cubicBezTo>
                <a:close/>
                <a:moveTo>
                  <a:pt x="303775" y="0"/>
                </a:moveTo>
                <a:cubicBezTo>
                  <a:pt x="394204" y="0"/>
                  <a:pt x="479560" y="40347"/>
                  <a:pt x="537058" y="108956"/>
                </a:cubicBezTo>
                <a:lnTo>
                  <a:pt x="537058" y="93048"/>
                </a:lnTo>
                <a:cubicBezTo>
                  <a:pt x="537058" y="86471"/>
                  <a:pt x="542309" y="81139"/>
                  <a:pt x="548895" y="81139"/>
                </a:cubicBezTo>
                <a:cubicBezTo>
                  <a:pt x="555482" y="81139"/>
                  <a:pt x="560822" y="86471"/>
                  <a:pt x="560822" y="93048"/>
                </a:cubicBezTo>
                <a:lnTo>
                  <a:pt x="560822" y="138994"/>
                </a:lnTo>
                <a:cubicBezTo>
                  <a:pt x="560822" y="145570"/>
                  <a:pt x="555482" y="150903"/>
                  <a:pt x="548895" y="150903"/>
                </a:cubicBezTo>
                <a:lnTo>
                  <a:pt x="502880" y="150903"/>
                </a:lnTo>
                <a:cubicBezTo>
                  <a:pt x="496293" y="150903"/>
                  <a:pt x="490953" y="145570"/>
                  <a:pt x="490953" y="138994"/>
                </a:cubicBezTo>
                <a:cubicBezTo>
                  <a:pt x="490953" y="132417"/>
                  <a:pt x="496293" y="127174"/>
                  <a:pt x="502880" y="127174"/>
                </a:cubicBezTo>
                <a:lnTo>
                  <a:pt x="521126" y="127174"/>
                </a:lnTo>
                <a:cubicBezTo>
                  <a:pt x="468168" y="62032"/>
                  <a:pt x="388419" y="23728"/>
                  <a:pt x="303775" y="23728"/>
                </a:cubicBezTo>
                <a:cubicBezTo>
                  <a:pt x="149440" y="23728"/>
                  <a:pt x="23764" y="149214"/>
                  <a:pt x="23764" y="303316"/>
                </a:cubicBezTo>
                <a:cubicBezTo>
                  <a:pt x="23764" y="457508"/>
                  <a:pt x="149440" y="582905"/>
                  <a:pt x="303775" y="582905"/>
                </a:cubicBezTo>
                <a:cubicBezTo>
                  <a:pt x="458199" y="582905"/>
                  <a:pt x="583786" y="457508"/>
                  <a:pt x="583786" y="303316"/>
                </a:cubicBezTo>
                <a:cubicBezTo>
                  <a:pt x="583786" y="278255"/>
                  <a:pt x="580492" y="253371"/>
                  <a:pt x="573906" y="229376"/>
                </a:cubicBezTo>
                <a:cubicBezTo>
                  <a:pt x="572126" y="223066"/>
                  <a:pt x="575864" y="216489"/>
                  <a:pt x="582273" y="214801"/>
                </a:cubicBezTo>
                <a:cubicBezTo>
                  <a:pt x="588592" y="213023"/>
                  <a:pt x="595089" y="216756"/>
                  <a:pt x="596869" y="223066"/>
                </a:cubicBezTo>
                <a:cubicBezTo>
                  <a:pt x="603990" y="249194"/>
                  <a:pt x="607639" y="276122"/>
                  <a:pt x="607639" y="303316"/>
                </a:cubicBezTo>
                <a:cubicBezTo>
                  <a:pt x="607639" y="470572"/>
                  <a:pt x="471283" y="606722"/>
                  <a:pt x="303775" y="606722"/>
                </a:cubicBezTo>
                <a:cubicBezTo>
                  <a:pt x="136267" y="606722"/>
                  <a:pt x="0" y="470572"/>
                  <a:pt x="0" y="303316"/>
                </a:cubicBezTo>
                <a:cubicBezTo>
                  <a:pt x="0" y="136061"/>
                  <a:pt x="136267"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1" name="椭圆 11"/>
          <p:cNvSpPr/>
          <p:nvPr/>
        </p:nvSpPr>
        <p:spPr>
          <a:xfrm>
            <a:off x="7049558" y="3696084"/>
            <a:ext cx="501652" cy="500883"/>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7535" h="606604">
                <a:moveTo>
                  <a:pt x="394900" y="353768"/>
                </a:moveTo>
                <a:cubicBezTo>
                  <a:pt x="400507" y="353768"/>
                  <a:pt x="405045" y="358301"/>
                  <a:pt x="405045" y="363900"/>
                </a:cubicBezTo>
                <a:lnTo>
                  <a:pt x="405045" y="515616"/>
                </a:lnTo>
                <a:cubicBezTo>
                  <a:pt x="405045" y="543435"/>
                  <a:pt x="382353" y="566099"/>
                  <a:pt x="354410" y="566099"/>
                </a:cubicBezTo>
                <a:lnTo>
                  <a:pt x="212649" y="566099"/>
                </a:lnTo>
                <a:cubicBezTo>
                  <a:pt x="207131" y="566099"/>
                  <a:pt x="202593" y="561566"/>
                  <a:pt x="202593" y="556056"/>
                </a:cubicBezTo>
                <a:cubicBezTo>
                  <a:pt x="202593" y="550457"/>
                  <a:pt x="207131" y="545924"/>
                  <a:pt x="212649" y="545924"/>
                </a:cubicBezTo>
                <a:lnTo>
                  <a:pt x="354410" y="545924"/>
                </a:lnTo>
                <a:cubicBezTo>
                  <a:pt x="371140" y="545924"/>
                  <a:pt x="384845" y="532325"/>
                  <a:pt x="384845" y="515616"/>
                </a:cubicBezTo>
                <a:lnTo>
                  <a:pt x="384845" y="363900"/>
                </a:lnTo>
                <a:cubicBezTo>
                  <a:pt x="384845" y="358301"/>
                  <a:pt x="389294" y="353768"/>
                  <a:pt x="394900" y="353768"/>
                </a:cubicBezTo>
                <a:close/>
                <a:moveTo>
                  <a:pt x="131640" y="262739"/>
                </a:moveTo>
                <a:cubicBezTo>
                  <a:pt x="137236" y="262739"/>
                  <a:pt x="141766" y="267271"/>
                  <a:pt x="141766" y="272870"/>
                </a:cubicBezTo>
                <a:lnTo>
                  <a:pt x="141766" y="333565"/>
                </a:lnTo>
                <a:cubicBezTo>
                  <a:pt x="141766" y="339075"/>
                  <a:pt x="137236" y="343607"/>
                  <a:pt x="131640" y="343607"/>
                </a:cubicBezTo>
                <a:cubicBezTo>
                  <a:pt x="126044" y="343607"/>
                  <a:pt x="121514" y="339075"/>
                  <a:pt x="121514" y="333565"/>
                </a:cubicBezTo>
                <a:lnTo>
                  <a:pt x="121514" y="272870"/>
                </a:lnTo>
                <a:cubicBezTo>
                  <a:pt x="121514" y="267271"/>
                  <a:pt x="126044" y="262739"/>
                  <a:pt x="131640" y="262739"/>
                </a:cubicBezTo>
                <a:close/>
                <a:moveTo>
                  <a:pt x="489057" y="194973"/>
                </a:moveTo>
                <a:cubicBezTo>
                  <a:pt x="492973" y="190974"/>
                  <a:pt x="499381" y="190974"/>
                  <a:pt x="503386" y="194973"/>
                </a:cubicBezTo>
                <a:lnTo>
                  <a:pt x="604576" y="296095"/>
                </a:lnTo>
                <a:cubicBezTo>
                  <a:pt x="605555" y="296983"/>
                  <a:pt x="606267" y="298138"/>
                  <a:pt x="606801" y="299383"/>
                </a:cubicBezTo>
                <a:cubicBezTo>
                  <a:pt x="607780" y="301871"/>
                  <a:pt x="607780" y="304625"/>
                  <a:pt x="606801" y="307113"/>
                </a:cubicBezTo>
                <a:cubicBezTo>
                  <a:pt x="606267" y="308357"/>
                  <a:pt x="605555" y="309424"/>
                  <a:pt x="604576" y="310401"/>
                </a:cubicBezTo>
                <a:lnTo>
                  <a:pt x="503386" y="411434"/>
                </a:lnTo>
                <a:cubicBezTo>
                  <a:pt x="501339" y="413478"/>
                  <a:pt x="498758" y="414455"/>
                  <a:pt x="496177" y="414455"/>
                </a:cubicBezTo>
                <a:cubicBezTo>
                  <a:pt x="493596" y="414455"/>
                  <a:pt x="491015" y="413478"/>
                  <a:pt x="489057" y="411434"/>
                </a:cubicBezTo>
                <a:cubicBezTo>
                  <a:pt x="485052" y="407524"/>
                  <a:pt x="485052" y="401126"/>
                  <a:pt x="489057" y="397217"/>
                </a:cubicBezTo>
                <a:lnTo>
                  <a:pt x="572982" y="313333"/>
                </a:lnTo>
                <a:lnTo>
                  <a:pt x="232921" y="313333"/>
                </a:lnTo>
                <a:cubicBezTo>
                  <a:pt x="227314" y="313333"/>
                  <a:pt x="222775" y="308802"/>
                  <a:pt x="222775" y="303203"/>
                </a:cubicBezTo>
                <a:cubicBezTo>
                  <a:pt x="222775" y="297605"/>
                  <a:pt x="227314" y="293074"/>
                  <a:pt x="232921" y="293074"/>
                </a:cubicBezTo>
                <a:lnTo>
                  <a:pt x="572982" y="293074"/>
                </a:lnTo>
                <a:lnTo>
                  <a:pt x="489057" y="209279"/>
                </a:lnTo>
                <a:cubicBezTo>
                  <a:pt x="485052" y="205281"/>
                  <a:pt x="485052" y="198883"/>
                  <a:pt x="489057" y="194973"/>
                </a:cubicBezTo>
                <a:close/>
                <a:moveTo>
                  <a:pt x="211398" y="40317"/>
                </a:moveTo>
                <a:lnTo>
                  <a:pt x="354409" y="40317"/>
                </a:lnTo>
                <a:cubicBezTo>
                  <a:pt x="382353" y="40317"/>
                  <a:pt x="405046" y="62981"/>
                  <a:pt x="405046" y="90889"/>
                </a:cubicBezTo>
                <a:lnTo>
                  <a:pt x="405046" y="242605"/>
                </a:lnTo>
                <a:cubicBezTo>
                  <a:pt x="405046" y="248115"/>
                  <a:pt x="400508" y="252648"/>
                  <a:pt x="394901" y="252648"/>
                </a:cubicBezTo>
                <a:cubicBezTo>
                  <a:pt x="389295" y="252648"/>
                  <a:pt x="384845" y="248115"/>
                  <a:pt x="384845" y="242605"/>
                </a:cubicBezTo>
                <a:lnTo>
                  <a:pt x="384845" y="90889"/>
                </a:lnTo>
                <a:cubicBezTo>
                  <a:pt x="384845" y="74180"/>
                  <a:pt x="371140" y="60581"/>
                  <a:pt x="354409" y="60581"/>
                </a:cubicBezTo>
                <a:lnTo>
                  <a:pt x="211398" y="60581"/>
                </a:lnTo>
                <a:cubicBezTo>
                  <a:pt x="205791" y="60581"/>
                  <a:pt x="201253" y="56048"/>
                  <a:pt x="201253" y="50449"/>
                </a:cubicBezTo>
                <a:cubicBezTo>
                  <a:pt x="201253" y="44850"/>
                  <a:pt x="205791" y="40317"/>
                  <a:pt x="211398" y="40317"/>
                </a:cubicBezTo>
                <a:close/>
                <a:moveTo>
                  <a:pt x="147115" y="20146"/>
                </a:moveTo>
                <a:cubicBezTo>
                  <a:pt x="144890" y="20146"/>
                  <a:pt x="142576" y="20590"/>
                  <a:pt x="140084" y="21568"/>
                </a:cubicBezTo>
                <a:lnTo>
                  <a:pt x="44232" y="59782"/>
                </a:lnTo>
                <a:cubicBezTo>
                  <a:pt x="24919" y="66981"/>
                  <a:pt x="20292" y="73024"/>
                  <a:pt x="20292" y="90887"/>
                </a:cubicBezTo>
                <a:lnTo>
                  <a:pt x="20292" y="515689"/>
                </a:lnTo>
                <a:cubicBezTo>
                  <a:pt x="20292" y="533464"/>
                  <a:pt x="24919" y="539596"/>
                  <a:pt x="44054" y="546616"/>
                </a:cubicBezTo>
                <a:lnTo>
                  <a:pt x="140262" y="585098"/>
                </a:lnTo>
                <a:cubicBezTo>
                  <a:pt x="142576" y="585897"/>
                  <a:pt x="144890" y="586431"/>
                  <a:pt x="147115" y="586431"/>
                </a:cubicBezTo>
                <a:cubicBezTo>
                  <a:pt x="156015" y="586431"/>
                  <a:pt x="161978" y="578254"/>
                  <a:pt x="161978" y="566257"/>
                </a:cubicBezTo>
                <a:lnTo>
                  <a:pt x="161978" y="40319"/>
                </a:lnTo>
                <a:cubicBezTo>
                  <a:pt x="161978" y="28233"/>
                  <a:pt x="156015" y="20146"/>
                  <a:pt x="147115" y="20146"/>
                </a:cubicBezTo>
                <a:close/>
                <a:moveTo>
                  <a:pt x="151669" y="315"/>
                </a:moveTo>
                <a:cubicBezTo>
                  <a:pt x="169354" y="2727"/>
                  <a:pt x="182270" y="18724"/>
                  <a:pt x="182270" y="40319"/>
                </a:cubicBezTo>
                <a:lnTo>
                  <a:pt x="182270" y="566257"/>
                </a:lnTo>
                <a:cubicBezTo>
                  <a:pt x="182270" y="589630"/>
                  <a:pt x="167496" y="606604"/>
                  <a:pt x="147115" y="606604"/>
                </a:cubicBezTo>
                <a:cubicBezTo>
                  <a:pt x="142487" y="606604"/>
                  <a:pt x="137681" y="605716"/>
                  <a:pt x="132964" y="603938"/>
                </a:cubicBezTo>
                <a:lnTo>
                  <a:pt x="36756" y="565457"/>
                </a:lnTo>
                <a:cubicBezTo>
                  <a:pt x="10057" y="555592"/>
                  <a:pt x="0" y="542084"/>
                  <a:pt x="0" y="515689"/>
                </a:cubicBezTo>
                <a:lnTo>
                  <a:pt x="0" y="90887"/>
                </a:lnTo>
                <a:cubicBezTo>
                  <a:pt x="0" y="64492"/>
                  <a:pt x="10057" y="50895"/>
                  <a:pt x="37023" y="40942"/>
                </a:cubicBezTo>
                <a:lnTo>
                  <a:pt x="132697" y="2727"/>
                </a:lnTo>
                <a:cubicBezTo>
                  <a:pt x="139350" y="217"/>
                  <a:pt x="145774" y="-489"/>
                  <a:pt x="151669" y="3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3" name="椭圆 12"/>
          <p:cNvSpPr/>
          <p:nvPr/>
        </p:nvSpPr>
        <p:spPr>
          <a:xfrm>
            <a:off x="9458324" y="3715187"/>
            <a:ext cx="501652" cy="462678"/>
          </a:xfrm>
          <a:custGeom>
            <a:avLst/>
            <a:gdLst>
              <a:gd name="connsiteX0" fmla="*/ 176147 w 578111"/>
              <a:gd name="connsiteY0" fmla="*/ 221031 h 533197"/>
              <a:gd name="connsiteX1" fmla="*/ 212154 w 578111"/>
              <a:gd name="connsiteY1" fmla="*/ 256947 h 533197"/>
              <a:gd name="connsiteX2" fmla="*/ 212154 w 578111"/>
              <a:gd name="connsiteY2" fmla="*/ 348118 h 533197"/>
              <a:gd name="connsiteX3" fmla="*/ 176147 w 578111"/>
              <a:gd name="connsiteY3" fmla="*/ 384955 h 533197"/>
              <a:gd name="connsiteX4" fmla="*/ 139217 w 578111"/>
              <a:gd name="connsiteY4" fmla="*/ 348118 h 533197"/>
              <a:gd name="connsiteX5" fmla="*/ 139217 w 578111"/>
              <a:gd name="connsiteY5" fmla="*/ 256947 h 533197"/>
              <a:gd name="connsiteX6" fmla="*/ 176147 w 578111"/>
              <a:gd name="connsiteY6" fmla="*/ 221031 h 533197"/>
              <a:gd name="connsiteX7" fmla="*/ 267503 w 578111"/>
              <a:gd name="connsiteY7" fmla="*/ 184193 h 533197"/>
              <a:gd name="connsiteX8" fmla="*/ 303437 w 578111"/>
              <a:gd name="connsiteY8" fmla="*/ 221030 h 533197"/>
              <a:gd name="connsiteX9" fmla="*/ 303437 w 578111"/>
              <a:gd name="connsiteY9" fmla="*/ 348119 h 533197"/>
              <a:gd name="connsiteX10" fmla="*/ 267503 w 578111"/>
              <a:gd name="connsiteY10" fmla="*/ 384956 h 533197"/>
              <a:gd name="connsiteX11" fmla="*/ 230648 w 578111"/>
              <a:gd name="connsiteY11" fmla="*/ 348119 h 533197"/>
              <a:gd name="connsiteX12" fmla="*/ 230648 w 578111"/>
              <a:gd name="connsiteY12" fmla="*/ 221030 h 533197"/>
              <a:gd name="connsiteX13" fmla="*/ 267503 w 578111"/>
              <a:gd name="connsiteY13" fmla="*/ 184193 h 533197"/>
              <a:gd name="connsiteX14" fmla="*/ 357937 w 578111"/>
              <a:gd name="connsiteY14" fmla="*/ 148390 h 533197"/>
              <a:gd name="connsiteX15" fmla="*/ 394867 w 578111"/>
              <a:gd name="connsiteY15" fmla="*/ 184289 h 533197"/>
              <a:gd name="connsiteX16" fmla="*/ 394867 w 578111"/>
              <a:gd name="connsiteY16" fmla="*/ 348136 h 533197"/>
              <a:gd name="connsiteX17" fmla="*/ 357937 w 578111"/>
              <a:gd name="connsiteY17" fmla="*/ 384955 h 533197"/>
              <a:gd name="connsiteX18" fmla="*/ 321930 w 578111"/>
              <a:gd name="connsiteY18" fmla="*/ 348136 h 533197"/>
              <a:gd name="connsiteX19" fmla="*/ 321930 w 578111"/>
              <a:gd name="connsiteY19" fmla="*/ 184289 h 533197"/>
              <a:gd name="connsiteX20" fmla="*/ 357937 w 578111"/>
              <a:gd name="connsiteY20" fmla="*/ 148390 h 533197"/>
              <a:gd name="connsiteX21" fmla="*/ 267469 w 578111"/>
              <a:gd name="connsiteY21" fmla="*/ 0 h 533197"/>
              <a:gd name="connsiteX22" fmla="*/ 529404 w 578111"/>
              <a:gd name="connsiteY22" fmla="*/ 218252 h 533197"/>
              <a:gd name="connsiteX23" fmla="*/ 566296 w 578111"/>
              <a:gd name="connsiteY23" fmla="*/ 218252 h 533197"/>
              <a:gd name="connsiteX24" fmla="*/ 576441 w 578111"/>
              <a:gd name="connsiteY24" fmla="*/ 224698 h 533197"/>
              <a:gd name="connsiteX25" fmla="*/ 575519 w 578111"/>
              <a:gd name="connsiteY25" fmla="*/ 237590 h 533197"/>
              <a:gd name="connsiteX26" fmla="*/ 514647 w 578111"/>
              <a:gd name="connsiteY26" fmla="*/ 310341 h 533197"/>
              <a:gd name="connsiteX27" fmla="*/ 505424 w 578111"/>
              <a:gd name="connsiteY27" fmla="*/ 314945 h 533197"/>
              <a:gd name="connsiteX28" fmla="*/ 496201 w 578111"/>
              <a:gd name="connsiteY28" fmla="*/ 310341 h 533197"/>
              <a:gd name="connsiteX29" fmla="*/ 435328 w 578111"/>
              <a:gd name="connsiteY29" fmla="*/ 237590 h 533197"/>
              <a:gd name="connsiteX30" fmla="*/ 433484 w 578111"/>
              <a:gd name="connsiteY30" fmla="*/ 224698 h 533197"/>
              <a:gd name="connsiteX31" fmla="*/ 444551 w 578111"/>
              <a:gd name="connsiteY31" fmla="*/ 218252 h 533197"/>
              <a:gd name="connsiteX32" fmla="*/ 480521 w 578111"/>
              <a:gd name="connsiteY32" fmla="*/ 218252 h 533197"/>
              <a:gd name="connsiteX33" fmla="*/ 267469 w 578111"/>
              <a:gd name="connsiteY33" fmla="*/ 47886 h 533197"/>
              <a:gd name="connsiteX34" fmla="*/ 48882 w 578111"/>
              <a:gd name="connsiteY34" fmla="*/ 266138 h 533197"/>
              <a:gd name="connsiteX35" fmla="*/ 267469 w 578111"/>
              <a:gd name="connsiteY35" fmla="*/ 484390 h 533197"/>
              <a:gd name="connsiteX36" fmla="*/ 456541 w 578111"/>
              <a:gd name="connsiteY36" fmla="*/ 375724 h 533197"/>
              <a:gd name="connsiteX37" fmla="*/ 489744 w 578111"/>
              <a:gd name="connsiteY37" fmla="*/ 366515 h 533197"/>
              <a:gd name="connsiteX38" fmla="*/ 498967 w 578111"/>
              <a:gd name="connsiteY38" fmla="*/ 399668 h 533197"/>
              <a:gd name="connsiteX39" fmla="*/ 267469 w 578111"/>
              <a:gd name="connsiteY39" fmla="*/ 533197 h 533197"/>
              <a:gd name="connsiteX40" fmla="*/ 0 w 578111"/>
              <a:gd name="connsiteY40" fmla="*/ 266138 h 533197"/>
              <a:gd name="connsiteX41" fmla="*/ 267469 w 578111"/>
              <a:gd name="connsiteY41" fmla="*/ 0 h 53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78111" h="533197">
                <a:moveTo>
                  <a:pt x="176147" y="221031"/>
                </a:moveTo>
                <a:cubicBezTo>
                  <a:pt x="196459" y="221031"/>
                  <a:pt x="212154" y="237608"/>
                  <a:pt x="212154" y="256947"/>
                </a:cubicBezTo>
                <a:lnTo>
                  <a:pt x="212154" y="348118"/>
                </a:lnTo>
                <a:cubicBezTo>
                  <a:pt x="212154" y="368378"/>
                  <a:pt x="196459" y="384955"/>
                  <a:pt x="176147" y="384955"/>
                </a:cubicBezTo>
                <a:cubicBezTo>
                  <a:pt x="155836" y="384955"/>
                  <a:pt x="139217" y="368378"/>
                  <a:pt x="139217" y="348118"/>
                </a:cubicBezTo>
                <a:lnTo>
                  <a:pt x="139217" y="256947"/>
                </a:lnTo>
                <a:cubicBezTo>
                  <a:pt x="139217" y="237608"/>
                  <a:pt x="155836" y="221031"/>
                  <a:pt x="176147" y="221031"/>
                </a:cubicBezTo>
                <a:close/>
                <a:moveTo>
                  <a:pt x="267503" y="184193"/>
                </a:moveTo>
                <a:cubicBezTo>
                  <a:pt x="286852" y="184193"/>
                  <a:pt x="303437" y="200770"/>
                  <a:pt x="303437" y="221030"/>
                </a:cubicBezTo>
                <a:lnTo>
                  <a:pt x="303437" y="348119"/>
                </a:lnTo>
                <a:cubicBezTo>
                  <a:pt x="303437" y="368379"/>
                  <a:pt x="287774" y="384956"/>
                  <a:pt x="267503" y="384956"/>
                </a:cubicBezTo>
                <a:cubicBezTo>
                  <a:pt x="247233" y="384956"/>
                  <a:pt x="230648" y="368379"/>
                  <a:pt x="230648" y="348119"/>
                </a:cubicBezTo>
                <a:lnTo>
                  <a:pt x="230648" y="221030"/>
                </a:lnTo>
                <a:cubicBezTo>
                  <a:pt x="230648" y="200770"/>
                  <a:pt x="247233" y="184193"/>
                  <a:pt x="267503" y="184193"/>
                </a:cubicBezTo>
                <a:close/>
                <a:moveTo>
                  <a:pt x="357937" y="148390"/>
                </a:moveTo>
                <a:cubicBezTo>
                  <a:pt x="378249" y="148390"/>
                  <a:pt x="394867" y="164959"/>
                  <a:pt x="394867" y="184289"/>
                </a:cubicBezTo>
                <a:lnTo>
                  <a:pt x="394867" y="348136"/>
                </a:lnTo>
                <a:cubicBezTo>
                  <a:pt x="394867" y="368386"/>
                  <a:pt x="378249" y="384955"/>
                  <a:pt x="357937" y="384955"/>
                </a:cubicBezTo>
                <a:cubicBezTo>
                  <a:pt x="338549" y="384955"/>
                  <a:pt x="321930" y="368386"/>
                  <a:pt x="321930" y="348136"/>
                </a:cubicBezTo>
                <a:lnTo>
                  <a:pt x="321930" y="184289"/>
                </a:lnTo>
                <a:cubicBezTo>
                  <a:pt x="321930" y="164959"/>
                  <a:pt x="338549" y="148390"/>
                  <a:pt x="357937" y="148390"/>
                </a:cubicBezTo>
                <a:close/>
                <a:moveTo>
                  <a:pt x="267469" y="0"/>
                </a:moveTo>
                <a:cubicBezTo>
                  <a:pt x="397514" y="0"/>
                  <a:pt x="507268" y="93931"/>
                  <a:pt x="529404" y="218252"/>
                </a:cubicBezTo>
                <a:lnTo>
                  <a:pt x="566296" y="218252"/>
                </a:lnTo>
                <a:cubicBezTo>
                  <a:pt x="570907" y="218252"/>
                  <a:pt x="574597" y="221014"/>
                  <a:pt x="576441" y="224698"/>
                </a:cubicBezTo>
                <a:cubicBezTo>
                  <a:pt x="579208" y="229302"/>
                  <a:pt x="578286" y="233907"/>
                  <a:pt x="575519" y="237590"/>
                </a:cubicBezTo>
                <a:lnTo>
                  <a:pt x="514647" y="310341"/>
                </a:lnTo>
                <a:cubicBezTo>
                  <a:pt x="511880" y="313104"/>
                  <a:pt x="509113" y="314945"/>
                  <a:pt x="505424" y="314945"/>
                </a:cubicBezTo>
                <a:cubicBezTo>
                  <a:pt x="501734" y="314945"/>
                  <a:pt x="498045" y="313104"/>
                  <a:pt x="496201" y="310341"/>
                </a:cubicBezTo>
                <a:lnTo>
                  <a:pt x="435328" y="237590"/>
                </a:lnTo>
                <a:cubicBezTo>
                  <a:pt x="431639" y="233907"/>
                  <a:pt x="431639" y="229302"/>
                  <a:pt x="433484" y="224698"/>
                </a:cubicBezTo>
                <a:cubicBezTo>
                  <a:pt x="435328" y="221014"/>
                  <a:pt x="439940" y="218252"/>
                  <a:pt x="444551" y="218252"/>
                </a:cubicBezTo>
                <a:lnTo>
                  <a:pt x="480521" y="218252"/>
                </a:lnTo>
                <a:cubicBezTo>
                  <a:pt x="458386" y="120637"/>
                  <a:pt x="370767" y="47886"/>
                  <a:pt x="267469" y="47886"/>
                </a:cubicBezTo>
                <a:cubicBezTo>
                  <a:pt x="146647" y="47886"/>
                  <a:pt x="48882" y="146422"/>
                  <a:pt x="48882" y="266138"/>
                </a:cubicBezTo>
                <a:cubicBezTo>
                  <a:pt x="48882" y="386775"/>
                  <a:pt x="146647" y="484390"/>
                  <a:pt x="267469" y="484390"/>
                </a:cubicBezTo>
                <a:cubicBezTo>
                  <a:pt x="344942" y="484390"/>
                  <a:pt x="417805" y="442949"/>
                  <a:pt x="456541" y="375724"/>
                </a:cubicBezTo>
                <a:cubicBezTo>
                  <a:pt x="462998" y="363753"/>
                  <a:pt x="477754" y="360069"/>
                  <a:pt x="489744" y="366515"/>
                </a:cubicBezTo>
                <a:cubicBezTo>
                  <a:pt x="501734" y="373883"/>
                  <a:pt x="505424" y="388617"/>
                  <a:pt x="498967" y="399668"/>
                </a:cubicBezTo>
                <a:cubicBezTo>
                  <a:pt x="451008" y="482548"/>
                  <a:pt x="362466" y="533197"/>
                  <a:pt x="267469" y="533197"/>
                </a:cubicBezTo>
                <a:cubicBezTo>
                  <a:pt x="119900" y="533197"/>
                  <a:pt x="0" y="413481"/>
                  <a:pt x="0" y="266138"/>
                </a:cubicBezTo>
                <a:cubicBezTo>
                  <a:pt x="0" y="119716"/>
                  <a:pt x="119900" y="0"/>
                  <a:pt x="26746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14" name="直接连接符 13"/>
          <p:cNvCxnSpPr/>
          <p:nvPr/>
        </p:nvCxnSpPr>
        <p:spPr>
          <a:xfrm flipH="1">
            <a:off x="8709200" y="390818"/>
            <a:ext cx="1303474" cy="10810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1" y="5629275"/>
            <a:ext cx="1481567" cy="122872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等腰三角形 21"/>
          <p:cNvSpPr/>
          <p:nvPr/>
        </p:nvSpPr>
        <p:spPr>
          <a:xfrm flipV="1">
            <a:off x="4763301" y="3098800"/>
            <a:ext cx="256632" cy="104778"/>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nvSpPr>
        <p:spPr>
          <a:xfrm flipV="1">
            <a:off x="7172068" y="3098800"/>
            <a:ext cx="256632" cy="104778"/>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flipV="1">
            <a:off x="9580835" y="3098800"/>
            <a:ext cx="256632" cy="104778"/>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1672371" y="4685146"/>
            <a:ext cx="1620957"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chemeClr val="tx1">
                    <a:lumMod val="75000"/>
                    <a:lumOff val="25000"/>
                  </a:schemeClr>
                </a:solidFill>
                <a:latin typeface="Agency FB" panose="020B0503020202020204" pitchFamily="34" charset="0"/>
              </a:rPr>
              <a:t>系统介绍</a:t>
            </a:r>
          </a:p>
        </p:txBody>
      </p:sp>
      <p:sp>
        <p:nvSpPr>
          <p:cNvPr id="27" name="文本框 26"/>
          <p:cNvSpPr txBox="1"/>
          <p:nvPr/>
        </p:nvSpPr>
        <p:spPr>
          <a:xfrm>
            <a:off x="4081140" y="4675227"/>
            <a:ext cx="1620957"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chemeClr val="tx1">
                    <a:lumMod val="75000"/>
                    <a:lumOff val="25000"/>
                  </a:schemeClr>
                </a:solidFill>
                <a:latin typeface="Agency FB" panose="020B0503020202020204" pitchFamily="34" charset="0"/>
              </a:rPr>
              <a:t>单元测试</a:t>
            </a:r>
          </a:p>
        </p:txBody>
      </p:sp>
      <p:sp>
        <p:nvSpPr>
          <p:cNvPr id="28" name="文本框 27"/>
          <p:cNvSpPr txBox="1"/>
          <p:nvPr/>
        </p:nvSpPr>
        <p:spPr>
          <a:xfrm>
            <a:off x="6489907" y="4665992"/>
            <a:ext cx="1620957"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chemeClr val="tx1">
                    <a:lumMod val="75000"/>
                    <a:lumOff val="25000"/>
                  </a:schemeClr>
                </a:solidFill>
                <a:latin typeface="Agency FB" panose="020B0503020202020204" pitchFamily="34" charset="0"/>
              </a:rPr>
              <a:t>功能测试</a:t>
            </a:r>
          </a:p>
        </p:txBody>
      </p:sp>
      <p:sp>
        <p:nvSpPr>
          <p:cNvPr id="29" name="文本框 28"/>
          <p:cNvSpPr txBox="1"/>
          <p:nvPr/>
        </p:nvSpPr>
        <p:spPr>
          <a:xfrm>
            <a:off x="8898676" y="4656755"/>
            <a:ext cx="1620957"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chemeClr val="tx1">
                    <a:lumMod val="75000"/>
                    <a:lumOff val="25000"/>
                  </a:schemeClr>
                </a:solidFill>
                <a:latin typeface="Agency FB" panose="020B0503020202020204" pitchFamily="34" charset="0"/>
              </a:rPr>
              <a:t>性能测试</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p:cTn id="12" dur="500" fill="hold"/>
                                        <p:tgtEl>
                                          <p:spTgt spid="21"/>
                                        </p:tgtEl>
                                        <p:attrNameLst>
                                          <p:attrName>ppt_w</p:attrName>
                                        </p:attrNameLst>
                                      </p:cBhvr>
                                      <p:tavLst>
                                        <p:tav tm="0">
                                          <p:val>
                                            <p:fltVal val="0"/>
                                          </p:val>
                                        </p:tav>
                                        <p:tav tm="100000">
                                          <p:val>
                                            <p:strVal val="#ppt_w"/>
                                          </p:val>
                                        </p:tav>
                                      </p:tavLst>
                                    </p:anim>
                                    <p:anim calcmode="lin" valueType="num">
                                      <p:cBhvr>
                                        <p:cTn id="13" dur="500" fill="hold"/>
                                        <p:tgtEl>
                                          <p:spTgt spid="21"/>
                                        </p:tgtEl>
                                        <p:attrNameLst>
                                          <p:attrName>ppt_h</p:attrName>
                                        </p:attrNameLst>
                                      </p:cBhvr>
                                      <p:tavLst>
                                        <p:tav tm="0">
                                          <p:val>
                                            <p:fltVal val="0"/>
                                          </p:val>
                                        </p:tav>
                                        <p:tav tm="100000">
                                          <p:val>
                                            <p:strVal val="#ppt_h"/>
                                          </p:val>
                                        </p:tav>
                                      </p:tavLst>
                                    </p:anim>
                                    <p:animEffect transition="in" filter="fade">
                                      <p:cBhvr>
                                        <p:cTn id="14" dur="500"/>
                                        <p:tgtEl>
                                          <p:spTgt spid="21"/>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
                                          </p:val>
                                        </p:tav>
                                        <p:tav tm="100000">
                                          <p:val>
                                            <p:strVal val="#ppt_w"/>
                                          </p:val>
                                        </p:tav>
                                      </p:tavLst>
                                    </p:anim>
                                    <p:anim calcmode="lin" valueType="num">
                                      <p:cBhvr>
                                        <p:cTn id="33" dur="500" fill="hold"/>
                                        <p:tgtEl>
                                          <p:spTgt spid="8"/>
                                        </p:tgtEl>
                                        <p:attrNameLst>
                                          <p:attrName>ppt_h</p:attrName>
                                        </p:attrNameLst>
                                      </p:cBhvr>
                                      <p:tavLst>
                                        <p:tav tm="0">
                                          <p:val>
                                            <p:fltVal val="0"/>
                                          </p:val>
                                        </p:tav>
                                        <p:tav tm="100000">
                                          <p:val>
                                            <p:strVal val="#ppt_h"/>
                                          </p:val>
                                        </p:tav>
                                      </p:tavLst>
                                    </p:anim>
                                    <p:animEffect transition="in" filter="fade">
                                      <p:cBhvr>
                                        <p:cTn id="34" dur="500"/>
                                        <p:tgtEl>
                                          <p:spTgt spid="8"/>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p:cTn id="37" dur="500" fill="hold"/>
                                        <p:tgtEl>
                                          <p:spTgt spid="34"/>
                                        </p:tgtEl>
                                        <p:attrNameLst>
                                          <p:attrName>ppt_w</p:attrName>
                                        </p:attrNameLst>
                                      </p:cBhvr>
                                      <p:tavLst>
                                        <p:tav tm="0">
                                          <p:val>
                                            <p:fltVal val="0"/>
                                          </p:val>
                                        </p:tav>
                                        <p:tav tm="100000">
                                          <p:val>
                                            <p:strVal val="#ppt_w"/>
                                          </p:val>
                                        </p:tav>
                                      </p:tavLst>
                                    </p:anim>
                                    <p:anim calcmode="lin" valueType="num">
                                      <p:cBhvr>
                                        <p:cTn id="38" dur="500" fill="hold"/>
                                        <p:tgtEl>
                                          <p:spTgt spid="34"/>
                                        </p:tgtEl>
                                        <p:attrNameLst>
                                          <p:attrName>ppt_h</p:attrName>
                                        </p:attrNameLst>
                                      </p:cBhvr>
                                      <p:tavLst>
                                        <p:tav tm="0">
                                          <p:val>
                                            <p:fltVal val="0"/>
                                          </p:val>
                                        </p:tav>
                                        <p:tav tm="100000">
                                          <p:val>
                                            <p:strVal val="#ppt_h"/>
                                          </p:val>
                                        </p:tav>
                                      </p:tavLst>
                                    </p:anim>
                                    <p:animEffect transition="in" filter="fade">
                                      <p:cBhvr>
                                        <p:cTn id="39" dur="500"/>
                                        <p:tgtEl>
                                          <p:spTgt spid="3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2"/>
                                        </p:tgtEl>
                                        <p:attrNameLst>
                                          <p:attrName>style.visibility</p:attrName>
                                        </p:attrNameLst>
                                      </p:cBhvr>
                                      <p:to>
                                        <p:strVal val="visible"/>
                                      </p:to>
                                    </p:set>
                                    <p:anim calcmode="lin" valueType="num">
                                      <p:cBhvr>
                                        <p:cTn id="42" dur="500" fill="hold"/>
                                        <p:tgtEl>
                                          <p:spTgt spid="32"/>
                                        </p:tgtEl>
                                        <p:attrNameLst>
                                          <p:attrName>ppt_w</p:attrName>
                                        </p:attrNameLst>
                                      </p:cBhvr>
                                      <p:tavLst>
                                        <p:tav tm="0">
                                          <p:val>
                                            <p:fltVal val="0"/>
                                          </p:val>
                                        </p:tav>
                                        <p:tav tm="100000">
                                          <p:val>
                                            <p:strVal val="#ppt_w"/>
                                          </p:val>
                                        </p:tav>
                                      </p:tavLst>
                                    </p:anim>
                                    <p:anim calcmode="lin" valueType="num">
                                      <p:cBhvr>
                                        <p:cTn id="43" dur="500" fill="hold"/>
                                        <p:tgtEl>
                                          <p:spTgt spid="32"/>
                                        </p:tgtEl>
                                        <p:attrNameLst>
                                          <p:attrName>ppt_h</p:attrName>
                                        </p:attrNameLst>
                                      </p:cBhvr>
                                      <p:tavLst>
                                        <p:tav tm="0">
                                          <p:val>
                                            <p:fltVal val="0"/>
                                          </p:val>
                                        </p:tav>
                                        <p:tav tm="100000">
                                          <p:val>
                                            <p:strVal val="#ppt_h"/>
                                          </p:val>
                                        </p:tav>
                                      </p:tavLst>
                                    </p:anim>
                                    <p:animEffect transition="in" filter="fade">
                                      <p:cBhvr>
                                        <p:cTn id="44" dur="500"/>
                                        <p:tgtEl>
                                          <p:spTgt spid="3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anim calcmode="lin" valueType="num">
                                      <p:cBhvr>
                                        <p:cTn id="47" dur="500" fill="hold"/>
                                        <p:tgtEl>
                                          <p:spTgt spid="31"/>
                                        </p:tgtEl>
                                        <p:attrNameLst>
                                          <p:attrName>ppt_w</p:attrName>
                                        </p:attrNameLst>
                                      </p:cBhvr>
                                      <p:tavLst>
                                        <p:tav tm="0">
                                          <p:val>
                                            <p:fltVal val="0"/>
                                          </p:val>
                                        </p:tav>
                                        <p:tav tm="100000">
                                          <p:val>
                                            <p:strVal val="#ppt_w"/>
                                          </p:val>
                                        </p:tav>
                                      </p:tavLst>
                                    </p:anim>
                                    <p:anim calcmode="lin" valueType="num">
                                      <p:cBhvr>
                                        <p:cTn id="48" dur="500" fill="hold"/>
                                        <p:tgtEl>
                                          <p:spTgt spid="31"/>
                                        </p:tgtEl>
                                        <p:attrNameLst>
                                          <p:attrName>ppt_h</p:attrName>
                                        </p:attrNameLst>
                                      </p:cBhvr>
                                      <p:tavLst>
                                        <p:tav tm="0">
                                          <p:val>
                                            <p:fltVal val="0"/>
                                          </p:val>
                                        </p:tav>
                                        <p:tav tm="100000">
                                          <p:val>
                                            <p:strVal val="#ppt_h"/>
                                          </p:val>
                                        </p:tav>
                                      </p:tavLst>
                                    </p:anim>
                                    <p:animEffect transition="in" filter="fade">
                                      <p:cBhvr>
                                        <p:cTn id="49" dur="500"/>
                                        <p:tgtEl>
                                          <p:spTgt spid="31"/>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33"/>
                                        </p:tgtEl>
                                        <p:attrNameLst>
                                          <p:attrName>style.visibility</p:attrName>
                                        </p:attrNameLst>
                                      </p:cBhvr>
                                      <p:to>
                                        <p:strVal val="visible"/>
                                      </p:to>
                                    </p:set>
                                    <p:anim calcmode="lin" valueType="num">
                                      <p:cBhvr>
                                        <p:cTn id="52" dur="500" fill="hold"/>
                                        <p:tgtEl>
                                          <p:spTgt spid="33"/>
                                        </p:tgtEl>
                                        <p:attrNameLst>
                                          <p:attrName>ppt_w</p:attrName>
                                        </p:attrNameLst>
                                      </p:cBhvr>
                                      <p:tavLst>
                                        <p:tav tm="0">
                                          <p:val>
                                            <p:fltVal val="0"/>
                                          </p:val>
                                        </p:tav>
                                        <p:tav tm="100000">
                                          <p:val>
                                            <p:strVal val="#ppt_w"/>
                                          </p:val>
                                        </p:tav>
                                      </p:tavLst>
                                    </p:anim>
                                    <p:anim calcmode="lin" valueType="num">
                                      <p:cBhvr>
                                        <p:cTn id="53" dur="500" fill="hold"/>
                                        <p:tgtEl>
                                          <p:spTgt spid="33"/>
                                        </p:tgtEl>
                                        <p:attrNameLst>
                                          <p:attrName>ppt_h</p:attrName>
                                        </p:attrNameLst>
                                      </p:cBhvr>
                                      <p:tavLst>
                                        <p:tav tm="0">
                                          <p:val>
                                            <p:fltVal val="0"/>
                                          </p:val>
                                        </p:tav>
                                        <p:tav tm="100000">
                                          <p:val>
                                            <p:strVal val="#ppt_h"/>
                                          </p:val>
                                        </p:tav>
                                      </p:tavLst>
                                    </p:anim>
                                    <p:animEffect transition="in" filter="fade">
                                      <p:cBhvr>
                                        <p:cTn id="54" dur="500"/>
                                        <p:tgtEl>
                                          <p:spTgt spid="33"/>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 calcmode="lin" valueType="num">
                                      <p:cBhvr>
                                        <p:cTn id="57" dur="500" fill="hold"/>
                                        <p:tgtEl>
                                          <p:spTgt spid="22"/>
                                        </p:tgtEl>
                                        <p:attrNameLst>
                                          <p:attrName>ppt_w</p:attrName>
                                        </p:attrNameLst>
                                      </p:cBhvr>
                                      <p:tavLst>
                                        <p:tav tm="0">
                                          <p:val>
                                            <p:fltVal val="0"/>
                                          </p:val>
                                        </p:tav>
                                        <p:tav tm="100000">
                                          <p:val>
                                            <p:strVal val="#ppt_w"/>
                                          </p:val>
                                        </p:tav>
                                      </p:tavLst>
                                    </p:anim>
                                    <p:anim calcmode="lin" valueType="num">
                                      <p:cBhvr>
                                        <p:cTn id="58" dur="500" fill="hold"/>
                                        <p:tgtEl>
                                          <p:spTgt spid="22"/>
                                        </p:tgtEl>
                                        <p:attrNameLst>
                                          <p:attrName>ppt_h</p:attrName>
                                        </p:attrNameLst>
                                      </p:cBhvr>
                                      <p:tavLst>
                                        <p:tav tm="0">
                                          <p:val>
                                            <p:fltVal val="0"/>
                                          </p:val>
                                        </p:tav>
                                        <p:tav tm="100000">
                                          <p:val>
                                            <p:strVal val="#ppt_h"/>
                                          </p:val>
                                        </p:tav>
                                      </p:tavLst>
                                    </p:anim>
                                    <p:animEffect transition="in" filter="fade">
                                      <p:cBhvr>
                                        <p:cTn id="59" dur="500"/>
                                        <p:tgtEl>
                                          <p:spTgt spid="22"/>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 calcmode="lin" valueType="num">
                                      <p:cBhvr>
                                        <p:cTn id="62" dur="500" fill="hold"/>
                                        <p:tgtEl>
                                          <p:spTgt spid="23"/>
                                        </p:tgtEl>
                                        <p:attrNameLst>
                                          <p:attrName>ppt_w</p:attrName>
                                        </p:attrNameLst>
                                      </p:cBhvr>
                                      <p:tavLst>
                                        <p:tav tm="0">
                                          <p:val>
                                            <p:fltVal val="0"/>
                                          </p:val>
                                        </p:tav>
                                        <p:tav tm="100000">
                                          <p:val>
                                            <p:strVal val="#ppt_w"/>
                                          </p:val>
                                        </p:tav>
                                      </p:tavLst>
                                    </p:anim>
                                    <p:anim calcmode="lin" valueType="num">
                                      <p:cBhvr>
                                        <p:cTn id="63" dur="500" fill="hold"/>
                                        <p:tgtEl>
                                          <p:spTgt spid="23"/>
                                        </p:tgtEl>
                                        <p:attrNameLst>
                                          <p:attrName>ppt_h</p:attrName>
                                        </p:attrNameLst>
                                      </p:cBhvr>
                                      <p:tavLst>
                                        <p:tav tm="0">
                                          <p:val>
                                            <p:fltVal val="0"/>
                                          </p:val>
                                        </p:tav>
                                        <p:tav tm="100000">
                                          <p:val>
                                            <p:strVal val="#ppt_h"/>
                                          </p:val>
                                        </p:tav>
                                      </p:tavLst>
                                    </p:anim>
                                    <p:animEffect transition="in" filter="fade">
                                      <p:cBhvr>
                                        <p:cTn id="64" dur="500"/>
                                        <p:tgtEl>
                                          <p:spTgt spid="23"/>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 calcmode="lin" valueType="num">
                                      <p:cBhvr>
                                        <p:cTn id="67" dur="500" fill="hold"/>
                                        <p:tgtEl>
                                          <p:spTgt spid="24"/>
                                        </p:tgtEl>
                                        <p:attrNameLst>
                                          <p:attrName>ppt_w</p:attrName>
                                        </p:attrNameLst>
                                      </p:cBhvr>
                                      <p:tavLst>
                                        <p:tav tm="0">
                                          <p:val>
                                            <p:fltVal val="0"/>
                                          </p:val>
                                        </p:tav>
                                        <p:tav tm="100000">
                                          <p:val>
                                            <p:strVal val="#ppt_w"/>
                                          </p:val>
                                        </p:tav>
                                      </p:tavLst>
                                    </p:anim>
                                    <p:anim calcmode="lin" valueType="num">
                                      <p:cBhvr>
                                        <p:cTn id="68" dur="500" fill="hold"/>
                                        <p:tgtEl>
                                          <p:spTgt spid="24"/>
                                        </p:tgtEl>
                                        <p:attrNameLst>
                                          <p:attrName>ppt_h</p:attrName>
                                        </p:attrNameLst>
                                      </p:cBhvr>
                                      <p:tavLst>
                                        <p:tav tm="0">
                                          <p:val>
                                            <p:fltVal val="0"/>
                                          </p:val>
                                        </p:tav>
                                        <p:tav tm="100000">
                                          <p:val>
                                            <p:strVal val="#ppt_h"/>
                                          </p:val>
                                        </p:tav>
                                      </p:tavLst>
                                    </p:anim>
                                    <p:animEffect transition="in" filter="fade">
                                      <p:cBhvr>
                                        <p:cTn id="69" dur="500"/>
                                        <p:tgtEl>
                                          <p:spTgt spid="24"/>
                                        </p:tgtEl>
                                      </p:cBhvr>
                                    </p:animEffect>
                                  </p:childTnLst>
                                </p:cTn>
                              </p:par>
                            </p:childTnLst>
                          </p:cTn>
                        </p:par>
                        <p:par>
                          <p:cTn id="70" fill="hold">
                            <p:stCondLst>
                              <p:cond delay="1000"/>
                            </p:stCondLst>
                            <p:childTnLst>
                              <p:par>
                                <p:cTn id="71" presetID="10" presetClass="entr" presetSubtype="0" fill="hold" grpId="0" nodeType="after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50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50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500"/>
                                        <p:tgtEl>
                                          <p:spTgt spid="29"/>
                                        </p:tgtEl>
                                      </p:cBhvr>
                                    </p:animEffect>
                                  </p:childTnLst>
                                </p:cTn>
                              </p:par>
                            </p:childTnLst>
                          </p:cTn>
                        </p:par>
                        <p:par>
                          <p:cTn id="83" fill="hold">
                            <p:stCondLst>
                              <p:cond delay="1500"/>
                            </p:stCondLst>
                            <p:childTnLst>
                              <p:par>
                                <p:cTn id="84" presetID="22" presetClass="entr" presetSubtype="8" fill="hold" nodeType="after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wipe(left)">
                                      <p:cBhvr>
                                        <p:cTn id="86" dur="500"/>
                                        <p:tgtEl>
                                          <p:spTgt spid="18"/>
                                        </p:tgtEl>
                                      </p:cBhvr>
                                    </p:animEffect>
                                  </p:childTnLst>
                                </p:cTn>
                              </p:par>
                              <p:par>
                                <p:cTn id="87" presetID="22" presetClass="entr" presetSubtype="2" fill="hold" nodeType="withEffect">
                                  <p:stCondLst>
                                    <p:cond delay="0"/>
                                  </p:stCondLst>
                                  <p:childTnLst>
                                    <p:set>
                                      <p:cBhvr>
                                        <p:cTn id="88" dur="1" fill="hold">
                                          <p:stCondLst>
                                            <p:cond delay="0"/>
                                          </p:stCondLst>
                                        </p:cTn>
                                        <p:tgtEl>
                                          <p:spTgt spid="14"/>
                                        </p:tgtEl>
                                        <p:attrNameLst>
                                          <p:attrName>style.visibility</p:attrName>
                                        </p:attrNameLst>
                                      </p:cBhvr>
                                      <p:to>
                                        <p:strVal val="visible"/>
                                      </p:to>
                                    </p:set>
                                    <p:animEffect transition="in" filter="wipe(right)">
                                      <p:cBhvr>
                                        <p:cTn id="8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5" grpId="0" animBg="1"/>
      <p:bldP spid="6" grpId="0" animBg="1"/>
      <p:bldP spid="7" grpId="0" animBg="1"/>
      <p:bldP spid="8" grpId="0" animBg="1"/>
      <p:bldP spid="34" grpId="0" animBg="1"/>
      <p:bldP spid="32" grpId="0" animBg="1"/>
      <p:bldP spid="31" grpId="0" animBg="1"/>
      <p:bldP spid="33" grpId="0" animBg="1"/>
      <p:bldP spid="22" grpId="0" animBg="1"/>
      <p:bldP spid="23" grpId="0" animBg="1"/>
      <p:bldP spid="24" grpId="0" animBg="1"/>
      <p:bldP spid="26" grpId="0"/>
      <p:bldP spid="27" grpId="0"/>
      <p:bldP spid="28"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16200000" flipV="1">
            <a:off x="-1099284" y="1444859"/>
            <a:ext cx="6166850" cy="396828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cxnSp>
        <p:nvCxnSpPr>
          <p:cNvPr id="14" name="直接连接符 13"/>
          <p:cNvCxnSpPr/>
          <p:nvPr/>
        </p:nvCxnSpPr>
        <p:spPr>
          <a:xfrm flipH="1">
            <a:off x="9535886" y="-1743"/>
            <a:ext cx="2656115" cy="2202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等腰三角形 29"/>
          <p:cNvSpPr/>
          <p:nvPr/>
        </p:nvSpPr>
        <p:spPr>
          <a:xfrm rot="16200000" flipV="1">
            <a:off x="3899720" y="2151953"/>
            <a:ext cx="1015660" cy="653564"/>
          </a:xfrm>
          <a:prstGeom prst="triangle">
            <a:avLst/>
          </a:prstGeom>
          <a:solidFill>
            <a:srgbClr val="4C46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cxnSp>
        <p:nvCxnSpPr>
          <p:cNvPr id="35" name="直接连接符 34"/>
          <p:cNvCxnSpPr/>
          <p:nvPr/>
        </p:nvCxnSpPr>
        <p:spPr>
          <a:xfrm flipH="1">
            <a:off x="3578217" y="4767072"/>
            <a:ext cx="1156115" cy="958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4840859" y="1970902"/>
            <a:ext cx="2042547" cy="1015663"/>
          </a:xfrm>
          <a:prstGeom prst="rect">
            <a:avLst/>
          </a:prstGeom>
          <a:noFill/>
        </p:spPr>
        <p:txBody>
          <a:bodyPr wrap="none" rtlCol="0">
            <a:spAutoFit/>
            <a:scene3d>
              <a:camera prst="orthographicFront"/>
              <a:lightRig rig="threePt" dir="t"/>
            </a:scene3d>
            <a:sp3d contourW="12700"/>
          </a:bodyPr>
          <a:lstStyle/>
          <a:p>
            <a:r>
              <a:rPr lang="en-US" altLang="zh-CN" sz="6000" dirty="0">
                <a:solidFill>
                  <a:schemeClr val="tx1">
                    <a:lumMod val="75000"/>
                    <a:lumOff val="25000"/>
                  </a:schemeClr>
                </a:solidFill>
                <a:latin typeface="Agency FB" panose="020B0503020202020204" pitchFamily="34" charset="0"/>
              </a:rPr>
              <a:t>PART 01</a:t>
            </a:r>
            <a:endParaRPr lang="zh-CN" altLang="en-US" sz="6000" dirty="0">
              <a:solidFill>
                <a:schemeClr val="tx1">
                  <a:lumMod val="75000"/>
                  <a:lumOff val="25000"/>
                </a:schemeClr>
              </a:solidFill>
              <a:latin typeface="Agency FB" panose="020B0503020202020204" pitchFamily="34" charset="0"/>
            </a:endParaRPr>
          </a:p>
        </p:txBody>
      </p:sp>
      <p:sp>
        <p:nvSpPr>
          <p:cNvPr id="37" name="文本框 36"/>
          <p:cNvSpPr txBox="1"/>
          <p:nvPr/>
        </p:nvSpPr>
        <p:spPr>
          <a:xfrm>
            <a:off x="4840859" y="3038719"/>
            <a:ext cx="2236510" cy="707886"/>
          </a:xfrm>
          <a:prstGeom prst="rect">
            <a:avLst/>
          </a:prstGeom>
          <a:noFill/>
        </p:spPr>
        <p:txBody>
          <a:bodyPr wrap="none" rtlCol="0">
            <a:spAutoFit/>
            <a:scene3d>
              <a:camera prst="orthographicFront"/>
              <a:lightRig rig="threePt" dir="t"/>
            </a:scene3d>
            <a:sp3d contourW="12700"/>
          </a:bodyPr>
          <a:lstStyle/>
          <a:p>
            <a:r>
              <a:rPr lang="zh-CN" altLang="en-US" sz="4000" dirty="0">
                <a:latin typeface="Agency FB" panose="020B0503020202020204" pitchFamily="34" charset="0"/>
              </a:rPr>
              <a:t>系统介绍</a:t>
            </a:r>
          </a:p>
        </p:txBody>
      </p:sp>
      <p:sp>
        <p:nvSpPr>
          <p:cNvPr id="38" name="文本框 37"/>
          <p:cNvSpPr txBox="1"/>
          <p:nvPr/>
        </p:nvSpPr>
        <p:spPr>
          <a:xfrm>
            <a:off x="4859909" y="3731960"/>
            <a:ext cx="6258034" cy="646331"/>
          </a:xfrm>
          <a:prstGeom prst="rect">
            <a:avLst/>
          </a:prstGeom>
          <a:noFill/>
        </p:spPr>
        <p:txBody>
          <a:bodyPr wrap="square" rtlCol="0">
            <a:spAutoFit/>
            <a:scene3d>
              <a:camera prst="orthographicFront"/>
              <a:lightRig rig="threePt" dir="t"/>
            </a:scene3d>
            <a:sp3d contourW="12700"/>
          </a:bodyPr>
          <a:lstStyle/>
          <a:p>
            <a:r>
              <a:rPr lang="en-US" altLang="zh-CN"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40" name="任意多边形 39"/>
          <p:cNvSpPr/>
          <p:nvPr/>
        </p:nvSpPr>
        <p:spPr>
          <a:xfrm>
            <a:off x="10445469" y="5500915"/>
            <a:ext cx="1746531" cy="1357086"/>
          </a:xfrm>
          <a:custGeom>
            <a:avLst/>
            <a:gdLst>
              <a:gd name="connsiteX0" fmla="*/ 1319464 w 1319464"/>
              <a:gd name="connsiteY0" fmla="*/ 0 h 1025247"/>
              <a:gd name="connsiteX1" fmla="*/ 1319464 w 1319464"/>
              <a:gd name="connsiteY1" fmla="*/ 1025247 h 1025247"/>
              <a:gd name="connsiteX2" fmla="*/ 0 w 1319464"/>
              <a:gd name="connsiteY2" fmla="*/ 1025247 h 1025247"/>
            </a:gdLst>
            <a:ahLst/>
            <a:cxnLst>
              <a:cxn ang="0">
                <a:pos x="connsiteX0" y="connsiteY0"/>
              </a:cxn>
              <a:cxn ang="0">
                <a:pos x="connsiteX1" y="connsiteY1"/>
              </a:cxn>
              <a:cxn ang="0">
                <a:pos x="connsiteX2" y="connsiteY2"/>
              </a:cxn>
            </a:cxnLst>
            <a:rect l="l" t="t" r="r" b="b"/>
            <a:pathLst>
              <a:path w="1319464" h="1025247">
                <a:moveTo>
                  <a:pt x="1319464" y="0"/>
                </a:moveTo>
                <a:lnTo>
                  <a:pt x="1319464" y="1025247"/>
                </a:lnTo>
                <a:lnTo>
                  <a:pt x="0" y="102524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直接连接符 40"/>
          <p:cNvCxnSpPr/>
          <p:nvPr/>
        </p:nvCxnSpPr>
        <p:spPr>
          <a:xfrm flipH="1">
            <a:off x="9727812" y="6378594"/>
            <a:ext cx="578056" cy="4794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6"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fill="hold"/>
                                        <p:tgtEl>
                                          <p:spTgt spid="40"/>
                                        </p:tgtEl>
                                        <p:attrNameLst>
                                          <p:attrName>ppt_x</p:attrName>
                                        </p:attrNameLst>
                                      </p:cBhvr>
                                      <p:tavLst>
                                        <p:tav tm="0">
                                          <p:val>
                                            <p:strVal val="1+#ppt_w/2"/>
                                          </p:val>
                                        </p:tav>
                                        <p:tav tm="100000">
                                          <p:val>
                                            <p:strVal val="#ppt_x"/>
                                          </p:val>
                                        </p:tav>
                                      </p:tavLst>
                                    </p:anim>
                                    <p:anim calcmode="lin" valueType="num">
                                      <p:cBhvr additive="base">
                                        <p:cTn id="12" dur="500" fill="hold"/>
                                        <p:tgtEl>
                                          <p:spTgt spid="40"/>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30"/>
                                        </p:tgtEl>
                                        <p:attrNameLst>
                                          <p:attrName>style.visibility</p:attrName>
                                        </p:attrNameLst>
                                      </p:cBhvr>
                                      <p:to>
                                        <p:strVal val="visible"/>
                                      </p:to>
                                    </p:set>
                                    <p:anim calcmode="lin" valueType="num">
                                      <p:cBhvr>
                                        <p:cTn id="16" dur="500" fill="hold"/>
                                        <p:tgtEl>
                                          <p:spTgt spid="30"/>
                                        </p:tgtEl>
                                        <p:attrNameLst>
                                          <p:attrName>ppt_w</p:attrName>
                                        </p:attrNameLst>
                                      </p:cBhvr>
                                      <p:tavLst>
                                        <p:tav tm="0">
                                          <p:val>
                                            <p:fltVal val="0"/>
                                          </p:val>
                                        </p:tav>
                                        <p:tav tm="100000">
                                          <p:val>
                                            <p:strVal val="#ppt_w"/>
                                          </p:val>
                                        </p:tav>
                                      </p:tavLst>
                                    </p:anim>
                                    <p:anim calcmode="lin" valueType="num">
                                      <p:cBhvr>
                                        <p:cTn id="17" dur="500" fill="hold"/>
                                        <p:tgtEl>
                                          <p:spTgt spid="30"/>
                                        </p:tgtEl>
                                        <p:attrNameLst>
                                          <p:attrName>ppt_h</p:attrName>
                                        </p:attrNameLst>
                                      </p:cBhvr>
                                      <p:tavLst>
                                        <p:tav tm="0">
                                          <p:val>
                                            <p:fltVal val="0"/>
                                          </p:val>
                                        </p:tav>
                                        <p:tav tm="100000">
                                          <p:val>
                                            <p:strVal val="#ppt_h"/>
                                          </p:val>
                                        </p:tav>
                                      </p:tavLst>
                                    </p:anim>
                                    <p:animEffect transition="in" filter="fade">
                                      <p:cBhvr>
                                        <p:cTn id="18" dur="500"/>
                                        <p:tgtEl>
                                          <p:spTgt spid="30"/>
                                        </p:tgtEl>
                                      </p:cBhvr>
                                    </p:animEffect>
                                  </p:childTnLst>
                                </p:cTn>
                              </p:par>
                            </p:childTnLst>
                          </p:cTn>
                        </p:par>
                        <p:par>
                          <p:cTn id="19" fill="hold">
                            <p:stCondLst>
                              <p:cond delay="1000"/>
                            </p:stCondLst>
                            <p:childTnLst>
                              <p:par>
                                <p:cTn id="20" presetID="2" presetClass="entr" presetSubtype="2" fill="hold" grpId="0" nodeType="afterEffect">
                                  <p:stCondLst>
                                    <p:cond delay="0"/>
                                  </p:stCondLst>
                                  <p:childTnLst>
                                    <p:set>
                                      <p:cBhvr>
                                        <p:cTn id="21" dur="1" fill="hold">
                                          <p:stCondLst>
                                            <p:cond delay="0"/>
                                          </p:stCondLst>
                                        </p:cTn>
                                        <p:tgtEl>
                                          <p:spTgt spid="36"/>
                                        </p:tgtEl>
                                        <p:attrNameLst>
                                          <p:attrName>style.visibility</p:attrName>
                                        </p:attrNameLst>
                                      </p:cBhvr>
                                      <p:to>
                                        <p:strVal val="visible"/>
                                      </p:to>
                                    </p:set>
                                    <p:anim calcmode="lin" valueType="num">
                                      <p:cBhvr additive="base">
                                        <p:cTn id="22" dur="500" fill="hold"/>
                                        <p:tgtEl>
                                          <p:spTgt spid="36"/>
                                        </p:tgtEl>
                                        <p:attrNameLst>
                                          <p:attrName>ppt_x</p:attrName>
                                        </p:attrNameLst>
                                      </p:cBhvr>
                                      <p:tavLst>
                                        <p:tav tm="0">
                                          <p:val>
                                            <p:strVal val="1+#ppt_w/2"/>
                                          </p:val>
                                        </p:tav>
                                        <p:tav tm="100000">
                                          <p:val>
                                            <p:strVal val="#ppt_x"/>
                                          </p:val>
                                        </p:tav>
                                      </p:tavLst>
                                    </p:anim>
                                    <p:anim calcmode="lin" valueType="num">
                                      <p:cBhvr additive="base">
                                        <p:cTn id="23" dur="500" fill="hold"/>
                                        <p:tgtEl>
                                          <p:spTgt spid="36"/>
                                        </p:tgtEl>
                                        <p:attrNameLst>
                                          <p:attrName>ppt_y</p:attrName>
                                        </p:attrNameLst>
                                      </p:cBhvr>
                                      <p:tavLst>
                                        <p:tav tm="0">
                                          <p:val>
                                            <p:strVal val="#ppt_y"/>
                                          </p:val>
                                        </p:tav>
                                        <p:tav tm="100000">
                                          <p:val>
                                            <p:strVal val="#ppt_y"/>
                                          </p:val>
                                        </p:tav>
                                      </p:tavLst>
                                    </p:anim>
                                  </p:childTnLst>
                                </p:cTn>
                              </p:par>
                            </p:childTnLst>
                          </p:cTn>
                        </p:par>
                        <p:par>
                          <p:cTn id="24" fill="hold">
                            <p:stCondLst>
                              <p:cond delay="1500"/>
                            </p:stCondLst>
                            <p:childTnLst>
                              <p:par>
                                <p:cTn id="25" presetID="22" presetClass="entr" presetSubtype="8"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childTnLst>
                                </p:cTn>
                              </p:par>
                            </p:childTnLst>
                          </p:cTn>
                        </p:par>
                        <p:par>
                          <p:cTn id="32" fill="hold">
                            <p:stCondLst>
                              <p:cond delay="2500"/>
                            </p:stCondLst>
                            <p:childTnLst>
                              <p:par>
                                <p:cTn id="33" presetID="22" presetClass="entr" presetSubtype="1" fill="hold"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up)">
                                      <p:cBhvr>
                                        <p:cTn id="35" dur="500"/>
                                        <p:tgtEl>
                                          <p:spTgt spid="14"/>
                                        </p:tgtEl>
                                      </p:cBhvr>
                                    </p:animEffect>
                                  </p:childTnLst>
                                </p:cTn>
                              </p:par>
                              <p:par>
                                <p:cTn id="36" presetID="22" presetClass="entr" presetSubtype="4" fill="hold"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wipe(down)">
                                      <p:cBhvr>
                                        <p:cTn id="38" dur="500"/>
                                        <p:tgtEl>
                                          <p:spTgt spid="35"/>
                                        </p:tgtEl>
                                      </p:cBhvr>
                                    </p:animEffect>
                                  </p:childTnLst>
                                </p:cTn>
                              </p:par>
                              <p:par>
                                <p:cTn id="39" presetID="22" presetClass="entr" presetSubtype="1"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wipe(up)">
                                      <p:cBhvr>
                                        <p:cTn id="4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0" grpId="0" animBg="1"/>
      <p:bldP spid="36" grpId="0"/>
      <p:bldP spid="37" grpId="0"/>
      <p:bldP spid="38" grpId="0"/>
      <p:bldP spid="4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5182932"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系统介绍</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12" name="图片 11"/>
          <p:cNvPicPr>
            <a:picLocks noChangeAspect="1"/>
          </p:cNvPicPr>
          <p:nvPr/>
        </p:nvPicPr>
        <p:blipFill>
          <a:blip r:embed="rId4"/>
          <a:stretch>
            <a:fillRect/>
          </a:stretch>
        </p:blipFill>
        <p:spPr>
          <a:xfrm>
            <a:off x="1523901" y="1945217"/>
            <a:ext cx="9134862" cy="4724513"/>
          </a:xfrm>
          <a:prstGeom prst="rect">
            <a:avLst/>
          </a:prstGeom>
        </p:spPr>
      </p:pic>
      <p:sp>
        <p:nvSpPr>
          <p:cNvPr id="15" name="文本框 14"/>
          <p:cNvSpPr txBox="1"/>
          <p:nvPr/>
        </p:nvSpPr>
        <p:spPr>
          <a:xfrm>
            <a:off x="600650" y="1314323"/>
            <a:ext cx="3246402" cy="738664"/>
          </a:xfrm>
          <a:prstGeom prst="rect">
            <a:avLst/>
          </a:prstGeom>
          <a:noFill/>
        </p:spPr>
        <p:txBody>
          <a:bodyPr wrap="none" rtlCol="0">
            <a:spAutoFit/>
          </a:bodyPr>
          <a:lstStyle/>
          <a:p>
            <a:r>
              <a:rPr lang="en-US" altLang="zh-CN" sz="2400" dirty="0" err="1"/>
              <a:t>Github</a:t>
            </a:r>
            <a:r>
              <a:rPr lang="zh-CN" altLang="en-US" sz="2400" dirty="0"/>
              <a:t>上的开源项目：</a:t>
            </a:r>
            <a:endParaRPr lang="en-US" altLang="zh-CN" sz="2800" dirty="0"/>
          </a:p>
          <a:p>
            <a:r>
              <a:rPr lang="zh-CN" altLang="en-US" dirty="0"/>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5182932"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系统介绍</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14" name="图片 13"/>
          <p:cNvPicPr>
            <a:picLocks noChangeAspect="1"/>
          </p:cNvPicPr>
          <p:nvPr/>
        </p:nvPicPr>
        <p:blipFill>
          <a:blip r:embed="rId4"/>
          <a:stretch>
            <a:fillRect/>
          </a:stretch>
        </p:blipFill>
        <p:spPr>
          <a:xfrm>
            <a:off x="537608" y="1578612"/>
            <a:ext cx="2919368" cy="4666346"/>
          </a:xfrm>
          <a:prstGeom prst="rect">
            <a:avLst/>
          </a:prstGeom>
        </p:spPr>
      </p:pic>
      <p:pic>
        <p:nvPicPr>
          <p:cNvPr id="13" name="图片 12"/>
          <p:cNvPicPr>
            <a:picLocks noChangeAspect="1"/>
          </p:cNvPicPr>
          <p:nvPr/>
        </p:nvPicPr>
        <p:blipFill>
          <a:blip r:embed="rId5"/>
          <a:stretch>
            <a:fillRect/>
          </a:stretch>
        </p:blipFill>
        <p:spPr>
          <a:xfrm>
            <a:off x="2613891" y="2305012"/>
            <a:ext cx="2885956" cy="4460624"/>
          </a:xfrm>
          <a:prstGeom prst="rect">
            <a:avLst/>
          </a:prstGeom>
        </p:spPr>
      </p:pic>
      <p:sp>
        <p:nvSpPr>
          <p:cNvPr id="16" name="矩形 15"/>
          <p:cNvSpPr/>
          <p:nvPr/>
        </p:nvSpPr>
        <p:spPr>
          <a:xfrm>
            <a:off x="537608" y="1209280"/>
            <a:ext cx="3416320" cy="369332"/>
          </a:xfrm>
          <a:prstGeom prst="rect">
            <a:avLst/>
          </a:prstGeom>
        </p:spPr>
        <p:txBody>
          <a:bodyPr wrap="none">
            <a:spAutoFit/>
          </a:bodyPr>
          <a:lstStyle/>
          <a:p>
            <a:r>
              <a:rPr lang="zh-CN" altLang="en-US" dirty="0"/>
              <a:t>商城前端采用微信小程序的框架</a:t>
            </a:r>
          </a:p>
        </p:txBody>
      </p:sp>
      <p:sp>
        <p:nvSpPr>
          <p:cNvPr id="11" name="矩形 10"/>
          <p:cNvSpPr/>
          <p:nvPr/>
        </p:nvSpPr>
        <p:spPr>
          <a:xfrm>
            <a:off x="6850663" y="1209280"/>
            <a:ext cx="2792175" cy="369332"/>
          </a:xfrm>
          <a:prstGeom prst="rect">
            <a:avLst/>
          </a:prstGeom>
        </p:spPr>
        <p:txBody>
          <a:bodyPr wrap="none">
            <a:spAutoFit/>
          </a:bodyPr>
          <a:lstStyle/>
          <a:p>
            <a:r>
              <a:rPr lang="zh-CN" altLang="en-US" dirty="0"/>
              <a:t>管理员前端采用 </a:t>
            </a:r>
            <a:r>
              <a:rPr lang="en-US" altLang="zh-CN" dirty="0" err="1"/>
              <a:t>Vue</a:t>
            </a:r>
            <a:r>
              <a:rPr lang="zh-CN" altLang="en-US" dirty="0"/>
              <a:t> 框架</a:t>
            </a:r>
          </a:p>
        </p:txBody>
      </p:sp>
      <p:pic>
        <p:nvPicPr>
          <p:cNvPr id="2" name="图片 1"/>
          <p:cNvPicPr>
            <a:picLocks noChangeAspect="1"/>
          </p:cNvPicPr>
          <p:nvPr/>
        </p:nvPicPr>
        <p:blipFill>
          <a:blip r:embed="rId6"/>
          <a:stretch>
            <a:fillRect/>
          </a:stretch>
        </p:blipFill>
        <p:spPr>
          <a:xfrm>
            <a:off x="5698837" y="1756677"/>
            <a:ext cx="5191470" cy="2436205"/>
          </a:xfrm>
          <a:prstGeom prst="rect">
            <a:avLst/>
          </a:prstGeom>
        </p:spPr>
      </p:pic>
      <p:pic>
        <p:nvPicPr>
          <p:cNvPr id="3" name="图片 2"/>
          <p:cNvPicPr>
            <a:picLocks noChangeAspect="1"/>
          </p:cNvPicPr>
          <p:nvPr/>
        </p:nvPicPr>
        <p:blipFill>
          <a:blip r:embed="rId7"/>
          <a:stretch>
            <a:fillRect/>
          </a:stretch>
        </p:blipFill>
        <p:spPr>
          <a:xfrm>
            <a:off x="6754459" y="4091709"/>
            <a:ext cx="5253030" cy="2459622"/>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5182932"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系统介绍</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15" name="文本框 14"/>
          <p:cNvSpPr txBox="1"/>
          <p:nvPr/>
        </p:nvSpPr>
        <p:spPr>
          <a:xfrm>
            <a:off x="600650" y="1314323"/>
            <a:ext cx="4185761" cy="738664"/>
          </a:xfrm>
          <a:prstGeom prst="rect">
            <a:avLst/>
          </a:prstGeom>
          <a:noFill/>
        </p:spPr>
        <p:txBody>
          <a:bodyPr wrap="none" rtlCol="0">
            <a:spAutoFit/>
          </a:bodyPr>
          <a:lstStyle/>
          <a:p>
            <a:r>
              <a:rPr lang="zh-CN" altLang="en-US" sz="2400" dirty="0"/>
              <a:t>将项目部署到服务器端运行：</a:t>
            </a:r>
            <a:endParaRPr lang="en-US" altLang="zh-CN" sz="2800" dirty="0"/>
          </a:p>
          <a:p>
            <a:r>
              <a:rPr lang="zh-CN" altLang="en-US" dirty="0"/>
              <a:t>        </a:t>
            </a:r>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8370" y="1867439"/>
            <a:ext cx="5513820" cy="2872081"/>
          </a:xfrm>
          <a:prstGeom prst="rect">
            <a:avLst/>
          </a:prstGeom>
        </p:spPr>
      </p:pic>
      <p:sp>
        <p:nvSpPr>
          <p:cNvPr id="4" name="Rectangle 4"/>
          <p:cNvSpPr>
            <a:spLocks noChangeArrowheads="1"/>
          </p:cNvSpPr>
          <p:nvPr/>
        </p:nvSpPr>
        <p:spPr bwMode="auto">
          <a:xfrm>
            <a:off x="3125280" y="2980315"/>
            <a:ext cx="637377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zh-CN" altLang="zh-CN" sz="1800" b="0" i="0" u="none" strike="noStrike" cap="none" normalizeH="0" baseline="0">
                <a:ln>
                  <a:noFill/>
                </a:ln>
                <a:solidFill>
                  <a:schemeClr val="tx1"/>
                </a:solidFill>
                <a:effectLst/>
                <a:latin typeface="Arial" panose="020B0604020202020204" pitchFamily="34" charset="0"/>
              </a:rPr>
            </a:b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88430" y="2980315"/>
            <a:ext cx="6792292" cy="2673174"/>
          </a:xfrm>
          <a:prstGeom prst="rect">
            <a:avLst/>
          </a:prstGeom>
        </p:spPr>
      </p:pic>
      <p:pic>
        <p:nvPicPr>
          <p:cNvPr id="1027" name="Picture 3" descr="D:\SystemFile\系统文件\Tencent Files\935374257\Image\C2C\K[{U)BUY4(T}9DMMVX_L]@N.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09073" y="3498287"/>
            <a:ext cx="4688681" cy="3288890"/>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8586141" y="1846627"/>
            <a:ext cx="2749471" cy="369332"/>
          </a:xfrm>
          <a:prstGeom prst="rect">
            <a:avLst/>
          </a:prstGeom>
        </p:spPr>
        <p:txBody>
          <a:bodyPr wrap="none">
            <a:spAutoFit/>
          </a:bodyPr>
          <a:lstStyle/>
          <a:p>
            <a:r>
              <a:rPr lang="en-US" altLang="zh-CN" dirty="0">
                <a:hlinkClick r:id="rId7"/>
              </a:rPr>
              <a:t>http://47.97.26.168:9527/</a:t>
            </a:r>
            <a:endParaRPr lang="zh-CN" altLang="en-US" dirty="0"/>
          </a:p>
        </p:txBody>
      </p:sp>
      <p:sp>
        <p:nvSpPr>
          <p:cNvPr id="8" name="文本框 7"/>
          <p:cNvSpPr txBox="1"/>
          <p:nvPr/>
        </p:nvSpPr>
        <p:spPr>
          <a:xfrm>
            <a:off x="7795491" y="1855156"/>
            <a:ext cx="877163" cy="369332"/>
          </a:xfrm>
          <a:prstGeom prst="rect">
            <a:avLst/>
          </a:prstGeom>
          <a:noFill/>
        </p:spPr>
        <p:txBody>
          <a:bodyPr wrap="none" rtlCol="0">
            <a:spAutoFit/>
          </a:bodyPr>
          <a:lstStyle/>
          <a:p>
            <a:r>
              <a:rPr lang="zh-CN" altLang="en-US" dirty="0"/>
              <a:t>链接：</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16200000" flipV="1">
            <a:off x="-1099284" y="1444859"/>
            <a:ext cx="6166850" cy="396828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cxnSp>
        <p:nvCxnSpPr>
          <p:cNvPr id="14" name="直接连接符 13"/>
          <p:cNvCxnSpPr/>
          <p:nvPr/>
        </p:nvCxnSpPr>
        <p:spPr>
          <a:xfrm flipH="1">
            <a:off x="9535886" y="-1743"/>
            <a:ext cx="2656115" cy="2202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等腰三角形 29"/>
          <p:cNvSpPr/>
          <p:nvPr/>
        </p:nvSpPr>
        <p:spPr>
          <a:xfrm rot="16200000" flipV="1">
            <a:off x="3899720" y="2151953"/>
            <a:ext cx="1015660" cy="653564"/>
          </a:xfrm>
          <a:prstGeom prst="triangle">
            <a:avLst/>
          </a:prstGeom>
          <a:solidFill>
            <a:srgbClr val="4C46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cxnSp>
        <p:nvCxnSpPr>
          <p:cNvPr id="35" name="直接连接符 34"/>
          <p:cNvCxnSpPr/>
          <p:nvPr/>
        </p:nvCxnSpPr>
        <p:spPr>
          <a:xfrm flipH="1">
            <a:off x="3578217" y="4767072"/>
            <a:ext cx="1156115" cy="958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4840859" y="1970902"/>
            <a:ext cx="2185214" cy="1015663"/>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black">
                    <a:lumMod val="75000"/>
                    <a:lumOff val="25000"/>
                  </a:prstClr>
                </a:solidFill>
                <a:effectLst/>
                <a:uLnTx/>
                <a:uFillTx/>
                <a:latin typeface="Agency FB" panose="020B0503020202020204" pitchFamily="34" charset="0"/>
                <a:ea typeface="微软雅黑" panose="020B0503020204020204" charset="-122"/>
                <a:cs typeface="+mn-cs"/>
              </a:rPr>
              <a:t>PART 02</a:t>
            </a:r>
            <a:endParaRPr kumimoji="0" lang="zh-CN" altLang="en-US" sz="6000" b="0" i="0" u="none" strike="noStrike" kern="1200" cap="none" spc="0" normalizeH="0" baseline="0" noProof="0" dirty="0">
              <a:ln>
                <a:noFill/>
              </a:ln>
              <a:solidFill>
                <a:prstClr val="black">
                  <a:lumMod val="75000"/>
                  <a:lumOff val="25000"/>
                </a:prstClr>
              </a:solidFill>
              <a:effectLst/>
              <a:uLnTx/>
              <a:uFillTx/>
              <a:latin typeface="Agency FB" panose="020B0503020202020204" pitchFamily="34" charset="0"/>
              <a:ea typeface="微软雅黑" panose="020B0503020204020204" charset="-122"/>
              <a:cs typeface="+mn-cs"/>
            </a:endParaRPr>
          </a:p>
        </p:txBody>
      </p:sp>
      <p:sp>
        <p:nvSpPr>
          <p:cNvPr id="37" name="文本框 36"/>
          <p:cNvSpPr txBox="1"/>
          <p:nvPr/>
        </p:nvSpPr>
        <p:spPr>
          <a:xfrm>
            <a:off x="4840859" y="3038719"/>
            <a:ext cx="2236510" cy="707886"/>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prstClr val="black"/>
                </a:solidFill>
                <a:effectLst/>
                <a:uLnTx/>
                <a:uFillTx/>
                <a:latin typeface="Agency FB" panose="020B0503020202020204" pitchFamily="34" charset="0"/>
                <a:ea typeface="微软雅黑" panose="020B0503020204020204" charset="-122"/>
                <a:cs typeface="+mn-cs"/>
              </a:rPr>
              <a:t>单元测试</a:t>
            </a:r>
          </a:p>
        </p:txBody>
      </p:sp>
      <p:sp>
        <p:nvSpPr>
          <p:cNvPr id="38" name="文本框 37"/>
          <p:cNvSpPr txBox="1"/>
          <p:nvPr/>
        </p:nvSpPr>
        <p:spPr>
          <a:xfrm>
            <a:off x="4859909" y="3731960"/>
            <a:ext cx="6258034" cy="646331"/>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lumMod val="50000"/>
                    <a:lumOff val="50000"/>
                  </a:prstClr>
                </a:solidFill>
                <a:effectLst/>
                <a:uLnTx/>
                <a:uFillTx/>
                <a:latin typeface="Agency FB" panose="020B0503020202020204" pitchFamily="34" charset="0"/>
                <a:ea typeface="微软雅黑" panose="020B0503020204020204" charset="-122"/>
                <a:cs typeface="+mn-cs"/>
              </a:rPr>
              <a:t>The user can demonstrate on a projector or computer, or print the presentation and make it into a film to be used in a wider field</a:t>
            </a:r>
          </a:p>
        </p:txBody>
      </p:sp>
      <p:sp>
        <p:nvSpPr>
          <p:cNvPr id="40" name="任意多边形 39"/>
          <p:cNvSpPr/>
          <p:nvPr/>
        </p:nvSpPr>
        <p:spPr>
          <a:xfrm>
            <a:off x="10445469" y="5500915"/>
            <a:ext cx="1746531" cy="1357086"/>
          </a:xfrm>
          <a:custGeom>
            <a:avLst/>
            <a:gdLst>
              <a:gd name="connsiteX0" fmla="*/ 1319464 w 1319464"/>
              <a:gd name="connsiteY0" fmla="*/ 0 h 1025247"/>
              <a:gd name="connsiteX1" fmla="*/ 1319464 w 1319464"/>
              <a:gd name="connsiteY1" fmla="*/ 1025247 h 1025247"/>
              <a:gd name="connsiteX2" fmla="*/ 0 w 1319464"/>
              <a:gd name="connsiteY2" fmla="*/ 1025247 h 1025247"/>
            </a:gdLst>
            <a:ahLst/>
            <a:cxnLst>
              <a:cxn ang="0">
                <a:pos x="connsiteX0" y="connsiteY0"/>
              </a:cxn>
              <a:cxn ang="0">
                <a:pos x="connsiteX1" y="connsiteY1"/>
              </a:cxn>
              <a:cxn ang="0">
                <a:pos x="connsiteX2" y="connsiteY2"/>
              </a:cxn>
            </a:cxnLst>
            <a:rect l="l" t="t" r="r" b="b"/>
            <a:pathLst>
              <a:path w="1319464" h="1025247">
                <a:moveTo>
                  <a:pt x="1319464" y="0"/>
                </a:moveTo>
                <a:lnTo>
                  <a:pt x="1319464" y="1025247"/>
                </a:lnTo>
                <a:lnTo>
                  <a:pt x="0" y="102524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cxnSp>
        <p:nvCxnSpPr>
          <p:cNvPr id="41" name="直接连接符 40"/>
          <p:cNvCxnSpPr/>
          <p:nvPr/>
        </p:nvCxnSpPr>
        <p:spPr>
          <a:xfrm flipH="1">
            <a:off x="9727812" y="6378594"/>
            <a:ext cx="578056" cy="4794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6"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fill="hold"/>
                                        <p:tgtEl>
                                          <p:spTgt spid="40"/>
                                        </p:tgtEl>
                                        <p:attrNameLst>
                                          <p:attrName>ppt_x</p:attrName>
                                        </p:attrNameLst>
                                      </p:cBhvr>
                                      <p:tavLst>
                                        <p:tav tm="0">
                                          <p:val>
                                            <p:strVal val="1+#ppt_w/2"/>
                                          </p:val>
                                        </p:tav>
                                        <p:tav tm="100000">
                                          <p:val>
                                            <p:strVal val="#ppt_x"/>
                                          </p:val>
                                        </p:tav>
                                      </p:tavLst>
                                    </p:anim>
                                    <p:anim calcmode="lin" valueType="num">
                                      <p:cBhvr additive="base">
                                        <p:cTn id="12" dur="500" fill="hold"/>
                                        <p:tgtEl>
                                          <p:spTgt spid="40"/>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30"/>
                                        </p:tgtEl>
                                        <p:attrNameLst>
                                          <p:attrName>style.visibility</p:attrName>
                                        </p:attrNameLst>
                                      </p:cBhvr>
                                      <p:to>
                                        <p:strVal val="visible"/>
                                      </p:to>
                                    </p:set>
                                    <p:anim calcmode="lin" valueType="num">
                                      <p:cBhvr>
                                        <p:cTn id="16" dur="500" fill="hold"/>
                                        <p:tgtEl>
                                          <p:spTgt spid="30"/>
                                        </p:tgtEl>
                                        <p:attrNameLst>
                                          <p:attrName>ppt_w</p:attrName>
                                        </p:attrNameLst>
                                      </p:cBhvr>
                                      <p:tavLst>
                                        <p:tav tm="0">
                                          <p:val>
                                            <p:fltVal val="0"/>
                                          </p:val>
                                        </p:tav>
                                        <p:tav tm="100000">
                                          <p:val>
                                            <p:strVal val="#ppt_w"/>
                                          </p:val>
                                        </p:tav>
                                      </p:tavLst>
                                    </p:anim>
                                    <p:anim calcmode="lin" valueType="num">
                                      <p:cBhvr>
                                        <p:cTn id="17" dur="500" fill="hold"/>
                                        <p:tgtEl>
                                          <p:spTgt spid="30"/>
                                        </p:tgtEl>
                                        <p:attrNameLst>
                                          <p:attrName>ppt_h</p:attrName>
                                        </p:attrNameLst>
                                      </p:cBhvr>
                                      <p:tavLst>
                                        <p:tav tm="0">
                                          <p:val>
                                            <p:fltVal val="0"/>
                                          </p:val>
                                        </p:tav>
                                        <p:tav tm="100000">
                                          <p:val>
                                            <p:strVal val="#ppt_h"/>
                                          </p:val>
                                        </p:tav>
                                      </p:tavLst>
                                    </p:anim>
                                    <p:animEffect transition="in" filter="fade">
                                      <p:cBhvr>
                                        <p:cTn id="18" dur="500"/>
                                        <p:tgtEl>
                                          <p:spTgt spid="30"/>
                                        </p:tgtEl>
                                      </p:cBhvr>
                                    </p:animEffect>
                                  </p:childTnLst>
                                </p:cTn>
                              </p:par>
                            </p:childTnLst>
                          </p:cTn>
                        </p:par>
                        <p:par>
                          <p:cTn id="19" fill="hold">
                            <p:stCondLst>
                              <p:cond delay="1000"/>
                            </p:stCondLst>
                            <p:childTnLst>
                              <p:par>
                                <p:cTn id="20" presetID="2" presetClass="entr" presetSubtype="2" fill="hold" grpId="0" nodeType="afterEffect">
                                  <p:stCondLst>
                                    <p:cond delay="0"/>
                                  </p:stCondLst>
                                  <p:childTnLst>
                                    <p:set>
                                      <p:cBhvr>
                                        <p:cTn id="21" dur="1" fill="hold">
                                          <p:stCondLst>
                                            <p:cond delay="0"/>
                                          </p:stCondLst>
                                        </p:cTn>
                                        <p:tgtEl>
                                          <p:spTgt spid="36"/>
                                        </p:tgtEl>
                                        <p:attrNameLst>
                                          <p:attrName>style.visibility</p:attrName>
                                        </p:attrNameLst>
                                      </p:cBhvr>
                                      <p:to>
                                        <p:strVal val="visible"/>
                                      </p:to>
                                    </p:set>
                                    <p:anim calcmode="lin" valueType="num">
                                      <p:cBhvr additive="base">
                                        <p:cTn id="22" dur="500" fill="hold"/>
                                        <p:tgtEl>
                                          <p:spTgt spid="36"/>
                                        </p:tgtEl>
                                        <p:attrNameLst>
                                          <p:attrName>ppt_x</p:attrName>
                                        </p:attrNameLst>
                                      </p:cBhvr>
                                      <p:tavLst>
                                        <p:tav tm="0">
                                          <p:val>
                                            <p:strVal val="1+#ppt_w/2"/>
                                          </p:val>
                                        </p:tav>
                                        <p:tav tm="100000">
                                          <p:val>
                                            <p:strVal val="#ppt_x"/>
                                          </p:val>
                                        </p:tav>
                                      </p:tavLst>
                                    </p:anim>
                                    <p:anim calcmode="lin" valueType="num">
                                      <p:cBhvr additive="base">
                                        <p:cTn id="23" dur="500" fill="hold"/>
                                        <p:tgtEl>
                                          <p:spTgt spid="36"/>
                                        </p:tgtEl>
                                        <p:attrNameLst>
                                          <p:attrName>ppt_y</p:attrName>
                                        </p:attrNameLst>
                                      </p:cBhvr>
                                      <p:tavLst>
                                        <p:tav tm="0">
                                          <p:val>
                                            <p:strVal val="#ppt_y"/>
                                          </p:val>
                                        </p:tav>
                                        <p:tav tm="100000">
                                          <p:val>
                                            <p:strVal val="#ppt_y"/>
                                          </p:val>
                                        </p:tav>
                                      </p:tavLst>
                                    </p:anim>
                                  </p:childTnLst>
                                </p:cTn>
                              </p:par>
                            </p:childTnLst>
                          </p:cTn>
                        </p:par>
                        <p:par>
                          <p:cTn id="24" fill="hold">
                            <p:stCondLst>
                              <p:cond delay="1500"/>
                            </p:stCondLst>
                            <p:childTnLst>
                              <p:par>
                                <p:cTn id="25" presetID="22" presetClass="entr" presetSubtype="8"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childTnLst>
                                </p:cTn>
                              </p:par>
                            </p:childTnLst>
                          </p:cTn>
                        </p:par>
                        <p:par>
                          <p:cTn id="32" fill="hold">
                            <p:stCondLst>
                              <p:cond delay="2500"/>
                            </p:stCondLst>
                            <p:childTnLst>
                              <p:par>
                                <p:cTn id="33" presetID="22" presetClass="entr" presetSubtype="1" fill="hold"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up)">
                                      <p:cBhvr>
                                        <p:cTn id="35" dur="500"/>
                                        <p:tgtEl>
                                          <p:spTgt spid="14"/>
                                        </p:tgtEl>
                                      </p:cBhvr>
                                    </p:animEffect>
                                  </p:childTnLst>
                                </p:cTn>
                              </p:par>
                              <p:par>
                                <p:cTn id="36" presetID="22" presetClass="entr" presetSubtype="4" fill="hold"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wipe(down)">
                                      <p:cBhvr>
                                        <p:cTn id="38" dur="500"/>
                                        <p:tgtEl>
                                          <p:spTgt spid="35"/>
                                        </p:tgtEl>
                                      </p:cBhvr>
                                    </p:animEffect>
                                  </p:childTnLst>
                                </p:cTn>
                              </p:par>
                              <p:par>
                                <p:cTn id="39" presetID="22" presetClass="entr" presetSubtype="1"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wipe(up)">
                                      <p:cBhvr>
                                        <p:cTn id="4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0" grpId="0" animBg="1"/>
      <p:bldP spid="36" grpId="0"/>
      <p:bldP spid="37" grpId="0"/>
      <p:bldP spid="38" grpId="0"/>
      <p:bldP spid="4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5182933"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单元测试</a:t>
            </a:r>
          </a:p>
        </p:txBody>
      </p:sp>
      <p:sp>
        <p:nvSpPr>
          <p:cNvPr id="37" name="文本框 3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grpSp>
        <p:nvGrpSpPr>
          <p:cNvPr id="104" name="组合 103"/>
          <p:cNvGrpSpPr/>
          <p:nvPr/>
        </p:nvGrpSpPr>
        <p:grpSpPr>
          <a:xfrm>
            <a:off x="711634" y="2431056"/>
            <a:ext cx="1701138" cy="1644861"/>
            <a:chOff x="1004890" y="2075502"/>
            <a:chExt cx="2264502" cy="2193351"/>
          </a:xfrm>
        </p:grpSpPr>
        <p:sp>
          <p:nvSpPr>
            <p:cNvPr id="105" name="ïṧḷïḓê-矩形: 圆角 2"/>
            <p:cNvSpPr/>
            <p:nvPr/>
          </p:nvSpPr>
          <p:spPr>
            <a:xfrm>
              <a:off x="1004890" y="2075502"/>
              <a:ext cx="2264502" cy="2193351"/>
            </a:xfrm>
            <a:prstGeom prst="roundRect">
              <a:avLst>
                <a:gd name="adj" fmla="val 42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06" name="椭圆 105"/>
            <p:cNvSpPr/>
            <p:nvPr/>
          </p:nvSpPr>
          <p:spPr>
            <a:xfrm>
              <a:off x="1822268" y="2316802"/>
              <a:ext cx="762000" cy="762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31"/>
            <p:cNvSpPr/>
            <p:nvPr/>
          </p:nvSpPr>
          <p:spPr>
            <a:xfrm>
              <a:off x="2033405" y="2563197"/>
              <a:ext cx="339726" cy="269210"/>
            </a:xfrm>
            <a:custGeom>
              <a:avLst/>
              <a:gdLst>
                <a:gd name="connsiteX0" fmla="*/ 511657 w 606157"/>
                <a:gd name="connsiteY0" fmla="*/ 343654 h 480339"/>
                <a:gd name="connsiteX1" fmla="*/ 521432 w 606157"/>
                <a:gd name="connsiteY1" fmla="*/ 353421 h 480339"/>
                <a:gd name="connsiteX2" fmla="*/ 521432 w 606157"/>
                <a:gd name="connsiteY2" fmla="*/ 376178 h 480339"/>
                <a:gd name="connsiteX3" fmla="*/ 544305 w 606157"/>
                <a:gd name="connsiteY3" fmla="*/ 376178 h 480339"/>
                <a:gd name="connsiteX4" fmla="*/ 554080 w 606157"/>
                <a:gd name="connsiteY4" fmla="*/ 385945 h 480339"/>
                <a:gd name="connsiteX5" fmla="*/ 544305 w 606157"/>
                <a:gd name="connsiteY5" fmla="*/ 395712 h 480339"/>
                <a:gd name="connsiteX6" fmla="*/ 521432 w 606157"/>
                <a:gd name="connsiteY6" fmla="*/ 395712 h 480339"/>
                <a:gd name="connsiteX7" fmla="*/ 521432 w 606157"/>
                <a:gd name="connsiteY7" fmla="*/ 418566 h 480339"/>
                <a:gd name="connsiteX8" fmla="*/ 511657 w 606157"/>
                <a:gd name="connsiteY8" fmla="*/ 428333 h 480339"/>
                <a:gd name="connsiteX9" fmla="*/ 501882 w 606157"/>
                <a:gd name="connsiteY9" fmla="*/ 418566 h 480339"/>
                <a:gd name="connsiteX10" fmla="*/ 501882 w 606157"/>
                <a:gd name="connsiteY10" fmla="*/ 395712 h 480339"/>
                <a:gd name="connsiteX11" fmla="*/ 479106 w 606157"/>
                <a:gd name="connsiteY11" fmla="*/ 395712 h 480339"/>
                <a:gd name="connsiteX12" fmla="*/ 469331 w 606157"/>
                <a:gd name="connsiteY12" fmla="*/ 385945 h 480339"/>
                <a:gd name="connsiteX13" fmla="*/ 479106 w 606157"/>
                <a:gd name="connsiteY13" fmla="*/ 376178 h 480339"/>
                <a:gd name="connsiteX14" fmla="*/ 501882 w 606157"/>
                <a:gd name="connsiteY14" fmla="*/ 376178 h 480339"/>
                <a:gd name="connsiteX15" fmla="*/ 501882 w 606157"/>
                <a:gd name="connsiteY15" fmla="*/ 353421 h 480339"/>
                <a:gd name="connsiteX16" fmla="*/ 511657 w 606157"/>
                <a:gd name="connsiteY16" fmla="*/ 343654 h 480339"/>
                <a:gd name="connsiteX17" fmla="*/ 511621 w 606157"/>
                <a:gd name="connsiteY17" fmla="*/ 311170 h 480339"/>
                <a:gd name="connsiteX18" fmla="*/ 436735 w 606157"/>
                <a:gd name="connsiteY18" fmla="*/ 385944 h 480339"/>
                <a:gd name="connsiteX19" fmla="*/ 511621 w 606157"/>
                <a:gd name="connsiteY19" fmla="*/ 460816 h 480339"/>
                <a:gd name="connsiteX20" fmla="*/ 586605 w 606157"/>
                <a:gd name="connsiteY20" fmla="*/ 385944 h 480339"/>
                <a:gd name="connsiteX21" fmla="*/ 511621 w 606157"/>
                <a:gd name="connsiteY21" fmla="*/ 311170 h 480339"/>
                <a:gd name="connsiteX22" fmla="*/ 511621 w 606157"/>
                <a:gd name="connsiteY22" fmla="*/ 291647 h 480339"/>
                <a:gd name="connsiteX23" fmla="*/ 606157 w 606157"/>
                <a:gd name="connsiteY23" fmla="*/ 385944 h 480339"/>
                <a:gd name="connsiteX24" fmla="*/ 511621 w 606157"/>
                <a:gd name="connsiteY24" fmla="*/ 480339 h 480339"/>
                <a:gd name="connsiteX25" fmla="*/ 417183 w 606157"/>
                <a:gd name="connsiteY25" fmla="*/ 385944 h 480339"/>
                <a:gd name="connsiteX26" fmla="*/ 511621 w 606157"/>
                <a:gd name="connsiteY26" fmla="*/ 291647 h 480339"/>
                <a:gd name="connsiteX27" fmla="*/ 368279 w 606157"/>
                <a:gd name="connsiteY27" fmla="*/ 200476 h 480339"/>
                <a:gd name="connsiteX28" fmla="*/ 489505 w 606157"/>
                <a:gd name="connsiteY28" fmla="*/ 259991 h 480339"/>
                <a:gd name="connsiteX29" fmla="*/ 487746 w 606157"/>
                <a:gd name="connsiteY29" fmla="*/ 273650 h 480339"/>
                <a:gd name="connsiteX30" fmla="*/ 481782 w 606157"/>
                <a:gd name="connsiteY30" fmla="*/ 275699 h 480339"/>
                <a:gd name="connsiteX31" fmla="*/ 474059 w 606157"/>
                <a:gd name="connsiteY31" fmla="*/ 271894 h 480339"/>
                <a:gd name="connsiteX32" fmla="*/ 368279 w 606157"/>
                <a:gd name="connsiteY32" fmla="*/ 219989 h 480339"/>
                <a:gd name="connsiteX33" fmla="*/ 293588 w 606157"/>
                <a:gd name="connsiteY33" fmla="*/ 242819 h 480339"/>
                <a:gd name="connsiteX34" fmla="*/ 279999 w 606157"/>
                <a:gd name="connsiteY34" fmla="*/ 240185 h 480339"/>
                <a:gd name="connsiteX35" fmla="*/ 282639 w 606157"/>
                <a:gd name="connsiteY35" fmla="*/ 226623 h 480339"/>
                <a:gd name="connsiteX36" fmla="*/ 368279 w 606157"/>
                <a:gd name="connsiteY36" fmla="*/ 200476 h 480339"/>
                <a:gd name="connsiteX37" fmla="*/ 153211 w 606157"/>
                <a:gd name="connsiteY37" fmla="*/ 200476 h 480339"/>
                <a:gd name="connsiteX38" fmla="*/ 306325 w 606157"/>
                <a:gd name="connsiteY38" fmla="*/ 353439 h 480339"/>
                <a:gd name="connsiteX39" fmla="*/ 296547 w 606157"/>
                <a:gd name="connsiteY39" fmla="*/ 363200 h 480339"/>
                <a:gd name="connsiteX40" fmla="*/ 286770 w 606157"/>
                <a:gd name="connsiteY40" fmla="*/ 353439 h 480339"/>
                <a:gd name="connsiteX41" fmla="*/ 153211 w 606157"/>
                <a:gd name="connsiteY41" fmla="*/ 219999 h 480339"/>
                <a:gd name="connsiteX42" fmla="*/ 19554 w 606157"/>
                <a:gd name="connsiteY42" fmla="*/ 353439 h 480339"/>
                <a:gd name="connsiteX43" fmla="*/ 9777 w 606157"/>
                <a:gd name="connsiteY43" fmla="*/ 363200 h 480339"/>
                <a:gd name="connsiteX44" fmla="*/ 0 w 606157"/>
                <a:gd name="connsiteY44" fmla="*/ 353439 h 480339"/>
                <a:gd name="connsiteX45" fmla="*/ 153211 w 606157"/>
                <a:gd name="connsiteY45" fmla="*/ 200476 h 480339"/>
                <a:gd name="connsiteX46" fmla="*/ 368295 w 606157"/>
                <a:gd name="connsiteY46" fmla="*/ 19531 h 480339"/>
                <a:gd name="connsiteX47" fmla="*/ 306326 w 606157"/>
                <a:gd name="connsiteY47" fmla="*/ 81348 h 480339"/>
                <a:gd name="connsiteX48" fmla="*/ 368295 w 606157"/>
                <a:gd name="connsiteY48" fmla="*/ 143262 h 480339"/>
                <a:gd name="connsiteX49" fmla="*/ 430165 w 606157"/>
                <a:gd name="connsiteY49" fmla="*/ 81348 h 480339"/>
                <a:gd name="connsiteX50" fmla="*/ 368295 w 606157"/>
                <a:gd name="connsiteY50" fmla="*/ 19531 h 480339"/>
                <a:gd name="connsiteX51" fmla="*/ 153211 w 606157"/>
                <a:gd name="connsiteY51" fmla="*/ 19531 h 480339"/>
                <a:gd name="connsiteX52" fmla="*/ 91242 w 606157"/>
                <a:gd name="connsiteY52" fmla="*/ 81348 h 480339"/>
                <a:gd name="connsiteX53" fmla="*/ 153211 w 606157"/>
                <a:gd name="connsiteY53" fmla="*/ 143262 h 480339"/>
                <a:gd name="connsiteX54" fmla="*/ 215081 w 606157"/>
                <a:gd name="connsiteY54" fmla="*/ 81348 h 480339"/>
                <a:gd name="connsiteX55" fmla="*/ 153211 w 606157"/>
                <a:gd name="connsiteY55" fmla="*/ 19531 h 480339"/>
                <a:gd name="connsiteX56" fmla="*/ 368295 w 606157"/>
                <a:gd name="connsiteY56" fmla="*/ 0 h 480339"/>
                <a:gd name="connsiteX57" fmla="*/ 449714 w 606157"/>
                <a:gd name="connsiteY57" fmla="*/ 81348 h 480339"/>
                <a:gd name="connsiteX58" fmla="*/ 368295 w 606157"/>
                <a:gd name="connsiteY58" fmla="*/ 162794 h 480339"/>
                <a:gd name="connsiteX59" fmla="*/ 286778 w 606157"/>
                <a:gd name="connsiteY59" fmla="*/ 81348 h 480339"/>
                <a:gd name="connsiteX60" fmla="*/ 368295 w 606157"/>
                <a:gd name="connsiteY60" fmla="*/ 0 h 480339"/>
                <a:gd name="connsiteX61" fmla="*/ 153211 w 606157"/>
                <a:gd name="connsiteY61" fmla="*/ 0 h 480339"/>
                <a:gd name="connsiteX62" fmla="*/ 234630 w 606157"/>
                <a:gd name="connsiteY62" fmla="*/ 81348 h 480339"/>
                <a:gd name="connsiteX63" fmla="*/ 153211 w 606157"/>
                <a:gd name="connsiteY63" fmla="*/ 162794 h 480339"/>
                <a:gd name="connsiteX64" fmla="*/ 71694 w 606157"/>
                <a:gd name="connsiteY64" fmla="*/ 81348 h 480339"/>
                <a:gd name="connsiteX65" fmla="*/ 153211 w 606157"/>
                <a:gd name="connsiteY65" fmla="*/ 0 h 48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6157" h="480339">
                  <a:moveTo>
                    <a:pt x="511657" y="343654"/>
                  </a:moveTo>
                  <a:cubicBezTo>
                    <a:pt x="517131" y="343654"/>
                    <a:pt x="521432" y="348049"/>
                    <a:pt x="521432" y="353421"/>
                  </a:cubicBezTo>
                  <a:lnTo>
                    <a:pt x="521432" y="376178"/>
                  </a:lnTo>
                  <a:lnTo>
                    <a:pt x="544305" y="376178"/>
                  </a:lnTo>
                  <a:cubicBezTo>
                    <a:pt x="549682" y="376178"/>
                    <a:pt x="554080" y="380573"/>
                    <a:pt x="554080" y="385945"/>
                  </a:cubicBezTo>
                  <a:cubicBezTo>
                    <a:pt x="554080" y="391414"/>
                    <a:pt x="549682" y="395712"/>
                    <a:pt x="544305" y="395712"/>
                  </a:cubicBezTo>
                  <a:lnTo>
                    <a:pt x="521432" y="395712"/>
                  </a:lnTo>
                  <a:lnTo>
                    <a:pt x="521432" y="418566"/>
                  </a:lnTo>
                  <a:cubicBezTo>
                    <a:pt x="521432" y="423938"/>
                    <a:pt x="517131" y="428333"/>
                    <a:pt x="511657" y="428333"/>
                  </a:cubicBezTo>
                  <a:cubicBezTo>
                    <a:pt x="506281" y="428333"/>
                    <a:pt x="501882" y="423938"/>
                    <a:pt x="501882" y="418566"/>
                  </a:cubicBezTo>
                  <a:lnTo>
                    <a:pt x="501882" y="395712"/>
                  </a:lnTo>
                  <a:lnTo>
                    <a:pt x="479106" y="395712"/>
                  </a:lnTo>
                  <a:cubicBezTo>
                    <a:pt x="473730" y="395712"/>
                    <a:pt x="469331" y="391414"/>
                    <a:pt x="469331" y="385945"/>
                  </a:cubicBezTo>
                  <a:cubicBezTo>
                    <a:pt x="469331" y="380573"/>
                    <a:pt x="473730" y="376178"/>
                    <a:pt x="479106" y="376178"/>
                  </a:cubicBezTo>
                  <a:lnTo>
                    <a:pt x="501882" y="376178"/>
                  </a:lnTo>
                  <a:lnTo>
                    <a:pt x="501882" y="353421"/>
                  </a:lnTo>
                  <a:cubicBezTo>
                    <a:pt x="501882" y="348049"/>
                    <a:pt x="506281" y="343654"/>
                    <a:pt x="511657" y="343654"/>
                  </a:cubicBezTo>
                  <a:close/>
                  <a:moveTo>
                    <a:pt x="511621" y="311170"/>
                  </a:moveTo>
                  <a:cubicBezTo>
                    <a:pt x="470366" y="311170"/>
                    <a:pt x="436735" y="344750"/>
                    <a:pt x="436735" y="385944"/>
                  </a:cubicBezTo>
                  <a:cubicBezTo>
                    <a:pt x="436735" y="427236"/>
                    <a:pt x="470366" y="460816"/>
                    <a:pt x="511621" y="460816"/>
                  </a:cubicBezTo>
                  <a:cubicBezTo>
                    <a:pt x="552975" y="460816"/>
                    <a:pt x="586605" y="427236"/>
                    <a:pt x="586605" y="385944"/>
                  </a:cubicBezTo>
                  <a:cubicBezTo>
                    <a:pt x="586605" y="344750"/>
                    <a:pt x="552975" y="311170"/>
                    <a:pt x="511621" y="311170"/>
                  </a:cubicBezTo>
                  <a:close/>
                  <a:moveTo>
                    <a:pt x="511621" y="291647"/>
                  </a:moveTo>
                  <a:cubicBezTo>
                    <a:pt x="563729" y="291647"/>
                    <a:pt x="606157" y="333915"/>
                    <a:pt x="606157" y="385944"/>
                  </a:cubicBezTo>
                  <a:cubicBezTo>
                    <a:pt x="606157" y="437974"/>
                    <a:pt x="563729" y="480339"/>
                    <a:pt x="511621" y="480339"/>
                  </a:cubicBezTo>
                  <a:cubicBezTo>
                    <a:pt x="459514" y="480339"/>
                    <a:pt x="417183" y="437974"/>
                    <a:pt x="417183" y="385944"/>
                  </a:cubicBezTo>
                  <a:cubicBezTo>
                    <a:pt x="417183" y="333915"/>
                    <a:pt x="459514" y="291647"/>
                    <a:pt x="511621" y="291647"/>
                  </a:cubicBezTo>
                  <a:close/>
                  <a:moveTo>
                    <a:pt x="368279" y="200476"/>
                  </a:moveTo>
                  <a:cubicBezTo>
                    <a:pt x="416085" y="200476"/>
                    <a:pt x="460274" y="222135"/>
                    <a:pt x="489505" y="259991"/>
                  </a:cubicBezTo>
                  <a:cubicBezTo>
                    <a:pt x="492829" y="264284"/>
                    <a:pt x="492047" y="270333"/>
                    <a:pt x="487746" y="273650"/>
                  </a:cubicBezTo>
                  <a:cubicBezTo>
                    <a:pt x="485986" y="275016"/>
                    <a:pt x="483835" y="275699"/>
                    <a:pt x="481782" y="275699"/>
                  </a:cubicBezTo>
                  <a:cubicBezTo>
                    <a:pt x="478849" y="275699"/>
                    <a:pt x="475916" y="274430"/>
                    <a:pt x="474059" y="271894"/>
                  </a:cubicBezTo>
                  <a:cubicBezTo>
                    <a:pt x="448542" y="238917"/>
                    <a:pt x="409926" y="219989"/>
                    <a:pt x="368279" y="219989"/>
                  </a:cubicBezTo>
                  <a:cubicBezTo>
                    <a:pt x="341492" y="219989"/>
                    <a:pt x="315683" y="227892"/>
                    <a:pt x="293588" y="242819"/>
                  </a:cubicBezTo>
                  <a:cubicBezTo>
                    <a:pt x="289091" y="245844"/>
                    <a:pt x="283030" y="244673"/>
                    <a:pt x="279999" y="240185"/>
                  </a:cubicBezTo>
                  <a:cubicBezTo>
                    <a:pt x="276969" y="235697"/>
                    <a:pt x="278142" y="229648"/>
                    <a:pt x="282639" y="226623"/>
                  </a:cubicBezTo>
                  <a:cubicBezTo>
                    <a:pt x="307960" y="209549"/>
                    <a:pt x="337582" y="200476"/>
                    <a:pt x="368279" y="200476"/>
                  </a:cubicBezTo>
                  <a:close/>
                  <a:moveTo>
                    <a:pt x="153211" y="200476"/>
                  </a:moveTo>
                  <a:cubicBezTo>
                    <a:pt x="237688" y="200476"/>
                    <a:pt x="306325" y="269099"/>
                    <a:pt x="306325" y="353439"/>
                  </a:cubicBezTo>
                  <a:cubicBezTo>
                    <a:pt x="306325" y="358808"/>
                    <a:pt x="302023" y="363200"/>
                    <a:pt x="296547" y="363200"/>
                  </a:cubicBezTo>
                  <a:cubicBezTo>
                    <a:pt x="291170" y="363200"/>
                    <a:pt x="286770" y="358808"/>
                    <a:pt x="286770" y="353439"/>
                  </a:cubicBezTo>
                  <a:cubicBezTo>
                    <a:pt x="286770" y="279837"/>
                    <a:pt x="226835" y="219999"/>
                    <a:pt x="153211" y="219999"/>
                  </a:cubicBezTo>
                  <a:cubicBezTo>
                    <a:pt x="79490" y="219999"/>
                    <a:pt x="19554" y="279837"/>
                    <a:pt x="19554" y="353439"/>
                  </a:cubicBezTo>
                  <a:cubicBezTo>
                    <a:pt x="19554" y="358808"/>
                    <a:pt x="15155" y="363200"/>
                    <a:pt x="9777" y="363200"/>
                  </a:cubicBezTo>
                  <a:cubicBezTo>
                    <a:pt x="4400" y="363200"/>
                    <a:pt x="0" y="358808"/>
                    <a:pt x="0" y="353439"/>
                  </a:cubicBezTo>
                  <a:cubicBezTo>
                    <a:pt x="0" y="269099"/>
                    <a:pt x="68735" y="200476"/>
                    <a:pt x="153211" y="200476"/>
                  </a:cubicBezTo>
                  <a:close/>
                  <a:moveTo>
                    <a:pt x="368295" y="19531"/>
                  </a:moveTo>
                  <a:cubicBezTo>
                    <a:pt x="334085" y="19531"/>
                    <a:pt x="306326" y="47266"/>
                    <a:pt x="306326" y="81348"/>
                  </a:cubicBezTo>
                  <a:cubicBezTo>
                    <a:pt x="306326" y="115528"/>
                    <a:pt x="334085" y="143262"/>
                    <a:pt x="368295" y="143262"/>
                  </a:cubicBezTo>
                  <a:cubicBezTo>
                    <a:pt x="402407" y="143262"/>
                    <a:pt x="430165" y="115528"/>
                    <a:pt x="430165" y="81348"/>
                  </a:cubicBezTo>
                  <a:cubicBezTo>
                    <a:pt x="430165" y="47266"/>
                    <a:pt x="402407" y="19531"/>
                    <a:pt x="368295" y="19531"/>
                  </a:cubicBezTo>
                  <a:close/>
                  <a:moveTo>
                    <a:pt x="153211" y="19531"/>
                  </a:moveTo>
                  <a:cubicBezTo>
                    <a:pt x="119001" y="19531"/>
                    <a:pt x="91242" y="47266"/>
                    <a:pt x="91242" y="81348"/>
                  </a:cubicBezTo>
                  <a:cubicBezTo>
                    <a:pt x="91242" y="115528"/>
                    <a:pt x="119001" y="143262"/>
                    <a:pt x="153211" y="143262"/>
                  </a:cubicBezTo>
                  <a:cubicBezTo>
                    <a:pt x="187323" y="143262"/>
                    <a:pt x="215081" y="115528"/>
                    <a:pt x="215081" y="81348"/>
                  </a:cubicBezTo>
                  <a:cubicBezTo>
                    <a:pt x="215081" y="47266"/>
                    <a:pt x="187323" y="19531"/>
                    <a:pt x="153211" y="19531"/>
                  </a:cubicBezTo>
                  <a:close/>
                  <a:moveTo>
                    <a:pt x="368295" y="0"/>
                  </a:moveTo>
                  <a:cubicBezTo>
                    <a:pt x="413158" y="0"/>
                    <a:pt x="449714" y="36523"/>
                    <a:pt x="449714" y="81348"/>
                  </a:cubicBezTo>
                  <a:cubicBezTo>
                    <a:pt x="449714" y="126270"/>
                    <a:pt x="413158" y="162794"/>
                    <a:pt x="368295" y="162794"/>
                  </a:cubicBezTo>
                  <a:cubicBezTo>
                    <a:pt x="323333" y="162794"/>
                    <a:pt x="286778" y="126270"/>
                    <a:pt x="286778" y="81348"/>
                  </a:cubicBezTo>
                  <a:cubicBezTo>
                    <a:pt x="286778" y="36523"/>
                    <a:pt x="323333" y="0"/>
                    <a:pt x="368295" y="0"/>
                  </a:cubicBezTo>
                  <a:close/>
                  <a:moveTo>
                    <a:pt x="153211" y="0"/>
                  </a:moveTo>
                  <a:cubicBezTo>
                    <a:pt x="198074" y="0"/>
                    <a:pt x="234630" y="36523"/>
                    <a:pt x="234630" y="81348"/>
                  </a:cubicBezTo>
                  <a:cubicBezTo>
                    <a:pt x="234630" y="126270"/>
                    <a:pt x="198074" y="162794"/>
                    <a:pt x="153211" y="162794"/>
                  </a:cubicBezTo>
                  <a:cubicBezTo>
                    <a:pt x="108249" y="162794"/>
                    <a:pt x="71694" y="126270"/>
                    <a:pt x="71694" y="81348"/>
                  </a:cubicBezTo>
                  <a:cubicBezTo>
                    <a:pt x="71694" y="36523"/>
                    <a:pt x="108249" y="0"/>
                    <a:pt x="15321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0" name="矩形 109"/>
            <p:cNvSpPr/>
            <p:nvPr/>
          </p:nvSpPr>
          <p:spPr>
            <a:xfrm>
              <a:off x="1161074" y="3320101"/>
              <a:ext cx="2084387" cy="362343"/>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b="1" dirty="0"/>
                <a:t>设计测试用例</a:t>
              </a:r>
            </a:p>
          </p:txBody>
        </p:sp>
      </p:grpSp>
      <p:grpSp>
        <p:nvGrpSpPr>
          <p:cNvPr id="111" name="组合 110"/>
          <p:cNvGrpSpPr/>
          <p:nvPr/>
        </p:nvGrpSpPr>
        <p:grpSpPr>
          <a:xfrm>
            <a:off x="2766881" y="2431056"/>
            <a:ext cx="1861652" cy="1617579"/>
            <a:chOff x="3609572" y="2075502"/>
            <a:chExt cx="2344863" cy="2188766"/>
          </a:xfrm>
        </p:grpSpPr>
        <p:sp>
          <p:nvSpPr>
            <p:cNvPr id="112" name="ïṧḷïḓê-矩形: 圆角 12"/>
            <p:cNvSpPr/>
            <p:nvPr/>
          </p:nvSpPr>
          <p:spPr>
            <a:xfrm>
              <a:off x="3609572" y="2075502"/>
              <a:ext cx="2344863" cy="2188766"/>
            </a:xfrm>
            <a:prstGeom prst="roundRect">
              <a:avLst>
                <a:gd name="adj" fmla="val 42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13" name="椭圆 112"/>
            <p:cNvSpPr/>
            <p:nvPr/>
          </p:nvSpPr>
          <p:spPr>
            <a:xfrm>
              <a:off x="4426949" y="2316802"/>
              <a:ext cx="762000" cy="76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35"/>
            <p:cNvSpPr/>
            <p:nvPr/>
          </p:nvSpPr>
          <p:spPr>
            <a:xfrm>
              <a:off x="4643053" y="2527939"/>
              <a:ext cx="329791" cy="339726"/>
            </a:xfrm>
            <a:custGeom>
              <a:avLst/>
              <a:gdLst>
                <a:gd name="connsiteX0" fmla="*/ 288471 w 590280"/>
                <a:gd name="connsiteY0" fmla="*/ 493393 h 608062"/>
                <a:gd name="connsiteX1" fmla="*/ 301667 w 590280"/>
                <a:gd name="connsiteY1" fmla="*/ 493393 h 608062"/>
                <a:gd name="connsiteX2" fmla="*/ 311369 w 590280"/>
                <a:gd name="connsiteY2" fmla="*/ 499110 h 608062"/>
                <a:gd name="connsiteX3" fmla="*/ 311078 w 590280"/>
                <a:gd name="connsiteY3" fmla="*/ 510446 h 608062"/>
                <a:gd name="connsiteX4" fmla="*/ 307876 w 590280"/>
                <a:gd name="connsiteY4" fmla="*/ 515485 h 608062"/>
                <a:gd name="connsiteX5" fmla="*/ 302249 w 590280"/>
                <a:gd name="connsiteY5" fmla="*/ 518585 h 608062"/>
                <a:gd name="connsiteX6" fmla="*/ 287889 w 590280"/>
                <a:gd name="connsiteY6" fmla="*/ 518585 h 608062"/>
                <a:gd name="connsiteX7" fmla="*/ 282261 w 590280"/>
                <a:gd name="connsiteY7" fmla="*/ 515485 h 608062"/>
                <a:gd name="connsiteX8" fmla="*/ 279059 w 590280"/>
                <a:gd name="connsiteY8" fmla="*/ 510446 h 608062"/>
                <a:gd name="connsiteX9" fmla="*/ 278768 w 590280"/>
                <a:gd name="connsiteY9" fmla="*/ 499110 h 608062"/>
                <a:gd name="connsiteX10" fmla="*/ 288471 w 590280"/>
                <a:gd name="connsiteY10" fmla="*/ 493393 h 608062"/>
                <a:gd name="connsiteX11" fmla="*/ 253371 w 590280"/>
                <a:gd name="connsiteY11" fmla="*/ 486196 h 608062"/>
                <a:gd name="connsiteX12" fmla="*/ 282769 w 590280"/>
                <a:gd name="connsiteY12" fmla="*/ 557899 h 608062"/>
                <a:gd name="connsiteX13" fmla="*/ 282769 w 590280"/>
                <a:gd name="connsiteY13" fmla="*/ 535807 h 608062"/>
                <a:gd name="connsiteX14" fmla="*/ 290337 w 590280"/>
                <a:gd name="connsiteY14" fmla="*/ 528249 h 608062"/>
                <a:gd name="connsiteX15" fmla="*/ 300039 w 590280"/>
                <a:gd name="connsiteY15" fmla="*/ 528249 h 608062"/>
                <a:gd name="connsiteX16" fmla="*/ 307607 w 590280"/>
                <a:gd name="connsiteY16" fmla="*/ 535807 h 608062"/>
                <a:gd name="connsiteX17" fmla="*/ 307607 w 590280"/>
                <a:gd name="connsiteY17" fmla="*/ 557608 h 608062"/>
                <a:gd name="connsiteX18" fmla="*/ 336810 w 590280"/>
                <a:gd name="connsiteY18" fmla="*/ 486196 h 608062"/>
                <a:gd name="connsiteX19" fmla="*/ 357767 w 590280"/>
                <a:gd name="connsiteY19" fmla="*/ 500634 h 608062"/>
                <a:gd name="connsiteX20" fmla="*/ 372417 w 590280"/>
                <a:gd name="connsiteY20" fmla="*/ 538907 h 608062"/>
                <a:gd name="connsiteX21" fmla="*/ 374843 w 590280"/>
                <a:gd name="connsiteY21" fmla="*/ 545109 h 608062"/>
                <a:gd name="connsiteX22" fmla="*/ 300039 w 590280"/>
                <a:gd name="connsiteY22" fmla="*/ 576987 h 608062"/>
                <a:gd name="connsiteX23" fmla="*/ 295188 w 590280"/>
                <a:gd name="connsiteY23" fmla="*/ 577084 h 608062"/>
                <a:gd name="connsiteX24" fmla="*/ 291016 w 590280"/>
                <a:gd name="connsiteY24" fmla="*/ 576987 h 608062"/>
                <a:gd name="connsiteX25" fmla="*/ 215436 w 590280"/>
                <a:gd name="connsiteY25" fmla="*/ 545109 h 608062"/>
                <a:gd name="connsiteX26" fmla="*/ 217764 w 590280"/>
                <a:gd name="connsiteY26" fmla="*/ 538907 h 608062"/>
                <a:gd name="connsiteX27" fmla="*/ 232221 w 590280"/>
                <a:gd name="connsiteY27" fmla="*/ 500827 h 608062"/>
                <a:gd name="connsiteX28" fmla="*/ 253371 w 590280"/>
                <a:gd name="connsiteY28" fmla="*/ 486196 h 608062"/>
                <a:gd name="connsiteX29" fmla="*/ 295188 w 590280"/>
                <a:gd name="connsiteY29" fmla="*/ 366279 h 608062"/>
                <a:gd name="connsiteX30" fmla="*/ 262960 w 590280"/>
                <a:gd name="connsiteY30" fmla="*/ 414607 h 608062"/>
                <a:gd name="connsiteX31" fmla="*/ 295188 w 590280"/>
                <a:gd name="connsiteY31" fmla="*/ 462839 h 608062"/>
                <a:gd name="connsiteX32" fmla="*/ 327320 w 590280"/>
                <a:gd name="connsiteY32" fmla="*/ 414607 h 608062"/>
                <a:gd name="connsiteX33" fmla="*/ 295188 w 590280"/>
                <a:gd name="connsiteY33" fmla="*/ 366279 h 608062"/>
                <a:gd name="connsiteX34" fmla="*/ 295188 w 590280"/>
                <a:gd name="connsiteY34" fmla="*/ 351557 h 608062"/>
                <a:gd name="connsiteX35" fmla="*/ 342172 w 590280"/>
                <a:gd name="connsiteY35" fmla="*/ 414607 h 608062"/>
                <a:gd name="connsiteX36" fmla="*/ 322757 w 590280"/>
                <a:gd name="connsiteY36" fmla="*/ 465551 h 608062"/>
                <a:gd name="connsiteX37" fmla="*/ 295188 w 590280"/>
                <a:gd name="connsiteY37" fmla="*/ 477657 h 608062"/>
                <a:gd name="connsiteX38" fmla="*/ 267522 w 590280"/>
                <a:gd name="connsiteY38" fmla="*/ 465551 h 608062"/>
                <a:gd name="connsiteX39" fmla="*/ 248108 w 590280"/>
                <a:gd name="connsiteY39" fmla="*/ 414607 h 608062"/>
                <a:gd name="connsiteX40" fmla="*/ 295188 w 590280"/>
                <a:gd name="connsiteY40" fmla="*/ 351557 h 608062"/>
                <a:gd name="connsiteX41" fmla="*/ 295188 w 590280"/>
                <a:gd name="connsiteY41" fmla="*/ 336295 h 608062"/>
                <a:gd name="connsiteX42" fmla="*/ 169427 w 590280"/>
                <a:gd name="connsiteY42" fmla="*/ 461860 h 608062"/>
                <a:gd name="connsiteX43" fmla="*/ 295188 w 590280"/>
                <a:gd name="connsiteY43" fmla="*/ 587425 h 608062"/>
                <a:gd name="connsiteX44" fmla="*/ 420852 w 590280"/>
                <a:gd name="connsiteY44" fmla="*/ 461860 h 608062"/>
                <a:gd name="connsiteX45" fmla="*/ 295188 w 590280"/>
                <a:gd name="connsiteY45" fmla="*/ 336295 h 608062"/>
                <a:gd name="connsiteX46" fmla="*/ 426654 w 590280"/>
                <a:gd name="connsiteY46" fmla="*/ 149810 h 608062"/>
                <a:gd name="connsiteX47" fmla="*/ 461485 w 590280"/>
                <a:gd name="connsiteY47" fmla="*/ 179065 h 608062"/>
                <a:gd name="connsiteX48" fmla="*/ 496315 w 590280"/>
                <a:gd name="connsiteY48" fmla="*/ 149810 h 608062"/>
                <a:gd name="connsiteX49" fmla="*/ 512615 w 590280"/>
                <a:gd name="connsiteY49" fmla="*/ 162500 h 608062"/>
                <a:gd name="connsiteX50" fmla="*/ 523966 w 590280"/>
                <a:gd name="connsiteY50" fmla="*/ 192142 h 608062"/>
                <a:gd name="connsiteX51" fmla="*/ 526974 w 590280"/>
                <a:gd name="connsiteY51" fmla="*/ 200086 h 608062"/>
                <a:gd name="connsiteX52" fmla="*/ 522899 w 590280"/>
                <a:gd name="connsiteY52" fmla="*/ 212679 h 608062"/>
                <a:gd name="connsiteX53" fmla="*/ 461485 w 590280"/>
                <a:gd name="connsiteY53" fmla="*/ 230890 h 608062"/>
                <a:gd name="connsiteX54" fmla="*/ 400070 w 590280"/>
                <a:gd name="connsiteY54" fmla="*/ 212679 h 608062"/>
                <a:gd name="connsiteX55" fmla="*/ 395995 w 590280"/>
                <a:gd name="connsiteY55" fmla="*/ 200086 h 608062"/>
                <a:gd name="connsiteX56" fmla="*/ 399003 w 590280"/>
                <a:gd name="connsiteY56" fmla="*/ 192239 h 608062"/>
                <a:gd name="connsiteX57" fmla="*/ 410451 w 590280"/>
                <a:gd name="connsiteY57" fmla="*/ 162500 h 608062"/>
                <a:gd name="connsiteX58" fmla="*/ 426654 w 590280"/>
                <a:gd name="connsiteY58" fmla="*/ 149810 h 608062"/>
                <a:gd name="connsiteX59" fmla="*/ 94788 w 590280"/>
                <a:gd name="connsiteY59" fmla="*/ 142613 h 608062"/>
                <a:gd name="connsiteX60" fmla="*/ 107988 w 590280"/>
                <a:gd name="connsiteY60" fmla="*/ 174970 h 608062"/>
                <a:gd name="connsiteX61" fmla="*/ 130991 w 590280"/>
                <a:gd name="connsiteY61" fmla="*/ 190374 h 608062"/>
                <a:gd name="connsiteX62" fmla="*/ 153994 w 590280"/>
                <a:gd name="connsiteY62" fmla="*/ 174970 h 608062"/>
                <a:gd name="connsiteX63" fmla="*/ 167194 w 590280"/>
                <a:gd name="connsiteY63" fmla="*/ 142613 h 608062"/>
                <a:gd name="connsiteX64" fmla="*/ 179229 w 590280"/>
                <a:gd name="connsiteY64" fmla="*/ 150848 h 608062"/>
                <a:gd name="connsiteX65" fmla="*/ 193788 w 590280"/>
                <a:gd name="connsiteY65" fmla="*/ 188145 h 608062"/>
                <a:gd name="connsiteX66" fmla="*/ 196894 w 590280"/>
                <a:gd name="connsiteY66" fmla="*/ 196186 h 608062"/>
                <a:gd name="connsiteX67" fmla="*/ 193011 w 590280"/>
                <a:gd name="connsiteY67" fmla="*/ 208393 h 608062"/>
                <a:gd name="connsiteX68" fmla="*/ 130991 w 590280"/>
                <a:gd name="connsiteY68" fmla="*/ 227574 h 608062"/>
                <a:gd name="connsiteX69" fmla="*/ 68970 w 590280"/>
                <a:gd name="connsiteY69" fmla="*/ 208393 h 608062"/>
                <a:gd name="connsiteX70" fmla="*/ 65088 w 590280"/>
                <a:gd name="connsiteY70" fmla="*/ 196186 h 608062"/>
                <a:gd name="connsiteX71" fmla="*/ 68194 w 590280"/>
                <a:gd name="connsiteY71" fmla="*/ 188145 h 608062"/>
                <a:gd name="connsiteX72" fmla="*/ 81200 w 590280"/>
                <a:gd name="connsiteY72" fmla="*/ 154723 h 608062"/>
                <a:gd name="connsiteX73" fmla="*/ 94788 w 590280"/>
                <a:gd name="connsiteY73" fmla="*/ 142613 h 608062"/>
                <a:gd name="connsiteX74" fmla="*/ 131088 w 590280"/>
                <a:gd name="connsiteY74" fmla="*/ 70440 h 608062"/>
                <a:gd name="connsiteX75" fmla="*/ 105944 w 590280"/>
                <a:gd name="connsiteY75" fmla="*/ 87488 h 608062"/>
                <a:gd name="connsiteX76" fmla="*/ 130991 w 590280"/>
                <a:gd name="connsiteY76" fmla="*/ 123329 h 608062"/>
                <a:gd name="connsiteX77" fmla="*/ 156038 w 590280"/>
                <a:gd name="connsiteY77" fmla="*/ 86907 h 608062"/>
                <a:gd name="connsiteX78" fmla="*/ 131088 w 590280"/>
                <a:gd name="connsiteY78" fmla="*/ 70440 h 608062"/>
                <a:gd name="connsiteX79" fmla="*/ 461485 w 590280"/>
                <a:gd name="connsiteY79" fmla="*/ 52732 h 608062"/>
                <a:gd name="connsiteX80" fmla="*/ 435473 w 590280"/>
                <a:gd name="connsiteY80" fmla="*/ 91685 h 608062"/>
                <a:gd name="connsiteX81" fmla="*/ 461485 w 590280"/>
                <a:gd name="connsiteY81" fmla="*/ 130735 h 608062"/>
                <a:gd name="connsiteX82" fmla="*/ 487498 w 590280"/>
                <a:gd name="connsiteY82" fmla="*/ 91685 h 608062"/>
                <a:gd name="connsiteX83" fmla="*/ 461485 w 590280"/>
                <a:gd name="connsiteY83" fmla="*/ 52732 h 608062"/>
                <a:gd name="connsiteX84" fmla="*/ 461485 w 590280"/>
                <a:gd name="connsiteY84" fmla="*/ 40716 h 608062"/>
                <a:gd name="connsiteX85" fmla="*/ 499533 w 590280"/>
                <a:gd name="connsiteY85" fmla="*/ 91685 h 608062"/>
                <a:gd name="connsiteX86" fmla="*/ 479539 w 590280"/>
                <a:gd name="connsiteY86" fmla="*/ 136355 h 608062"/>
                <a:gd name="connsiteX87" fmla="*/ 479539 w 590280"/>
                <a:gd name="connsiteY87" fmla="*/ 149631 h 608062"/>
                <a:gd name="connsiteX88" fmla="*/ 483809 w 590280"/>
                <a:gd name="connsiteY88" fmla="*/ 149631 h 608062"/>
                <a:gd name="connsiteX89" fmla="*/ 461485 w 590280"/>
                <a:gd name="connsiteY89" fmla="*/ 167169 h 608062"/>
                <a:gd name="connsiteX90" fmla="*/ 439161 w 590280"/>
                <a:gd name="connsiteY90" fmla="*/ 149631 h 608062"/>
                <a:gd name="connsiteX91" fmla="*/ 443529 w 590280"/>
                <a:gd name="connsiteY91" fmla="*/ 149631 h 608062"/>
                <a:gd name="connsiteX92" fmla="*/ 443529 w 590280"/>
                <a:gd name="connsiteY92" fmla="*/ 136355 h 608062"/>
                <a:gd name="connsiteX93" fmla="*/ 423534 w 590280"/>
                <a:gd name="connsiteY93" fmla="*/ 91685 h 608062"/>
                <a:gd name="connsiteX94" fmla="*/ 461485 w 590280"/>
                <a:gd name="connsiteY94" fmla="*/ 40716 h 608062"/>
                <a:gd name="connsiteX95" fmla="*/ 130991 w 590280"/>
                <a:gd name="connsiteY95" fmla="*/ 32178 h 608062"/>
                <a:gd name="connsiteX96" fmla="*/ 173416 w 590280"/>
                <a:gd name="connsiteY96" fmla="*/ 86326 h 608062"/>
                <a:gd name="connsiteX97" fmla="*/ 185162 w 590280"/>
                <a:gd name="connsiteY97" fmla="*/ 114611 h 608062"/>
                <a:gd name="connsiteX98" fmla="*/ 185648 w 590280"/>
                <a:gd name="connsiteY98" fmla="*/ 120810 h 608062"/>
                <a:gd name="connsiteX99" fmla="*/ 180405 w 590280"/>
                <a:gd name="connsiteY99" fmla="*/ 124007 h 608062"/>
                <a:gd name="connsiteX100" fmla="*/ 154582 w 590280"/>
                <a:gd name="connsiteY100" fmla="*/ 124007 h 608062"/>
                <a:gd name="connsiteX101" fmla="*/ 148563 w 590280"/>
                <a:gd name="connsiteY101" fmla="*/ 129431 h 608062"/>
                <a:gd name="connsiteX102" fmla="*/ 148563 w 590280"/>
                <a:gd name="connsiteY102" fmla="*/ 142024 h 608062"/>
                <a:gd name="connsiteX103" fmla="*/ 154194 w 590280"/>
                <a:gd name="connsiteY103" fmla="*/ 142024 h 608062"/>
                <a:gd name="connsiteX104" fmla="*/ 142641 w 590280"/>
                <a:gd name="connsiteY104" fmla="*/ 170308 h 608062"/>
                <a:gd name="connsiteX105" fmla="*/ 119341 w 590280"/>
                <a:gd name="connsiteY105" fmla="*/ 170308 h 608062"/>
                <a:gd name="connsiteX106" fmla="*/ 107692 w 590280"/>
                <a:gd name="connsiteY106" fmla="*/ 142024 h 608062"/>
                <a:gd name="connsiteX107" fmla="*/ 113420 w 590280"/>
                <a:gd name="connsiteY107" fmla="*/ 142024 h 608062"/>
                <a:gd name="connsiteX108" fmla="*/ 113420 w 590280"/>
                <a:gd name="connsiteY108" fmla="*/ 129431 h 608062"/>
                <a:gd name="connsiteX109" fmla="*/ 107401 w 590280"/>
                <a:gd name="connsiteY109" fmla="*/ 124007 h 608062"/>
                <a:gd name="connsiteX110" fmla="*/ 81674 w 590280"/>
                <a:gd name="connsiteY110" fmla="*/ 124007 h 608062"/>
                <a:gd name="connsiteX111" fmla="*/ 76335 w 590280"/>
                <a:gd name="connsiteY111" fmla="*/ 120810 h 608062"/>
                <a:gd name="connsiteX112" fmla="*/ 76820 w 590280"/>
                <a:gd name="connsiteY112" fmla="*/ 114611 h 608062"/>
                <a:gd name="connsiteX113" fmla="*/ 88567 w 590280"/>
                <a:gd name="connsiteY113" fmla="*/ 86520 h 608062"/>
                <a:gd name="connsiteX114" fmla="*/ 130991 w 590280"/>
                <a:gd name="connsiteY114" fmla="*/ 32178 h 608062"/>
                <a:gd name="connsiteX115" fmla="*/ 461996 w 590280"/>
                <a:gd name="connsiteY115" fmla="*/ 27613 h 608062"/>
                <a:gd name="connsiteX116" fmla="*/ 354284 w 590280"/>
                <a:gd name="connsiteY116" fmla="*/ 135061 h 608062"/>
                <a:gd name="connsiteX117" fmla="*/ 461996 w 590280"/>
                <a:gd name="connsiteY117" fmla="*/ 242508 h 608062"/>
                <a:gd name="connsiteX118" fmla="*/ 569611 w 590280"/>
                <a:gd name="connsiteY118" fmla="*/ 135061 h 608062"/>
                <a:gd name="connsiteX119" fmla="*/ 461996 w 590280"/>
                <a:gd name="connsiteY119" fmla="*/ 27613 h 608062"/>
                <a:gd name="connsiteX120" fmla="*/ 130224 w 590280"/>
                <a:gd name="connsiteY120" fmla="*/ 20637 h 608062"/>
                <a:gd name="connsiteX121" fmla="*/ 20669 w 590280"/>
                <a:gd name="connsiteY121" fmla="*/ 130022 h 608062"/>
                <a:gd name="connsiteX122" fmla="*/ 130224 w 590280"/>
                <a:gd name="connsiteY122" fmla="*/ 239408 h 608062"/>
                <a:gd name="connsiteX123" fmla="*/ 239877 w 590280"/>
                <a:gd name="connsiteY123" fmla="*/ 130022 h 608062"/>
                <a:gd name="connsiteX124" fmla="*/ 130224 w 590280"/>
                <a:gd name="connsiteY124" fmla="*/ 20637 h 608062"/>
                <a:gd name="connsiteX125" fmla="*/ 130224 w 590280"/>
                <a:gd name="connsiteY125" fmla="*/ 0 h 608062"/>
                <a:gd name="connsiteX126" fmla="*/ 260546 w 590280"/>
                <a:gd name="connsiteY126" fmla="*/ 130022 h 608062"/>
                <a:gd name="connsiteX127" fmla="*/ 235316 w 590280"/>
                <a:gd name="connsiteY127" fmla="*/ 206854 h 608062"/>
                <a:gd name="connsiteX128" fmla="*/ 295188 w 590280"/>
                <a:gd name="connsiteY128" fmla="*/ 266536 h 608062"/>
                <a:gd name="connsiteX129" fmla="*/ 355449 w 590280"/>
                <a:gd name="connsiteY129" fmla="*/ 206369 h 608062"/>
                <a:gd name="connsiteX130" fmla="*/ 333615 w 590280"/>
                <a:gd name="connsiteY130" fmla="*/ 135061 h 608062"/>
                <a:gd name="connsiteX131" fmla="*/ 461996 w 590280"/>
                <a:gd name="connsiteY131" fmla="*/ 6976 h 608062"/>
                <a:gd name="connsiteX132" fmla="*/ 590280 w 590280"/>
                <a:gd name="connsiteY132" fmla="*/ 135061 h 608062"/>
                <a:gd name="connsiteX133" fmla="*/ 461996 w 590280"/>
                <a:gd name="connsiteY133" fmla="*/ 263145 h 608062"/>
                <a:gd name="connsiteX134" fmla="*/ 383687 w 590280"/>
                <a:gd name="connsiteY134" fmla="*/ 236501 h 608062"/>
                <a:gd name="connsiteX135" fmla="*/ 315760 w 590280"/>
                <a:gd name="connsiteY135" fmla="*/ 304322 h 608062"/>
                <a:gd name="connsiteX136" fmla="*/ 315760 w 590280"/>
                <a:gd name="connsiteY136" fmla="*/ 317111 h 608062"/>
                <a:gd name="connsiteX137" fmla="*/ 441522 w 590280"/>
                <a:gd name="connsiteY137" fmla="*/ 461860 h 608062"/>
                <a:gd name="connsiteX138" fmla="*/ 295188 w 590280"/>
                <a:gd name="connsiteY138" fmla="*/ 608062 h 608062"/>
                <a:gd name="connsiteX139" fmla="*/ 148758 w 590280"/>
                <a:gd name="connsiteY139" fmla="*/ 461860 h 608062"/>
                <a:gd name="connsiteX140" fmla="*/ 274422 w 590280"/>
                <a:gd name="connsiteY140" fmla="*/ 317111 h 608062"/>
                <a:gd name="connsiteX141" fmla="*/ 274422 w 590280"/>
                <a:gd name="connsiteY141" fmla="*/ 304322 h 608062"/>
                <a:gd name="connsiteX142" fmla="*/ 205914 w 590280"/>
                <a:gd name="connsiteY142" fmla="*/ 235823 h 608062"/>
                <a:gd name="connsiteX143" fmla="*/ 130224 w 590280"/>
                <a:gd name="connsiteY143" fmla="*/ 260141 h 608062"/>
                <a:gd name="connsiteX144" fmla="*/ 0 w 590280"/>
                <a:gd name="connsiteY144" fmla="*/ 130022 h 608062"/>
                <a:gd name="connsiteX145" fmla="*/ 130224 w 590280"/>
                <a:gd name="connsiteY145" fmla="*/ 0 h 60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90280" h="608062">
                  <a:moveTo>
                    <a:pt x="288471" y="493393"/>
                  </a:moveTo>
                  <a:lnTo>
                    <a:pt x="301667" y="493393"/>
                  </a:lnTo>
                  <a:cubicBezTo>
                    <a:pt x="305742" y="493393"/>
                    <a:pt x="309429" y="495622"/>
                    <a:pt x="311369" y="499110"/>
                  </a:cubicBezTo>
                  <a:cubicBezTo>
                    <a:pt x="313310" y="502695"/>
                    <a:pt x="313213" y="506958"/>
                    <a:pt x="311078" y="510446"/>
                  </a:cubicBezTo>
                  <a:lnTo>
                    <a:pt x="307876" y="515485"/>
                  </a:lnTo>
                  <a:cubicBezTo>
                    <a:pt x="306712" y="517423"/>
                    <a:pt x="304577" y="518585"/>
                    <a:pt x="302249" y="518585"/>
                  </a:cubicBezTo>
                  <a:lnTo>
                    <a:pt x="287889" y="518585"/>
                  </a:lnTo>
                  <a:cubicBezTo>
                    <a:pt x="285560" y="518585"/>
                    <a:pt x="283523" y="517423"/>
                    <a:pt x="282261" y="515485"/>
                  </a:cubicBezTo>
                  <a:lnTo>
                    <a:pt x="279059" y="510446"/>
                  </a:lnTo>
                  <a:cubicBezTo>
                    <a:pt x="276925" y="506958"/>
                    <a:pt x="276828" y="502695"/>
                    <a:pt x="278768" y="499110"/>
                  </a:cubicBezTo>
                  <a:cubicBezTo>
                    <a:pt x="280709" y="495622"/>
                    <a:pt x="284493" y="493393"/>
                    <a:pt x="288471" y="493393"/>
                  </a:cubicBezTo>
                  <a:close/>
                  <a:moveTo>
                    <a:pt x="253371" y="486196"/>
                  </a:moveTo>
                  <a:lnTo>
                    <a:pt x="282769" y="557899"/>
                  </a:lnTo>
                  <a:lnTo>
                    <a:pt x="282769" y="535807"/>
                  </a:lnTo>
                  <a:cubicBezTo>
                    <a:pt x="282769" y="531640"/>
                    <a:pt x="286068" y="528249"/>
                    <a:pt x="290337" y="528249"/>
                  </a:cubicBezTo>
                  <a:lnTo>
                    <a:pt x="300039" y="528249"/>
                  </a:lnTo>
                  <a:cubicBezTo>
                    <a:pt x="304211" y="528249"/>
                    <a:pt x="307607" y="531640"/>
                    <a:pt x="307607" y="535807"/>
                  </a:cubicBezTo>
                  <a:lnTo>
                    <a:pt x="307607" y="557608"/>
                  </a:lnTo>
                  <a:lnTo>
                    <a:pt x="336810" y="486196"/>
                  </a:lnTo>
                  <a:cubicBezTo>
                    <a:pt x="346124" y="486196"/>
                    <a:pt x="354468" y="491913"/>
                    <a:pt x="357767" y="500634"/>
                  </a:cubicBezTo>
                  <a:lnTo>
                    <a:pt x="372417" y="538907"/>
                  </a:lnTo>
                  <a:lnTo>
                    <a:pt x="374843" y="545109"/>
                  </a:lnTo>
                  <a:cubicBezTo>
                    <a:pt x="355147" y="563906"/>
                    <a:pt x="328951" y="575825"/>
                    <a:pt x="300039" y="576987"/>
                  </a:cubicBezTo>
                  <a:cubicBezTo>
                    <a:pt x="298389" y="577084"/>
                    <a:pt x="296740" y="577084"/>
                    <a:pt x="295188" y="577084"/>
                  </a:cubicBezTo>
                  <a:cubicBezTo>
                    <a:pt x="293732" y="577084"/>
                    <a:pt x="292374" y="577084"/>
                    <a:pt x="291016" y="576987"/>
                  </a:cubicBezTo>
                  <a:cubicBezTo>
                    <a:pt x="261715" y="575921"/>
                    <a:pt x="235228" y="564003"/>
                    <a:pt x="215436" y="545109"/>
                  </a:cubicBezTo>
                  <a:lnTo>
                    <a:pt x="217764" y="538907"/>
                  </a:lnTo>
                  <a:lnTo>
                    <a:pt x="232221" y="500827"/>
                  </a:lnTo>
                  <a:cubicBezTo>
                    <a:pt x="235519" y="492010"/>
                    <a:pt x="243960" y="486196"/>
                    <a:pt x="253371" y="486196"/>
                  </a:cubicBezTo>
                  <a:close/>
                  <a:moveTo>
                    <a:pt x="295188" y="366279"/>
                  </a:moveTo>
                  <a:cubicBezTo>
                    <a:pt x="277715" y="366279"/>
                    <a:pt x="262960" y="388457"/>
                    <a:pt x="262960" y="414607"/>
                  </a:cubicBezTo>
                  <a:cubicBezTo>
                    <a:pt x="262960" y="440757"/>
                    <a:pt x="277715" y="462839"/>
                    <a:pt x="295188" y="462839"/>
                  </a:cubicBezTo>
                  <a:cubicBezTo>
                    <a:pt x="312564" y="462839"/>
                    <a:pt x="327320" y="440757"/>
                    <a:pt x="327320" y="414607"/>
                  </a:cubicBezTo>
                  <a:cubicBezTo>
                    <a:pt x="327320" y="388457"/>
                    <a:pt x="312564" y="366279"/>
                    <a:pt x="295188" y="366279"/>
                  </a:cubicBezTo>
                  <a:close/>
                  <a:moveTo>
                    <a:pt x="295188" y="351557"/>
                  </a:moveTo>
                  <a:cubicBezTo>
                    <a:pt x="321107" y="351557"/>
                    <a:pt x="342172" y="379838"/>
                    <a:pt x="342172" y="414607"/>
                  </a:cubicBezTo>
                  <a:cubicBezTo>
                    <a:pt x="342172" y="435527"/>
                    <a:pt x="334503" y="454026"/>
                    <a:pt x="322757" y="465551"/>
                  </a:cubicBezTo>
                  <a:cubicBezTo>
                    <a:pt x="314991" y="473105"/>
                    <a:pt x="305478" y="477657"/>
                    <a:pt x="295188" y="477657"/>
                  </a:cubicBezTo>
                  <a:cubicBezTo>
                    <a:pt x="284801" y="477657"/>
                    <a:pt x="275288" y="473105"/>
                    <a:pt x="267522" y="465551"/>
                  </a:cubicBezTo>
                  <a:cubicBezTo>
                    <a:pt x="255777" y="454026"/>
                    <a:pt x="248108" y="435527"/>
                    <a:pt x="248108" y="414607"/>
                  </a:cubicBezTo>
                  <a:cubicBezTo>
                    <a:pt x="248108" y="379838"/>
                    <a:pt x="269173" y="351557"/>
                    <a:pt x="295188" y="351557"/>
                  </a:cubicBezTo>
                  <a:close/>
                  <a:moveTo>
                    <a:pt x="295188" y="336295"/>
                  </a:moveTo>
                  <a:cubicBezTo>
                    <a:pt x="225806" y="336295"/>
                    <a:pt x="169427" y="392586"/>
                    <a:pt x="169427" y="461860"/>
                  </a:cubicBezTo>
                  <a:cubicBezTo>
                    <a:pt x="169427" y="531037"/>
                    <a:pt x="225806" y="587425"/>
                    <a:pt x="295188" y="587425"/>
                  </a:cubicBezTo>
                  <a:cubicBezTo>
                    <a:pt x="364473" y="587425"/>
                    <a:pt x="420852" y="531037"/>
                    <a:pt x="420852" y="461860"/>
                  </a:cubicBezTo>
                  <a:cubicBezTo>
                    <a:pt x="420852" y="392586"/>
                    <a:pt x="364473" y="336295"/>
                    <a:pt x="295188" y="336295"/>
                  </a:cubicBezTo>
                  <a:close/>
                  <a:moveTo>
                    <a:pt x="426654" y="149810"/>
                  </a:moveTo>
                  <a:cubicBezTo>
                    <a:pt x="429565" y="166375"/>
                    <a:pt x="444021" y="179065"/>
                    <a:pt x="461485" y="179065"/>
                  </a:cubicBezTo>
                  <a:cubicBezTo>
                    <a:pt x="478948" y="179065"/>
                    <a:pt x="493405" y="166375"/>
                    <a:pt x="496315" y="149810"/>
                  </a:cubicBezTo>
                  <a:cubicBezTo>
                    <a:pt x="503689" y="150682"/>
                    <a:pt x="509995" y="155622"/>
                    <a:pt x="512615" y="162500"/>
                  </a:cubicBezTo>
                  <a:lnTo>
                    <a:pt x="523966" y="192142"/>
                  </a:lnTo>
                  <a:lnTo>
                    <a:pt x="526974" y="200086"/>
                  </a:lnTo>
                  <a:cubicBezTo>
                    <a:pt x="528817" y="204735"/>
                    <a:pt x="527071" y="209966"/>
                    <a:pt x="522899" y="212679"/>
                  </a:cubicBezTo>
                  <a:cubicBezTo>
                    <a:pt x="505144" y="224206"/>
                    <a:pt x="484091" y="230890"/>
                    <a:pt x="461485" y="230890"/>
                  </a:cubicBezTo>
                  <a:cubicBezTo>
                    <a:pt x="438879" y="230890"/>
                    <a:pt x="417825" y="224206"/>
                    <a:pt x="400070" y="212679"/>
                  </a:cubicBezTo>
                  <a:cubicBezTo>
                    <a:pt x="395898" y="209966"/>
                    <a:pt x="394249" y="204735"/>
                    <a:pt x="395995" y="200086"/>
                  </a:cubicBezTo>
                  <a:lnTo>
                    <a:pt x="399003" y="192239"/>
                  </a:lnTo>
                  <a:lnTo>
                    <a:pt x="410451" y="162500"/>
                  </a:lnTo>
                  <a:cubicBezTo>
                    <a:pt x="413071" y="155622"/>
                    <a:pt x="419280" y="150682"/>
                    <a:pt x="426654" y="149810"/>
                  </a:cubicBezTo>
                  <a:close/>
                  <a:moveTo>
                    <a:pt x="94788" y="142613"/>
                  </a:moveTo>
                  <a:lnTo>
                    <a:pt x="107988" y="174970"/>
                  </a:lnTo>
                  <a:cubicBezTo>
                    <a:pt x="111870" y="184367"/>
                    <a:pt x="120897" y="190374"/>
                    <a:pt x="130991" y="190374"/>
                  </a:cubicBezTo>
                  <a:cubicBezTo>
                    <a:pt x="141085" y="190374"/>
                    <a:pt x="150111" y="184367"/>
                    <a:pt x="153994" y="174970"/>
                  </a:cubicBezTo>
                  <a:lnTo>
                    <a:pt x="167194" y="142613"/>
                  </a:lnTo>
                  <a:cubicBezTo>
                    <a:pt x="172532" y="142613"/>
                    <a:pt x="177288" y="145907"/>
                    <a:pt x="179229" y="150848"/>
                  </a:cubicBezTo>
                  <a:lnTo>
                    <a:pt x="193788" y="188145"/>
                  </a:lnTo>
                  <a:lnTo>
                    <a:pt x="196894" y="196186"/>
                  </a:lnTo>
                  <a:cubicBezTo>
                    <a:pt x="198641" y="200642"/>
                    <a:pt x="196991" y="205777"/>
                    <a:pt x="193011" y="208393"/>
                  </a:cubicBezTo>
                  <a:cubicBezTo>
                    <a:pt x="175347" y="220502"/>
                    <a:pt x="153994" y="227574"/>
                    <a:pt x="130991" y="227574"/>
                  </a:cubicBezTo>
                  <a:cubicBezTo>
                    <a:pt x="107988" y="227574"/>
                    <a:pt x="86635" y="220502"/>
                    <a:pt x="68970" y="208393"/>
                  </a:cubicBezTo>
                  <a:cubicBezTo>
                    <a:pt x="64991" y="205680"/>
                    <a:pt x="63438" y="200642"/>
                    <a:pt x="65088" y="196186"/>
                  </a:cubicBezTo>
                  <a:lnTo>
                    <a:pt x="68194" y="188145"/>
                  </a:lnTo>
                  <a:lnTo>
                    <a:pt x="81200" y="154723"/>
                  </a:lnTo>
                  <a:cubicBezTo>
                    <a:pt x="83529" y="148813"/>
                    <a:pt x="88576" y="144260"/>
                    <a:pt x="94788" y="142613"/>
                  </a:cubicBezTo>
                  <a:close/>
                  <a:moveTo>
                    <a:pt x="131088" y="70440"/>
                  </a:moveTo>
                  <a:cubicBezTo>
                    <a:pt x="117400" y="70440"/>
                    <a:pt x="106333" y="77996"/>
                    <a:pt x="105944" y="87488"/>
                  </a:cubicBezTo>
                  <a:cubicBezTo>
                    <a:pt x="106721" y="107055"/>
                    <a:pt x="117788" y="123329"/>
                    <a:pt x="130991" y="123329"/>
                  </a:cubicBezTo>
                  <a:cubicBezTo>
                    <a:pt x="144291" y="123329"/>
                    <a:pt x="155553" y="106765"/>
                    <a:pt x="156038" y="86907"/>
                  </a:cubicBezTo>
                  <a:cubicBezTo>
                    <a:pt x="155164" y="77705"/>
                    <a:pt x="144485" y="70440"/>
                    <a:pt x="131088" y="70440"/>
                  </a:cubicBezTo>
                  <a:close/>
                  <a:moveTo>
                    <a:pt x="461485" y="52732"/>
                  </a:moveTo>
                  <a:cubicBezTo>
                    <a:pt x="447411" y="52732"/>
                    <a:pt x="435473" y="70561"/>
                    <a:pt x="435473" y="91685"/>
                  </a:cubicBezTo>
                  <a:cubicBezTo>
                    <a:pt x="435473" y="112906"/>
                    <a:pt x="447411" y="130735"/>
                    <a:pt x="461485" y="130735"/>
                  </a:cubicBezTo>
                  <a:cubicBezTo>
                    <a:pt x="475559" y="130735"/>
                    <a:pt x="487498" y="112906"/>
                    <a:pt x="487498" y="91685"/>
                  </a:cubicBezTo>
                  <a:cubicBezTo>
                    <a:pt x="487498" y="70561"/>
                    <a:pt x="475559" y="52732"/>
                    <a:pt x="461485" y="52732"/>
                  </a:cubicBezTo>
                  <a:close/>
                  <a:moveTo>
                    <a:pt x="461485" y="40716"/>
                  </a:moveTo>
                  <a:cubicBezTo>
                    <a:pt x="482450" y="40716"/>
                    <a:pt x="499533" y="63584"/>
                    <a:pt x="499533" y="91685"/>
                  </a:cubicBezTo>
                  <a:cubicBezTo>
                    <a:pt x="499533" y="111065"/>
                    <a:pt x="491380" y="127731"/>
                    <a:pt x="479539" y="136355"/>
                  </a:cubicBezTo>
                  <a:lnTo>
                    <a:pt x="479539" y="149631"/>
                  </a:lnTo>
                  <a:lnTo>
                    <a:pt x="483809" y="149631"/>
                  </a:lnTo>
                  <a:cubicBezTo>
                    <a:pt x="481092" y="159611"/>
                    <a:pt x="472356" y="167169"/>
                    <a:pt x="461485" y="167169"/>
                  </a:cubicBezTo>
                  <a:cubicBezTo>
                    <a:pt x="450614" y="167169"/>
                    <a:pt x="441879" y="159611"/>
                    <a:pt x="439161" y="149631"/>
                  </a:cubicBezTo>
                  <a:lnTo>
                    <a:pt x="443529" y="149631"/>
                  </a:lnTo>
                  <a:lnTo>
                    <a:pt x="443529" y="136355"/>
                  </a:lnTo>
                  <a:cubicBezTo>
                    <a:pt x="431687" y="127731"/>
                    <a:pt x="423534" y="111065"/>
                    <a:pt x="423534" y="91685"/>
                  </a:cubicBezTo>
                  <a:cubicBezTo>
                    <a:pt x="423534" y="63584"/>
                    <a:pt x="440520" y="40716"/>
                    <a:pt x="461485" y="40716"/>
                  </a:cubicBezTo>
                  <a:close/>
                  <a:moveTo>
                    <a:pt x="130991" y="32178"/>
                  </a:moveTo>
                  <a:cubicBezTo>
                    <a:pt x="164193" y="32178"/>
                    <a:pt x="172639" y="81483"/>
                    <a:pt x="173416" y="86326"/>
                  </a:cubicBezTo>
                  <a:cubicBezTo>
                    <a:pt x="174678" y="95528"/>
                    <a:pt x="179241" y="106377"/>
                    <a:pt x="185162" y="114611"/>
                  </a:cubicBezTo>
                  <a:cubicBezTo>
                    <a:pt x="186522" y="116451"/>
                    <a:pt x="186716" y="118776"/>
                    <a:pt x="185648" y="120810"/>
                  </a:cubicBezTo>
                  <a:cubicBezTo>
                    <a:pt x="184677" y="122747"/>
                    <a:pt x="182541" y="124007"/>
                    <a:pt x="180405" y="124007"/>
                  </a:cubicBezTo>
                  <a:lnTo>
                    <a:pt x="154582" y="124007"/>
                  </a:lnTo>
                  <a:cubicBezTo>
                    <a:pt x="152737" y="126041"/>
                    <a:pt x="150699" y="127881"/>
                    <a:pt x="148563" y="129431"/>
                  </a:cubicBezTo>
                  <a:lnTo>
                    <a:pt x="148563" y="142024"/>
                  </a:lnTo>
                  <a:lnTo>
                    <a:pt x="154194" y="142024"/>
                  </a:lnTo>
                  <a:lnTo>
                    <a:pt x="142641" y="170308"/>
                  </a:lnTo>
                  <a:cubicBezTo>
                    <a:pt x="138758" y="179801"/>
                    <a:pt x="123225" y="179801"/>
                    <a:pt x="119341" y="170308"/>
                  </a:cubicBezTo>
                  <a:lnTo>
                    <a:pt x="107692" y="142024"/>
                  </a:lnTo>
                  <a:lnTo>
                    <a:pt x="113420" y="142024"/>
                  </a:lnTo>
                  <a:lnTo>
                    <a:pt x="113420" y="129431"/>
                  </a:lnTo>
                  <a:cubicBezTo>
                    <a:pt x="111284" y="127881"/>
                    <a:pt x="109245" y="126041"/>
                    <a:pt x="107401" y="124007"/>
                  </a:cubicBezTo>
                  <a:lnTo>
                    <a:pt x="81674" y="124007"/>
                  </a:lnTo>
                  <a:cubicBezTo>
                    <a:pt x="79441" y="124007"/>
                    <a:pt x="77402" y="122747"/>
                    <a:pt x="76335" y="120810"/>
                  </a:cubicBezTo>
                  <a:cubicBezTo>
                    <a:pt x="75364" y="118776"/>
                    <a:pt x="75558" y="116451"/>
                    <a:pt x="76820" y="114611"/>
                  </a:cubicBezTo>
                  <a:cubicBezTo>
                    <a:pt x="82742" y="106377"/>
                    <a:pt x="88567" y="95722"/>
                    <a:pt x="88567" y="86520"/>
                  </a:cubicBezTo>
                  <a:cubicBezTo>
                    <a:pt x="88567" y="72474"/>
                    <a:pt x="100896" y="32178"/>
                    <a:pt x="130991" y="32178"/>
                  </a:cubicBezTo>
                  <a:close/>
                  <a:moveTo>
                    <a:pt x="461996" y="27613"/>
                  </a:moveTo>
                  <a:cubicBezTo>
                    <a:pt x="402609" y="27613"/>
                    <a:pt x="354284" y="75766"/>
                    <a:pt x="354284" y="135061"/>
                  </a:cubicBezTo>
                  <a:cubicBezTo>
                    <a:pt x="354284" y="194355"/>
                    <a:pt x="402609" y="242508"/>
                    <a:pt x="461996" y="242508"/>
                  </a:cubicBezTo>
                  <a:cubicBezTo>
                    <a:pt x="521286" y="242508"/>
                    <a:pt x="569611" y="194355"/>
                    <a:pt x="569611" y="135061"/>
                  </a:cubicBezTo>
                  <a:cubicBezTo>
                    <a:pt x="569611" y="75766"/>
                    <a:pt x="521286" y="27613"/>
                    <a:pt x="461996" y="27613"/>
                  </a:cubicBezTo>
                  <a:close/>
                  <a:moveTo>
                    <a:pt x="130224" y="20637"/>
                  </a:moveTo>
                  <a:cubicBezTo>
                    <a:pt x="69867" y="20637"/>
                    <a:pt x="20669" y="69759"/>
                    <a:pt x="20669" y="130022"/>
                  </a:cubicBezTo>
                  <a:cubicBezTo>
                    <a:pt x="20669" y="190383"/>
                    <a:pt x="69867" y="239408"/>
                    <a:pt x="130224" y="239408"/>
                  </a:cubicBezTo>
                  <a:cubicBezTo>
                    <a:pt x="190679" y="239408"/>
                    <a:pt x="239877" y="190383"/>
                    <a:pt x="239877" y="130022"/>
                  </a:cubicBezTo>
                  <a:cubicBezTo>
                    <a:pt x="239877" y="69759"/>
                    <a:pt x="190679" y="20637"/>
                    <a:pt x="130224" y="20637"/>
                  </a:cubicBezTo>
                  <a:close/>
                  <a:moveTo>
                    <a:pt x="130224" y="0"/>
                  </a:moveTo>
                  <a:cubicBezTo>
                    <a:pt x="202032" y="0"/>
                    <a:pt x="260546" y="58326"/>
                    <a:pt x="260546" y="130022"/>
                  </a:cubicBezTo>
                  <a:cubicBezTo>
                    <a:pt x="260546" y="158701"/>
                    <a:pt x="251133" y="185248"/>
                    <a:pt x="235316" y="206854"/>
                  </a:cubicBezTo>
                  <a:lnTo>
                    <a:pt x="295188" y="266536"/>
                  </a:lnTo>
                  <a:lnTo>
                    <a:pt x="355449" y="206369"/>
                  </a:lnTo>
                  <a:cubicBezTo>
                    <a:pt x="341669" y="186023"/>
                    <a:pt x="333615" y="161414"/>
                    <a:pt x="333615" y="135061"/>
                  </a:cubicBezTo>
                  <a:cubicBezTo>
                    <a:pt x="333615" y="64430"/>
                    <a:pt x="391256" y="6976"/>
                    <a:pt x="461996" y="6976"/>
                  </a:cubicBezTo>
                  <a:cubicBezTo>
                    <a:pt x="532737" y="6976"/>
                    <a:pt x="590280" y="64430"/>
                    <a:pt x="590280" y="135061"/>
                  </a:cubicBezTo>
                  <a:cubicBezTo>
                    <a:pt x="590280" y="205691"/>
                    <a:pt x="532737" y="263145"/>
                    <a:pt x="461996" y="263145"/>
                  </a:cubicBezTo>
                  <a:cubicBezTo>
                    <a:pt x="432497" y="263145"/>
                    <a:pt x="405423" y="253263"/>
                    <a:pt x="383687" y="236501"/>
                  </a:cubicBezTo>
                  <a:lnTo>
                    <a:pt x="315760" y="304322"/>
                  </a:lnTo>
                  <a:lnTo>
                    <a:pt x="315760" y="317111"/>
                  </a:lnTo>
                  <a:cubicBezTo>
                    <a:pt x="386792" y="327187"/>
                    <a:pt x="441522" y="388226"/>
                    <a:pt x="441522" y="461860"/>
                  </a:cubicBezTo>
                  <a:cubicBezTo>
                    <a:pt x="441522" y="542470"/>
                    <a:pt x="375924" y="608062"/>
                    <a:pt x="295188" y="608062"/>
                  </a:cubicBezTo>
                  <a:cubicBezTo>
                    <a:pt x="214453" y="608062"/>
                    <a:pt x="148758" y="542470"/>
                    <a:pt x="148758" y="461860"/>
                  </a:cubicBezTo>
                  <a:cubicBezTo>
                    <a:pt x="148758" y="388226"/>
                    <a:pt x="203488" y="327187"/>
                    <a:pt x="274422" y="317111"/>
                  </a:cubicBezTo>
                  <a:lnTo>
                    <a:pt x="274422" y="304322"/>
                  </a:lnTo>
                  <a:lnTo>
                    <a:pt x="205914" y="235823"/>
                  </a:lnTo>
                  <a:cubicBezTo>
                    <a:pt x="184565" y="251131"/>
                    <a:pt x="158462" y="260141"/>
                    <a:pt x="130224" y="260141"/>
                  </a:cubicBezTo>
                  <a:cubicBezTo>
                    <a:pt x="58416" y="260141"/>
                    <a:pt x="0" y="201719"/>
                    <a:pt x="0" y="130022"/>
                  </a:cubicBezTo>
                  <a:cubicBezTo>
                    <a:pt x="0" y="58326"/>
                    <a:pt x="58416" y="0"/>
                    <a:pt x="13022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7" name="矩形 116"/>
            <p:cNvSpPr/>
            <p:nvPr/>
          </p:nvSpPr>
          <p:spPr>
            <a:xfrm>
              <a:off x="3661459" y="3269176"/>
              <a:ext cx="2292976" cy="52473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b="1" dirty="0"/>
                <a:t>测试类设计及运行</a:t>
              </a:r>
            </a:p>
          </p:txBody>
        </p:sp>
      </p:grpSp>
      <p:grpSp>
        <p:nvGrpSpPr>
          <p:cNvPr id="118" name="组合 117"/>
          <p:cNvGrpSpPr/>
          <p:nvPr/>
        </p:nvGrpSpPr>
        <p:grpSpPr>
          <a:xfrm>
            <a:off x="4979932" y="2477519"/>
            <a:ext cx="2080629" cy="1542629"/>
            <a:chOff x="6214253" y="2075503"/>
            <a:chExt cx="2431194" cy="1990854"/>
          </a:xfrm>
        </p:grpSpPr>
        <p:sp>
          <p:nvSpPr>
            <p:cNvPr id="119" name="ïṧḷïḓê-矩形: 圆角 13"/>
            <p:cNvSpPr/>
            <p:nvPr/>
          </p:nvSpPr>
          <p:spPr>
            <a:xfrm>
              <a:off x="6214253" y="2075503"/>
              <a:ext cx="2086257" cy="1990854"/>
            </a:xfrm>
            <a:prstGeom prst="roundRect">
              <a:avLst>
                <a:gd name="adj" fmla="val 42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20" name="椭圆 119"/>
            <p:cNvSpPr/>
            <p:nvPr/>
          </p:nvSpPr>
          <p:spPr>
            <a:xfrm>
              <a:off x="6834104" y="2316803"/>
              <a:ext cx="762000" cy="762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38"/>
            <p:cNvSpPr/>
            <p:nvPr/>
          </p:nvSpPr>
          <p:spPr>
            <a:xfrm>
              <a:off x="7045241" y="2528196"/>
              <a:ext cx="339726" cy="339213"/>
            </a:xfrm>
            <a:custGeom>
              <a:avLst/>
              <a:gdLst>
                <a:gd name="connsiteX0" fmla="*/ 303775 w 607639"/>
                <a:gd name="connsiteY0" fmla="*/ 525007 h 606722"/>
                <a:gd name="connsiteX1" fmla="*/ 315710 w 607639"/>
                <a:gd name="connsiteY1" fmla="*/ 536902 h 606722"/>
                <a:gd name="connsiteX2" fmla="*/ 315710 w 607639"/>
                <a:gd name="connsiteY2" fmla="*/ 552347 h 606722"/>
                <a:gd name="connsiteX3" fmla="*/ 303775 w 607639"/>
                <a:gd name="connsiteY3" fmla="*/ 564241 h 606722"/>
                <a:gd name="connsiteX4" fmla="*/ 291929 w 607639"/>
                <a:gd name="connsiteY4" fmla="*/ 552347 h 606722"/>
                <a:gd name="connsiteX5" fmla="*/ 291929 w 607639"/>
                <a:gd name="connsiteY5" fmla="*/ 536902 h 606722"/>
                <a:gd name="connsiteX6" fmla="*/ 303775 w 607639"/>
                <a:gd name="connsiteY6" fmla="*/ 525007 h 606722"/>
                <a:gd name="connsiteX7" fmla="*/ 429885 w 607639"/>
                <a:gd name="connsiteY7" fmla="*/ 509483 h 606722"/>
                <a:gd name="connsiteX8" fmla="*/ 441811 w 607639"/>
                <a:gd name="connsiteY8" fmla="*/ 521409 h 606722"/>
                <a:gd name="connsiteX9" fmla="*/ 429885 w 607639"/>
                <a:gd name="connsiteY9" fmla="*/ 533335 h 606722"/>
                <a:gd name="connsiteX10" fmla="*/ 417959 w 607639"/>
                <a:gd name="connsiteY10" fmla="*/ 521409 h 606722"/>
                <a:gd name="connsiteX11" fmla="*/ 429885 w 607639"/>
                <a:gd name="connsiteY11" fmla="*/ 509483 h 606722"/>
                <a:gd name="connsiteX12" fmla="*/ 177720 w 607639"/>
                <a:gd name="connsiteY12" fmla="*/ 509483 h 606722"/>
                <a:gd name="connsiteX13" fmla="*/ 189611 w 607639"/>
                <a:gd name="connsiteY13" fmla="*/ 521409 h 606722"/>
                <a:gd name="connsiteX14" fmla="*/ 177720 w 607639"/>
                <a:gd name="connsiteY14" fmla="*/ 533335 h 606722"/>
                <a:gd name="connsiteX15" fmla="*/ 165829 w 607639"/>
                <a:gd name="connsiteY15" fmla="*/ 521409 h 606722"/>
                <a:gd name="connsiteX16" fmla="*/ 177720 w 607639"/>
                <a:gd name="connsiteY16" fmla="*/ 509483 h 606722"/>
                <a:gd name="connsiteX17" fmla="*/ 522185 w 607639"/>
                <a:gd name="connsiteY17" fmla="*/ 417324 h 606722"/>
                <a:gd name="connsiteX18" fmla="*/ 534111 w 607639"/>
                <a:gd name="connsiteY18" fmla="*/ 429250 h 606722"/>
                <a:gd name="connsiteX19" fmla="*/ 522185 w 607639"/>
                <a:gd name="connsiteY19" fmla="*/ 441176 h 606722"/>
                <a:gd name="connsiteX20" fmla="*/ 510259 w 607639"/>
                <a:gd name="connsiteY20" fmla="*/ 429250 h 606722"/>
                <a:gd name="connsiteX21" fmla="*/ 522185 w 607639"/>
                <a:gd name="connsiteY21" fmla="*/ 417324 h 606722"/>
                <a:gd name="connsiteX22" fmla="*/ 85420 w 607639"/>
                <a:gd name="connsiteY22" fmla="*/ 417324 h 606722"/>
                <a:gd name="connsiteX23" fmla="*/ 97311 w 607639"/>
                <a:gd name="connsiteY23" fmla="*/ 429250 h 606722"/>
                <a:gd name="connsiteX24" fmla="*/ 85420 w 607639"/>
                <a:gd name="connsiteY24" fmla="*/ 441176 h 606722"/>
                <a:gd name="connsiteX25" fmla="*/ 73529 w 607639"/>
                <a:gd name="connsiteY25" fmla="*/ 429250 h 606722"/>
                <a:gd name="connsiteX26" fmla="*/ 85420 w 607639"/>
                <a:gd name="connsiteY26" fmla="*/ 417324 h 606722"/>
                <a:gd name="connsiteX27" fmla="*/ 537643 w 607639"/>
                <a:gd name="connsiteY27" fmla="*/ 291506 h 606722"/>
                <a:gd name="connsiteX28" fmla="*/ 555628 w 607639"/>
                <a:gd name="connsiteY28" fmla="*/ 291506 h 606722"/>
                <a:gd name="connsiteX29" fmla="*/ 567558 w 607639"/>
                <a:gd name="connsiteY29" fmla="*/ 303316 h 606722"/>
                <a:gd name="connsiteX30" fmla="*/ 555628 w 607639"/>
                <a:gd name="connsiteY30" fmla="*/ 315216 h 606722"/>
                <a:gd name="connsiteX31" fmla="*/ 537643 w 607639"/>
                <a:gd name="connsiteY31" fmla="*/ 315216 h 606722"/>
                <a:gd name="connsiteX32" fmla="*/ 525713 w 607639"/>
                <a:gd name="connsiteY32" fmla="*/ 303316 h 606722"/>
                <a:gd name="connsiteX33" fmla="*/ 537643 w 607639"/>
                <a:gd name="connsiteY33" fmla="*/ 291506 h 606722"/>
                <a:gd name="connsiteX34" fmla="*/ 51991 w 607639"/>
                <a:gd name="connsiteY34" fmla="*/ 291506 h 606722"/>
                <a:gd name="connsiteX35" fmla="*/ 69946 w 607639"/>
                <a:gd name="connsiteY35" fmla="*/ 291506 h 606722"/>
                <a:gd name="connsiteX36" fmla="*/ 81856 w 607639"/>
                <a:gd name="connsiteY36" fmla="*/ 303316 h 606722"/>
                <a:gd name="connsiteX37" fmla="*/ 69946 w 607639"/>
                <a:gd name="connsiteY37" fmla="*/ 315216 h 606722"/>
                <a:gd name="connsiteX38" fmla="*/ 51991 w 607639"/>
                <a:gd name="connsiteY38" fmla="*/ 315216 h 606722"/>
                <a:gd name="connsiteX39" fmla="*/ 40081 w 607639"/>
                <a:gd name="connsiteY39" fmla="*/ 303316 h 606722"/>
                <a:gd name="connsiteX40" fmla="*/ 51991 w 607639"/>
                <a:gd name="connsiteY40" fmla="*/ 291506 h 606722"/>
                <a:gd name="connsiteX41" fmla="*/ 412608 w 607639"/>
                <a:gd name="connsiteY41" fmla="*/ 222096 h 606722"/>
                <a:gd name="connsiteX42" fmla="*/ 345491 w 607639"/>
                <a:gd name="connsiteY42" fmla="*/ 334245 h 606722"/>
                <a:gd name="connsiteX43" fmla="*/ 412608 w 607639"/>
                <a:gd name="connsiteY43" fmla="*/ 334245 h 606722"/>
                <a:gd name="connsiteX44" fmla="*/ 427651 w 607639"/>
                <a:gd name="connsiteY44" fmla="*/ 167533 h 606722"/>
                <a:gd name="connsiteX45" fmla="*/ 436375 w 607639"/>
                <a:gd name="connsiteY45" fmla="*/ 178996 h 606722"/>
                <a:gd name="connsiteX46" fmla="*/ 436375 w 607639"/>
                <a:gd name="connsiteY46" fmla="*/ 334245 h 606722"/>
                <a:gd name="connsiteX47" fmla="*/ 469399 w 607639"/>
                <a:gd name="connsiteY47" fmla="*/ 334245 h 606722"/>
                <a:gd name="connsiteX48" fmla="*/ 481327 w 607639"/>
                <a:gd name="connsiteY48" fmla="*/ 346153 h 606722"/>
                <a:gd name="connsiteX49" fmla="*/ 469399 w 607639"/>
                <a:gd name="connsiteY49" fmla="*/ 357973 h 606722"/>
                <a:gd name="connsiteX50" fmla="*/ 436375 w 607639"/>
                <a:gd name="connsiteY50" fmla="*/ 357973 h 606722"/>
                <a:gd name="connsiteX51" fmla="*/ 436375 w 607639"/>
                <a:gd name="connsiteY51" fmla="*/ 427733 h 606722"/>
                <a:gd name="connsiteX52" fmla="*/ 424536 w 607639"/>
                <a:gd name="connsiteY52" fmla="*/ 439552 h 606722"/>
                <a:gd name="connsiteX53" fmla="*/ 412608 w 607639"/>
                <a:gd name="connsiteY53" fmla="*/ 427733 h 606722"/>
                <a:gd name="connsiteX54" fmla="*/ 412608 w 607639"/>
                <a:gd name="connsiteY54" fmla="*/ 357973 h 606722"/>
                <a:gd name="connsiteX55" fmla="*/ 324573 w 607639"/>
                <a:gd name="connsiteY55" fmla="*/ 357973 h 606722"/>
                <a:gd name="connsiteX56" fmla="*/ 314158 w 607639"/>
                <a:gd name="connsiteY56" fmla="*/ 352019 h 606722"/>
                <a:gd name="connsiteX57" fmla="*/ 314336 w 607639"/>
                <a:gd name="connsiteY57" fmla="*/ 340022 h 606722"/>
                <a:gd name="connsiteX58" fmla="*/ 414299 w 607639"/>
                <a:gd name="connsiteY58" fmla="*/ 172953 h 606722"/>
                <a:gd name="connsiteX59" fmla="*/ 427651 w 607639"/>
                <a:gd name="connsiteY59" fmla="*/ 167533 h 606722"/>
                <a:gd name="connsiteX60" fmla="*/ 216270 w 607639"/>
                <a:gd name="connsiteY60" fmla="*/ 167099 h 606722"/>
                <a:gd name="connsiteX61" fmla="*/ 290518 w 607639"/>
                <a:gd name="connsiteY61" fmla="*/ 241210 h 606722"/>
                <a:gd name="connsiteX62" fmla="*/ 242978 w 607639"/>
                <a:gd name="connsiteY62" fmla="*/ 355754 h 606722"/>
                <a:gd name="connsiteX63" fmla="*/ 182707 w 607639"/>
                <a:gd name="connsiteY63" fmla="*/ 415825 h 606722"/>
                <a:gd name="connsiteX64" fmla="*/ 278588 w 607639"/>
                <a:gd name="connsiteY64" fmla="*/ 415825 h 606722"/>
                <a:gd name="connsiteX65" fmla="*/ 290518 w 607639"/>
                <a:gd name="connsiteY65" fmla="*/ 427734 h 606722"/>
                <a:gd name="connsiteX66" fmla="*/ 278588 w 607639"/>
                <a:gd name="connsiteY66" fmla="*/ 439552 h 606722"/>
                <a:gd name="connsiteX67" fmla="*/ 154040 w 607639"/>
                <a:gd name="connsiteY67" fmla="*/ 439552 h 606722"/>
                <a:gd name="connsiteX68" fmla="*/ 143001 w 607639"/>
                <a:gd name="connsiteY68" fmla="*/ 432265 h 606722"/>
                <a:gd name="connsiteX69" fmla="*/ 145582 w 607639"/>
                <a:gd name="connsiteY69" fmla="*/ 419292 h 606722"/>
                <a:gd name="connsiteX70" fmla="*/ 226152 w 607639"/>
                <a:gd name="connsiteY70" fmla="*/ 338959 h 606722"/>
                <a:gd name="connsiteX71" fmla="*/ 266659 w 607639"/>
                <a:gd name="connsiteY71" fmla="*/ 241210 h 606722"/>
                <a:gd name="connsiteX72" fmla="*/ 216270 w 607639"/>
                <a:gd name="connsiteY72" fmla="*/ 190914 h 606722"/>
                <a:gd name="connsiteX73" fmla="*/ 165880 w 607639"/>
                <a:gd name="connsiteY73" fmla="*/ 241210 h 606722"/>
                <a:gd name="connsiteX74" fmla="*/ 154040 w 607639"/>
                <a:gd name="connsiteY74" fmla="*/ 253029 h 606722"/>
                <a:gd name="connsiteX75" fmla="*/ 142110 w 607639"/>
                <a:gd name="connsiteY75" fmla="*/ 241210 h 606722"/>
                <a:gd name="connsiteX76" fmla="*/ 216270 w 607639"/>
                <a:gd name="connsiteY76" fmla="*/ 167099 h 606722"/>
                <a:gd name="connsiteX77" fmla="*/ 522185 w 607639"/>
                <a:gd name="connsiteY77" fmla="*/ 165547 h 606722"/>
                <a:gd name="connsiteX78" fmla="*/ 534111 w 607639"/>
                <a:gd name="connsiteY78" fmla="*/ 177438 h 606722"/>
                <a:gd name="connsiteX79" fmla="*/ 522185 w 607639"/>
                <a:gd name="connsiteY79" fmla="*/ 189329 h 606722"/>
                <a:gd name="connsiteX80" fmla="*/ 510259 w 607639"/>
                <a:gd name="connsiteY80" fmla="*/ 177438 h 606722"/>
                <a:gd name="connsiteX81" fmla="*/ 522185 w 607639"/>
                <a:gd name="connsiteY81" fmla="*/ 165547 h 606722"/>
                <a:gd name="connsiteX82" fmla="*/ 85420 w 607639"/>
                <a:gd name="connsiteY82" fmla="*/ 165547 h 606722"/>
                <a:gd name="connsiteX83" fmla="*/ 97311 w 607639"/>
                <a:gd name="connsiteY83" fmla="*/ 177438 h 606722"/>
                <a:gd name="connsiteX84" fmla="*/ 85420 w 607639"/>
                <a:gd name="connsiteY84" fmla="*/ 189329 h 606722"/>
                <a:gd name="connsiteX85" fmla="*/ 73529 w 607639"/>
                <a:gd name="connsiteY85" fmla="*/ 177438 h 606722"/>
                <a:gd name="connsiteX86" fmla="*/ 85420 w 607639"/>
                <a:gd name="connsiteY86" fmla="*/ 165547 h 606722"/>
                <a:gd name="connsiteX87" fmla="*/ 429885 w 607639"/>
                <a:gd name="connsiteY87" fmla="*/ 73388 h 606722"/>
                <a:gd name="connsiteX88" fmla="*/ 441811 w 607639"/>
                <a:gd name="connsiteY88" fmla="*/ 85279 h 606722"/>
                <a:gd name="connsiteX89" fmla="*/ 429885 w 607639"/>
                <a:gd name="connsiteY89" fmla="*/ 97170 h 606722"/>
                <a:gd name="connsiteX90" fmla="*/ 417959 w 607639"/>
                <a:gd name="connsiteY90" fmla="*/ 85279 h 606722"/>
                <a:gd name="connsiteX91" fmla="*/ 429885 w 607639"/>
                <a:gd name="connsiteY91" fmla="*/ 73388 h 606722"/>
                <a:gd name="connsiteX92" fmla="*/ 177720 w 607639"/>
                <a:gd name="connsiteY92" fmla="*/ 73388 h 606722"/>
                <a:gd name="connsiteX93" fmla="*/ 189611 w 607639"/>
                <a:gd name="connsiteY93" fmla="*/ 85279 h 606722"/>
                <a:gd name="connsiteX94" fmla="*/ 177720 w 607639"/>
                <a:gd name="connsiteY94" fmla="*/ 97170 h 606722"/>
                <a:gd name="connsiteX95" fmla="*/ 165829 w 607639"/>
                <a:gd name="connsiteY95" fmla="*/ 85279 h 606722"/>
                <a:gd name="connsiteX96" fmla="*/ 177720 w 607639"/>
                <a:gd name="connsiteY96" fmla="*/ 73388 h 606722"/>
                <a:gd name="connsiteX97" fmla="*/ 303775 w 607639"/>
                <a:gd name="connsiteY97" fmla="*/ 42480 h 606722"/>
                <a:gd name="connsiteX98" fmla="*/ 315710 w 607639"/>
                <a:gd name="connsiteY98" fmla="*/ 54396 h 606722"/>
                <a:gd name="connsiteX99" fmla="*/ 315710 w 607639"/>
                <a:gd name="connsiteY99" fmla="*/ 69869 h 606722"/>
                <a:gd name="connsiteX100" fmla="*/ 303775 w 607639"/>
                <a:gd name="connsiteY100" fmla="*/ 81785 h 606722"/>
                <a:gd name="connsiteX101" fmla="*/ 291929 w 607639"/>
                <a:gd name="connsiteY101" fmla="*/ 69869 h 606722"/>
                <a:gd name="connsiteX102" fmla="*/ 291929 w 607639"/>
                <a:gd name="connsiteY102" fmla="*/ 54396 h 606722"/>
                <a:gd name="connsiteX103" fmla="*/ 303775 w 607639"/>
                <a:gd name="connsiteY103" fmla="*/ 42480 h 606722"/>
                <a:gd name="connsiteX104" fmla="*/ 303775 w 607639"/>
                <a:gd name="connsiteY104" fmla="*/ 0 h 606722"/>
                <a:gd name="connsiteX105" fmla="*/ 537058 w 607639"/>
                <a:gd name="connsiteY105" fmla="*/ 108956 h 606722"/>
                <a:gd name="connsiteX106" fmla="*/ 537058 w 607639"/>
                <a:gd name="connsiteY106" fmla="*/ 93048 h 606722"/>
                <a:gd name="connsiteX107" fmla="*/ 548895 w 607639"/>
                <a:gd name="connsiteY107" fmla="*/ 81139 h 606722"/>
                <a:gd name="connsiteX108" fmla="*/ 560822 w 607639"/>
                <a:gd name="connsiteY108" fmla="*/ 93048 h 606722"/>
                <a:gd name="connsiteX109" fmla="*/ 560822 w 607639"/>
                <a:gd name="connsiteY109" fmla="*/ 138994 h 606722"/>
                <a:gd name="connsiteX110" fmla="*/ 548895 w 607639"/>
                <a:gd name="connsiteY110" fmla="*/ 150903 h 606722"/>
                <a:gd name="connsiteX111" fmla="*/ 502880 w 607639"/>
                <a:gd name="connsiteY111" fmla="*/ 150903 h 606722"/>
                <a:gd name="connsiteX112" fmla="*/ 490953 w 607639"/>
                <a:gd name="connsiteY112" fmla="*/ 138994 h 606722"/>
                <a:gd name="connsiteX113" fmla="*/ 502880 w 607639"/>
                <a:gd name="connsiteY113" fmla="*/ 127174 h 606722"/>
                <a:gd name="connsiteX114" fmla="*/ 521126 w 607639"/>
                <a:gd name="connsiteY114" fmla="*/ 127174 h 606722"/>
                <a:gd name="connsiteX115" fmla="*/ 303775 w 607639"/>
                <a:gd name="connsiteY115" fmla="*/ 23728 h 606722"/>
                <a:gd name="connsiteX116" fmla="*/ 23764 w 607639"/>
                <a:gd name="connsiteY116" fmla="*/ 303316 h 606722"/>
                <a:gd name="connsiteX117" fmla="*/ 303775 w 607639"/>
                <a:gd name="connsiteY117" fmla="*/ 582905 h 606722"/>
                <a:gd name="connsiteX118" fmla="*/ 583786 w 607639"/>
                <a:gd name="connsiteY118" fmla="*/ 303316 h 606722"/>
                <a:gd name="connsiteX119" fmla="*/ 573906 w 607639"/>
                <a:gd name="connsiteY119" fmla="*/ 229376 h 606722"/>
                <a:gd name="connsiteX120" fmla="*/ 582273 w 607639"/>
                <a:gd name="connsiteY120" fmla="*/ 214801 h 606722"/>
                <a:gd name="connsiteX121" fmla="*/ 596869 w 607639"/>
                <a:gd name="connsiteY121" fmla="*/ 223066 h 606722"/>
                <a:gd name="connsiteX122" fmla="*/ 607639 w 607639"/>
                <a:gd name="connsiteY122" fmla="*/ 303316 h 606722"/>
                <a:gd name="connsiteX123" fmla="*/ 303775 w 607639"/>
                <a:gd name="connsiteY123" fmla="*/ 606722 h 606722"/>
                <a:gd name="connsiteX124" fmla="*/ 0 w 607639"/>
                <a:gd name="connsiteY124" fmla="*/ 303316 h 606722"/>
                <a:gd name="connsiteX125" fmla="*/ 303775 w 607639"/>
                <a:gd name="connsiteY125"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07639" h="606722">
                  <a:moveTo>
                    <a:pt x="303775" y="525007"/>
                  </a:moveTo>
                  <a:cubicBezTo>
                    <a:pt x="310366" y="525007"/>
                    <a:pt x="315710" y="530333"/>
                    <a:pt x="315710" y="536902"/>
                  </a:cubicBezTo>
                  <a:lnTo>
                    <a:pt x="315710" y="552347"/>
                  </a:lnTo>
                  <a:cubicBezTo>
                    <a:pt x="315710" y="558915"/>
                    <a:pt x="310366" y="564241"/>
                    <a:pt x="303775" y="564241"/>
                  </a:cubicBezTo>
                  <a:cubicBezTo>
                    <a:pt x="297184" y="564241"/>
                    <a:pt x="291929" y="558915"/>
                    <a:pt x="291929" y="552347"/>
                  </a:cubicBezTo>
                  <a:lnTo>
                    <a:pt x="291929" y="536902"/>
                  </a:lnTo>
                  <a:cubicBezTo>
                    <a:pt x="291929" y="530333"/>
                    <a:pt x="297184" y="525007"/>
                    <a:pt x="303775" y="525007"/>
                  </a:cubicBezTo>
                  <a:close/>
                  <a:moveTo>
                    <a:pt x="429885" y="509483"/>
                  </a:moveTo>
                  <a:cubicBezTo>
                    <a:pt x="436472" y="509483"/>
                    <a:pt x="441811" y="514822"/>
                    <a:pt x="441811" y="521409"/>
                  </a:cubicBezTo>
                  <a:cubicBezTo>
                    <a:pt x="441811" y="527996"/>
                    <a:pt x="436472" y="533335"/>
                    <a:pt x="429885" y="533335"/>
                  </a:cubicBezTo>
                  <a:cubicBezTo>
                    <a:pt x="423298" y="533335"/>
                    <a:pt x="417959" y="527996"/>
                    <a:pt x="417959" y="521409"/>
                  </a:cubicBezTo>
                  <a:cubicBezTo>
                    <a:pt x="417959" y="514822"/>
                    <a:pt x="423298" y="509483"/>
                    <a:pt x="429885" y="509483"/>
                  </a:cubicBezTo>
                  <a:close/>
                  <a:moveTo>
                    <a:pt x="177720" y="509483"/>
                  </a:moveTo>
                  <a:cubicBezTo>
                    <a:pt x="184287" y="509483"/>
                    <a:pt x="189611" y="514822"/>
                    <a:pt x="189611" y="521409"/>
                  </a:cubicBezTo>
                  <a:cubicBezTo>
                    <a:pt x="189611" y="527996"/>
                    <a:pt x="184287" y="533335"/>
                    <a:pt x="177720" y="533335"/>
                  </a:cubicBezTo>
                  <a:cubicBezTo>
                    <a:pt x="171153" y="533335"/>
                    <a:pt x="165829" y="527996"/>
                    <a:pt x="165829" y="521409"/>
                  </a:cubicBezTo>
                  <a:cubicBezTo>
                    <a:pt x="165829" y="514822"/>
                    <a:pt x="171153" y="509483"/>
                    <a:pt x="177720" y="509483"/>
                  </a:cubicBezTo>
                  <a:close/>
                  <a:moveTo>
                    <a:pt x="522185" y="417324"/>
                  </a:moveTo>
                  <a:cubicBezTo>
                    <a:pt x="528772" y="417324"/>
                    <a:pt x="534111" y="422663"/>
                    <a:pt x="534111" y="429250"/>
                  </a:cubicBezTo>
                  <a:cubicBezTo>
                    <a:pt x="534111" y="435837"/>
                    <a:pt x="528772" y="441176"/>
                    <a:pt x="522185" y="441176"/>
                  </a:cubicBezTo>
                  <a:cubicBezTo>
                    <a:pt x="515598" y="441176"/>
                    <a:pt x="510259" y="435837"/>
                    <a:pt x="510259" y="429250"/>
                  </a:cubicBezTo>
                  <a:cubicBezTo>
                    <a:pt x="510259" y="422663"/>
                    <a:pt x="515598" y="417324"/>
                    <a:pt x="522185" y="417324"/>
                  </a:cubicBezTo>
                  <a:close/>
                  <a:moveTo>
                    <a:pt x="85420" y="417324"/>
                  </a:moveTo>
                  <a:cubicBezTo>
                    <a:pt x="91987" y="417324"/>
                    <a:pt x="97311" y="422663"/>
                    <a:pt x="97311" y="429250"/>
                  </a:cubicBezTo>
                  <a:cubicBezTo>
                    <a:pt x="97311" y="435837"/>
                    <a:pt x="91987" y="441176"/>
                    <a:pt x="85420" y="441176"/>
                  </a:cubicBezTo>
                  <a:cubicBezTo>
                    <a:pt x="78853" y="441176"/>
                    <a:pt x="73529" y="435837"/>
                    <a:pt x="73529" y="429250"/>
                  </a:cubicBezTo>
                  <a:cubicBezTo>
                    <a:pt x="73529" y="422663"/>
                    <a:pt x="78853" y="417324"/>
                    <a:pt x="85420" y="417324"/>
                  </a:cubicBezTo>
                  <a:close/>
                  <a:moveTo>
                    <a:pt x="537643" y="291506"/>
                  </a:moveTo>
                  <a:lnTo>
                    <a:pt x="555628" y="291506"/>
                  </a:lnTo>
                  <a:cubicBezTo>
                    <a:pt x="562216" y="291506"/>
                    <a:pt x="567558" y="296745"/>
                    <a:pt x="567558" y="303316"/>
                  </a:cubicBezTo>
                  <a:cubicBezTo>
                    <a:pt x="567558" y="309888"/>
                    <a:pt x="562216" y="315216"/>
                    <a:pt x="555628" y="315216"/>
                  </a:cubicBezTo>
                  <a:lnTo>
                    <a:pt x="537643" y="315216"/>
                  </a:lnTo>
                  <a:cubicBezTo>
                    <a:pt x="531055" y="315216"/>
                    <a:pt x="525713" y="309888"/>
                    <a:pt x="525713" y="303316"/>
                  </a:cubicBezTo>
                  <a:cubicBezTo>
                    <a:pt x="525713" y="296745"/>
                    <a:pt x="531055" y="291506"/>
                    <a:pt x="537643" y="291506"/>
                  </a:cubicBezTo>
                  <a:close/>
                  <a:moveTo>
                    <a:pt x="51991" y="291506"/>
                  </a:moveTo>
                  <a:lnTo>
                    <a:pt x="69946" y="291506"/>
                  </a:lnTo>
                  <a:cubicBezTo>
                    <a:pt x="76523" y="291506"/>
                    <a:pt x="81856" y="296745"/>
                    <a:pt x="81856" y="303316"/>
                  </a:cubicBezTo>
                  <a:cubicBezTo>
                    <a:pt x="81856" y="309888"/>
                    <a:pt x="76523" y="315216"/>
                    <a:pt x="69946" y="315216"/>
                  </a:cubicBezTo>
                  <a:lnTo>
                    <a:pt x="51991" y="315216"/>
                  </a:lnTo>
                  <a:cubicBezTo>
                    <a:pt x="45414" y="315216"/>
                    <a:pt x="40081" y="309888"/>
                    <a:pt x="40081" y="303316"/>
                  </a:cubicBezTo>
                  <a:cubicBezTo>
                    <a:pt x="40081" y="296745"/>
                    <a:pt x="45414" y="291506"/>
                    <a:pt x="51991" y="291506"/>
                  </a:cubicBezTo>
                  <a:close/>
                  <a:moveTo>
                    <a:pt x="412608" y="222096"/>
                  </a:moveTo>
                  <a:lnTo>
                    <a:pt x="345491" y="334245"/>
                  </a:lnTo>
                  <a:lnTo>
                    <a:pt x="412608" y="334245"/>
                  </a:lnTo>
                  <a:close/>
                  <a:moveTo>
                    <a:pt x="427651" y="167533"/>
                  </a:moveTo>
                  <a:cubicBezTo>
                    <a:pt x="432814" y="168954"/>
                    <a:pt x="436375" y="173664"/>
                    <a:pt x="436375" y="178996"/>
                  </a:cubicBezTo>
                  <a:lnTo>
                    <a:pt x="436375" y="334245"/>
                  </a:lnTo>
                  <a:lnTo>
                    <a:pt x="469399" y="334245"/>
                  </a:lnTo>
                  <a:cubicBezTo>
                    <a:pt x="475986" y="334245"/>
                    <a:pt x="481327" y="339577"/>
                    <a:pt x="481327" y="346153"/>
                  </a:cubicBezTo>
                  <a:cubicBezTo>
                    <a:pt x="481327" y="352641"/>
                    <a:pt x="475986" y="357973"/>
                    <a:pt x="469399" y="357973"/>
                  </a:cubicBezTo>
                  <a:lnTo>
                    <a:pt x="436375" y="357973"/>
                  </a:lnTo>
                  <a:lnTo>
                    <a:pt x="436375" y="427733"/>
                  </a:lnTo>
                  <a:cubicBezTo>
                    <a:pt x="436375" y="434220"/>
                    <a:pt x="431123" y="439552"/>
                    <a:pt x="424536" y="439552"/>
                  </a:cubicBezTo>
                  <a:cubicBezTo>
                    <a:pt x="417949" y="439552"/>
                    <a:pt x="412608" y="434220"/>
                    <a:pt x="412608" y="427733"/>
                  </a:cubicBezTo>
                  <a:lnTo>
                    <a:pt x="412608" y="357973"/>
                  </a:lnTo>
                  <a:lnTo>
                    <a:pt x="324573" y="357973"/>
                  </a:lnTo>
                  <a:cubicBezTo>
                    <a:pt x="320300" y="357973"/>
                    <a:pt x="316295" y="355662"/>
                    <a:pt x="314158" y="352019"/>
                  </a:cubicBezTo>
                  <a:cubicBezTo>
                    <a:pt x="312111" y="348286"/>
                    <a:pt x="312111" y="343665"/>
                    <a:pt x="314336" y="340022"/>
                  </a:cubicBezTo>
                  <a:lnTo>
                    <a:pt x="414299" y="172953"/>
                  </a:lnTo>
                  <a:cubicBezTo>
                    <a:pt x="417059" y="168332"/>
                    <a:pt x="422489" y="166111"/>
                    <a:pt x="427651" y="167533"/>
                  </a:cubicBezTo>
                  <a:close/>
                  <a:moveTo>
                    <a:pt x="216270" y="167099"/>
                  </a:moveTo>
                  <a:cubicBezTo>
                    <a:pt x="257222" y="167099"/>
                    <a:pt x="290518" y="200333"/>
                    <a:pt x="290518" y="241210"/>
                  </a:cubicBezTo>
                  <a:cubicBezTo>
                    <a:pt x="290518" y="284486"/>
                    <a:pt x="273603" y="325097"/>
                    <a:pt x="242978" y="355754"/>
                  </a:cubicBezTo>
                  <a:lnTo>
                    <a:pt x="182707" y="415825"/>
                  </a:lnTo>
                  <a:lnTo>
                    <a:pt x="278588" y="415825"/>
                  </a:lnTo>
                  <a:cubicBezTo>
                    <a:pt x="285176" y="415825"/>
                    <a:pt x="290518" y="421158"/>
                    <a:pt x="290518" y="427734"/>
                  </a:cubicBezTo>
                  <a:cubicBezTo>
                    <a:pt x="290518" y="434220"/>
                    <a:pt x="285176" y="439552"/>
                    <a:pt x="278588" y="439552"/>
                  </a:cubicBezTo>
                  <a:lnTo>
                    <a:pt x="154040" y="439552"/>
                  </a:lnTo>
                  <a:cubicBezTo>
                    <a:pt x="149232" y="439552"/>
                    <a:pt x="144870" y="436709"/>
                    <a:pt x="143001" y="432265"/>
                  </a:cubicBezTo>
                  <a:cubicBezTo>
                    <a:pt x="141131" y="427822"/>
                    <a:pt x="142199" y="422668"/>
                    <a:pt x="145582" y="419292"/>
                  </a:cubicBezTo>
                  <a:lnTo>
                    <a:pt x="226152" y="338959"/>
                  </a:lnTo>
                  <a:cubicBezTo>
                    <a:pt x="252236" y="312834"/>
                    <a:pt x="266659" y="278088"/>
                    <a:pt x="266659" y="241210"/>
                  </a:cubicBezTo>
                  <a:cubicBezTo>
                    <a:pt x="266659" y="213485"/>
                    <a:pt x="244046" y="190914"/>
                    <a:pt x="216270" y="190914"/>
                  </a:cubicBezTo>
                  <a:cubicBezTo>
                    <a:pt x="188493" y="190914"/>
                    <a:pt x="165880" y="213485"/>
                    <a:pt x="165880" y="241210"/>
                  </a:cubicBezTo>
                  <a:cubicBezTo>
                    <a:pt x="165880" y="247786"/>
                    <a:pt x="160539" y="253029"/>
                    <a:pt x="154040" y="253029"/>
                  </a:cubicBezTo>
                  <a:cubicBezTo>
                    <a:pt x="147452" y="253029"/>
                    <a:pt x="142110" y="247786"/>
                    <a:pt x="142110" y="241210"/>
                  </a:cubicBezTo>
                  <a:cubicBezTo>
                    <a:pt x="142110" y="200333"/>
                    <a:pt x="175406" y="167099"/>
                    <a:pt x="216270" y="167099"/>
                  </a:cubicBezTo>
                  <a:close/>
                  <a:moveTo>
                    <a:pt x="522185" y="165547"/>
                  </a:moveTo>
                  <a:cubicBezTo>
                    <a:pt x="528772" y="165547"/>
                    <a:pt x="534111" y="170871"/>
                    <a:pt x="534111" y="177438"/>
                  </a:cubicBezTo>
                  <a:cubicBezTo>
                    <a:pt x="534111" y="184005"/>
                    <a:pt x="528772" y="189329"/>
                    <a:pt x="522185" y="189329"/>
                  </a:cubicBezTo>
                  <a:cubicBezTo>
                    <a:pt x="515598" y="189329"/>
                    <a:pt x="510259" y="184005"/>
                    <a:pt x="510259" y="177438"/>
                  </a:cubicBezTo>
                  <a:cubicBezTo>
                    <a:pt x="510259" y="170871"/>
                    <a:pt x="515598" y="165547"/>
                    <a:pt x="522185" y="165547"/>
                  </a:cubicBezTo>
                  <a:close/>
                  <a:moveTo>
                    <a:pt x="85420" y="165547"/>
                  </a:moveTo>
                  <a:cubicBezTo>
                    <a:pt x="91987" y="165547"/>
                    <a:pt x="97311" y="170871"/>
                    <a:pt x="97311" y="177438"/>
                  </a:cubicBezTo>
                  <a:cubicBezTo>
                    <a:pt x="97311" y="184005"/>
                    <a:pt x="91987" y="189329"/>
                    <a:pt x="85420" y="189329"/>
                  </a:cubicBezTo>
                  <a:cubicBezTo>
                    <a:pt x="78853" y="189329"/>
                    <a:pt x="73529" y="184005"/>
                    <a:pt x="73529" y="177438"/>
                  </a:cubicBezTo>
                  <a:cubicBezTo>
                    <a:pt x="73529" y="170871"/>
                    <a:pt x="78853" y="165547"/>
                    <a:pt x="85420" y="165547"/>
                  </a:cubicBezTo>
                  <a:close/>
                  <a:moveTo>
                    <a:pt x="429885" y="73388"/>
                  </a:moveTo>
                  <a:cubicBezTo>
                    <a:pt x="436472" y="73388"/>
                    <a:pt x="441811" y="78712"/>
                    <a:pt x="441811" y="85279"/>
                  </a:cubicBezTo>
                  <a:cubicBezTo>
                    <a:pt x="441811" y="91846"/>
                    <a:pt x="436472" y="97170"/>
                    <a:pt x="429885" y="97170"/>
                  </a:cubicBezTo>
                  <a:cubicBezTo>
                    <a:pt x="423298" y="97170"/>
                    <a:pt x="417959" y="91846"/>
                    <a:pt x="417959" y="85279"/>
                  </a:cubicBezTo>
                  <a:cubicBezTo>
                    <a:pt x="417959" y="78712"/>
                    <a:pt x="423298" y="73388"/>
                    <a:pt x="429885" y="73388"/>
                  </a:cubicBezTo>
                  <a:close/>
                  <a:moveTo>
                    <a:pt x="177720" y="73388"/>
                  </a:moveTo>
                  <a:cubicBezTo>
                    <a:pt x="184287" y="73388"/>
                    <a:pt x="189611" y="78712"/>
                    <a:pt x="189611" y="85279"/>
                  </a:cubicBezTo>
                  <a:cubicBezTo>
                    <a:pt x="189611" y="91846"/>
                    <a:pt x="184287" y="97170"/>
                    <a:pt x="177720" y="97170"/>
                  </a:cubicBezTo>
                  <a:cubicBezTo>
                    <a:pt x="171153" y="97170"/>
                    <a:pt x="165829" y="91846"/>
                    <a:pt x="165829" y="85279"/>
                  </a:cubicBezTo>
                  <a:cubicBezTo>
                    <a:pt x="165829" y="78712"/>
                    <a:pt x="171153" y="73388"/>
                    <a:pt x="177720" y="73388"/>
                  </a:cubicBezTo>
                  <a:close/>
                  <a:moveTo>
                    <a:pt x="303775" y="42480"/>
                  </a:moveTo>
                  <a:cubicBezTo>
                    <a:pt x="310366" y="42480"/>
                    <a:pt x="315710" y="47815"/>
                    <a:pt x="315710" y="54396"/>
                  </a:cubicBezTo>
                  <a:lnTo>
                    <a:pt x="315710" y="69869"/>
                  </a:lnTo>
                  <a:cubicBezTo>
                    <a:pt x="315710" y="76449"/>
                    <a:pt x="310366" y="81785"/>
                    <a:pt x="303775" y="81785"/>
                  </a:cubicBezTo>
                  <a:cubicBezTo>
                    <a:pt x="297184" y="81785"/>
                    <a:pt x="291929" y="76449"/>
                    <a:pt x="291929" y="69869"/>
                  </a:cubicBezTo>
                  <a:lnTo>
                    <a:pt x="291929" y="54396"/>
                  </a:lnTo>
                  <a:cubicBezTo>
                    <a:pt x="291929" y="47815"/>
                    <a:pt x="297184" y="42480"/>
                    <a:pt x="303775" y="42480"/>
                  </a:cubicBezTo>
                  <a:close/>
                  <a:moveTo>
                    <a:pt x="303775" y="0"/>
                  </a:moveTo>
                  <a:cubicBezTo>
                    <a:pt x="394204" y="0"/>
                    <a:pt x="479560" y="40347"/>
                    <a:pt x="537058" y="108956"/>
                  </a:cubicBezTo>
                  <a:lnTo>
                    <a:pt x="537058" y="93048"/>
                  </a:lnTo>
                  <a:cubicBezTo>
                    <a:pt x="537058" y="86471"/>
                    <a:pt x="542309" y="81139"/>
                    <a:pt x="548895" y="81139"/>
                  </a:cubicBezTo>
                  <a:cubicBezTo>
                    <a:pt x="555482" y="81139"/>
                    <a:pt x="560822" y="86471"/>
                    <a:pt x="560822" y="93048"/>
                  </a:cubicBezTo>
                  <a:lnTo>
                    <a:pt x="560822" y="138994"/>
                  </a:lnTo>
                  <a:cubicBezTo>
                    <a:pt x="560822" y="145570"/>
                    <a:pt x="555482" y="150903"/>
                    <a:pt x="548895" y="150903"/>
                  </a:cubicBezTo>
                  <a:lnTo>
                    <a:pt x="502880" y="150903"/>
                  </a:lnTo>
                  <a:cubicBezTo>
                    <a:pt x="496293" y="150903"/>
                    <a:pt x="490953" y="145570"/>
                    <a:pt x="490953" y="138994"/>
                  </a:cubicBezTo>
                  <a:cubicBezTo>
                    <a:pt x="490953" y="132417"/>
                    <a:pt x="496293" y="127174"/>
                    <a:pt x="502880" y="127174"/>
                  </a:cubicBezTo>
                  <a:lnTo>
                    <a:pt x="521126" y="127174"/>
                  </a:lnTo>
                  <a:cubicBezTo>
                    <a:pt x="468168" y="62032"/>
                    <a:pt x="388419" y="23728"/>
                    <a:pt x="303775" y="23728"/>
                  </a:cubicBezTo>
                  <a:cubicBezTo>
                    <a:pt x="149440" y="23728"/>
                    <a:pt x="23764" y="149214"/>
                    <a:pt x="23764" y="303316"/>
                  </a:cubicBezTo>
                  <a:cubicBezTo>
                    <a:pt x="23764" y="457508"/>
                    <a:pt x="149440" y="582905"/>
                    <a:pt x="303775" y="582905"/>
                  </a:cubicBezTo>
                  <a:cubicBezTo>
                    <a:pt x="458199" y="582905"/>
                    <a:pt x="583786" y="457508"/>
                    <a:pt x="583786" y="303316"/>
                  </a:cubicBezTo>
                  <a:cubicBezTo>
                    <a:pt x="583786" y="278255"/>
                    <a:pt x="580492" y="253371"/>
                    <a:pt x="573906" y="229376"/>
                  </a:cubicBezTo>
                  <a:cubicBezTo>
                    <a:pt x="572126" y="223066"/>
                    <a:pt x="575864" y="216489"/>
                    <a:pt x="582273" y="214801"/>
                  </a:cubicBezTo>
                  <a:cubicBezTo>
                    <a:pt x="588592" y="213023"/>
                    <a:pt x="595089" y="216756"/>
                    <a:pt x="596869" y="223066"/>
                  </a:cubicBezTo>
                  <a:cubicBezTo>
                    <a:pt x="603990" y="249194"/>
                    <a:pt x="607639" y="276122"/>
                    <a:pt x="607639" y="303316"/>
                  </a:cubicBezTo>
                  <a:cubicBezTo>
                    <a:pt x="607639" y="470572"/>
                    <a:pt x="471283" y="606722"/>
                    <a:pt x="303775" y="606722"/>
                  </a:cubicBezTo>
                  <a:cubicBezTo>
                    <a:pt x="136267" y="606722"/>
                    <a:pt x="0" y="470572"/>
                    <a:pt x="0" y="303316"/>
                  </a:cubicBezTo>
                  <a:cubicBezTo>
                    <a:pt x="0" y="136061"/>
                    <a:pt x="136267"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4" name="矩形 123"/>
            <p:cNvSpPr/>
            <p:nvPr/>
          </p:nvSpPr>
          <p:spPr>
            <a:xfrm>
              <a:off x="6561061" y="3154031"/>
              <a:ext cx="2084386" cy="465391"/>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b="1" dirty="0"/>
                <a:t>覆盖率测试</a:t>
              </a:r>
            </a:p>
          </p:txBody>
        </p:sp>
      </p:grpSp>
      <p:grpSp>
        <p:nvGrpSpPr>
          <p:cNvPr id="132" name="组合 131"/>
          <p:cNvGrpSpPr/>
          <p:nvPr/>
        </p:nvGrpSpPr>
        <p:grpSpPr>
          <a:xfrm>
            <a:off x="7148889" y="2445430"/>
            <a:ext cx="2099056" cy="1630487"/>
            <a:chOff x="3632838" y="2075502"/>
            <a:chExt cx="2629054" cy="2210399"/>
          </a:xfrm>
        </p:grpSpPr>
        <p:sp>
          <p:nvSpPr>
            <p:cNvPr id="133" name="ïṧḷïḓê-矩形: 圆角 12"/>
            <p:cNvSpPr/>
            <p:nvPr/>
          </p:nvSpPr>
          <p:spPr>
            <a:xfrm>
              <a:off x="3632838" y="2075502"/>
              <a:ext cx="2360301" cy="2210399"/>
            </a:xfrm>
            <a:prstGeom prst="roundRect">
              <a:avLst>
                <a:gd name="adj" fmla="val 42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4" name="椭圆 133"/>
            <p:cNvSpPr/>
            <p:nvPr/>
          </p:nvSpPr>
          <p:spPr>
            <a:xfrm>
              <a:off x="4426949" y="2316802"/>
              <a:ext cx="762000" cy="76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35"/>
            <p:cNvSpPr/>
            <p:nvPr/>
          </p:nvSpPr>
          <p:spPr>
            <a:xfrm>
              <a:off x="4643053" y="2527939"/>
              <a:ext cx="329791" cy="339726"/>
            </a:xfrm>
            <a:custGeom>
              <a:avLst/>
              <a:gdLst>
                <a:gd name="connsiteX0" fmla="*/ 288471 w 590280"/>
                <a:gd name="connsiteY0" fmla="*/ 493393 h 608062"/>
                <a:gd name="connsiteX1" fmla="*/ 301667 w 590280"/>
                <a:gd name="connsiteY1" fmla="*/ 493393 h 608062"/>
                <a:gd name="connsiteX2" fmla="*/ 311369 w 590280"/>
                <a:gd name="connsiteY2" fmla="*/ 499110 h 608062"/>
                <a:gd name="connsiteX3" fmla="*/ 311078 w 590280"/>
                <a:gd name="connsiteY3" fmla="*/ 510446 h 608062"/>
                <a:gd name="connsiteX4" fmla="*/ 307876 w 590280"/>
                <a:gd name="connsiteY4" fmla="*/ 515485 h 608062"/>
                <a:gd name="connsiteX5" fmla="*/ 302249 w 590280"/>
                <a:gd name="connsiteY5" fmla="*/ 518585 h 608062"/>
                <a:gd name="connsiteX6" fmla="*/ 287889 w 590280"/>
                <a:gd name="connsiteY6" fmla="*/ 518585 h 608062"/>
                <a:gd name="connsiteX7" fmla="*/ 282261 w 590280"/>
                <a:gd name="connsiteY7" fmla="*/ 515485 h 608062"/>
                <a:gd name="connsiteX8" fmla="*/ 279059 w 590280"/>
                <a:gd name="connsiteY8" fmla="*/ 510446 h 608062"/>
                <a:gd name="connsiteX9" fmla="*/ 278768 w 590280"/>
                <a:gd name="connsiteY9" fmla="*/ 499110 h 608062"/>
                <a:gd name="connsiteX10" fmla="*/ 288471 w 590280"/>
                <a:gd name="connsiteY10" fmla="*/ 493393 h 608062"/>
                <a:gd name="connsiteX11" fmla="*/ 253371 w 590280"/>
                <a:gd name="connsiteY11" fmla="*/ 486196 h 608062"/>
                <a:gd name="connsiteX12" fmla="*/ 282769 w 590280"/>
                <a:gd name="connsiteY12" fmla="*/ 557899 h 608062"/>
                <a:gd name="connsiteX13" fmla="*/ 282769 w 590280"/>
                <a:gd name="connsiteY13" fmla="*/ 535807 h 608062"/>
                <a:gd name="connsiteX14" fmla="*/ 290337 w 590280"/>
                <a:gd name="connsiteY14" fmla="*/ 528249 h 608062"/>
                <a:gd name="connsiteX15" fmla="*/ 300039 w 590280"/>
                <a:gd name="connsiteY15" fmla="*/ 528249 h 608062"/>
                <a:gd name="connsiteX16" fmla="*/ 307607 w 590280"/>
                <a:gd name="connsiteY16" fmla="*/ 535807 h 608062"/>
                <a:gd name="connsiteX17" fmla="*/ 307607 w 590280"/>
                <a:gd name="connsiteY17" fmla="*/ 557608 h 608062"/>
                <a:gd name="connsiteX18" fmla="*/ 336810 w 590280"/>
                <a:gd name="connsiteY18" fmla="*/ 486196 h 608062"/>
                <a:gd name="connsiteX19" fmla="*/ 357767 w 590280"/>
                <a:gd name="connsiteY19" fmla="*/ 500634 h 608062"/>
                <a:gd name="connsiteX20" fmla="*/ 372417 w 590280"/>
                <a:gd name="connsiteY20" fmla="*/ 538907 h 608062"/>
                <a:gd name="connsiteX21" fmla="*/ 374843 w 590280"/>
                <a:gd name="connsiteY21" fmla="*/ 545109 h 608062"/>
                <a:gd name="connsiteX22" fmla="*/ 300039 w 590280"/>
                <a:gd name="connsiteY22" fmla="*/ 576987 h 608062"/>
                <a:gd name="connsiteX23" fmla="*/ 295188 w 590280"/>
                <a:gd name="connsiteY23" fmla="*/ 577084 h 608062"/>
                <a:gd name="connsiteX24" fmla="*/ 291016 w 590280"/>
                <a:gd name="connsiteY24" fmla="*/ 576987 h 608062"/>
                <a:gd name="connsiteX25" fmla="*/ 215436 w 590280"/>
                <a:gd name="connsiteY25" fmla="*/ 545109 h 608062"/>
                <a:gd name="connsiteX26" fmla="*/ 217764 w 590280"/>
                <a:gd name="connsiteY26" fmla="*/ 538907 h 608062"/>
                <a:gd name="connsiteX27" fmla="*/ 232221 w 590280"/>
                <a:gd name="connsiteY27" fmla="*/ 500827 h 608062"/>
                <a:gd name="connsiteX28" fmla="*/ 253371 w 590280"/>
                <a:gd name="connsiteY28" fmla="*/ 486196 h 608062"/>
                <a:gd name="connsiteX29" fmla="*/ 295188 w 590280"/>
                <a:gd name="connsiteY29" fmla="*/ 366279 h 608062"/>
                <a:gd name="connsiteX30" fmla="*/ 262960 w 590280"/>
                <a:gd name="connsiteY30" fmla="*/ 414607 h 608062"/>
                <a:gd name="connsiteX31" fmla="*/ 295188 w 590280"/>
                <a:gd name="connsiteY31" fmla="*/ 462839 h 608062"/>
                <a:gd name="connsiteX32" fmla="*/ 327320 w 590280"/>
                <a:gd name="connsiteY32" fmla="*/ 414607 h 608062"/>
                <a:gd name="connsiteX33" fmla="*/ 295188 w 590280"/>
                <a:gd name="connsiteY33" fmla="*/ 366279 h 608062"/>
                <a:gd name="connsiteX34" fmla="*/ 295188 w 590280"/>
                <a:gd name="connsiteY34" fmla="*/ 351557 h 608062"/>
                <a:gd name="connsiteX35" fmla="*/ 342172 w 590280"/>
                <a:gd name="connsiteY35" fmla="*/ 414607 h 608062"/>
                <a:gd name="connsiteX36" fmla="*/ 322757 w 590280"/>
                <a:gd name="connsiteY36" fmla="*/ 465551 h 608062"/>
                <a:gd name="connsiteX37" fmla="*/ 295188 w 590280"/>
                <a:gd name="connsiteY37" fmla="*/ 477657 h 608062"/>
                <a:gd name="connsiteX38" fmla="*/ 267522 w 590280"/>
                <a:gd name="connsiteY38" fmla="*/ 465551 h 608062"/>
                <a:gd name="connsiteX39" fmla="*/ 248108 w 590280"/>
                <a:gd name="connsiteY39" fmla="*/ 414607 h 608062"/>
                <a:gd name="connsiteX40" fmla="*/ 295188 w 590280"/>
                <a:gd name="connsiteY40" fmla="*/ 351557 h 608062"/>
                <a:gd name="connsiteX41" fmla="*/ 295188 w 590280"/>
                <a:gd name="connsiteY41" fmla="*/ 336295 h 608062"/>
                <a:gd name="connsiteX42" fmla="*/ 169427 w 590280"/>
                <a:gd name="connsiteY42" fmla="*/ 461860 h 608062"/>
                <a:gd name="connsiteX43" fmla="*/ 295188 w 590280"/>
                <a:gd name="connsiteY43" fmla="*/ 587425 h 608062"/>
                <a:gd name="connsiteX44" fmla="*/ 420852 w 590280"/>
                <a:gd name="connsiteY44" fmla="*/ 461860 h 608062"/>
                <a:gd name="connsiteX45" fmla="*/ 295188 w 590280"/>
                <a:gd name="connsiteY45" fmla="*/ 336295 h 608062"/>
                <a:gd name="connsiteX46" fmla="*/ 426654 w 590280"/>
                <a:gd name="connsiteY46" fmla="*/ 149810 h 608062"/>
                <a:gd name="connsiteX47" fmla="*/ 461485 w 590280"/>
                <a:gd name="connsiteY47" fmla="*/ 179065 h 608062"/>
                <a:gd name="connsiteX48" fmla="*/ 496315 w 590280"/>
                <a:gd name="connsiteY48" fmla="*/ 149810 h 608062"/>
                <a:gd name="connsiteX49" fmla="*/ 512615 w 590280"/>
                <a:gd name="connsiteY49" fmla="*/ 162500 h 608062"/>
                <a:gd name="connsiteX50" fmla="*/ 523966 w 590280"/>
                <a:gd name="connsiteY50" fmla="*/ 192142 h 608062"/>
                <a:gd name="connsiteX51" fmla="*/ 526974 w 590280"/>
                <a:gd name="connsiteY51" fmla="*/ 200086 h 608062"/>
                <a:gd name="connsiteX52" fmla="*/ 522899 w 590280"/>
                <a:gd name="connsiteY52" fmla="*/ 212679 h 608062"/>
                <a:gd name="connsiteX53" fmla="*/ 461485 w 590280"/>
                <a:gd name="connsiteY53" fmla="*/ 230890 h 608062"/>
                <a:gd name="connsiteX54" fmla="*/ 400070 w 590280"/>
                <a:gd name="connsiteY54" fmla="*/ 212679 h 608062"/>
                <a:gd name="connsiteX55" fmla="*/ 395995 w 590280"/>
                <a:gd name="connsiteY55" fmla="*/ 200086 h 608062"/>
                <a:gd name="connsiteX56" fmla="*/ 399003 w 590280"/>
                <a:gd name="connsiteY56" fmla="*/ 192239 h 608062"/>
                <a:gd name="connsiteX57" fmla="*/ 410451 w 590280"/>
                <a:gd name="connsiteY57" fmla="*/ 162500 h 608062"/>
                <a:gd name="connsiteX58" fmla="*/ 426654 w 590280"/>
                <a:gd name="connsiteY58" fmla="*/ 149810 h 608062"/>
                <a:gd name="connsiteX59" fmla="*/ 94788 w 590280"/>
                <a:gd name="connsiteY59" fmla="*/ 142613 h 608062"/>
                <a:gd name="connsiteX60" fmla="*/ 107988 w 590280"/>
                <a:gd name="connsiteY60" fmla="*/ 174970 h 608062"/>
                <a:gd name="connsiteX61" fmla="*/ 130991 w 590280"/>
                <a:gd name="connsiteY61" fmla="*/ 190374 h 608062"/>
                <a:gd name="connsiteX62" fmla="*/ 153994 w 590280"/>
                <a:gd name="connsiteY62" fmla="*/ 174970 h 608062"/>
                <a:gd name="connsiteX63" fmla="*/ 167194 w 590280"/>
                <a:gd name="connsiteY63" fmla="*/ 142613 h 608062"/>
                <a:gd name="connsiteX64" fmla="*/ 179229 w 590280"/>
                <a:gd name="connsiteY64" fmla="*/ 150848 h 608062"/>
                <a:gd name="connsiteX65" fmla="*/ 193788 w 590280"/>
                <a:gd name="connsiteY65" fmla="*/ 188145 h 608062"/>
                <a:gd name="connsiteX66" fmla="*/ 196894 w 590280"/>
                <a:gd name="connsiteY66" fmla="*/ 196186 h 608062"/>
                <a:gd name="connsiteX67" fmla="*/ 193011 w 590280"/>
                <a:gd name="connsiteY67" fmla="*/ 208393 h 608062"/>
                <a:gd name="connsiteX68" fmla="*/ 130991 w 590280"/>
                <a:gd name="connsiteY68" fmla="*/ 227574 h 608062"/>
                <a:gd name="connsiteX69" fmla="*/ 68970 w 590280"/>
                <a:gd name="connsiteY69" fmla="*/ 208393 h 608062"/>
                <a:gd name="connsiteX70" fmla="*/ 65088 w 590280"/>
                <a:gd name="connsiteY70" fmla="*/ 196186 h 608062"/>
                <a:gd name="connsiteX71" fmla="*/ 68194 w 590280"/>
                <a:gd name="connsiteY71" fmla="*/ 188145 h 608062"/>
                <a:gd name="connsiteX72" fmla="*/ 81200 w 590280"/>
                <a:gd name="connsiteY72" fmla="*/ 154723 h 608062"/>
                <a:gd name="connsiteX73" fmla="*/ 94788 w 590280"/>
                <a:gd name="connsiteY73" fmla="*/ 142613 h 608062"/>
                <a:gd name="connsiteX74" fmla="*/ 131088 w 590280"/>
                <a:gd name="connsiteY74" fmla="*/ 70440 h 608062"/>
                <a:gd name="connsiteX75" fmla="*/ 105944 w 590280"/>
                <a:gd name="connsiteY75" fmla="*/ 87488 h 608062"/>
                <a:gd name="connsiteX76" fmla="*/ 130991 w 590280"/>
                <a:gd name="connsiteY76" fmla="*/ 123329 h 608062"/>
                <a:gd name="connsiteX77" fmla="*/ 156038 w 590280"/>
                <a:gd name="connsiteY77" fmla="*/ 86907 h 608062"/>
                <a:gd name="connsiteX78" fmla="*/ 131088 w 590280"/>
                <a:gd name="connsiteY78" fmla="*/ 70440 h 608062"/>
                <a:gd name="connsiteX79" fmla="*/ 461485 w 590280"/>
                <a:gd name="connsiteY79" fmla="*/ 52732 h 608062"/>
                <a:gd name="connsiteX80" fmla="*/ 435473 w 590280"/>
                <a:gd name="connsiteY80" fmla="*/ 91685 h 608062"/>
                <a:gd name="connsiteX81" fmla="*/ 461485 w 590280"/>
                <a:gd name="connsiteY81" fmla="*/ 130735 h 608062"/>
                <a:gd name="connsiteX82" fmla="*/ 487498 w 590280"/>
                <a:gd name="connsiteY82" fmla="*/ 91685 h 608062"/>
                <a:gd name="connsiteX83" fmla="*/ 461485 w 590280"/>
                <a:gd name="connsiteY83" fmla="*/ 52732 h 608062"/>
                <a:gd name="connsiteX84" fmla="*/ 461485 w 590280"/>
                <a:gd name="connsiteY84" fmla="*/ 40716 h 608062"/>
                <a:gd name="connsiteX85" fmla="*/ 499533 w 590280"/>
                <a:gd name="connsiteY85" fmla="*/ 91685 h 608062"/>
                <a:gd name="connsiteX86" fmla="*/ 479539 w 590280"/>
                <a:gd name="connsiteY86" fmla="*/ 136355 h 608062"/>
                <a:gd name="connsiteX87" fmla="*/ 479539 w 590280"/>
                <a:gd name="connsiteY87" fmla="*/ 149631 h 608062"/>
                <a:gd name="connsiteX88" fmla="*/ 483809 w 590280"/>
                <a:gd name="connsiteY88" fmla="*/ 149631 h 608062"/>
                <a:gd name="connsiteX89" fmla="*/ 461485 w 590280"/>
                <a:gd name="connsiteY89" fmla="*/ 167169 h 608062"/>
                <a:gd name="connsiteX90" fmla="*/ 439161 w 590280"/>
                <a:gd name="connsiteY90" fmla="*/ 149631 h 608062"/>
                <a:gd name="connsiteX91" fmla="*/ 443529 w 590280"/>
                <a:gd name="connsiteY91" fmla="*/ 149631 h 608062"/>
                <a:gd name="connsiteX92" fmla="*/ 443529 w 590280"/>
                <a:gd name="connsiteY92" fmla="*/ 136355 h 608062"/>
                <a:gd name="connsiteX93" fmla="*/ 423534 w 590280"/>
                <a:gd name="connsiteY93" fmla="*/ 91685 h 608062"/>
                <a:gd name="connsiteX94" fmla="*/ 461485 w 590280"/>
                <a:gd name="connsiteY94" fmla="*/ 40716 h 608062"/>
                <a:gd name="connsiteX95" fmla="*/ 130991 w 590280"/>
                <a:gd name="connsiteY95" fmla="*/ 32178 h 608062"/>
                <a:gd name="connsiteX96" fmla="*/ 173416 w 590280"/>
                <a:gd name="connsiteY96" fmla="*/ 86326 h 608062"/>
                <a:gd name="connsiteX97" fmla="*/ 185162 w 590280"/>
                <a:gd name="connsiteY97" fmla="*/ 114611 h 608062"/>
                <a:gd name="connsiteX98" fmla="*/ 185648 w 590280"/>
                <a:gd name="connsiteY98" fmla="*/ 120810 h 608062"/>
                <a:gd name="connsiteX99" fmla="*/ 180405 w 590280"/>
                <a:gd name="connsiteY99" fmla="*/ 124007 h 608062"/>
                <a:gd name="connsiteX100" fmla="*/ 154582 w 590280"/>
                <a:gd name="connsiteY100" fmla="*/ 124007 h 608062"/>
                <a:gd name="connsiteX101" fmla="*/ 148563 w 590280"/>
                <a:gd name="connsiteY101" fmla="*/ 129431 h 608062"/>
                <a:gd name="connsiteX102" fmla="*/ 148563 w 590280"/>
                <a:gd name="connsiteY102" fmla="*/ 142024 h 608062"/>
                <a:gd name="connsiteX103" fmla="*/ 154194 w 590280"/>
                <a:gd name="connsiteY103" fmla="*/ 142024 h 608062"/>
                <a:gd name="connsiteX104" fmla="*/ 142641 w 590280"/>
                <a:gd name="connsiteY104" fmla="*/ 170308 h 608062"/>
                <a:gd name="connsiteX105" fmla="*/ 119341 w 590280"/>
                <a:gd name="connsiteY105" fmla="*/ 170308 h 608062"/>
                <a:gd name="connsiteX106" fmla="*/ 107692 w 590280"/>
                <a:gd name="connsiteY106" fmla="*/ 142024 h 608062"/>
                <a:gd name="connsiteX107" fmla="*/ 113420 w 590280"/>
                <a:gd name="connsiteY107" fmla="*/ 142024 h 608062"/>
                <a:gd name="connsiteX108" fmla="*/ 113420 w 590280"/>
                <a:gd name="connsiteY108" fmla="*/ 129431 h 608062"/>
                <a:gd name="connsiteX109" fmla="*/ 107401 w 590280"/>
                <a:gd name="connsiteY109" fmla="*/ 124007 h 608062"/>
                <a:gd name="connsiteX110" fmla="*/ 81674 w 590280"/>
                <a:gd name="connsiteY110" fmla="*/ 124007 h 608062"/>
                <a:gd name="connsiteX111" fmla="*/ 76335 w 590280"/>
                <a:gd name="connsiteY111" fmla="*/ 120810 h 608062"/>
                <a:gd name="connsiteX112" fmla="*/ 76820 w 590280"/>
                <a:gd name="connsiteY112" fmla="*/ 114611 h 608062"/>
                <a:gd name="connsiteX113" fmla="*/ 88567 w 590280"/>
                <a:gd name="connsiteY113" fmla="*/ 86520 h 608062"/>
                <a:gd name="connsiteX114" fmla="*/ 130991 w 590280"/>
                <a:gd name="connsiteY114" fmla="*/ 32178 h 608062"/>
                <a:gd name="connsiteX115" fmla="*/ 461996 w 590280"/>
                <a:gd name="connsiteY115" fmla="*/ 27613 h 608062"/>
                <a:gd name="connsiteX116" fmla="*/ 354284 w 590280"/>
                <a:gd name="connsiteY116" fmla="*/ 135061 h 608062"/>
                <a:gd name="connsiteX117" fmla="*/ 461996 w 590280"/>
                <a:gd name="connsiteY117" fmla="*/ 242508 h 608062"/>
                <a:gd name="connsiteX118" fmla="*/ 569611 w 590280"/>
                <a:gd name="connsiteY118" fmla="*/ 135061 h 608062"/>
                <a:gd name="connsiteX119" fmla="*/ 461996 w 590280"/>
                <a:gd name="connsiteY119" fmla="*/ 27613 h 608062"/>
                <a:gd name="connsiteX120" fmla="*/ 130224 w 590280"/>
                <a:gd name="connsiteY120" fmla="*/ 20637 h 608062"/>
                <a:gd name="connsiteX121" fmla="*/ 20669 w 590280"/>
                <a:gd name="connsiteY121" fmla="*/ 130022 h 608062"/>
                <a:gd name="connsiteX122" fmla="*/ 130224 w 590280"/>
                <a:gd name="connsiteY122" fmla="*/ 239408 h 608062"/>
                <a:gd name="connsiteX123" fmla="*/ 239877 w 590280"/>
                <a:gd name="connsiteY123" fmla="*/ 130022 h 608062"/>
                <a:gd name="connsiteX124" fmla="*/ 130224 w 590280"/>
                <a:gd name="connsiteY124" fmla="*/ 20637 h 608062"/>
                <a:gd name="connsiteX125" fmla="*/ 130224 w 590280"/>
                <a:gd name="connsiteY125" fmla="*/ 0 h 608062"/>
                <a:gd name="connsiteX126" fmla="*/ 260546 w 590280"/>
                <a:gd name="connsiteY126" fmla="*/ 130022 h 608062"/>
                <a:gd name="connsiteX127" fmla="*/ 235316 w 590280"/>
                <a:gd name="connsiteY127" fmla="*/ 206854 h 608062"/>
                <a:gd name="connsiteX128" fmla="*/ 295188 w 590280"/>
                <a:gd name="connsiteY128" fmla="*/ 266536 h 608062"/>
                <a:gd name="connsiteX129" fmla="*/ 355449 w 590280"/>
                <a:gd name="connsiteY129" fmla="*/ 206369 h 608062"/>
                <a:gd name="connsiteX130" fmla="*/ 333615 w 590280"/>
                <a:gd name="connsiteY130" fmla="*/ 135061 h 608062"/>
                <a:gd name="connsiteX131" fmla="*/ 461996 w 590280"/>
                <a:gd name="connsiteY131" fmla="*/ 6976 h 608062"/>
                <a:gd name="connsiteX132" fmla="*/ 590280 w 590280"/>
                <a:gd name="connsiteY132" fmla="*/ 135061 h 608062"/>
                <a:gd name="connsiteX133" fmla="*/ 461996 w 590280"/>
                <a:gd name="connsiteY133" fmla="*/ 263145 h 608062"/>
                <a:gd name="connsiteX134" fmla="*/ 383687 w 590280"/>
                <a:gd name="connsiteY134" fmla="*/ 236501 h 608062"/>
                <a:gd name="connsiteX135" fmla="*/ 315760 w 590280"/>
                <a:gd name="connsiteY135" fmla="*/ 304322 h 608062"/>
                <a:gd name="connsiteX136" fmla="*/ 315760 w 590280"/>
                <a:gd name="connsiteY136" fmla="*/ 317111 h 608062"/>
                <a:gd name="connsiteX137" fmla="*/ 441522 w 590280"/>
                <a:gd name="connsiteY137" fmla="*/ 461860 h 608062"/>
                <a:gd name="connsiteX138" fmla="*/ 295188 w 590280"/>
                <a:gd name="connsiteY138" fmla="*/ 608062 h 608062"/>
                <a:gd name="connsiteX139" fmla="*/ 148758 w 590280"/>
                <a:gd name="connsiteY139" fmla="*/ 461860 h 608062"/>
                <a:gd name="connsiteX140" fmla="*/ 274422 w 590280"/>
                <a:gd name="connsiteY140" fmla="*/ 317111 h 608062"/>
                <a:gd name="connsiteX141" fmla="*/ 274422 w 590280"/>
                <a:gd name="connsiteY141" fmla="*/ 304322 h 608062"/>
                <a:gd name="connsiteX142" fmla="*/ 205914 w 590280"/>
                <a:gd name="connsiteY142" fmla="*/ 235823 h 608062"/>
                <a:gd name="connsiteX143" fmla="*/ 130224 w 590280"/>
                <a:gd name="connsiteY143" fmla="*/ 260141 h 608062"/>
                <a:gd name="connsiteX144" fmla="*/ 0 w 590280"/>
                <a:gd name="connsiteY144" fmla="*/ 130022 h 608062"/>
                <a:gd name="connsiteX145" fmla="*/ 130224 w 590280"/>
                <a:gd name="connsiteY145" fmla="*/ 0 h 60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90280" h="608062">
                  <a:moveTo>
                    <a:pt x="288471" y="493393"/>
                  </a:moveTo>
                  <a:lnTo>
                    <a:pt x="301667" y="493393"/>
                  </a:lnTo>
                  <a:cubicBezTo>
                    <a:pt x="305742" y="493393"/>
                    <a:pt x="309429" y="495622"/>
                    <a:pt x="311369" y="499110"/>
                  </a:cubicBezTo>
                  <a:cubicBezTo>
                    <a:pt x="313310" y="502695"/>
                    <a:pt x="313213" y="506958"/>
                    <a:pt x="311078" y="510446"/>
                  </a:cubicBezTo>
                  <a:lnTo>
                    <a:pt x="307876" y="515485"/>
                  </a:lnTo>
                  <a:cubicBezTo>
                    <a:pt x="306712" y="517423"/>
                    <a:pt x="304577" y="518585"/>
                    <a:pt x="302249" y="518585"/>
                  </a:cubicBezTo>
                  <a:lnTo>
                    <a:pt x="287889" y="518585"/>
                  </a:lnTo>
                  <a:cubicBezTo>
                    <a:pt x="285560" y="518585"/>
                    <a:pt x="283523" y="517423"/>
                    <a:pt x="282261" y="515485"/>
                  </a:cubicBezTo>
                  <a:lnTo>
                    <a:pt x="279059" y="510446"/>
                  </a:lnTo>
                  <a:cubicBezTo>
                    <a:pt x="276925" y="506958"/>
                    <a:pt x="276828" y="502695"/>
                    <a:pt x="278768" y="499110"/>
                  </a:cubicBezTo>
                  <a:cubicBezTo>
                    <a:pt x="280709" y="495622"/>
                    <a:pt x="284493" y="493393"/>
                    <a:pt x="288471" y="493393"/>
                  </a:cubicBezTo>
                  <a:close/>
                  <a:moveTo>
                    <a:pt x="253371" y="486196"/>
                  </a:moveTo>
                  <a:lnTo>
                    <a:pt x="282769" y="557899"/>
                  </a:lnTo>
                  <a:lnTo>
                    <a:pt x="282769" y="535807"/>
                  </a:lnTo>
                  <a:cubicBezTo>
                    <a:pt x="282769" y="531640"/>
                    <a:pt x="286068" y="528249"/>
                    <a:pt x="290337" y="528249"/>
                  </a:cubicBezTo>
                  <a:lnTo>
                    <a:pt x="300039" y="528249"/>
                  </a:lnTo>
                  <a:cubicBezTo>
                    <a:pt x="304211" y="528249"/>
                    <a:pt x="307607" y="531640"/>
                    <a:pt x="307607" y="535807"/>
                  </a:cubicBezTo>
                  <a:lnTo>
                    <a:pt x="307607" y="557608"/>
                  </a:lnTo>
                  <a:lnTo>
                    <a:pt x="336810" y="486196"/>
                  </a:lnTo>
                  <a:cubicBezTo>
                    <a:pt x="346124" y="486196"/>
                    <a:pt x="354468" y="491913"/>
                    <a:pt x="357767" y="500634"/>
                  </a:cubicBezTo>
                  <a:lnTo>
                    <a:pt x="372417" y="538907"/>
                  </a:lnTo>
                  <a:lnTo>
                    <a:pt x="374843" y="545109"/>
                  </a:lnTo>
                  <a:cubicBezTo>
                    <a:pt x="355147" y="563906"/>
                    <a:pt x="328951" y="575825"/>
                    <a:pt x="300039" y="576987"/>
                  </a:cubicBezTo>
                  <a:cubicBezTo>
                    <a:pt x="298389" y="577084"/>
                    <a:pt x="296740" y="577084"/>
                    <a:pt x="295188" y="577084"/>
                  </a:cubicBezTo>
                  <a:cubicBezTo>
                    <a:pt x="293732" y="577084"/>
                    <a:pt x="292374" y="577084"/>
                    <a:pt x="291016" y="576987"/>
                  </a:cubicBezTo>
                  <a:cubicBezTo>
                    <a:pt x="261715" y="575921"/>
                    <a:pt x="235228" y="564003"/>
                    <a:pt x="215436" y="545109"/>
                  </a:cubicBezTo>
                  <a:lnTo>
                    <a:pt x="217764" y="538907"/>
                  </a:lnTo>
                  <a:lnTo>
                    <a:pt x="232221" y="500827"/>
                  </a:lnTo>
                  <a:cubicBezTo>
                    <a:pt x="235519" y="492010"/>
                    <a:pt x="243960" y="486196"/>
                    <a:pt x="253371" y="486196"/>
                  </a:cubicBezTo>
                  <a:close/>
                  <a:moveTo>
                    <a:pt x="295188" y="366279"/>
                  </a:moveTo>
                  <a:cubicBezTo>
                    <a:pt x="277715" y="366279"/>
                    <a:pt x="262960" y="388457"/>
                    <a:pt x="262960" y="414607"/>
                  </a:cubicBezTo>
                  <a:cubicBezTo>
                    <a:pt x="262960" y="440757"/>
                    <a:pt x="277715" y="462839"/>
                    <a:pt x="295188" y="462839"/>
                  </a:cubicBezTo>
                  <a:cubicBezTo>
                    <a:pt x="312564" y="462839"/>
                    <a:pt x="327320" y="440757"/>
                    <a:pt x="327320" y="414607"/>
                  </a:cubicBezTo>
                  <a:cubicBezTo>
                    <a:pt x="327320" y="388457"/>
                    <a:pt x="312564" y="366279"/>
                    <a:pt x="295188" y="366279"/>
                  </a:cubicBezTo>
                  <a:close/>
                  <a:moveTo>
                    <a:pt x="295188" y="351557"/>
                  </a:moveTo>
                  <a:cubicBezTo>
                    <a:pt x="321107" y="351557"/>
                    <a:pt x="342172" y="379838"/>
                    <a:pt x="342172" y="414607"/>
                  </a:cubicBezTo>
                  <a:cubicBezTo>
                    <a:pt x="342172" y="435527"/>
                    <a:pt x="334503" y="454026"/>
                    <a:pt x="322757" y="465551"/>
                  </a:cubicBezTo>
                  <a:cubicBezTo>
                    <a:pt x="314991" y="473105"/>
                    <a:pt x="305478" y="477657"/>
                    <a:pt x="295188" y="477657"/>
                  </a:cubicBezTo>
                  <a:cubicBezTo>
                    <a:pt x="284801" y="477657"/>
                    <a:pt x="275288" y="473105"/>
                    <a:pt x="267522" y="465551"/>
                  </a:cubicBezTo>
                  <a:cubicBezTo>
                    <a:pt x="255777" y="454026"/>
                    <a:pt x="248108" y="435527"/>
                    <a:pt x="248108" y="414607"/>
                  </a:cubicBezTo>
                  <a:cubicBezTo>
                    <a:pt x="248108" y="379838"/>
                    <a:pt x="269173" y="351557"/>
                    <a:pt x="295188" y="351557"/>
                  </a:cubicBezTo>
                  <a:close/>
                  <a:moveTo>
                    <a:pt x="295188" y="336295"/>
                  </a:moveTo>
                  <a:cubicBezTo>
                    <a:pt x="225806" y="336295"/>
                    <a:pt x="169427" y="392586"/>
                    <a:pt x="169427" y="461860"/>
                  </a:cubicBezTo>
                  <a:cubicBezTo>
                    <a:pt x="169427" y="531037"/>
                    <a:pt x="225806" y="587425"/>
                    <a:pt x="295188" y="587425"/>
                  </a:cubicBezTo>
                  <a:cubicBezTo>
                    <a:pt x="364473" y="587425"/>
                    <a:pt x="420852" y="531037"/>
                    <a:pt x="420852" y="461860"/>
                  </a:cubicBezTo>
                  <a:cubicBezTo>
                    <a:pt x="420852" y="392586"/>
                    <a:pt x="364473" y="336295"/>
                    <a:pt x="295188" y="336295"/>
                  </a:cubicBezTo>
                  <a:close/>
                  <a:moveTo>
                    <a:pt x="426654" y="149810"/>
                  </a:moveTo>
                  <a:cubicBezTo>
                    <a:pt x="429565" y="166375"/>
                    <a:pt x="444021" y="179065"/>
                    <a:pt x="461485" y="179065"/>
                  </a:cubicBezTo>
                  <a:cubicBezTo>
                    <a:pt x="478948" y="179065"/>
                    <a:pt x="493405" y="166375"/>
                    <a:pt x="496315" y="149810"/>
                  </a:cubicBezTo>
                  <a:cubicBezTo>
                    <a:pt x="503689" y="150682"/>
                    <a:pt x="509995" y="155622"/>
                    <a:pt x="512615" y="162500"/>
                  </a:cubicBezTo>
                  <a:lnTo>
                    <a:pt x="523966" y="192142"/>
                  </a:lnTo>
                  <a:lnTo>
                    <a:pt x="526974" y="200086"/>
                  </a:lnTo>
                  <a:cubicBezTo>
                    <a:pt x="528817" y="204735"/>
                    <a:pt x="527071" y="209966"/>
                    <a:pt x="522899" y="212679"/>
                  </a:cubicBezTo>
                  <a:cubicBezTo>
                    <a:pt x="505144" y="224206"/>
                    <a:pt x="484091" y="230890"/>
                    <a:pt x="461485" y="230890"/>
                  </a:cubicBezTo>
                  <a:cubicBezTo>
                    <a:pt x="438879" y="230890"/>
                    <a:pt x="417825" y="224206"/>
                    <a:pt x="400070" y="212679"/>
                  </a:cubicBezTo>
                  <a:cubicBezTo>
                    <a:pt x="395898" y="209966"/>
                    <a:pt x="394249" y="204735"/>
                    <a:pt x="395995" y="200086"/>
                  </a:cubicBezTo>
                  <a:lnTo>
                    <a:pt x="399003" y="192239"/>
                  </a:lnTo>
                  <a:lnTo>
                    <a:pt x="410451" y="162500"/>
                  </a:lnTo>
                  <a:cubicBezTo>
                    <a:pt x="413071" y="155622"/>
                    <a:pt x="419280" y="150682"/>
                    <a:pt x="426654" y="149810"/>
                  </a:cubicBezTo>
                  <a:close/>
                  <a:moveTo>
                    <a:pt x="94788" y="142613"/>
                  </a:moveTo>
                  <a:lnTo>
                    <a:pt x="107988" y="174970"/>
                  </a:lnTo>
                  <a:cubicBezTo>
                    <a:pt x="111870" y="184367"/>
                    <a:pt x="120897" y="190374"/>
                    <a:pt x="130991" y="190374"/>
                  </a:cubicBezTo>
                  <a:cubicBezTo>
                    <a:pt x="141085" y="190374"/>
                    <a:pt x="150111" y="184367"/>
                    <a:pt x="153994" y="174970"/>
                  </a:cubicBezTo>
                  <a:lnTo>
                    <a:pt x="167194" y="142613"/>
                  </a:lnTo>
                  <a:cubicBezTo>
                    <a:pt x="172532" y="142613"/>
                    <a:pt x="177288" y="145907"/>
                    <a:pt x="179229" y="150848"/>
                  </a:cubicBezTo>
                  <a:lnTo>
                    <a:pt x="193788" y="188145"/>
                  </a:lnTo>
                  <a:lnTo>
                    <a:pt x="196894" y="196186"/>
                  </a:lnTo>
                  <a:cubicBezTo>
                    <a:pt x="198641" y="200642"/>
                    <a:pt x="196991" y="205777"/>
                    <a:pt x="193011" y="208393"/>
                  </a:cubicBezTo>
                  <a:cubicBezTo>
                    <a:pt x="175347" y="220502"/>
                    <a:pt x="153994" y="227574"/>
                    <a:pt x="130991" y="227574"/>
                  </a:cubicBezTo>
                  <a:cubicBezTo>
                    <a:pt x="107988" y="227574"/>
                    <a:pt x="86635" y="220502"/>
                    <a:pt x="68970" y="208393"/>
                  </a:cubicBezTo>
                  <a:cubicBezTo>
                    <a:pt x="64991" y="205680"/>
                    <a:pt x="63438" y="200642"/>
                    <a:pt x="65088" y="196186"/>
                  </a:cubicBezTo>
                  <a:lnTo>
                    <a:pt x="68194" y="188145"/>
                  </a:lnTo>
                  <a:lnTo>
                    <a:pt x="81200" y="154723"/>
                  </a:lnTo>
                  <a:cubicBezTo>
                    <a:pt x="83529" y="148813"/>
                    <a:pt x="88576" y="144260"/>
                    <a:pt x="94788" y="142613"/>
                  </a:cubicBezTo>
                  <a:close/>
                  <a:moveTo>
                    <a:pt x="131088" y="70440"/>
                  </a:moveTo>
                  <a:cubicBezTo>
                    <a:pt x="117400" y="70440"/>
                    <a:pt x="106333" y="77996"/>
                    <a:pt x="105944" y="87488"/>
                  </a:cubicBezTo>
                  <a:cubicBezTo>
                    <a:pt x="106721" y="107055"/>
                    <a:pt x="117788" y="123329"/>
                    <a:pt x="130991" y="123329"/>
                  </a:cubicBezTo>
                  <a:cubicBezTo>
                    <a:pt x="144291" y="123329"/>
                    <a:pt x="155553" y="106765"/>
                    <a:pt x="156038" y="86907"/>
                  </a:cubicBezTo>
                  <a:cubicBezTo>
                    <a:pt x="155164" y="77705"/>
                    <a:pt x="144485" y="70440"/>
                    <a:pt x="131088" y="70440"/>
                  </a:cubicBezTo>
                  <a:close/>
                  <a:moveTo>
                    <a:pt x="461485" y="52732"/>
                  </a:moveTo>
                  <a:cubicBezTo>
                    <a:pt x="447411" y="52732"/>
                    <a:pt x="435473" y="70561"/>
                    <a:pt x="435473" y="91685"/>
                  </a:cubicBezTo>
                  <a:cubicBezTo>
                    <a:pt x="435473" y="112906"/>
                    <a:pt x="447411" y="130735"/>
                    <a:pt x="461485" y="130735"/>
                  </a:cubicBezTo>
                  <a:cubicBezTo>
                    <a:pt x="475559" y="130735"/>
                    <a:pt x="487498" y="112906"/>
                    <a:pt x="487498" y="91685"/>
                  </a:cubicBezTo>
                  <a:cubicBezTo>
                    <a:pt x="487498" y="70561"/>
                    <a:pt x="475559" y="52732"/>
                    <a:pt x="461485" y="52732"/>
                  </a:cubicBezTo>
                  <a:close/>
                  <a:moveTo>
                    <a:pt x="461485" y="40716"/>
                  </a:moveTo>
                  <a:cubicBezTo>
                    <a:pt x="482450" y="40716"/>
                    <a:pt x="499533" y="63584"/>
                    <a:pt x="499533" y="91685"/>
                  </a:cubicBezTo>
                  <a:cubicBezTo>
                    <a:pt x="499533" y="111065"/>
                    <a:pt x="491380" y="127731"/>
                    <a:pt x="479539" y="136355"/>
                  </a:cubicBezTo>
                  <a:lnTo>
                    <a:pt x="479539" y="149631"/>
                  </a:lnTo>
                  <a:lnTo>
                    <a:pt x="483809" y="149631"/>
                  </a:lnTo>
                  <a:cubicBezTo>
                    <a:pt x="481092" y="159611"/>
                    <a:pt x="472356" y="167169"/>
                    <a:pt x="461485" y="167169"/>
                  </a:cubicBezTo>
                  <a:cubicBezTo>
                    <a:pt x="450614" y="167169"/>
                    <a:pt x="441879" y="159611"/>
                    <a:pt x="439161" y="149631"/>
                  </a:cubicBezTo>
                  <a:lnTo>
                    <a:pt x="443529" y="149631"/>
                  </a:lnTo>
                  <a:lnTo>
                    <a:pt x="443529" y="136355"/>
                  </a:lnTo>
                  <a:cubicBezTo>
                    <a:pt x="431687" y="127731"/>
                    <a:pt x="423534" y="111065"/>
                    <a:pt x="423534" y="91685"/>
                  </a:cubicBezTo>
                  <a:cubicBezTo>
                    <a:pt x="423534" y="63584"/>
                    <a:pt x="440520" y="40716"/>
                    <a:pt x="461485" y="40716"/>
                  </a:cubicBezTo>
                  <a:close/>
                  <a:moveTo>
                    <a:pt x="130991" y="32178"/>
                  </a:moveTo>
                  <a:cubicBezTo>
                    <a:pt x="164193" y="32178"/>
                    <a:pt x="172639" y="81483"/>
                    <a:pt x="173416" y="86326"/>
                  </a:cubicBezTo>
                  <a:cubicBezTo>
                    <a:pt x="174678" y="95528"/>
                    <a:pt x="179241" y="106377"/>
                    <a:pt x="185162" y="114611"/>
                  </a:cubicBezTo>
                  <a:cubicBezTo>
                    <a:pt x="186522" y="116451"/>
                    <a:pt x="186716" y="118776"/>
                    <a:pt x="185648" y="120810"/>
                  </a:cubicBezTo>
                  <a:cubicBezTo>
                    <a:pt x="184677" y="122747"/>
                    <a:pt x="182541" y="124007"/>
                    <a:pt x="180405" y="124007"/>
                  </a:cubicBezTo>
                  <a:lnTo>
                    <a:pt x="154582" y="124007"/>
                  </a:lnTo>
                  <a:cubicBezTo>
                    <a:pt x="152737" y="126041"/>
                    <a:pt x="150699" y="127881"/>
                    <a:pt x="148563" y="129431"/>
                  </a:cubicBezTo>
                  <a:lnTo>
                    <a:pt x="148563" y="142024"/>
                  </a:lnTo>
                  <a:lnTo>
                    <a:pt x="154194" y="142024"/>
                  </a:lnTo>
                  <a:lnTo>
                    <a:pt x="142641" y="170308"/>
                  </a:lnTo>
                  <a:cubicBezTo>
                    <a:pt x="138758" y="179801"/>
                    <a:pt x="123225" y="179801"/>
                    <a:pt x="119341" y="170308"/>
                  </a:cubicBezTo>
                  <a:lnTo>
                    <a:pt x="107692" y="142024"/>
                  </a:lnTo>
                  <a:lnTo>
                    <a:pt x="113420" y="142024"/>
                  </a:lnTo>
                  <a:lnTo>
                    <a:pt x="113420" y="129431"/>
                  </a:lnTo>
                  <a:cubicBezTo>
                    <a:pt x="111284" y="127881"/>
                    <a:pt x="109245" y="126041"/>
                    <a:pt x="107401" y="124007"/>
                  </a:cubicBezTo>
                  <a:lnTo>
                    <a:pt x="81674" y="124007"/>
                  </a:lnTo>
                  <a:cubicBezTo>
                    <a:pt x="79441" y="124007"/>
                    <a:pt x="77402" y="122747"/>
                    <a:pt x="76335" y="120810"/>
                  </a:cubicBezTo>
                  <a:cubicBezTo>
                    <a:pt x="75364" y="118776"/>
                    <a:pt x="75558" y="116451"/>
                    <a:pt x="76820" y="114611"/>
                  </a:cubicBezTo>
                  <a:cubicBezTo>
                    <a:pt x="82742" y="106377"/>
                    <a:pt x="88567" y="95722"/>
                    <a:pt x="88567" y="86520"/>
                  </a:cubicBezTo>
                  <a:cubicBezTo>
                    <a:pt x="88567" y="72474"/>
                    <a:pt x="100896" y="32178"/>
                    <a:pt x="130991" y="32178"/>
                  </a:cubicBezTo>
                  <a:close/>
                  <a:moveTo>
                    <a:pt x="461996" y="27613"/>
                  </a:moveTo>
                  <a:cubicBezTo>
                    <a:pt x="402609" y="27613"/>
                    <a:pt x="354284" y="75766"/>
                    <a:pt x="354284" y="135061"/>
                  </a:cubicBezTo>
                  <a:cubicBezTo>
                    <a:pt x="354284" y="194355"/>
                    <a:pt x="402609" y="242508"/>
                    <a:pt x="461996" y="242508"/>
                  </a:cubicBezTo>
                  <a:cubicBezTo>
                    <a:pt x="521286" y="242508"/>
                    <a:pt x="569611" y="194355"/>
                    <a:pt x="569611" y="135061"/>
                  </a:cubicBezTo>
                  <a:cubicBezTo>
                    <a:pt x="569611" y="75766"/>
                    <a:pt x="521286" y="27613"/>
                    <a:pt x="461996" y="27613"/>
                  </a:cubicBezTo>
                  <a:close/>
                  <a:moveTo>
                    <a:pt x="130224" y="20637"/>
                  </a:moveTo>
                  <a:cubicBezTo>
                    <a:pt x="69867" y="20637"/>
                    <a:pt x="20669" y="69759"/>
                    <a:pt x="20669" y="130022"/>
                  </a:cubicBezTo>
                  <a:cubicBezTo>
                    <a:pt x="20669" y="190383"/>
                    <a:pt x="69867" y="239408"/>
                    <a:pt x="130224" y="239408"/>
                  </a:cubicBezTo>
                  <a:cubicBezTo>
                    <a:pt x="190679" y="239408"/>
                    <a:pt x="239877" y="190383"/>
                    <a:pt x="239877" y="130022"/>
                  </a:cubicBezTo>
                  <a:cubicBezTo>
                    <a:pt x="239877" y="69759"/>
                    <a:pt x="190679" y="20637"/>
                    <a:pt x="130224" y="20637"/>
                  </a:cubicBezTo>
                  <a:close/>
                  <a:moveTo>
                    <a:pt x="130224" y="0"/>
                  </a:moveTo>
                  <a:cubicBezTo>
                    <a:pt x="202032" y="0"/>
                    <a:pt x="260546" y="58326"/>
                    <a:pt x="260546" y="130022"/>
                  </a:cubicBezTo>
                  <a:cubicBezTo>
                    <a:pt x="260546" y="158701"/>
                    <a:pt x="251133" y="185248"/>
                    <a:pt x="235316" y="206854"/>
                  </a:cubicBezTo>
                  <a:lnTo>
                    <a:pt x="295188" y="266536"/>
                  </a:lnTo>
                  <a:lnTo>
                    <a:pt x="355449" y="206369"/>
                  </a:lnTo>
                  <a:cubicBezTo>
                    <a:pt x="341669" y="186023"/>
                    <a:pt x="333615" y="161414"/>
                    <a:pt x="333615" y="135061"/>
                  </a:cubicBezTo>
                  <a:cubicBezTo>
                    <a:pt x="333615" y="64430"/>
                    <a:pt x="391256" y="6976"/>
                    <a:pt x="461996" y="6976"/>
                  </a:cubicBezTo>
                  <a:cubicBezTo>
                    <a:pt x="532737" y="6976"/>
                    <a:pt x="590280" y="64430"/>
                    <a:pt x="590280" y="135061"/>
                  </a:cubicBezTo>
                  <a:cubicBezTo>
                    <a:pt x="590280" y="205691"/>
                    <a:pt x="532737" y="263145"/>
                    <a:pt x="461996" y="263145"/>
                  </a:cubicBezTo>
                  <a:cubicBezTo>
                    <a:pt x="432497" y="263145"/>
                    <a:pt x="405423" y="253263"/>
                    <a:pt x="383687" y="236501"/>
                  </a:cubicBezTo>
                  <a:lnTo>
                    <a:pt x="315760" y="304322"/>
                  </a:lnTo>
                  <a:lnTo>
                    <a:pt x="315760" y="317111"/>
                  </a:lnTo>
                  <a:cubicBezTo>
                    <a:pt x="386792" y="327187"/>
                    <a:pt x="441522" y="388226"/>
                    <a:pt x="441522" y="461860"/>
                  </a:cubicBezTo>
                  <a:cubicBezTo>
                    <a:pt x="441522" y="542470"/>
                    <a:pt x="375924" y="608062"/>
                    <a:pt x="295188" y="608062"/>
                  </a:cubicBezTo>
                  <a:cubicBezTo>
                    <a:pt x="214453" y="608062"/>
                    <a:pt x="148758" y="542470"/>
                    <a:pt x="148758" y="461860"/>
                  </a:cubicBezTo>
                  <a:cubicBezTo>
                    <a:pt x="148758" y="388226"/>
                    <a:pt x="203488" y="327187"/>
                    <a:pt x="274422" y="317111"/>
                  </a:cubicBezTo>
                  <a:lnTo>
                    <a:pt x="274422" y="304322"/>
                  </a:lnTo>
                  <a:lnTo>
                    <a:pt x="205914" y="235823"/>
                  </a:lnTo>
                  <a:cubicBezTo>
                    <a:pt x="184565" y="251131"/>
                    <a:pt x="158462" y="260141"/>
                    <a:pt x="130224" y="260141"/>
                  </a:cubicBezTo>
                  <a:cubicBezTo>
                    <a:pt x="58416" y="260141"/>
                    <a:pt x="0" y="201719"/>
                    <a:pt x="0" y="130022"/>
                  </a:cubicBezTo>
                  <a:cubicBezTo>
                    <a:pt x="0" y="58326"/>
                    <a:pt x="58416" y="0"/>
                    <a:pt x="13022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8" name="矩形 137"/>
            <p:cNvSpPr/>
            <p:nvPr/>
          </p:nvSpPr>
          <p:spPr>
            <a:xfrm>
              <a:off x="4177504" y="3288885"/>
              <a:ext cx="2084388" cy="48794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b="1" dirty="0"/>
                <a:t>边界测试</a:t>
              </a:r>
            </a:p>
          </p:txBody>
        </p:sp>
      </p:grpSp>
      <p:grpSp>
        <p:nvGrpSpPr>
          <p:cNvPr id="139" name="组合 138"/>
          <p:cNvGrpSpPr/>
          <p:nvPr/>
        </p:nvGrpSpPr>
        <p:grpSpPr>
          <a:xfrm>
            <a:off x="9419516" y="2445430"/>
            <a:ext cx="1636411" cy="1630488"/>
            <a:chOff x="1004890" y="2075502"/>
            <a:chExt cx="2240571" cy="2508303"/>
          </a:xfrm>
        </p:grpSpPr>
        <p:sp>
          <p:nvSpPr>
            <p:cNvPr id="140" name="ïṧḷïḓê-矩形: 圆角 2"/>
            <p:cNvSpPr/>
            <p:nvPr/>
          </p:nvSpPr>
          <p:spPr>
            <a:xfrm>
              <a:off x="1004890" y="2075502"/>
              <a:ext cx="2240571" cy="2508303"/>
            </a:xfrm>
            <a:prstGeom prst="roundRect">
              <a:avLst>
                <a:gd name="adj" fmla="val 42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41" name="椭圆 140"/>
            <p:cNvSpPr/>
            <p:nvPr/>
          </p:nvSpPr>
          <p:spPr>
            <a:xfrm>
              <a:off x="1822268" y="2316802"/>
              <a:ext cx="762000" cy="762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31"/>
            <p:cNvSpPr/>
            <p:nvPr/>
          </p:nvSpPr>
          <p:spPr>
            <a:xfrm>
              <a:off x="2033405" y="2563197"/>
              <a:ext cx="339726" cy="269210"/>
            </a:xfrm>
            <a:custGeom>
              <a:avLst/>
              <a:gdLst>
                <a:gd name="connsiteX0" fmla="*/ 511657 w 606157"/>
                <a:gd name="connsiteY0" fmla="*/ 343654 h 480339"/>
                <a:gd name="connsiteX1" fmla="*/ 521432 w 606157"/>
                <a:gd name="connsiteY1" fmla="*/ 353421 h 480339"/>
                <a:gd name="connsiteX2" fmla="*/ 521432 w 606157"/>
                <a:gd name="connsiteY2" fmla="*/ 376178 h 480339"/>
                <a:gd name="connsiteX3" fmla="*/ 544305 w 606157"/>
                <a:gd name="connsiteY3" fmla="*/ 376178 h 480339"/>
                <a:gd name="connsiteX4" fmla="*/ 554080 w 606157"/>
                <a:gd name="connsiteY4" fmla="*/ 385945 h 480339"/>
                <a:gd name="connsiteX5" fmla="*/ 544305 w 606157"/>
                <a:gd name="connsiteY5" fmla="*/ 395712 h 480339"/>
                <a:gd name="connsiteX6" fmla="*/ 521432 w 606157"/>
                <a:gd name="connsiteY6" fmla="*/ 395712 h 480339"/>
                <a:gd name="connsiteX7" fmla="*/ 521432 w 606157"/>
                <a:gd name="connsiteY7" fmla="*/ 418566 h 480339"/>
                <a:gd name="connsiteX8" fmla="*/ 511657 w 606157"/>
                <a:gd name="connsiteY8" fmla="*/ 428333 h 480339"/>
                <a:gd name="connsiteX9" fmla="*/ 501882 w 606157"/>
                <a:gd name="connsiteY9" fmla="*/ 418566 h 480339"/>
                <a:gd name="connsiteX10" fmla="*/ 501882 w 606157"/>
                <a:gd name="connsiteY10" fmla="*/ 395712 h 480339"/>
                <a:gd name="connsiteX11" fmla="*/ 479106 w 606157"/>
                <a:gd name="connsiteY11" fmla="*/ 395712 h 480339"/>
                <a:gd name="connsiteX12" fmla="*/ 469331 w 606157"/>
                <a:gd name="connsiteY12" fmla="*/ 385945 h 480339"/>
                <a:gd name="connsiteX13" fmla="*/ 479106 w 606157"/>
                <a:gd name="connsiteY13" fmla="*/ 376178 h 480339"/>
                <a:gd name="connsiteX14" fmla="*/ 501882 w 606157"/>
                <a:gd name="connsiteY14" fmla="*/ 376178 h 480339"/>
                <a:gd name="connsiteX15" fmla="*/ 501882 w 606157"/>
                <a:gd name="connsiteY15" fmla="*/ 353421 h 480339"/>
                <a:gd name="connsiteX16" fmla="*/ 511657 w 606157"/>
                <a:gd name="connsiteY16" fmla="*/ 343654 h 480339"/>
                <a:gd name="connsiteX17" fmla="*/ 511621 w 606157"/>
                <a:gd name="connsiteY17" fmla="*/ 311170 h 480339"/>
                <a:gd name="connsiteX18" fmla="*/ 436735 w 606157"/>
                <a:gd name="connsiteY18" fmla="*/ 385944 h 480339"/>
                <a:gd name="connsiteX19" fmla="*/ 511621 w 606157"/>
                <a:gd name="connsiteY19" fmla="*/ 460816 h 480339"/>
                <a:gd name="connsiteX20" fmla="*/ 586605 w 606157"/>
                <a:gd name="connsiteY20" fmla="*/ 385944 h 480339"/>
                <a:gd name="connsiteX21" fmla="*/ 511621 w 606157"/>
                <a:gd name="connsiteY21" fmla="*/ 311170 h 480339"/>
                <a:gd name="connsiteX22" fmla="*/ 511621 w 606157"/>
                <a:gd name="connsiteY22" fmla="*/ 291647 h 480339"/>
                <a:gd name="connsiteX23" fmla="*/ 606157 w 606157"/>
                <a:gd name="connsiteY23" fmla="*/ 385944 h 480339"/>
                <a:gd name="connsiteX24" fmla="*/ 511621 w 606157"/>
                <a:gd name="connsiteY24" fmla="*/ 480339 h 480339"/>
                <a:gd name="connsiteX25" fmla="*/ 417183 w 606157"/>
                <a:gd name="connsiteY25" fmla="*/ 385944 h 480339"/>
                <a:gd name="connsiteX26" fmla="*/ 511621 w 606157"/>
                <a:gd name="connsiteY26" fmla="*/ 291647 h 480339"/>
                <a:gd name="connsiteX27" fmla="*/ 368279 w 606157"/>
                <a:gd name="connsiteY27" fmla="*/ 200476 h 480339"/>
                <a:gd name="connsiteX28" fmla="*/ 489505 w 606157"/>
                <a:gd name="connsiteY28" fmla="*/ 259991 h 480339"/>
                <a:gd name="connsiteX29" fmla="*/ 487746 w 606157"/>
                <a:gd name="connsiteY29" fmla="*/ 273650 h 480339"/>
                <a:gd name="connsiteX30" fmla="*/ 481782 w 606157"/>
                <a:gd name="connsiteY30" fmla="*/ 275699 h 480339"/>
                <a:gd name="connsiteX31" fmla="*/ 474059 w 606157"/>
                <a:gd name="connsiteY31" fmla="*/ 271894 h 480339"/>
                <a:gd name="connsiteX32" fmla="*/ 368279 w 606157"/>
                <a:gd name="connsiteY32" fmla="*/ 219989 h 480339"/>
                <a:gd name="connsiteX33" fmla="*/ 293588 w 606157"/>
                <a:gd name="connsiteY33" fmla="*/ 242819 h 480339"/>
                <a:gd name="connsiteX34" fmla="*/ 279999 w 606157"/>
                <a:gd name="connsiteY34" fmla="*/ 240185 h 480339"/>
                <a:gd name="connsiteX35" fmla="*/ 282639 w 606157"/>
                <a:gd name="connsiteY35" fmla="*/ 226623 h 480339"/>
                <a:gd name="connsiteX36" fmla="*/ 368279 w 606157"/>
                <a:gd name="connsiteY36" fmla="*/ 200476 h 480339"/>
                <a:gd name="connsiteX37" fmla="*/ 153211 w 606157"/>
                <a:gd name="connsiteY37" fmla="*/ 200476 h 480339"/>
                <a:gd name="connsiteX38" fmla="*/ 306325 w 606157"/>
                <a:gd name="connsiteY38" fmla="*/ 353439 h 480339"/>
                <a:gd name="connsiteX39" fmla="*/ 296547 w 606157"/>
                <a:gd name="connsiteY39" fmla="*/ 363200 h 480339"/>
                <a:gd name="connsiteX40" fmla="*/ 286770 w 606157"/>
                <a:gd name="connsiteY40" fmla="*/ 353439 h 480339"/>
                <a:gd name="connsiteX41" fmla="*/ 153211 w 606157"/>
                <a:gd name="connsiteY41" fmla="*/ 219999 h 480339"/>
                <a:gd name="connsiteX42" fmla="*/ 19554 w 606157"/>
                <a:gd name="connsiteY42" fmla="*/ 353439 h 480339"/>
                <a:gd name="connsiteX43" fmla="*/ 9777 w 606157"/>
                <a:gd name="connsiteY43" fmla="*/ 363200 h 480339"/>
                <a:gd name="connsiteX44" fmla="*/ 0 w 606157"/>
                <a:gd name="connsiteY44" fmla="*/ 353439 h 480339"/>
                <a:gd name="connsiteX45" fmla="*/ 153211 w 606157"/>
                <a:gd name="connsiteY45" fmla="*/ 200476 h 480339"/>
                <a:gd name="connsiteX46" fmla="*/ 368295 w 606157"/>
                <a:gd name="connsiteY46" fmla="*/ 19531 h 480339"/>
                <a:gd name="connsiteX47" fmla="*/ 306326 w 606157"/>
                <a:gd name="connsiteY47" fmla="*/ 81348 h 480339"/>
                <a:gd name="connsiteX48" fmla="*/ 368295 w 606157"/>
                <a:gd name="connsiteY48" fmla="*/ 143262 h 480339"/>
                <a:gd name="connsiteX49" fmla="*/ 430165 w 606157"/>
                <a:gd name="connsiteY49" fmla="*/ 81348 h 480339"/>
                <a:gd name="connsiteX50" fmla="*/ 368295 w 606157"/>
                <a:gd name="connsiteY50" fmla="*/ 19531 h 480339"/>
                <a:gd name="connsiteX51" fmla="*/ 153211 w 606157"/>
                <a:gd name="connsiteY51" fmla="*/ 19531 h 480339"/>
                <a:gd name="connsiteX52" fmla="*/ 91242 w 606157"/>
                <a:gd name="connsiteY52" fmla="*/ 81348 h 480339"/>
                <a:gd name="connsiteX53" fmla="*/ 153211 w 606157"/>
                <a:gd name="connsiteY53" fmla="*/ 143262 h 480339"/>
                <a:gd name="connsiteX54" fmla="*/ 215081 w 606157"/>
                <a:gd name="connsiteY54" fmla="*/ 81348 h 480339"/>
                <a:gd name="connsiteX55" fmla="*/ 153211 w 606157"/>
                <a:gd name="connsiteY55" fmla="*/ 19531 h 480339"/>
                <a:gd name="connsiteX56" fmla="*/ 368295 w 606157"/>
                <a:gd name="connsiteY56" fmla="*/ 0 h 480339"/>
                <a:gd name="connsiteX57" fmla="*/ 449714 w 606157"/>
                <a:gd name="connsiteY57" fmla="*/ 81348 h 480339"/>
                <a:gd name="connsiteX58" fmla="*/ 368295 w 606157"/>
                <a:gd name="connsiteY58" fmla="*/ 162794 h 480339"/>
                <a:gd name="connsiteX59" fmla="*/ 286778 w 606157"/>
                <a:gd name="connsiteY59" fmla="*/ 81348 h 480339"/>
                <a:gd name="connsiteX60" fmla="*/ 368295 w 606157"/>
                <a:gd name="connsiteY60" fmla="*/ 0 h 480339"/>
                <a:gd name="connsiteX61" fmla="*/ 153211 w 606157"/>
                <a:gd name="connsiteY61" fmla="*/ 0 h 480339"/>
                <a:gd name="connsiteX62" fmla="*/ 234630 w 606157"/>
                <a:gd name="connsiteY62" fmla="*/ 81348 h 480339"/>
                <a:gd name="connsiteX63" fmla="*/ 153211 w 606157"/>
                <a:gd name="connsiteY63" fmla="*/ 162794 h 480339"/>
                <a:gd name="connsiteX64" fmla="*/ 71694 w 606157"/>
                <a:gd name="connsiteY64" fmla="*/ 81348 h 480339"/>
                <a:gd name="connsiteX65" fmla="*/ 153211 w 606157"/>
                <a:gd name="connsiteY65" fmla="*/ 0 h 48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6157" h="480339">
                  <a:moveTo>
                    <a:pt x="511657" y="343654"/>
                  </a:moveTo>
                  <a:cubicBezTo>
                    <a:pt x="517131" y="343654"/>
                    <a:pt x="521432" y="348049"/>
                    <a:pt x="521432" y="353421"/>
                  </a:cubicBezTo>
                  <a:lnTo>
                    <a:pt x="521432" y="376178"/>
                  </a:lnTo>
                  <a:lnTo>
                    <a:pt x="544305" y="376178"/>
                  </a:lnTo>
                  <a:cubicBezTo>
                    <a:pt x="549682" y="376178"/>
                    <a:pt x="554080" y="380573"/>
                    <a:pt x="554080" y="385945"/>
                  </a:cubicBezTo>
                  <a:cubicBezTo>
                    <a:pt x="554080" y="391414"/>
                    <a:pt x="549682" y="395712"/>
                    <a:pt x="544305" y="395712"/>
                  </a:cubicBezTo>
                  <a:lnTo>
                    <a:pt x="521432" y="395712"/>
                  </a:lnTo>
                  <a:lnTo>
                    <a:pt x="521432" y="418566"/>
                  </a:lnTo>
                  <a:cubicBezTo>
                    <a:pt x="521432" y="423938"/>
                    <a:pt x="517131" y="428333"/>
                    <a:pt x="511657" y="428333"/>
                  </a:cubicBezTo>
                  <a:cubicBezTo>
                    <a:pt x="506281" y="428333"/>
                    <a:pt x="501882" y="423938"/>
                    <a:pt x="501882" y="418566"/>
                  </a:cubicBezTo>
                  <a:lnTo>
                    <a:pt x="501882" y="395712"/>
                  </a:lnTo>
                  <a:lnTo>
                    <a:pt x="479106" y="395712"/>
                  </a:lnTo>
                  <a:cubicBezTo>
                    <a:pt x="473730" y="395712"/>
                    <a:pt x="469331" y="391414"/>
                    <a:pt x="469331" y="385945"/>
                  </a:cubicBezTo>
                  <a:cubicBezTo>
                    <a:pt x="469331" y="380573"/>
                    <a:pt x="473730" y="376178"/>
                    <a:pt x="479106" y="376178"/>
                  </a:cubicBezTo>
                  <a:lnTo>
                    <a:pt x="501882" y="376178"/>
                  </a:lnTo>
                  <a:lnTo>
                    <a:pt x="501882" y="353421"/>
                  </a:lnTo>
                  <a:cubicBezTo>
                    <a:pt x="501882" y="348049"/>
                    <a:pt x="506281" y="343654"/>
                    <a:pt x="511657" y="343654"/>
                  </a:cubicBezTo>
                  <a:close/>
                  <a:moveTo>
                    <a:pt x="511621" y="311170"/>
                  </a:moveTo>
                  <a:cubicBezTo>
                    <a:pt x="470366" y="311170"/>
                    <a:pt x="436735" y="344750"/>
                    <a:pt x="436735" y="385944"/>
                  </a:cubicBezTo>
                  <a:cubicBezTo>
                    <a:pt x="436735" y="427236"/>
                    <a:pt x="470366" y="460816"/>
                    <a:pt x="511621" y="460816"/>
                  </a:cubicBezTo>
                  <a:cubicBezTo>
                    <a:pt x="552975" y="460816"/>
                    <a:pt x="586605" y="427236"/>
                    <a:pt x="586605" y="385944"/>
                  </a:cubicBezTo>
                  <a:cubicBezTo>
                    <a:pt x="586605" y="344750"/>
                    <a:pt x="552975" y="311170"/>
                    <a:pt x="511621" y="311170"/>
                  </a:cubicBezTo>
                  <a:close/>
                  <a:moveTo>
                    <a:pt x="511621" y="291647"/>
                  </a:moveTo>
                  <a:cubicBezTo>
                    <a:pt x="563729" y="291647"/>
                    <a:pt x="606157" y="333915"/>
                    <a:pt x="606157" y="385944"/>
                  </a:cubicBezTo>
                  <a:cubicBezTo>
                    <a:pt x="606157" y="437974"/>
                    <a:pt x="563729" y="480339"/>
                    <a:pt x="511621" y="480339"/>
                  </a:cubicBezTo>
                  <a:cubicBezTo>
                    <a:pt x="459514" y="480339"/>
                    <a:pt x="417183" y="437974"/>
                    <a:pt x="417183" y="385944"/>
                  </a:cubicBezTo>
                  <a:cubicBezTo>
                    <a:pt x="417183" y="333915"/>
                    <a:pt x="459514" y="291647"/>
                    <a:pt x="511621" y="291647"/>
                  </a:cubicBezTo>
                  <a:close/>
                  <a:moveTo>
                    <a:pt x="368279" y="200476"/>
                  </a:moveTo>
                  <a:cubicBezTo>
                    <a:pt x="416085" y="200476"/>
                    <a:pt x="460274" y="222135"/>
                    <a:pt x="489505" y="259991"/>
                  </a:cubicBezTo>
                  <a:cubicBezTo>
                    <a:pt x="492829" y="264284"/>
                    <a:pt x="492047" y="270333"/>
                    <a:pt x="487746" y="273650"/>
                  </a:cubicBezTo>
                  <a:cubicBezTo>
                    <a:pt x="485986" y="275016"/>
                    <a:pt x="483835" y="275699"/>
                    <a:pt x="481782" y="275699"/>
                  </a:cubicBezTo>
                  <a:cubicBezTo>
                    <a:pt x="478849" y="275699"/>
                    <a:pt x="475916" y="274430"/>
                    <a:pt x="474059" y="271894"/>
                  </a:cubicBezTo>
                  <a:cubicBezTo>
                    <a:pt x="448542" y="238917"/>
                    <a:pt x="409926" y="219989"/>
                    <a:pt x="368279" y="219989"/>
                  </a:cubicBezTo>
                  <a:cubicBezTo>
                    <a:pt x="341492" y="219989"/>
                    <a:pt x="315683" y="227892"/>
                    <a:pt x="293588" y="242819"/>
                  </a:cubicBezTo>
                  <a:cubicBezTo>
                    <a:pt x="289091" y="245844"/>
                    <a:pt x="283030" y="244673"/>
                    <a:pt x="279999" y="240185"/>
                  </a:cubicBezTo>
                  <a:cubicBezTo>
                    <a:pt x="276969" y="235697"/>
                    <a:pt x="278142" y="229648"/>
                    <a:pt x="282639" y="226623"/>
                  </a:cubicBezTo>
                  <a:cubicBezTo>
                    <a:pt x="307960" y="209549"/>
                    <a:pt x="337582" y="200476"/>
                    <a:pt x="368279" y="200476"/>
                  </a:cubicBezTo>
                  <a:close/>
                  <a:moveTo>
                    <a:pt x="153211" y="200476"/>
                  </a:moveTo>
                  <a:cubicBezTo>
                    <a:pt x="237688" y="200476"/>
                    <a:pt x="306325" y="269099"/>
                    <a:pt x="306325" y="353439"/>
                  </a:cubicBezTo>
                  <a:cubicBezTo>
                    <a:pt x="306325" y="358808"/>
                    <a:pt x="302023" y="363200"/>
                    <a:pt x="296547" y="363200"/>
                  </a:cubicBezTo>
                  <a:cubicBezTo>
                    <a:pt x="291170" y="363200"/>
                    <a:pt x="286770" y="358808"/>
                    <a:pt x="286770" y="353439"/>
                  </a:cubicBezTo>
                  <a:cubicBezTo>
                    <a:pt x="286770" y="279837"/>
                    <a:pt x="226835" y="219999"/>
                    <a:pt x="153211" y="219999"/>
                  </a:cubicBezTo>
                  <a:cubicBezTo>
                    <a:pt x="79490" y="219999"/>
                    <a:pt x="19554" y="279837"/>
                    <a:pt x="19554" y="353439"/>
                  </a:cubicBezTo>
                  <a:cubicBezTo>
                    <a:pt x="19554" y="358808"/>
                    <a:pt x="15155" y="363200"/>
                    <a:pt x="9777" y="363200"/>
                  </a:cubicBezTo>
                  <a:cubicBezTo>
                    <a:pt x="4400" y="363200"/>
                    <a:pt x="0" y="358808"/>
                    <a:pt x="0" y="353439"/>
                  </a:cubicBezTo>
                  <a:cubicBezTo>
                    <a:pt x="0" y="269099"/>
                    <a:pt x="68735" y="200476"/>
                    <a:pt x="153211" y="200476"/>
                  </a:cubicBezTo>
                  <a:close/>
                  <a:moveTo>
                    <a:pt x="368295" y="19531"/>
                  </a:moveTo>
                  <a:cubicBezTo>
                    <a:pt x="334085" y="19531"/>
                    <a:pt x="306326" y="47266"/>
                    <a:pt x="306326" y="81348"/>
                  </a:cubicBezTo>
                  <a:cubicBezTo>
                    <a:pt x="306326" y="115528"/>
                    <a:pt x="334085" y="143262"/>
                    <a:pt x="368295" y="143262"/>
                  </a:cubicBezTo>
                  <a:cubicBezTo>
                    <a:pt x="402407" y="143262"/>
                    <a:pt x="430165" y="115528"/>
                    <a:pt x="430165" y="81348"/>
                  </a:cubicBezTo>
                  <a:cubicBezTo>
                    <a:pt x="430165" y="47266"/>
                    <a:pt x="402407" y="19531"/>
                    <a:pt x="368295" y="19531"/>
                  </a:cubicBezTo>
                  <a:close/>
                  <a:moveTo>
                    <a:pt x="153211" y="19531"/>
                  </a:moveTo>
                  <a:cubicBezTo>
                    <a:pt x="119001" y="19531"/>
                    <a:pt x="91242" y="47266"/>
                    <a:pt x="91242" y="81348"/>
                  </a:cubicBezTo>
                  <a:cubicBezTo>
                    <a:pt x="91242" y="115528"/>
                    <a:pt x="119001" y="143262"/>
                    <a:pt x="153211" y="143262"/>
                  </a:cubicBezTo>
                  <a:cubicBezTo>
                    <a:pt x="187323" y="143262"/>
                    <a:pt x="215081" y="115528"/>
                    <a:pt x="215081" y="81348"/>
                  </a:cubicBezTo>
                  <a:cubicBezTo>
                    <a:pt x="215081" y="47266"/>
                    <a:pt x="187323" y="19531"/>
                    <a:pt x="153211" y="19531"/>
                  </a:cubicBezTo>
                  <a:close/>
                  <a:moveTo>
                    <a:pt x="368295" y="0"/>
                  </a:moveTo>
                  <a:cubicBezTo>
                    <a:pt x="413158" y="0"/>
                    <a:pt x="449714" y="36523"/>
                    <a:pt x="449714" y="81348"/>
                  </a:cubicBezTo>
                  <a:cubicBezTo>
                    <a:pt x="449714" y="126270"/>
                    <a:pt x="413158" y="162794"/>
                    <a:pt x="368295" y="162794"/>
                  </a:cubicBezTo>
                  <a:cubicBezTo>
                    <a:pt x="323333" y="162794"/>
                    <a:pt x="286778" y="126270"/>
                    <a:pt x="286778" y="81348"/>
                  </a:cubicBezTo>
                  <a:cubicBezTo>
                    <a:pt x="286778" y="36523"/>
                    <a:pt x="323333" y="0"/>
                    <a:pt x="368295" y="0"/>
                  </a:cubicBezTo>
                  <a:close/>
                  <a:moveTo>
                    <a:pt x="153211" y="0"/>
                  </a:moveTo>
                  <a:cubicBezTo>
                    <a:pt x="198074" y="0"/>
                    <a:pt x="234630" y="36523"/>
                    <a:pt x="234630" y="81348"/>
                  </a:cubicBezTo>
                  <a:cubicBezTo>
                    <a:pt x="234630" y="126270"/>
                    <a:pt x="198074" y="162794"/>
                    <a:pt x="153211" y="162794"/>
                  </a:cubicBezTo>
                  <a:cubicBezTo>
                    <a:pt x="108249" y="162794"/>
                    <a:pt x="71694" y="126270"/>
                    <a:pt x="71694" y="81348"/>
                  </a:cubicBezTo>
                  <a:cubicBezTo>
                    <a:pt x="71694" y="36523"/>
                    <a:pt x="108249" y="0"/>
                    <a:pt x="15321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45" name="矩形 144"/>
            <p:cNvSpPr/>
            <p:nvPr/>
          </p:nvSpPr>
          <p:spPr>
            <a:xfrm>
              <a:off x="1161074" y="3320101"/>
              <a:ext cx="2084387" cy="958889"/>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b="1" dirty="0"/>
                <a:t>行代码运行效能测试</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104"/>
                                        </p:tgtEl>
                                        <p:attrNameLst>
                                          <p:attrName>style.visibility</p:attrName>
                                        </p:attrNameLst>
                                      </p:cBhvr>
                                      <p:to>
                                        <p:strVal val="visible"/>
                                      </p:to>
                                    </p:set>
                                    <p:anim calcmode="lin" valueType="num">
                                      <p:cBhvr additive="base">
                                        <p:cTn id="7" dur="500"/>
                                        <p:tgtEl>
                                          <p:spTgt spid="104"/>
                                        </p:tgtEl>
                                        <p:attrNameLst>
                                          <p:attrName>ppt_y</p:attrName>
                                        </p:attrNameLst>
                                      </p:cBhvr>
                                      <p:tavLst>
                                        <p:tav tm="0">
                                          <p:val>
                                            <p:strVal val="#ppt_y-#ppt_h*1.125000"/>
                                          </p:val>
                                        </p:tav>
                                        <p:tav tm="100000">
                                          <p:val>
                                            <p:strVal val="#ppt_y"/>
                                          </p:val>
                                        </p:tav>
                                      </p:tavLst>
                                    </p:anim>
                                    <p:animEffect transition="in" filter="wipe(down)">
                                      <p:cBhvr>
                                        <p:cTn id="8" dur="500"/>
                                        <p:tgtEl>
                                          <p:spTgt spid="104"/>
                                        </p:tgtEl>
                                      </p:cBhvr>
                                    </p:animEffect>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111"/>
                                        </p:tgtEl>
                                        <p:attrNameLst>
                                          <p:attrName>style.visibility</p:attrName>
                                        </p:attrNameLst>
                                      </p:cBhvr>
                                      <p:to>
                                        <p:strVal val="visible"/>
                                      </p:to>
                                    </p:set>
                                    <p:anim calcmode="lin" valueType="num">
                                      <p:cBhvr additive="base">
                                        <p:cTn id="12" dur="500"/>
                                        <p:tgtEl>
                                          <p:spTgt spid="111"/>
                                        </p:tgtEl>
                                        <p:attrNameLst>
                                          <p:attrName>ppt_y</p:attrName>
                                        </p:attrNameLst>
                                      </p:cBhvr>
                                      <p:tavLst>
                                        <p:tav tm="0">
                                          <p:val>
                                            <p:strVal val="#ppt_y-#ppt_h*1.125000"/>
                                          </p:val>
                                        </p:tav>
                                        <p:tav tm="100000">
                                          <p:val>
                                            <p:strVal val="#ppt_y"/>
                                          </p:val>
                                        </p:tav>
                                      </p:tavLst>
                                    </p:anim>
                                    <p:animEffect transition="in" filter="wipe(down)">
                                      <p:cBhvr>
                                        <p:cTn id="13" dur="500"/>
                                        <p:tgtEl>
                                          <p:spTgt spid="111"/>
                                        </p:tgtEl>
                                      </p:cBhvr>
                                    </p:animEffect>
                                  </p:childTnLst>
                                </p:cTn>
                              </p:par>
                            </p:childTnLst>
                          </p:cTn>
                        </p:par>
                        <p:par>
                          <p:cTn id="14" fill="hold">
                            <p:stCondLst>
                              <p:cond delay="1000"/>
                            </p:stCondLst>
                            <p:childTnLst>
                              <p:par>
                                <p:cTn id="15" presetID="12" presetClass="entr" presetSubtype="1" fill="hold" nodeType="afterEffect">
                                  <p:stCondLst>
                                    <p:cond delay="0"/>
                                  </p:stCondLst>
                                  <p:childTnLst>
                                    <p:set>
                                      <p:cBhvr>
                                        <p:cTn id="16" dur="1" fill="hold">
                                          <p:stCondLst>
                                            <p:cond delay="0"/>
                                          </p:stCondLst>
                                        </p:cTn>
                                        <p:tgtEl>
                                          <p:spTgt spid="118"/>
                                        </p:tgtEl>
                                        <p:attrNameLst>
                                          <p:attrName>style.visibility</p:attrName>
                                        </p:attrNameLst>
                                      </p:cBhvr>
                                      <p:to>
                                        <p:strVal val="visible"/>
                                      </p:to>
                                    </p:set>
                                    <p:anim calcmode="lin" valueType="num">
                                      <p:cBhvr additive="base">
                                        <p:cTn id="17" dur="500"/>
                                        <p:tgtEl>
                                          <p:spTgt spid="118"/>
                                        </p:tgtEl>
                                        <p:attrNameLst>
                                          <p:attrName>ppt_y</p:attrName>
                                        </p:attrNameLst>
                                      </p:cBhvr>
                                      <p:tavLst>
                                        <p:tav tm="0">
                                          <p:val>
                                            <p:strVal val="#ppt_y-#ppt_h*1.125000"/>
                                          </p:val>
                                        </p:tav>
                                        <p:tav tm="100000">
                                          <p:val>
                                            <p:strVal val="#ppt_y"/>
                                          </p:val>
                                        </p:tav>
                                      </p:tavLst>
                                    </p:anim>
                                    <p:animEffect transition="in" filter="wipe(down)">
                                      <p:cBhvr>
                                        <p:cTn id="18" dur="500"/>
                                        <p:tgtEl>
                                          <p:spTgt spid="118"/>
                                        </p:tgtEl>
                                      </p:cBhvr>
                                    </p:animEffect>
                                  </p:childTnLst>
                                </p:cTn>
                              </p:par>
                            </p:childTnLst>
                          </p:cTn>
                        </p:par>
                        <p:par>
                          <p:cTn id="19" fill="hold">
                            <p:stCondLst>
                              <p:cond delay="1500"/>
                            </p:stCondLst>
                            <p:childTnLst>
                              <p:par>
                                <p:cTn id="20" presetID="12" presetClass="entr" presetSubtype="1" fill="hold" nodeType="afterEffect">
                                  <p:stCondLst>
                                    <p:cond delay="0"/>
                                  </p:stCondLst>
                                  <p:childTnLst>
                                    <p:set>
                                      <p:cBhvr>
                                        <p:cTn id="21" dur="1" fill="hold">
                                          <p:stCondLst>
                                            <p:cond delay="0"/>
                                          </p:stCondLst>
                                        </p:cTn>
                                        <p:tgtEl>
                                          <p:spTgt spid="132"/>
                                        </p:tgtEl>
                                        <p:attrNameLst>
                                          <p:attrName>style.visibility</p:attrName>
                                        </p:attrNameLst>
                                      </p:cBhvr>
                                      <p:to>
                                        <p:strVal val="visible"/>
                                      </p:to>
                                    </p:set>
                                    <p:anim calcmode="lin" valueType="num">
                                      <p:cBhvr additive="base">
                                        <p:cTn id="22" dur="500"/>
                                        <p:tgtEl>
                                          <p:spTgt spid="132"/>
                                        </p:tgtEl>
                                        <p:attrNameLst>
                                          <p:attrName>ppt_y</p:attrName>
                                        </p:attrNameLst>
                                      </p:cBhvr>
                                      <p:tavLst>
                                        <p:tav tm="0">
                                          <p:val>
                                            <p:strVal val="#ppt_y-#ppt_h*1.125000"/>
                                          </p:val>
                                        </p:tav>
                                        <p:tav tm="100000">
                                          <p:val>
                                            <p:strVal val="#ppt_y"/>
                                          </p:val>
                                        </p:tav>
                                      </p:tavLst>
                                    </p:anim>
                                    <p:animEffect transition="in" filter="wipe(down)">
                                      <p:cBhvr>
                                        <p:cTn id="23" dur="500"/>
                                        <p:tgtEl>
                                          <p:spTgt spid="132"/>
                                        </p:tgtEl>
                                      </p:cBhvr>
                                    </p:animEffect>
                                  </p:childTnLst>
                                </p:cTn>
                              </p:par>
                            </p:childTnLst>
                          </p:cTn>
                        </p:par>
                        <p:par>
                          <p:cTn id="24" fill="hold">
                            <p:stCondLst>
                              <p:cond delay="2000"/>
                            </p:stCondLst>
                            <p:childTnLst>
                              <p:par>
                                <p:cTn id="25" presetID="12" presetClass="entr" presetSubtype="1" fill="hold" nodeType="afterEffect">
                                  <p:stCondLst>
                                    <p:cond delay="0"/>
                                  </p:stCondLst>
                                  <p:childTnLst>
                                    <p:set>
                                      <p:cBhvr>
                                        <p:cTn id="26" dur="1" fill="hold">
                                          <p:stCondLst>
                                            <p:cond delay="0"/>
                                          </p:stCondLst>
                                        </p:cTn>
                                        <p:tgtEl>
                                          <p:spTgt spid="139"/>
                                        </p:tgtEl>
                                        <p:attrNameLst>
                                          <p:attrName>style.visibility</p:attrName>
                                        </p:attrNameLst>
                                      </p:cBhvr>
                                      <p:to>
                                        <p:strVal val="visible"/>
                                      </p:to>
                                    </p:set>
                                    <p:anim calcmode="lin" valueType="num">
                                      <p:cBhvr additive="base">
                                        <p:cTn id="27" dur="500"/>
                                        <p:tgtEl>
                                          <p:spTgt spid="139"/>
                                        </p:tgtEl>
                                        <p:attrNameLst>
                                          <p:attrName>ppt_y</p:attrName>
                                        </p:attrNameLst>
                                      </p:cBhvr>
                                      <p:tavLst>
                                        <p:tav tm="0">
                                          <p:val>
                                            <p:strVal val="#ppt_y-#ppt_h*1.125000"/>
                                          </p:val>
                                        </p:tav>
                                        <p:tav tm="100000">
                                          <p:val>
                                            <p:strVal val="#ppt_y"/>
                                          </p:val>
                                        </p:tav>
                                      </p:tavLst>
                                    </p:anim>
                                    <p:animEffect transition="in" filter="wipe(down)">
                                      <p:cBhvr>
                                        <p:cTn id="28"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4772567" y="345292"/>
            <a:ext cx="2646878"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测试用例设计</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849745" y="1283854"/>
            <a:ext cx="2954655" cy="461665"/>
          </a:xfrm>
          <a:prstGeom prst="rect">
            <a:avLst/>
          </a:prstGeom>
          <a:noFill/>
        </p:spPr>
        <p:txBody>
          <a:bodyPr wrap="none" rtlCol="0">
            <a:spAutoFit/>
          </a:bodyPr>
          <a:lstStyle/>
          <a:p>
            <a:r>
              <a:rPr lang="zh-CN" altLang="en-US" sz="2400" dirty="0"/>
              <a:t>测试用例设计思路：</a:t>
            </a:r>
          </a:p>
        </p:txBody>
      </p:sp>
      <p:pic>
        <p:nvPicPr>
          <p:cNvPr id="9" name="图片 8"/>
          <p:cNvPicPr/>
          <p:nvPr/>
        </p:nvPicPr>
        <p:blipFill>
          <a:blip r:embed="rId4"/>
          <a:stretch>
            <a:fillRect/>
          </a:stretch>
        </p:blipFill>
        <p:spPr>
          <a:xfrm>
            <a:off x="1514768" y="1912649"/>
            <a:ext cx="5597231" cy="2649417"/>
          </a:xfrm>
          <a:prstGeom prst="rect">
            <a:avLst/>
          </a:prstGeom>
        </p:spPr>
      </p:pic>
      <p:pic>
        <p:nvPicPr>
          <p:cNvPr id="10" name="图片 9"/>
          <p:cNvPicPr/>
          <p:nvPr/>
        </p:nvPicPr>
        <p:blipFill>
          <a:blip r:embed="rId5"/>
          <a:stretch>
            <a:fillRect/>
          </a:stretch>
        </p:blipFill>
        <p:spPr>
          <a:xfrm>
            <a:off x="8442036" y="1828800"/>
            <a:ext cx="3371274" cy="4111258"/>
          </a:xfrm>
          <a:prstGeom prst="rect">
            <a:avLst/>
          </a:prstGeom>
        </p:spPr>
      </p:pic>
      <p:pic>
        <p:nvPicPr>
          <p:cNvPr id="3" name="图片 2"/>
          <p:cNvPicPr>
            <a:picLocks noChangeAspect="1"/>
          </p:cNvPicPr>
          <p:nvPr/>
        </p:nvPicPr>
        <p:blipFill rotWithShape="1">
          <a:blip r:embed="rId6"/>
          <a:srcRect t="-3169" r="16870"/>
          <a:stretch>
            <a:fillRect/>
          </a:stretch>
        </p:blipFill>
        <p:spPr>
          <a:xfrm>
            <a:off x="1442744" y="4682836"/>
            <a:ext cx="6417402" cy="1509527"/>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4772567" y="345292"/>
            <a:ext cx="2646878"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测试用例设计</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849745" y="1283854"/>
            <a:ext cx="2954655" cy="461665"/>
          </a:xfrm>
          <a:prstGeom prst="rect">
            <a:avLst/>
          </a:prstGeom>
          <a:noFill/>
        </p:spPr>
        <p:txBody>
          <a:bodyPr wrap="none" rtlCol="0">
            <a:spAutoFit/>
          </a:bodyPr>
          <a:lstStyle/>
          <a:p>
            <a:r>
              <a:rPr lang="zh-CN" altLang="en-US" sz="2400" dirty="0"/>
              <a:t>测试用例设计规划：</a:t>
            </a:r>
          </a:p>
        </p:txBody>
      </p:sp>
      <p:pic>
        <p:nvPicPr>
          <p:cNvPr id="4" name="图片 3"/>
          <p:cNvPicPr>
            <a:picLocks noChangeAspect="1"/>
          </p:cNvPicPr>
          <p:nvPr/>
        </p:nvPicPr>
        <p:blipFill>
          <a:blip r:embed="rId4"/>
          <a:stretch>
            <a:fillRect/>
          </a:stretch>
        </p:blipFill>
        <p:spPr>
          <a:xfrm>
            <a:off x="598738" y="2144989"/>
            <a:ext cx="6079153" cy="3673919"/>
          </a:xfrm>
          <a:prstGeom prst="rect">
            <a:avLst/>
          </a:prstGeom>
        </p:spPr>
      </p:pic>
      <p:pic>
        <p:nvPicPr>
          <p:cNvPr id="5" name="图片 4"/>
          <p:cNvPicPr>
            <a:picLocks noChangeAspect="1"/>
          </p:cNvPicPr>
          <p:nvPr/>
        </p:nvPicPr>
        <p:blipFill>
          <a:blip r:embed="rId5"/>
          <a:stretch>
            <a:fillRect/>
          </a:stretch>
        </p:blipFill>
        <p:spPr>
          <a:xfrm>
            <a:off x="6224154" y="2018365"/>
            <a:ext cx="5967846" cy="4111894"/>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4362204" y="345292"/>
            <a:ext cx="3467616"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测试类设计及运行</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849745" y="1283854"/>
            <a:ext cx="2031325" cy="461665"/>
          </a:xfrm>
          <a:prstGeom prst="rect">
            <a:avLst/>
          </a:prstGeom>
          <a:noFill/>
        </p:spPr>
        <p:txBody>
          <a:bodyPr wrap="none" rtlCol="0">
            <a:spAutoFit/>
          </a:bodyPr>
          <a:lstStyle/>
          <a:p>
            <a:r>
              <a:rPr lang="zh-CN" altLang="en-US" sz="2400" dirty="0">
                <a:latin typeface="Agency FB" panose="020B0503020202020204" pitchFamily="34" charset="0"/>
              </a:rPr>
              <a:t>测试类</a:t>
            </a:r>
            <a:r>
              <a:rPr lang="zh-CN" altLang="en-US" sz="2400" dirty="0"/>
              <a:t>设计：</a:t>
            </a:r>
          </a:p>
        </p:txBody>
      </p:sp>
      <p:pic>
        <p:nvPicPr>
          <p:cNvPr id="11" name="图片 10"/>
          <p:cNvPicPr/>
          <p:nvPr/>
        </p:nvPicPr>
        <p:blipFill>
          <a:blip r:embed="rId4"/>
          <a:stretch>
            <a:fillRect/>
          </a:stretch>
        </p:blipFill>
        <p:spPr>
          <a:xfrm>
            <a:off x="914553" y="2209801"/>
            <a:ext cx="6629093" cy="3766126"/>
          </a:xfrm>
          <a:prstGeom prst="rect">
            <a:avLst/>
          </a:prstGeom>
        </p:spPr>
      </p:pic>
      <p:sp>
        <p:nvSpPr>
          <p:cNvPr id="7" name="矩形 6"/>
          <p:cNvSpPr/>
          <p:nvPr/>
        </p:nvSpPr>
        <p:spPr>
          <a:xfrm>
            <a:off x="7962900" y="2698557"/>
            <a:ext cx="3445165" cy="2585323"/>
          </a:xfrm>
          <a:prstGeom prst="rect">
            <a:avLst/>
          </a:prstGeom>
        </p:spPr>
        <p:txBody>
          <a:bodyPr wrap="square">
            <a:spAutoFit/>
          </a:bodyPr>
          <a:lstStyle/>
          <a:p>
            <a:pPr indent="266700" algn="just">
              <a:spcAft>
                <a:spcPts val="0"/>
              </a:spcAft>
            </a:pPr>
            <a:r>
              <a:rPr lang="zh-CN" altLang="en-US" kern="100" dirty="0">
                <a:latin typeface="等线" panose="02010600030101010101" charset="-122"/>
                <a:ea typeface="等线" panose="02010600030101010101" charset="-122"/>
                <a:cs typeface="Times New Roman" panose="02020603050405020304" pitchFamily="18" charset="0"/>
              </a:rPr>
              <a:t>总共设计了七个测试类：</a:t>
            </a:r>
            <a:endParaRPr lang="en-US" altLang="zh-CN" kern="100" dirty="0">
              <a:latin typeface="等线" panose="02010600030101010101" charset="-122"/>
              <a:ea typeface="等线" panose="02010600030101010101" charset="-122"/>
              <a:cs typeface="Times New Roman" panose="02020603050405020304" pitchFamily="18" charset="0"/>
            </a:endParaRPr>
          </a:p>
          <a:p>
            <a:pPr indent="266700" algn="just">
              <a:spcAft>
                <a:spcPts val="0"/>
              </a:spcAft>
            </a:pPr>
            <a:endParaRPr lang="en-US" altLang="zh-CN" kern="100" dirty="0">
              <a:latin typeface="等线" panose="02010600030101010101" charset="-122"/>
              <a:ea typeface="等线" panose="02010600030101010101" charset="-122"/>
              <a:cs typeface="Times New Roman" panose="02020603050405020304" pitchFamily="18" charset="0"/>
            </a:endParaRPr>
          </a:p>
          <a:p>
            <a:pPr marL="342900" indent="-342900" algn="just">
              <a:spcAft>
                <a:spcPts val="0"/>
              </a:spcAft>
              <a:buAutoNum type="arabicPeriod"/>
            </a:pPr>
            <a:r>
              <a:rPr lang="zh-CN" altLang="en-US" kern="100" dirty="0">
                <a:latin typeface="等线" panose="02010600030101010101" charset="-122"/>
                <a:ea typeface="等线" panose="02010600030101010101" charset="-122"/>
                <a:cs typeface="Times New Roman" panose="02020603050405020304" pitchFamily="18" charset="0"/>
              </a:rPr>
              <a:t>商品操作测试类</a:t>
            </a:r>
            <a:endParaRPr lang="en-US" altLang="zh-CN" kern="100" dirty="0">
              <a:latin typeface="等线" panose="02010600030101010101" charset="-122"/>
              <a:ea typeface="等线" panose="02010600030101010101" charset="-122"/>
              <a:cs typeface="Times New Roman" panose="02020603050405020304" pitchFamily="18" charset="0"/>
            </a:endParaRPr>
          </a:p>
          <a:p>
            <a:pPr marL="342900" indent="-342900" algn="just">
              <a:spcAft>
                <a:spcPts val="0"/>
              </a:spcAft>
              <a:buAutoNum type="arabicPeriod"/>
            </a:pPr>
            <a:r>
              <a:rPr lang="zh-CN" altLang="en-US" kern="100" dirty="0">
                <a:latin typeface="等线" panose="02010600030101010101" charset="-122"/>
                <a:ea typeface="等线" panose="02010600030101010101" charset="-122"/>
                <a:cs typeface="Times New Roman" panose="02020603050405020304" pitchFamily="18" charset="0"/>
              </a:rPr>
              <a:t>广告操作测试类</a:t>
            </a:r>
            <a:endParaRPr lang="en-US" altLang="zh-CN" kern="100" dirty="0">
              <a:latin typeface="等线" panose="02010600030101010101" charset="-122"/>
              <a:ea typeface="等线" panose="02010600030101010101" charset="-122"/>
              <a:cs typeface="Times New Roman" panose="02020603050405020304" pitchFamily="18" charset="0"/>
            </a:endParaRPr>
          </a:p>
          <a:p>
            <a:pPr marL="342900" indent="-342900" algn="just">
              <a:spcAft>
                <a:spcPts val="0"/>
              </a:spcAft>
              <a:buAutoNum type="arabicPeriod"/>
            </a:pPr>
            <a:r>
              <a:rPr lang="zh-CN" altLang="en-US" kern="100" dirty="0">
                <a:latin typeface="等线" panose="02010600030101010101" charset="-122"/>
                <a:ea typeface="等线" panose="02010600030101010101" charset="-122"/>
                <a:cs typeface="Times New Roman" panose="02020603050405020304" pitchFamily="18" charset="0"/>
              </a:rPr>
              <a:t>足迹操作测试类</a:t>
            </a:r>
            <a:endParaRPr lang="en-US" altLang="zh-CN" kern="100" dirty="0">
              <a:latin typeface="等线" panose="02010600030101010101" charset="-122"/>
              <a:ea typeface="等线" panose="02010600030101010101" charset="-122"/>
              <a:cs typeface="Times New Roman" panose="02020603050405020304" pitchFamily="18" charset="0"/>
            </a:endParaRPr>
          </a:p>
          <a:p>
            <a:pPr marL="342900" indent="-342900" algn="just">
              <a:spcAft>
                <a:spcPts val="0"/>
              </a:spcAft>
              <a:buAutoNum type="arabicPeriod"/>
            </a:pPr>
            <a:r>
              <a:rPr lang="zh-CN" altLang="en-US" kern="100" dirty="0">
                <a:latin typeface="等线" panose="02010600030101010101" charset="-122"/>
                <a:ea typeface="等线" panose="02010600030101010101" charset="-122"/>
                <a:cs typeface="Times New Roman" panose="02020603050405020304" pitchFamily="18" charset="0"/>
              </a:rPr>
              <a:t>团购操作测试类</a:t>
            </a:r>
            <a:endParaRPr lang="en-US" altLang="zh-CN" kern="100" dirty="0">
              <a:latin typeface="等线" panose="02010600030101010101" charset="-122"/>
              <a:ea typeface="等线" panose="02010600030101010101" charset="-122"/>
              <a:cs typeface="Times New Roman" panose="02020603050405020304" pitchFamily="18" charset="0"/>
            </a:endParaRPr>
          </a:p>
          <a:p>
            <a:pPr marL="342900" indent="-342900" algn="just">
              <a:spcAft>
                <a:spcPts val="0"/>
              </a:spcAft>
              <a:buAutoNum type="arabicPeriod"/>
            </a:pPr>
            <a:r>
              <a:rPr lang="zh-CN" altLang="en-US" kern="100" dirty="0">
                <a:latin typeface="等线" panose="02010600030101010101" charset="-122"/>
                <a:ea typeface="等线" panose="02010600030101010101" charset="-122"/>
                <a:cs typeface="Times New Roman" panose="02020603050405020304" pitchFamily="18" charset="0"/>
              </a:rPr>
              <a:t>优惠券操作测试类</a:t>
            </a:r>
            <a:endParaRPr lang="en-US" altLang="zh-CN" kern="100" dirty="0">
              <a:latin typeface="等线" panose="02010600030101010101" charset="-122"/>
              <a:ea typeface="等线" panose="02010600030101010101" charset="-122"/>
              <a:cs typeface="Times New Roman" panose="02020603050405020304" pitchFamily="18" charset="0"/>
            </a:endParaRPr>
          </a:p>
          <a:p>
            <a:pPr marL="342900" indent="-342900" algn="just">
              <a:spcAft>
                <a:spcPts val="0"/>
              </a:spcAft>
              <a:buAutoNum type="arabicPeriod"/>
            </a:pPr>
            <a:r>
              <a:rPr lang="zh-CN" altLang="en-US" kern="100" dirty="0">
                <a:latin typeface="等线" panose="02010600030101010101" charset="-122"/>
                <a:ea typeface="等线" panose="02010600030101010101" charset="-122"/>
                <a:cs typeface="Times New Roman" panose="02020603050405020304" pitchFamily="18" charset="0"/>
              </a:rPr>
              <a:t>产品操作测试类</a:t>
            </a:r>
            <a:endParaRPr lang="en-US" altLang="zh-CN" kern="100" dirty="0">
              <a:latin typeface="等线" panose="02010600030101010101" charset="-122"/>
              <a:ea typeface="等线" panose="02010600030101010101" charset="-122"/>
              <a:cs typeface="Times New Roman" panose="02020603050405020304" pitchFamily="18" charset="0"/>
            </a:endParaRPr>
          </a:p>
          <a:p>
            <a:pPr marL="342900" indent="-342900" algn="just">
              <a:spcAft>
                <a:spcPts val="0"/>
              </a:spcAft>
              <a:buAutoNum type="arabicPeriod"/>
            </a:pPr>
            <a:r>
              <a:rPr lang="zh-CN" altLang="en-US" kern="100" dirty="0">
                <a:latin typeface="等线" panose="02010600030101010101" charset="-122"/>
                <a:ea typeface="等线" panose="02010600030101010101" charset="-122"/>
                <a:cs typeface="Times New Roman" panose="02020603050405020304" pitchFamily="18" charset="0"/>
              </a:rPr>
              <a:t>订单操作测试类</a:t>
            </a:r>
            <a:endParaRPr lang="en-US" altLang="zh-CN" kern="100" dirty="0">
              <a:latin typeface="等线" panose="02010600030101010101" charset="-122"/>
              <a:ea typeface="等线" panose="02010600030101010101" charset="-122"/>
              <a:cs typeface="Times New Roman" panose="02020603050405020304"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4362204" y="345292"/>
            <a:ext cx="3467616"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测试类设计及运行</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849745" y="1283854"/>
            <a:ext cx="2646878" cy="461665"/>
          </a:xfrm>
          <a:prstGeom prst="rect">
            <a:avLst/>
          </a:prstGeom>
          <a:noFill/>
        </p:spPr>
        <p:txBody>
          <a:bodyPr wrap="none" rtlCol="0">
            <a:spAutoFit/>
          </a:bodyPr>
          <a:lstStyle/>
          <a:p>
            <a:r>
              <a:rPr lang="zh-CN" altLang="en-US" sz="2400" dirty="0"/>
              <a:t>测试类运行结果：</a:t>
            </a:r>
          </a:p>
        </p:txBody>
      </p:sp>
      <p:sp>
        <p:nvSpPr>
          <p:cNvPr id="3" name="矩形 2"/>
          <p:cNvSpPr/>
          <p:nvPr/>
        </p:nvSpPr>
        <p:spPr>
          <a:xfrm>
            <a:off x="1948872" y="1932707"/>
            <a:ext cx="8109527" cy="923330"/>
          </a:xfrm>
          <a:prstGeom prst="rect">
            <a:avLst/>
          </a:prstGeom>
        </p:spPr>
        <p:txBody>
          <a:bodyPr wrap="square">
            <a:spAutoFit/>
          </a:bodyPr>
          <a:lstStyle/>
          <a:p>
            <a:pPr indent="266700" algn="just">
              <a:spcAft>
                <a:spcPts val="0"/>
              </a:spcAft>
            </a:pPr>
            <a:r>
              <a:rPr lang="zh-CN" altLang="zh-CN" kern="100" dirty="0">
                <a:latin typeface="等线" panose="02010600030101010101" charset="-122"/>
                <a:ea typeface="等线" panose="02010600030101010101" charset="-122"/>
                <a:cs typeface="Times New Roman" panose="02020603050405020304" pitchFamily="18" charset="0"/>
              </a:rPr>
              <a:t>以商品的测试类为主，讲解一下测试类的运行情况：</a:t>
            </a:r>
          </a:p>
          <a:p>
            <a:pPr indent="266700" algn="just">
              <a:spcAft>
                <a:spcPts val="0"/>
              </a:spcAft>
            </a:pPr>
            <a:r>
              <a:rPr lang="zh-CN" altLang="zh-CN" kern="100" dirty="0">
                <a:latin typeface="等线" panose="02010600030101010101" charset="-122"/>
                <a:ea typeface="等线" panose="02010600030101010101" charset="-122"/>
                <a:cs typeface="Times New Roman" panose="02020603050405020304" pitchFamily="18" charset="0"/>
              </a:rPr>
              <a:t>最开始设计了</a:t>
            </a:r>
            <a:r>
              <a:rPr lang="en-US" altLang="zh-CN" kern="100" dirty="0">
                <a:latin typeface="等线" panose="02010600030101010101" charset="-122"/>
                <a:ea typeface="等线" panose="02010600030101010101" charset="-122"/>
                <a:cs typeface="Times New Roman" panose="02020603050405020304" pitchFamily="18" charset="0"/>
              </a:rPr>
              <a:t>17</a:t>
            </a:r>
            <a:r>
              <a:rPr lang="zh-CN" altLang="zh-CN" kern="100" dirty="0">
                <a:latin typeface="等线" panose="02010600030101010101" charset="-122"/>
                <a:ea typeface="等线" panose="02010600030101010101" charset="-122"/>
                <a:cs typeface="Times New Roman" panose="02020603050405020304" pitchFamily="18" charset="0"/>
              </a:rPr>
              <a:t>个和商品有关的测试用例，分别对应商品查询，新增，修改，删除等基本操作，第一次运行的结果如下：</a:t>
            </a:r>
          </a:p>
        </p:txBody>
      </p:sp>
      <p:pic>
        <p:nvPicPr>
          <p:cNvPr id="10" name="图片 9"/>
          <p:cNvPicPr/>
          <p:nvPr/>
        </p:nvPicPr>
        <p:blipFill>
          <a:blip r:embed="rId4"/>
          <a:stretch>
            <a:fillRect/>
          </a:stretch>
        </p:blipFill>
        <p:spPr>
          <a:xfrm>
            <a:off x="2114550" y="3043225"/>
            <a:ext cx="7833014" cy="2386329"/>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4362204" y="345292"/>
            <a:ext cx="3467616"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测试类设计及运行</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849745" y="1283854"/>
            <a:ext cx="2646878" cy="461665"/>
          </a:xfrm>
          <a:prstGeom prst="rect">
            <a:avLst/>
          </a:prstGeom>
          <a:noFill/>
        </p:spPr>
        <p:txBody>
          <a:bodyPr wrap="none" rtlCol="0">
            <a:spAutoFit/>
          </a:bodyPr>
          <a:lstStyle/>
          <a:p>
            <a:r>
              <a:rPr lang="zh-CN" altLang="en-US" sz="2400" dirty="0"/>
              <a:t>测试类运行结果：</a:t>
            </a:r>
          </a:p>
        </p:txBody>
      </p:sp>
      <p:pic>
        <p:nvPicPr>
          <p:cNvPr id="10" name="图片 9"/>
          <p:cNvPicPr/>
          <p:nvPr/>
        </p:nvPicPr>
        <p:blipFill>
          <a:blip r:embed="rId4"/>
          <a:stretch>
            <a:fillRect/>
          </a:stretch>
        </p:blipFill>
        <p:spPr>
          <a:xfrm>
            <a:off x="2012950" y="1888679"/>
            <a:ext cx="7833014" cy="2386329"/>
          </a:xfrm>
          <a:prstGeom prst="rect">
            <a:avLst/>
          </a:prstGeom>
        </p:spPr>
      </p:pic>
      <p:sp>
        <p:nvSpPr>
          <p:cNvPr id="4" name="矩形 3"/>
          <p:cNvSpPr/>
          <p:nvPr/>
        </p:nvSpPr>
        <p:spPr>
          <a:xfrm>
            <a:off x="1681018" y="4418168"/>
            <a:ext cx="8654472" cy="2031325"/>
          </a:xfrm>
          <a:prstGeom prst="rect">
            <a:avLst/>
          </a:prstGeom>
        </p:spPr>
        <p:txBody>
          <a:bodyPr wrap="square">
            <a:spAutoFit/>
          </a:bodyPr>
          <a:lstStyle/>
          <a:p>
            <a:pPr indent="266700" algn="just">
              <a:spcAft>
                <a:spcPts val="0"/>
              </a:spcAft>
            </a:pPr>
            <a:r>
              <a:rPr lang="zh-CN" altLang="zh-CN" kern="100" dirty="0">
                <a:latin typeface="等线" panose="02010600030101010101" charset="-122"/>
                <a:ea typeface="等线" panose="02010600030101010101" charset="-122"/>
                <a:cs typeface="Times New Roman" panose="02020603050405020304" pitchFamily="18" charset="0"/>
              </a:rPr>
              <a:t>可以发现只有</a:t>
            </a:r>
            <a:r>
              <a:rPr lang="en-US" altLang="zh-CN" kern="100" dirty="0">
                <a:latin typeface="等线" panose="02010600030101010101" charset="-122"/>
                <a:ea typeface="等线" panose="02010600030101010101" charset="-122"/>
                <a:cs typeface="Times New Roman" panose="02020603050405020304" pitchFamily="18" charset="0"/>
              </a:rPr>
              <a:t>11</a:t>
            </a:r>
            <a:r>
              <a:rPr lang="zh-CN" altLang="zh-CN" kern="100" dirty="0">
                <a:latin typeface="等线" panose="02010600030101010101" charset="-122"/>
                <a:ea typeface="等线" panose="02010600030101010101" charset="-122"/>
                <a:cs typeface="Times New Roman" panose="02020603050405020304" pitchFamily="18" charset="0"/>
              </a:rPr>
              <a:t>个测试用例通过了，剩下还有六个测试用例失败了，初次测试的结果没有达到良好的情况，原因如下：</a:t>
            </a:r>
          </a:p>
          <a:p>
            <a:pPr indent="266700" algn="just">
              <a:spcAft>
                <a:spcPts val="0"/>
              </a:spcAft>
            </a:pPr>
            <a:r>
              <a:rPr lang="zh-CN" altLang="zh-CN" kern="100" dirty="0">
                <a:latin typeface="等线" panose="02010600030101010101" charset="-122"/>
                <a:ea typeface="等线" panose="02010600030101010101" charset="-122"/>
                <a:cs typeface="Times New Roman" panose="02020603050405020304" pitchFamily="18" charset="0"/>
              </a:rPr>
              <a:t>该项目对于边界数据处理非常不好，基本都没有处理，比如在新增商品的时候没有对商品编号的长度，商品库存的长度，商品价格的长度等做边界处理。因此这个项目的健壮性非常不好，通过查看前端代码我们发现这些边界处理都放在前端进行，在前后端分离的基础上我们认为这些处理应该放在后端进行，避免有人恶意发送请求攻击后端，插入大量的垃圾数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4362204" y="345292"/>
            <a:ext cx="3467616"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测试类设计及运行</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849745" y="1283854"/>
            <a:ext cx="2646878" cy="461665"/>
          </a:xfrm>
          <a:prstGeom prst="rect">
            <a:avLst/>
          </a:prstGeom>
          <a:noFill/>
        </p:spPr>
        <p:txBody>
          <a:bodyPr wrap="none" rtlCol="0">
            <a:spAutoFit/>
          </a:bodyPr>
          <a:lstStyle/>
          <a:p>
            <a:r>
              <a:rPr lang="zh-CN" altLang="en-US" sz="2400" dirty="0"/>
              <a:t>测试类运行结果：</a:t>
            </a:r>
          </a:p>
        </p:txBody>
      </p:sp>
      <p:sp>
        <p:nvSpPr>
          <p:cNvPr id="3" name="矩形 2"/>
          <p:cNvSpPr/>
          <p:nvPr/>
        </p:nvSpPr>
        <p:spPr>
          <a:xfrm>
            <a:off x="1861128" y="1933972"/>
            <a:ext cx="7841673" cy="646331"/>
          </a:xfrm>
          <a:prstGeom prst="rect">
            <a:avLst/>
          </a:prstGeom>
        </p:spPr>
        <p:txBody>
          <a:bodyPr wrap="square">
            <a:spAutoFit/>
          </a:bodyPr>
          <a:lstStyle/>
          <a:p>
            <a:pPr indent="266700" algn="just">
              <a:spcAft>
                <a:spcPts val="0"/>
              </a:spcAft>
            </a:pPr>
            <a:r>
              <a:rPr lang="zh-CN" altLang="zh-CN" kern="100" dirty="0">
                <a:latin typeface="等线" panose="02010600030101010101" charset="-122"/>
                <a:ea typeface="等线" panose="02010600030101010101" charset="-122"/>
                <a:cs typeface="Times New Roman" panose="02020603050405020304" pitchFamily="18" charset="0"/>
              </a:rPr>
              <a:t>因此我们对项目的代码进行了修改，对代码进行了大量的边界处理，处理过后测试代码的运行结果如下：</a:t>
            </a:r>
          </a:p>
        </p:txBody>
      </p:sp>
      <p:pic>
        <p:nvPicPr>
          <p:cNvPr id="11" name="图片 10"/>
          <p:cNvPicPr/>
          <p:nvPr/>
        </p:nvPicPr>
        <p:blipFill>
          <a:blip r:embed="rId4"/>
          <a:stretch>
            <a:fillRect/>
          </a:stretch>
        </p:blipFill>
        <p:spPr>
          <a:xfrm>
            <a:off x="2114550" y="2768756"/>
            <a:ext cx="6678468" cy="1904844"/>
          </a:xfrm>
          <a:prstGeom prst="rect">
            <a:avLst/>
          </a:prstGeom>
        </p:spPr>
      </p:pic>
      <p:pic>
        <p:nvPicPr>
          <p:cNvPr id="12" name="图片 11"/>
          <p:cNvPicPr/>
          <p:nvPr/>
        </p:nvPicPr>
        <p:blipFill>
          <a:blip r:embed="rId5"/>
          <a:stretch>
            <a:fillRect/>
          </a:stretch>
        </p:blipFill>
        <p:spPr>
          <a:xfrm>
            <a:off x="2173184" y="4790670"/>
            <a:ext cx="6619834" cy="1868747"/>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4977759" y="345292"/>
            <a:ext cx="223651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覆盖率测试</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4" name="矩形 3"/>
          <p:cNvSpPr/>
          <p:nvPr/>
        </p:nvSpPr>
        <p:spPr>
          <a:xfrm>
            <a:off x="2514599" y="1498989"/>
            <a:ext cx="8460509" cy="369332"/>
          </a:xfrm>
          <a:prstGeom prst="rect">
            <a:avLst/>
          </a:prstGeom>
        </p:spPr>
        <p:txBody>
          <a:bodyPr wrap="square">
            <a:spAutoFit/>
          </a:bodyPr>
          <a:lstStyle/>
          <a:p>
            <a:r>
              <a:rPr lang="zh-CN" altLang="zh-CN" dirty="0">
                <a:ea typeface="等线" panose="02010600030101010101" charset="-122"/>
                <a:cs typeface="Times New Roman" panose="02020603050405020304" pitchFamily="18" charset="0"/>
              </a:rPr>
              <a:t>使用</a:t>
            </a:r>
            <a:r>
              <a:rPr lang="en-US" altLang="zh-CN" dirty="0">
                <a:ea typeface="等线" panose="02010600030101010101" charset="-122"/>
                <a:cs typeface="Times New Roman" panose="02020603050405020304" pitchFamily="18" charset="0"/>
              </a:rPr>
              <a:t>IDEA </a:t>
            </a:r>
            <a:r>
              <a:rPr lang="zh-CN" altLang="zh-CN" dirty="0">
                <a:ea typeface="等线" panose="02010600030101010101" charset="-122"/>
                <a:cs typeface="Times New Roman" panose="02020603050405020304" pitchFamily="18" charset="0"/>
              </a:rPr>
              <a:t>的插件</a:t>
            </a:r>
            <a:r>
              <a:rPr lang="en-US" altLang="zh-CN" dirty="0">
                <a:ea typeface="等线" panose="02010600030101010101" charset="-122"/>
                <a:cs typeface="Times New Roman" panose="02020603050405020304" pitchFamily="18" charset="0"/>
              </a:rPr>
              <a:t>Run coverage</a:t>
            </a:r>
            <a:r>
              <a:rPr lang="zh-CN" altLang="zh-CN" dirty="0">
                <a:ea typeface="等线" panose="02010600030101010101" charset="-122"/>
                <a:cs typeface="Times New Roman" panose="02020603050405020304" pitchFamily="18" charset="0"/>
              </a:rPr>
              <a:t>来测试程序测试的覆盖率。结果如下</a:t>
            </a:r>
            <a:r>
              <a:rPr lang="zh-CN" altLang="en-US" dirty="0">
                <a:ea typeface="等线" panose="02010600030101010101" charset="-122"/>
                <a:cs typeface="Times New Roman" panose="02020603050405020304" pitchFamily="18" charset="0"/>
              </a:rPr>
              <a:t>：</a:t>
            </a:r>
            <a:endParaRPr lang="zh-CN" altLang="en-US" dirty="0"/>
          </a:p>
        </p:txBody>
      </p:sp>
      <p:pic>
        <p:nvPicPr>
          <p:cNvPr id="13" name="图片 12"/>
          <p:cNvPicPr/>
          <p:nvPr/>
        </p:nvPicPr>
        <p:blipFill>
          <a:blip r:embed="rId4"/>
          <a:stretch>
            <a:fillRect/>
          </a:stretch>
        </p:blipFill>
        <p:spPr>
          <a:xfrm>
            <a:off x="2514599" y="2136227"/>
            <a:ext cx="7362197" cy="4246101"/>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5182946"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边界测试</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graphicFrame>
        <p:nvGraphicFramePr>
          <p:cNvPr id="2" name="表格 1"/>
          <p:cNvGraphicFramePr>
            <a:graphicFrameLocks noGrp="1"/>
          </p:cNvGraphicFramePr>
          <p:nvPr/>
        </p:nvGraphicFramePr>
        <p:xfrm>
          <a:off x="2198255" y="1670945"/>
          <a:ext cx="8349672" cy="4926130"/>
        </p:xfrm>
        <a:graphic>
          <a:graphicData uri="http://schemas.openxmlformats.org/drawingml/2006/table">
            <a:tbl>
              <a:tblPr firstRow="1" firstCol="1" bandRow="1">
                <a:tableStyleId>{5C22544A-7EE6-4342-B048-85BDC9FD1C3A}</a:tableStyleId>
              </a:tblPr>
              <a:tblGrid>
                <a:gridCol w="4174836">
                  <a:extLst>
                    <a:ext uri="{9D8B030D-6E8A-4147-A177-3AD203B41FA5}">
                      <a16:colId xmlns:a16="http://schemas.microsoft.com/office/drawing/2014/main" val="20000"/>
                    </a:ext>
                  </a:extLst>
                </a:gridCol>
                <a:gridCol w="4174836">
                  <a:extLst>
                    <a:ext uri="{9D8B030D-6E8A-4147-A177-3AD203B41FA5}">
                      <a16:colId xmlns:a16="http://schemas.microsoft.com/office/drawing/2014/main" val="20001"/>
                    </a:ext>
                  </a:extLst>
                </a:gridCol>
              </a:tblGrid>
              <a:tr h="505767">
                <a:tc>
                  <a:txBody>
                    <a:bodyPr/>
                    <a:lstStyle/>
                    <a:p>
                      <a:pPr algn="ctr">
                        <a:lnSpc>
                          <a:spcPct val="150000"/>
                        </a:lnSpc>
                        <a:spcAft>
                          <a:spcPts val="0"/>
                        </a:spcAft>
                      </a:pPr>
                      <a:r>
                        <a:rPr lang="zh-CN" sz="1600" kern="100" dirty="0">
                          <a:effectLst/>
                        </a:rPr>
                        <a:t>函数</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1600" kern="100">
                          <a:effectLst/>
                        </a:rPr>
                        <a:t>边界</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05767">
                <a:tc rowSpan="5">
                  <a:txBody>
                    <a:bodyPr/>
                    <a:lstStyle/>
                    <a:p>
                      <a:pPr algn="ctr">
                        <a:lnSpc>
                          <a:spcPct val="150000"/>
                        </a:lnSpc>
                        <a:spcAft>
                          <a:spcPts val="0"/>
                        </a:spcAft>
                      </a:pPr>
                      <a:r>
                        <a:rPr lang="zh-CN" sz="1600" kern="100" dirty="0">
                          <a:effectLst/>
                        </a:rPr>
                        <a:t>上架商品</a:t>
                      </a:r>
                      <a:r>
                        <a:rPr lang="en-US" sz="1600" kern="100" dirty="0">
                          <a:effectLst/>
                        </a:rPr>
                        <a:t>(</a:t>
                      </a:r>
                      <a:r>
                        <a:rPr lang="en-US" sz="1600" kern="100" dirty="0" err="1">
                          <a:effectLst/>
                        </a:rPr>
                        <a:t>goods_sn,name</a:t>
                      </a:r>
                      <a:r>
                        <a:rPr lang="en-US" sz="1600" kern="100" dirty="0">
                          <a:effectLst/>
                        </a:rPr>
                        <a:t>)</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marL="342900" lvl="0" indent="-342900" algn="ctr">
                        <a:lnSpc>
                          <a:spcPct val="150000"/>
                        </a:lnSpc>
                        <a:spcAft>
                          <a:spcPts val="0"/>
                        </a:spcAft>
                        <a:buFont typeface="+mj-lt"/>
                        <a:buAutoNum type="arabicPeriod"/>
                      </a:pPr>
                      <a:r>
                        <a:rPr lang="zh-CN" sz="1600" kern="100">
                          <a:effectLst/>
                        </a:rPr>
                        <a:t>商品为空或非空字段</a:t>
                      </a:r>
                      <a:r>
                        <a:rPr lang="en-US" sz="1600" kern="100">
                          <a:effectLst/>
                        </a:rPr>
                        <a:t>goods_sn,name</a:t>
                      </a:r>
                      <a:r>
                        <a:rPr lang="zh-CN" sz="1600" kern="100">
                          <a:effectLst/>
                        </a:rPr>
                        <a:t>为空</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95574">
                <a:tc vMerge="1">
                  <a:txBody>
                    <a:bodyPr/>
                    <a:lstStyle/>
                    <a:p>
                      <a:endParaRPr lang="zh-CN"/>
                    </a:p>
                  </a:txBody>
                  <a:tcPr/>
                </a:tc>
                <a:tc>
                  <a:txBody>
                    <a:bodyPr/>
                    <a:lstStyle/>
                    <a:p>
                      <a:pPr marL="342900" lvl="0" indent="-342900" algn="ctr">
                        <a:lnSpc>
                          <a:spcPct val="150000"/>
                        </a:lnSpc>
                        <a:spcAft>
                          <a:spcPts val="0"/>
                        </a:spcAft>
                        <a:buFont typeface="+mj-lt"/>
                        <a:buAutoNum type="arabicPeriod"/>
                      </a:pPr>
                      <a:r>
                        <a:rPr lang="zh-CN" sz="1600" kern="100">
                          <a:effectLst/>
                        </a:rPr>
                        <a:t>正常上架，及</a:t>
                      </a:r>
                      <a:r>
                        <a:rPr lang="en-US" sz="1600" kern="100">
                          <a:effectLst/>
                        </a:rPr>
                        <a:t>goods_sn,name</a:t>
                      </a:r>
                      <a:r>
                        <a:rPr lang="zh-CN" sz="1600" kern="100">
                          <a:effectLst/>
                        </a:rPr>
                        <a:t>不为空，且合法</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505767">
                <a:tc vMerge="1">
                  <a:txBody>
                    <a:bodyPr/>
                    <a:lstStyle/>
                    <a:p>
                      <a:endParaRPr lang="zh-CN"/>
                    </a:p>
                  </a:txBody>
                  <a:tcPr/>
                </a:tc>
                <a:tc>
                  <a:txBody>
                    <a:bodyPr/>
                    <a:lstStyle/>
                    <a:p>
                      <a:pPr marL="342900" lvl="0" indent="-342900" algn="ctr">
                        <a:lnSpc>
                          <a:spcPct val="150000"/>
                        </a:lnSpc>
                        <a:spcAft>
                          <a:spcPts val="0"/>
                        </a:spcAft>
                        <a:buFont typeface="+mj-lt"/>
                        <a:buAutoNum type="arabicPeriod"/>
                      </a:pPr>
                      <a:r>
                        <a:rPr lang="en-US" sz="1600" kern="100" dirty="0" err="1">
                          <a:effectLst/>
                        </a:rPr>
                        <a:t>goods_sn</a:t>
                      </a:r>
                      <a:r>
                        <a:rPr lang="en-US" sz="1600" kern="100" dirty="0">
                          <a:effectLst/>
                        </a:rPr>
                        <a:t>(</a:t>
                      </a:r>
                      <a:r>
                        <a:rPr lang="zh-CN" sz="1600" kern="100" dirty="0">
                          <a:effectLst/>
                        </a:rPr>
                        <a:t>商品编号</a:t>
                      </a:r>
                      <a:r>
                        <a:rPr lang="en-US" sz="1600" kern="100" dirty="0">
                          <a:effectLst/>
                        </a:rPr>
                        <a:t>)</a:t>
                      </a:r>
                      <a:r>
                        <a:rPr lang="zh-CN" sz="1600" kern="100" dirty="0">
                          <a:effectLst/>
                        </a:rPr>
                        <a:t>为中文</a:t>
                      </a:r>
                      <a:endParaRPr lang="zh-CN" sz="1400" kern="100" dirty="0">
                        <a:effectLst/>
                      </a:endParaRPr>
                    </a:p>
                    <a:p>
                      <a:pPr marL="342900" lvl="0" indent="-342900" algn="ctr">
                        <a:lnSpc>
                          <a:spcPct val="150000"/>
                        </a:lnSpc>
                        <a:spcAft>
                          <a:spcPts val="0"/>
                        </a:spcAft>
                        <a:buFont typeface="+mj-lt"/>
                        <a:buAutoNum type="arabicPeriod"/>
                      </a:pPr>
                      <a:r>
                        <a:rPr lang="en-US" sz="1600" kern="100" dirty="0">
                          <a:effectLst/>
                        </a:rPr>
                        <a:t>name</a:t>
                      </a:r>
                      <a:r>
                        <a:rPr lang="zh-CN" sz="1600" kern="100" dirty="0">
                          <a:effectLst/>
                        </a:rPr>
                        <a:t>为数字</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505767">
                <a:tc vMerge="1">
                  <a:txBody>
                    <a:bodyPr/>
                    <a:lstStyle/>
                    <a:p>
                      <a:endParaRPr lang="zh-CN"/>
                    </a:p>
                  </a:txBody>
                  <a:tcPr/>
                </a:tc>
                <a:tc>
                  <a:txBody>
                    <a:bodyPr/>
                    <a:lstStyle/>
                    <a:p>
                      <a:pPr marL="342900" lvl="0" indent="-342900" algn="ctr">
                        <a:lnSpc>
                          <a:spcPct val="150000"/>
                        </a:lnSpc>
                        <a:spcAft>
                          <a:spcPts val="0"/>
                        </a:spcAft>
                        <a:buFont typeface="+mj-lt"/>
                        <a:buAutoNum type="arabicPeriod"/>
                      </a:pPr>
                      <a:r>
                        <a:rPr lang="en-US" sz="1600" kern="100" dirty="0" err="1">
                          <a:effectLst/>
                        </a:rPr>
                        <a:t>goods_sn</a:t>
                      </a:r>
                      <a:r>
                        <a:rPr lang="zh-CN" sz="1600" kern="100" dirty="0">
                          <a:effectLst/>
                        </a:rPr>
                        <a:t>为负数时</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05767">
                <a:tc vMerge="1">
                  <a:txBody>
                    <a:bodyPr/>
                    <a:lstStyle/>
                    <a:p>
                      <a:endParaRPr lang="zh-CN"/>
                    </a:p>
                  </a:txBody>
                  <a:tcPr/>
                </a:tc>
                <a:tc>
                  <a:txBody>
                    <a:bodyPr/>
                    <a:lstStyle/>
                    <a:p>
                      <a:pPr marL="342900" lvl="0" indent="-342900" algn="ctr">
                        <a:lnSpc>
                          <a:spcPct val="150000"/>
                        </a:lnSpc>
                        <a:spcAft>
                          <a:spcPts val="0"/>
                        </a:spcAft>
                        <a:buFont typeface="+mj-lt"/>
                        <a:buAutoNum type="arabicPeriod"/>
                      </a:pPr>
                      <a:r>
                        <a:rPr lang="en-US" sz="1600" kern="100" dirty="0" err="1">
                          <a:effectLst/>
                        </a:rPr>
                        <a:t>goods_sn</a:t>
                      </a:r>
                      <a:r>
                        <a:rPr lang="zh-CN" sz="1600" kern="100" dirty="0">
                          <a:effectLst/>
                        </a:rPr>
                        <a:t>超过</a:t>
                      </a:r>
                      <a:r>
                        <a:rPr lang="en-US" sz="1600" kern="100" dirty="0">
                          <a:effectLst/>
                        </a:rPr>
                        <a:t>63</a:t>
                      </a:r>
                      <a:r>
                        <a:rPr lang="zh-CN" sz="1600" kern="100" dirty="0">
                          <a:effectLst/>
                        </a:rPr>
                        <a:t>长度限制</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505767">
                <a:tc rowSpan="3">
                  <a:txBody>
                    <a:bodyPr/>
                    <a:lstStyle/>
                    <a:p>
                      <a:pPr algn="ctr">
                        <a:lnSpc>
                          <a:spcPct val="150000"/>
                        </a:lnSpc>
                        <a:spcAft>
                          <a:spcPts val="0"/>
                        </a:spcAft>
                      </a:pPr>
                      <a:r>
                        <a:rPr lang="zh-CN" sz="1600" kern="100">
                          <a:effectLst/>
                        </a:rPr>
                        <a:t>获得商品描述</a:t>
                      </a:r>
                      <a:r>
                        <a:rPr lang="en-US" sz="1600" kern="100">
                          <a:effectLst/>
                        </a:rPr>
                        <a:t>(id)</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marL="342900" lvl="0" indent="-342900" algn="ctr">
                        <a:lnSpc>
                          <a:spcPct val="150000"/>
                        </a:lnSpc>
                        <a:spcAft>
                          <a:spcPts val="0"/>
                        </a:spcAft>
                        <a:buFont typeface="+mj-lt"/>
                        <a:buAutoNum type="arabicPeriod"/>
                      </a:pPr>
                      <a:r>
                        <a:rPr lang="zh-CN" sz="1600" kern="100" dirty="0">
                          <a:effectLst/>
                        </a:rPr>
                        <a:t>正常</a:t>
                      </a:r>
                      <a:r>
                        <a:rPr lang="en-US" sz="1600" kern="100" dirty="0">
                          <a:effectLst/>
                        </a:rPr>
                        <a:t>id</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505767">
                <a:tc vMerge="1">
                  <a:txBody>
                    <a:bodyPr/>
                    <a:lstStyle/>
                    <a:p>
                      <a:endParaRPr lang="zh-CN"/>
                    </a:p>
                  </a:txBody>
                  <a:tcPr/>
                </a:tc>
                <a:tc>
                  <a:txBody>
                    <a:bodyPr/>
                    <a:lstStyle/>
                    <a:p>
                      <a:pPr marL="342900" lvl="0" indent="-342900" algn="ctr">
                        <a:lnSpc>
                          <a:spcPct val="150000"/>
                        </a:lnSpc>
                        <a:spcAft>
                          <a:spcPts val="0"/>
                        </a:spcAft>
                        <a:buFont typeface="+mj-lt"/>
                        <a:buAutoNum type="arabicPeriod"/>
                      </a:pPr>
                      <a:r>
                        <a:rPr lang="en-US" sz="1600" kern="100" dirty="0">
                          <a:effectLst/>
                        </a:rPr>
                        <a:t>id</a:t>
                      </a:r>
                      <a:r>
                        <a:rPr lang="zh-CN" sz="1600" kern="100" dirty="0">
                          <a:effectLst/>
                        </a:rPr>
                        <a:t>为空</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505767">
                <a:tc vMerge="1">
                  <a:txBody>
                    <a:bodyPr/>
                    <a:lstStyle/>
                    <a:p>
                      <a:endParaRPr lang="zh-CN"/>
                    </a:p>
                  </a:txBody>
                  <a:tcPr/>
                </a:tc>
                <a:tc>
                  <a:txBody>
                    <a:bodyPr/>
                    <a:lstStyle/>
                    <a:p>
                      <a:pPr marL="342900" lvl="0" indent="-342900" algn="ctr">
                        <a:lnSpc>
                          <a:spcPct val="150000"/>
                        </a:lnSpc>
                        <a:spcAft>
                          <a:spcPts val="0"/>
                        </a:spcAft>
                        <a:buFont typeface="+mj-lt"/>
                        <a:buAutoNum type="arabicPeriod"/>
                      </a:pPr>
                      <a:r>
                        <a:rPr lang="en-US" sz="1600" kern="100" dirty="0">
                          <a:effectLst/>
                        </a:rPr>
                        <a:t>id</a:t>
                      </a:r>
                      <a:r>
                        <a:rPr lang="zh-CN" sz="1600" kern="100" dirty="0">
                          <a:effectLst/>
                        </a:rPr>
                        <a:t>不存在</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bl>
          </a:graphicData>
        </a:graphic>
      </p:graphicFrame>
      <p:sp>
        <p:nvSpPr>
          <p:cNvPr id="3" name="矩形 2"/>
          <p:cNvSpPr/>
          <p:nvPr/>
        </p:nvSpPr>
        <p:spPr>
          <a:xfrm>
            <a:off x="461818" y="1152973"/>
            <a:ext cx="6096000" cy="738664"/>
          </a:xfrm>
          <a:prstGeom prst="rect">
            <a:avLst/>
          </a:prstGeom>
        </p:spPr>
        <p:txBody>
          <a:bodyPr>
            <a:spAutoFit/>
          </a:bodyPr>
          <a:lstStyle/>
          <a:p>
            <a:pPr algn="just">
              <a:spcAft>
                <a:spcPts val="0"/>
              </a:spcAft>
            </a:pPr>
            <a:r>
              <a:rPr lang="zh-CN" altLang="zh-CN" kern="100" dirty="0">
                <a:latin typeface="等线" panose="02010600030101010101" charset="-122"/>
                <a:ea typeface="等线" panose="02010600030101010101" charset="-122"/>
                <a:cs typeface="Times New Roman" panose="02020603050405020304" pitchFamily="18" charset="0"/>
              </a:rPr>
              <a:t>以上架商品为例，进行边界测试：</a:t>
            </a:r>
          </a:p>
          <a:p>
            <a:pPr algn="just">
              <a:spcAft>
                <a:spcPts val="0"/>
              </a:spcAft>
            </a:pPr>
            <a:r>
              <a:rPr lang="zh-CN" altLang="zh-CN" sz="2400" b="1" kern="100" dirty="0">
                <a:latin typeface="等线" panose="02010600030101010101" charset="-122"/>
                <a:ea typeface="等线" panose="02010600030101010101" charset="-122"/>
                <a:cs typeface="Times New Roman" panose="02020603050405020304" pitchFamily="18" charset="0"/>
              </a:rPr>
              <a:t>边界确定：</a:t>
            </a:r>
            <a:endParaRPr lang="zh-CN" altLang="zh-CN" kern="100" dirty="0">
              <a:latin typeface="等线" panose="02010600030101010101" charset="-122"/>
              <a:ea typeface="等线" panose="02010600030101010101" charset="-122"/>
              <a:cs typeface="Times New Roman" panose="02020603050405020304"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5182946"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边界测试</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3" name="矩形 2"/>
          <p:cNvSpPr/>
          <p:nvPr/>
        </p:nvSpPr>
        <p:spPr>
          <a:xfrm>
            <a:off x="8100291" y="1333245"/>
            <a:ext cx="6096000" cy="461665"/>
          </a:xfrm>
          <a:prstGeom prst="rect">
            <a:avLst/>
          </a:prstGeom>
        </p:spPr>
        <p:txBody>
          <a:bodyPr>
            <a:spAutoFit/>
          </a:bodyPr>
          <a:lstStyle/>
          <a:p>
            <a:pPr algn="just">
              <a:spcAft>
                <a:spcPts val="0"/>
              </a:spcAft>
            </a:pPr>
            <a:r>
              <a:rPr lang="zh-CN" altLang="en-US" sz="2400" b="1" kern="100" dirty="0">
                <a:latin typeface="等线" panose="02010600030101010101" charset="-122"/>
                <a:ea typeface="等线" panose="02010600030101010101" charset="-122"/>
                <a:cs typeface="Times New Roman" panose="02020603050405020304" pitchFamily="18" charset="0"/>
              </a:rPr>
              <a:t>边界测试代码：</a:t>
            </a:r>
            <a:endParaRPr lang="zh-CN" altLang="zh-CN" sz="2400" b="1" kern="100" dirty="0">
              <a:latin typeface="等线" panose="02010600030101010101" charset="-122"/>
              <a:ea typeface="等线" panose="02010600030101010101" charset="-122"/>
              <a:cs typeface="Times New Roman" panose="02020603050405020304" pitchFamily="18" charset="0"/>
            </a:endParaRPr>
          </a:p>
        </p:txBody>
      </p:sp>
      <p:pic>
        <p:nvPicPr>
          <p:cNvPr id="8" name="图片 7"/>
          <p:cNvPicPr/>
          <p:nvPr/>
        </p:nvPicPr>
        <p:blipFill>
          <a:blip r:embed="rId4"/>
          <a:stretch>
            <a:fillRect/>
          </a:stretch>
        </p:blipFill>
        <p:spPr>
          <a:xfrm>
            <a:off x="572324" y="1435016"/>
            <a:ext cx="5274310" cy="1913255"/>
          </a:xfrm>
          <a:prstGeom prst="rect">
            <a:avLst/>
          </a:prstGeom>
        </p:spPr>
      </p:pic>
      <p:pic>
        <p:nvPicPr>
          <p:cNvPr id="9" name="图片 8"/>
          <p:cNvPicPr/>
          <p:nvPr/>
        </p:nvPicPr>
        <p:blipFill>
          <a:blip r:embed="rId5"/>
          <a:stretch>
            <a:fillRect/>
          </a:stretch>
        </p:blipFill>
        <p:spPr>
          <a:xfrm>
            <a:off x="1389899" y="1924785"/>
            <a:ext cx="5274310" cy="1821180"/>
          </a:xfrm>
          <a:prstGeom prst="rect">
            <a:avLst/>
          </a:prstGeom>
        </p:spPr>
      </p:pic>
      <p:pic>
        <p:nvPicPr>
          <p:cNvPr id="10" name="图片 9"/>
          <p:cNvPicPr/>
          <p:nvPr/>
        </p:nvPicPr>
        <p:blipFill>
          <a:blip r:embed="rId5"/>
          <a:stretch>
            <a:fillRect/>
          </a:stretch>
        </p:blipFill>
        <p:spPr>
          <a:xfrm>
            <a:off x="2207474" y="2403134"/>
            <a:ext cx="5274310" cy="1821180"/>
          </a:xfrm>
          <a:prstGeom prst="rect">
            <a:avLst/>
          </a:prstGeom>
        </p:spPr>
      </p:pic>
      <p:pic>
        <p:nvPicPr>
          <p:cNvPr id="11" name="图片 10"/>
          <p:cNvPicPr/>
          <p:nvPr/>
        </p:nvPicPr>
        <p:blipFill>
          <a:blip r:embed="rId6"/>
          <a:stretch>
            <a:fillRect/>
          </a:stretch>
        </p:blipFill>
        <p:spPr>
          <a:xfrm>
            <a:off x="2928290" y="2988377"/>
            <a:ext cx="5274310" cy="1694180"/>
          </a:xfrm>
          <a:prstGeom prst="rect">
            <a:avLst/>
          </a:prstGeom>
        </p:spPr>
      </p:pic>
      <p:pic>
        <p:nvPicPr>
          <p:cNvPr id="12" name="图片 11"/>
          <p:cNvPicPr/>
          <p:nvPr/>
        </p:nvPicPr>
        <p:blipFill>
          <a:blip r:embed="rId7"/>
          <a:stretch>
            <a:fillRect/>
          </a:stretch>
        </p:blipFill>
        <p:spPr>
          <a:xfrm>
            <a:off x="3728939" y="3630314"/>
            <a:ext cx="5274310" cy="1522730"/>
          </a:xfrm>
          <a:prstGeom prst="rect">
            <a:avLst/>
          </a:prstGeom>
        </p:spPr>
      </p:pic>
      <p:pic>
        <p:nvPicPr>
          <p:cNvPr id="13" name="图片 12"/>
          <p:cNvPicPr/>
          <p:nvPr/>
        </p:nvPicPr>
        <p:blipFill>
          <a:blip r:embed="rId8"/>
          <a:stretch>
            <a:fillRect/>
          </a:stretch>
        </p:blipFill>
        <p:spPr>
          <a:xfrm>
            <a:off x="4803140" y="4204577"/>
            <a:ext cx="5274310" cy="1884045"/>
          </a:xfrm>
          <a:prstGeom prst="rect">
            <a:avLst/>
          </a:prstGeom>
        </p:spPr>
      </p:pic>
      <p:pic>
        <p:nvPicPr>
          <p:cNvPr id="14" name="图片 13"/>
          <p:cNvPicPr/>
          <p:nvPr/>
        </p:nvPicPr>
        <p:blipFill>
          <a:blip r:embed="rId9"/>
          <a:stretch>
            <a:fillRect/>
          </a:stretch>
        </p:blipFill>
        <p:spPr>
          <a:xfrm>
            <a:off x="6366094" y="4782190"/>
            <a:ext cx="5274310" cy="190754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5182946"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边界测试</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3" name="矩形 2"/>
          <p:cNvSpPr/>
          <p:nvPr/>
        </p:nvSpPr>
        <p:spPr>
          <a:xfrm>
            <a:off x="812800" y="1393946"/>
            <a:ext cx="6096000" cy="461665"/>
          </a:xfrm>
          <a:prstGeom prst="rect">
            <a:avLst/>
          </a:prstGeom>
        </p:spPr>
        <p:txBody>
          <a:bodyPr>
            <a:spAutoFit/>
          </a:bodyPr>
          <a:lstStyle/>
          <a:p>
            <a:pPr algn="just">
              <a:spcAft>
                <a:spcPts val="0"/>
              </a:spcAft>
            </a:pPr>
            <a:r>
              <a:rPr lang="zh-CN" altLang="en-US" sz="2400" b="1" kern="100" dirty="0">
                <a:latin typeface="等线" panose="02010600030101010101" charset="-122"/>
                <a:ea typeface="等线" panose="02010600030101010101" charset="-122"/>
                <a:cs typeface="Times New Roman" panose="02020603050405020304" pitchFamily="18" charset="0"/>
              </a:rPr>
              <a:t>边界测试结果：</a:t>
            </a:r>
            <a:endParaRPr lang="zh-CN" altLang="zh-CN" sz="2400" b="1" kern="100" dirty="0">
              <a:latin typeface="等线" panose="02010600030101010101" charset="-122"/>
              <a:ea typeface="等线" panose="02010600030101010101" charset="-122"/>
              <a:cs typeface="Times New Roman" panose="02020603050405020304" pitchFamily="18" charset="0"/>
            </a:endParaRPr>
          </a:p>
        </p:txBody>
      </p:sp>
      <p:sp>
        <p:nvSpPr>
          <p:cNvPr id="2" name="矩形 1"/>
          <p:cNvSpPr/>
          <p:nvPr/>
        </p:nvSpPr>
        <p:spPr>
          <a:xfrm>
            <a:off x="812800" y="2245169"/>
            <a:ext cx="4812146" cy="1323439"/>
          </a:xfrm>
          <a:prstGeom prst="rect">
            <a:avLst/>
          </a:prstGeom>
        </p:spPr>
        <p:txBody>
          <a:bodyPr wrap="square">
            <a:spAutoFit/>
          </a:bodyPr>
          <a:lstStyle/>
          <a:p>
            <a:pPr marL="742950" lvl="1" indent="-285750" algn="just">
              <a:spcAft>
                <a:spcPts val="0"/>
              </a:spcAft>
              <a:buFont typeface="+mj-lt"/>
              <a:buAutoNum type="alphaUcPeriod"/>
            </a:pPr>
            <a:r>
              <a:rPr lang="zh-CN" altLang="zh-CN" sz="1600" kern="100" dirty="0">
                <a:latin typeface="等线" panose="02010600030101010101" charset="-122"/>
                <a:ea typeface="等线" panose="02010600030101010101" charset="-122"/>
                <a:cs typeface="Times New Roman" panose="02020603050405020304" pitchFamily="18" charset="0"/>
              </a:rPr>
              <a:t>上架商品为空或非空字段</a:t>
            </a:r>
            <a:r>
              <a:rPr lang="en-US" altLang="zh-CN" sz="1600" kern="100" dirty="0" err="1">
                <a:latin typeface="等线" panose="02010600030101010101" charset="-122"/>
                <a:ea typeface="等线" panose="02010600030101010101" charset="-122"/>
                <a:cs typeface="Times New Roman" panose="02020603050405020304" pitchFamily="18" charset="0"/>
              </a:rPr>
              <a:t>goods_sn</a:t>
            </a:r>
            <a:r>
              <a:rPr lang="zh-CN" altLang="zh-CN" sz="1600" kern="100" dirty="0">
                <a:latin typeface="等线" panose="02010600030101010101" charset="-122"/>
                <a:ea typeface="等线" panose="02010600030101010101" charset="-122"/>
                <a:cs typeface="Times New Roman" panose="02020603050405020304" pitchFamily="18" charset="0"/>
              </a:rPr>
              <a:t>和</a:t>
            </a:r>
            <a:r>
              <a:rPr lang="en-US" altLang="zh-CN" sz="1600" kern="100" dirty="0">
                <a:latin typeface="等线" panose="02010600030101010101" charset="-122"/>
                <a:ea typeface="等线" panose="02010600030101010101" charset="-122"/>
                <a:cs typeface="Times New Roman" panose="02020603050405020304" pitchFamily="18" charset="0"/>
              </a:rPr>
              <a:t>name</a:t>
            </a:r>
            <a:r>
              <a:rPr lang="zh-CN" altLang="zh-CN" sz="1600" kern="100" dirty="0">
                <a:latin typeface="等线" panose="02010600030101010101" charset="-122"/>
                <a:ea typeface="等线" panose="02010600030101010101" charset="-122"/>
                <a:cs typeface="Times New Roman" panose="02020603050405020304" pitchFamily="18" charset="0"/>
              </a:rPr>
              <a:t>为空，抛出空指针异常，代码中并没有对违法数据进行判断或对异常进行处理，不合理。</a:t>
            </a:r>
          </a:p>
          <a:p>
            <a:pPr indent="266700" algn="just">
              <a:spcAft>
                <a:spcPts val="0"/>
              </a:spcAft>
            </a:pPr>
            <a:r>
              <a:rPr lang="zh-CN" altLang="zh-CN" sz="1600" kern="100" dirty="0">
                <a:latin typeface="等线" panose="02010600030101010101" charset="-122"/>
                <a:ea typeface="等线" panose="02010600030101010101" charset="-122"/>
                <a:cs typeface="Times New Roman" panose="02020603050405020304" pitchFamily="18" charset="0"/>
              </a:rPr>
              <a:t>建议：对于违法数据，应该进行相应判断，并返回对应错误码。</a:t>
            </a:r>
            <a:endParaRPr lang="zh-CN" altLang="zh-CN" sz="1600" kern="100" dirty="0">
              <a:effectLst/>
              <a:latin typeface="等线" panose="02010600030101010101" charset="-122"/>
              <a:ea typeface="等线" panose="02010600030101010101" charset="-122"/>
              <a:cs typeface="Times New Roman" panose="02020603050405020304" pitchFamily="18" charset="0"/>
            </a:endParaRPr>
          </a:p>
        </p:txBody>
      </p:sp>
      <p:pic>
        <p:nvPicPr>
          <p:cNvPr id="15" name="图片 14"/>
          <p:cNvPicPr/>
          <p:nvPr/>
        </p:nvPicPr>
        <p:blipFill>
          <a:blip r:embed="rId4"/>
          <a:stretch>
            <a:fillRect/>
          </a:stretch>
        </p:blipFill>
        <p:spPr>
          <a:xfrm>
            <a:off x="1496943" y="4295391"/>
            <a:ext cx="4046220" cy="906780"/>
          </a:xfrm>
          <a:prstGeom prst="rect">
            <a:avLst/>
          </a:prstGeom>
        </p:spPr>
      </p:pic>
      <p:pic>
        <p:nvPicPr>
          <p:cNvPr id="16" name="图片 15"/>
          <p:cNvPicPr/>
          <p:nvPr/>
        </p:nvPicPr>
        <p:blipFill>
          <a:blip r:embed="rId5"/>
          <a:stretch>
            <a:fillRect/>
          </a:stretch>
        </p:blipFill>
        <p:spPr>
          <a:xfrm>
            <a:off x="6783936" y="4055155"/>
            <a:ext cx="5274310" cy="1570355"/>
          </a:xfrm>
          <a:prstGeom prst="rect">
            <a:avLst/>
          </a:prstGeom>
        </p:spPr>
      </p:pic>
      <p:sp>
        <p:nvSpPr>
          <p:cNvPr id="4" name="矩形 3"/>
          <p:cNvSpPr/>
          <p:nvPr/>
        </p:nvSpPr>
        <p:spPr>
          <a:xfrm>
            <a:off x="6308437" y="2199058"/>
            <a:ext cx="5126181" cy="1077218"/>
          </a:xfrm>
          <a:prstGeom prst="rect">
            <a:avLst/>
          </a:prstGeom>
        </p:spPr>
        <p:txBody>
          <a:bodyPr wrap="square">
            <a:spAutoFit/>
          </a:bodyPr>
          <a:lstStyle/>
          <a:p>
            <a:pPr lvl="1" algn="just">
              <a:spcAft>
                <a:spcPts val="0"/>
              </a:spcAft>
            </a:pPr>
            <a:r>
              <a:rPr lang="en-US" altLang="zh-CN" sz="1600" kern="100" dirty="0">
                <a:latin typeface="等线" panose="02010600030101010101" charset="-122"/>
                <a:ea typeface="等线" panose="02010600030101010101" charset="-122"/>
                <a:cs typeface="Times New Roman" panose="02020603050405020304" pitchFamily="18" charset="0"/>
              </a:rPr>
              <a:t>B) </a:t>
            </a:r>
            <a:r>
              <a:rPr lang="zh-CN" altLang="zh-CN" sz="1600" kern="100" dirty="0">
                <a:latin typeface="等线" panose="02010600030101010101" charset="-122"/>
                <a:ea typeface="等线" panose="02010600030101010101" charset="-122"/>
                <a:cs typeface="Times New Roman" panose="02020603050405020304" pitchFamily="18" charset="0"/>
              </a:rPr>
              <a:t>当</a:t>
            </a:r>
            <a:r>
              <a:rPr lang="en-US" altLang="zh-CN" sz="1600" kern="100" dirty="0" err="1">
                <a:latin typeface="等线" panose="02010600030101010101" charset="-122"/>
                <a:ea typeface="等线" panose="02010600030101010101" charset="-122"/>
                <a:cs typeface="Times New Roman" panose="02020603050405020304" pitchFamily="18" charset="0"/>
              </a:rPr>
              <a:t>goodsn</a:t>
            </a:r>
            <a:r>
              <a:rPr lang="en-US" altLang="zh-CN" sz="1600" kern="100" dirty="0">
                <a:latin typeface="等线" panose="02010600030101010101" charset="-122"/>
                <a:ea typeface="等线" panose="02010600030101010101" charset="-122"/>
                <a:cs typeface="Times New Roman" panose="02020603050405020304" pitchFamily="18" charset="0"/>
              </a:rPr>
              <a:t>(</a:t>
            </a:r>
            <a:r>
              <a:rPr lang="zh-CN" altLang="zh-CN" sz="1600" kern="100" dirty="0">
                <a:latin typeface="等线" panose="02010600030101010101" charset="-122"/>
                <a:ea typeface="等线" panose="02010600030101010101" charset="-122"/>
                <a:cs typeface="Times New Roman" panose="02020603050405020304" pitchFamily="18" charset="0"/>
              </a:rPr>
              <a:t>商品编号</a:t>
            </a:r>
            <a:r>
              <a:rPr lang="en-US" altLang="zh-CN" sz="1600" kern="100" dirty="0">
                <a:latin typeface="等线" panose="02010600030101010101" charset="-122"/>
                <a:ea typeface="等线" panose="02010600030101010101" charset="-122"/>
                <a:cs typeface="Times New Roman" panose="02020603050405020304" pitchFamily="18" charset="0"/>
              </a:rPr>
              <a:t>)</a:t>
            </a:r>
            <a:r>
              <a:rPr lang="zh-CN" altLang="zh-CN" sz="1600" kern="100" dirty="0">
                <a:latin typeface="等线" panose="02010600030101010101" charset="-122"/>
                <a:ea typeface="等线" panose="02010600030101010101" charset="-122"/>
                <a:cs typeface="Times New Roman" panose="02020603050405020304" pitchFamily="18" charset="0"/>
              </a:rPr>
              <a:t>为中文时，也可以创建成功，说明并没有对数据的合法性进行校验，当名字为数字时，同样可以上架成功，没有进行数据合法性判断。</a:t>
            </a:r>
            <a:endParaRPr lang="zh-CN" altLang="zh-CN" sz="1600" kern="100" dirty="0">
              <a:effectLst/>
              <a:latin typeface="等线" panose="02010600030101010101" charset="-122"/>
              <a:ea typeface="等线" panose="02010600030101010101" charset="-122"/>
              <a:cs typeface="Times New Roman" panose="02020603050405020304"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5182934"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效能测试</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8" name="图片 7"/>
          <p:cNvPicPr/>
          <p:nvPr/>
        </p:nvPicPr>
        <p:blipFill>
          <a:blip r:embed="rId4" cstate="print">
            <a:extLst>
              <a:ext uri="{28A0092B-C50C-407E-A947-70E740481C1C}">
                <a14:useLocalDpi xmlns:a14="http://schemas.microsoft.com/office/drawing/2010/main" val="0"/>
              </a:ext>
            </a:extLst>
          </a:blip>
          <a:stretch>
            <a:fillRect/>
          </a:stretch>
        </p:blipFill>
        <p:spPr>
          <a:xfrm>
            <a:off x="2622955" y="1922318"/>
            <a:ext cx="7079846" cy="4219864"/>
          </a:xfrm>
          <a:prstGeom prst="rect">
            <a:avLst/>
          </a:prstGeom>
        </p:spPr>
      </p:pic>
      <p:sp>
        <p:nvSpPr>
          <p:cNvPr id="2" name="文本框 1"/>
          <p:cNvSpPr txBox="1"/>
          <p:nvPr/>
        </p:nvSpPr>
        <p:spPr>
          <a:xfrm>
            <a:off x="849745" y="1283854"/>
            <a:ext cx="2339102" cy="461665"/>
          </a:xfrm>
          <a:prstGeom prst="rect">
            <a:avLst/>
          </a:prstGeom>
          <a:noFill/>
        </p:spPr>
        <p:txBody>
          <a:bodyPr wrap="none" rtlCol="0">
            <a:spAutoFit/>
          </a:bodyPr>
          <a:lstStyle/>
          <a:p>
            <a:r>
              <a:rPr lang="zh-CN" altLang="en-US" sz="2400" dirty="0"/>
              <a:t>内存泄露测试：</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5182934"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效能测试</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849745" y="1283854"/>
            <a:ext cx="2355132" cy="461665"/>
          </a:xfrm>
          <a:prstGeom prst="rect">
            <a:avLst/>
          </a:prstGeom>
          <a:noFill/>
        </p:spPr>
        <p:txBody>
          <a:bodyPr wrap="none" rtlCol="0">
            <a:spAutoFit/>
          </a:bodyPr>
          <a:lstStyle/>
          <a:p>
            <a:r>
              <a:rPr lang="zh-CN" altLang="en-US" sz="2400" dirty="0"/>
              <a:t>运行 </a:t>
            </a:r>
            <a:r>
              <a:rPr lang="en-US" altLang="zh-CN" sz="2400" dirty="0"/>
              <a:t>GC </a:t>
            </a:r>
            <a:r>
              <a:rPr lang="zh-CN" altLang="en-US" sz="2400" dirty="0"/>
              <a:t>过后：</a:t>
            </a:r>
          </a:p>
        </p:txBody>
      </p:sp>
      <p:pic>
        <p:nvPicPr>
          <p:cNvPr id="9" name="图片 8"/>
          <p:cNvPicPr/>
          <p:nvPr/>
        </p:nvPicPr>
        <p:blipFill>
          <a:blip r:embed="rId4" cstate="print">
            <a:extLst>
              <a:ext uri="{28A0092B-C50C-407E-A947-70E740481C1C}">
                <a14:useLocalDpi xmlns:a14="http://schemas.microsoft.com/office/drawing/2010/main" val="0"/>
              </a:ext>
            </a:extLst>
          </a:blip>
          <a:stretch>
            <a:fillRect/>
          </a:stretch>
        </p:blipFill>
        <p:spPr>
          <a:xfrm>
            <a:off x="2784590" y="2116545"/>
            <a:ext cx="6802755" cy="3776807"/>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5182934"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效能测试</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8" name="图片 7" descr="C:\Users\DELL\Desktop\软件测试\创建课程1.png"/>
          <p:cNvPicPr/>
          <p:nvPr/>
        </p:nvPicPr>
        <p:blipFill>
          <a:blip r:embed="rId4" cstate="print">
            <a:extLst>
              <a:ext uri="{28A0092B-C50C-407E-A947-70E740481C1C}">
                <a14:useLocalDpi xmlns:a14="http://schemas.microsoft.com/office/drawing/2010/main" val="0"/>
              </a:ext>
            </a:extLst>
          </a:blip>
          <a:srcRect/>
          <a:stretch>
            <a:fillRect/>
          </a:stretch>
        </p:blipFill>
        <p:spPr>
          <a:xfrm>
            <a:off x="530397" y="1393946"/>
            <a:ext cx="4106256" cy="2375036"/>
          </a:xfrm>
          <a:prstGeom prst="rect">
            <a:avLst/>
          </a:prstGeom>
          <a:noFill/>
          <a:ln>
            <a:noFill/>
          </a:ln>
        </p:spPr>
      </p:pic>
      <p:pic>
        <p:nvPicPr>
          <p:cNvPr id="10" name="图片 9" descr="C:\Users\DELL\Desktop\软件测试\新建课程2.png"/>
          <p:cNvPicPr/>
          <p:nvPr/>
        </p:nvPicPr>
        <p:blipFill>
          <a:blip r:embed="rId5" cstate="print">
            <a:extLst>
              <a:ext uri="{28A0092B-C50C-407E-A947-70E740481C1C}">
                <a14:useLocalDpi xmlns:a14="http://schemas.microsoft.com/office/drawing/2010/main" val="0"/>
              </a:ext>
            </a:extLst>
          </a:blip>
          <a:srcRect/>
          <a:stretch>
            <a:fillRect/>
          </a:stretch>
        </p:blipFill>
        <p:spPr>
          <a:xfrm>
            <a:off x="5988626" y="1393946"/>
            <a:ext cx="4402283" cy="2375036"/>
          </a:xfrm>
          <a:prstGeom prst="rect">
            <a:avLst/>
          </a:prstGeom>
          <a:noFill/>
          <a:ln>
            <a:noFill/>
          </a:ln>
        </p:spPr>
      </p:pic>
      <p:pic>
        <p:nvPicPr>
          <p:cNvPr id="11" name="图片 10" descr="C:\Users\DELL\Desktop\软件测试\讨论课报名1.png"/>
          <p:cNvPicPr/>
          <p:nvPr/>
        </p:nvPicPr>
        <p:blipFill>
          <a:blip r:embed="rId6" cstate="print">
            <a:extLst>
              <a:ext uri="{28A0092B-C50C-407E-A947-70E740481C1C}">
                <a14:useLocalDpi xmlns:a14="http://schemas.microsoft.com/office/drawing/2010/main" val="0"/>
              </a:ext>
            </a:extLst>
          </a:blip>
          <a:srcRect/>
          <a:stretch>
            <a:fillRect/>
          </a:stretch>
        </p:blipFill>
        <p:spPr>
          <a:xfrm>
            <a:off x="960580" y="2253673"/>
            <a:ext cx="4270662" cy="2392218"/>
          </a:xfrm>
          <a:prstGeom prst="rect">
            <a:avLst/>
          </a:prstGeom>
          <a:noFill/>
          <a:ln>
            <a:noFill/>
          </a:ln>
        </p:spPr>
      </p:pic>
      <p:pic>
        <p:nvPicPr>
          <p:cNvPr id="12" name="图片 11" descr="C:\Users\DELL\Desktop\软件测试\讨论课报名2.png"/>
          <p:cNvPicPr/>
          <p:nvPr/>
        </p:nvPicPr>
        <p:blipFill>
          <a:blip r:embed="rId7" cstate="print">
            <a:extLst>
              <a:ext uri="{28A0092B-C50C-407E-A947-70E740481C1C}">
                <a14:useLocalDpi xmlns:a14="http://schemas.microsoft.com/office/drawing/2010/main" val="0"/>
              </a:ext>
            </a:extLst>
          </a:blip>
          <a:srcRect/>
          <a:stretch>
            <a:fillRect/>
          </a:stretch>
        </p:blipFill>
        <p:spPr>
          <a:xfrm>
            <a:off x="6424070" y="2253673"/>
            <a:ext cx="4668804" cy="2392218"/>
          </a:xfrm>
          <a:prstGeom prst="rect">
            <a:avLst/>
          </a:prstGeom>
          <a:noFill/>
          <a:ln>
            <a:noFill/>
          </a:ln>
        </p:spPr>
      </p:pic>
      <p:pic>
        <p:nvPicPr>
          <p:cNvPr id="13" name="图片 12" descr="C:\Users\DELL\Desktop\软件测试\取消报名1.png"/>
          <p:cNvPicPr/>
          <p:nvPr/>
        </p:nvPicPr>
        <p:blipFill>
          <a:blip r:embed="rId8" cstate="print">
            <a:extLst>
              <a:ext uri="{28A0092B-C50C-407E-A947-70E740481C1C}">
                <a14:useLocalDpi xmlns:a14="http://schemas.microsoft.com/office/drawing/2010/main" val="0"/>
              </a:ext>
            </a:extLst>
          </a:blip>
          <a:srcRect/>
          <a:stretch>
            <a:fillRect/>
          </a:stretch>
        </p:blipFill>
        <p:spPr>
          <a:xfrm>
            <a:off x="1482899" y="3006258"/>
            <a:ext cx="4346582" cy="2499360"/>
          </a:xfrm>
          <a:prstGeom prst="rect">
            <a:avLst/>
          </a:prstGeom>
          <a:noFill/>
          <a:ln>
            <a:noFill/>
          </a:ln>
        </p:spPr>
      </p:pic>
      <p:pic>
        <p:nvPicPr>
          <p:cNvPr id="14" name="图片 13" descr="C:\Users\DELL\Desktop\软件测试\取消报名2.png"/>
          <p:cNvPicPr/>
          <p:nvPr/>
        </p:nvPicPr>
        <p:blipFill>
          <a:blip r:embed="rId9" cstate="print">
            <a:extLst>
              <a:ext uri="{28A0092B-C50C-407E-A947-70E740481C1C}">
                <a14:useLocalDpi xmlns:a14="http://schemas.microsoft.com/office/drawing/2010/main" val="0"/>
              </a:ext>
            </a:extLst>
          </a:blip>
          <a:srcRect/>
          <a:stretch>
            <a:fillRect/>
          </a:stretch>
        </p:blipFill>
        <p:spPr>
          <a:xfrm>
            <a:off x="6907129" y="2942805"/>
            <a:ext cx="4621189" cy="2562813"/>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5182936"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其他指标</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849745" y="1283854"/>
            <a:ext cx="1723549" cy="461665"/>
          </a:xfrm>
          <a:prstGeom prst="rect">
            <a:avLst/>
          </a:prstGeom>
          <a:noFill/>
        </p:spPr>
        <p:txBody>
          <a:bodyPr wrap="none" rtlCol="0">
            <a:spAutoFit/>
          </a:bodyPr>
          <a:lstStyle/>
          <a:p>
            <a:r>
              <a:rPr lang="zh-CN" altLang="en-US" sz="2400" dirty="0"/>
              <a:t>刚运行时：</a:t>
            </a:r>
          </a:p>
        </p:txBody>
      </p:sp>
      <p:pic>
        <p:nvPicPr>
          <p:cNvPr id="9" name="图片 8"/>
          <p:cNvPicPr/>
          <p:nvPr/>
        </p:nvPicPr>
        <p:blipFill>
          <a:blip r:embed="rId4"/>
          <a:stretch>
            <a:fillRect/>
          </a:stretch>
        </p:blipFill>
        <p:spPr>
          <a:xfrm>
            <a:off x="2782363" y="1957956"/>
            <a:ext cx="6675673" cy="4230408"/>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5182936"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其他指标</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849745" y="1283854"/>
            <a:ext cx="1723549" cy="461665"/>
          </a:xfrm>
          <a:prstGeom prst="rect">
            <a:avLst/>
          </a:prstGeom>
          <a:noFill/>
        </p:spPr>
        <p:txBody>
          <a:bodyPr wrap="none" rtlCol="0">
            <a:spAutoFit/>
          </a:bodyPr>
          <a:lstStyle/>
          <a:p>
            <a:r>
              <a:rPr lang="zh-CN" altLang="en-US" sz="2400" dirty="0"/>
              <a:t>平稳过后：</a:t>
            </a:r>
          </a:p>
        </p:txBody>
      </p:sp>
      <p:pic>
        <p:nvPicPr>
          <p:cNvPr id="8" name="图片 7"/>
          <p:cNvPicPr/>
          <p:nvPr/>
        </p:nvPicPr>
        <p:blipFill>
          <a:blip r:embed="rId4"/>
          <a:stretch>
            <a:fillRect/>
          </a:stretch>
        </p:blipFill>
        <p:spPr>
          <a:xfrm>
            <a:off x="1288299" y="2017654"/>
            <a:ext cx="5537373" cy="4327728"/>
          </a:xfrm>
          <a:prstGeom prst="rect">
            <a:avLst/>
          </a:prstGeom>
        </p:spPr>
      </p:pic>
      <p:sp>
        <p:nvSpPr>
          <p:cNvPr id="3" name="矩形 2"/>
          <p:cNvSpPr/>
          <p:nvPr/>
        </p:nvSpPr>
        <p:spPr>
          <a:xfrm>
            <a:off x="7398327" y="2561008"/>
            <a:ext cx="4017818" cy="2622769"/>
          </a:xfrm>
          <a:prstGeom prst="rect">
            <a:avLst/>
          </a:prstGeom>
        </p:spPr>
        <p:txBody>
          <a:bodyPr wrap="square">
            <a:spAutoFit/>
          </a:bodyPr>
          <a:lstStyle/>
          <a:p>
            <a:pPr algn="just">
              <a:lnSpc>
                <a:spcPct val="115000"/>
              </a:lnSpc>
              <a:spcAft>
                <a:spcPts val="0"/>
              </a:spcAft>
            </a:pPr>
            <a:r>
              <a:rPr lang="zh-CN" altLang="en-US" kern="100" dirty="0">
                <a:latin typeface="等线" panose="02010600030101010101" charset="-122"/>
                <a:ea typeface="等线" panose="02010600030101010101" charset="-122"/>
                <a:cs typeface="Times New Roman" panose="02020603050405020304" pitchFamily="18" charset="0"/>
              </a:rPr>
              <a:t>管理员新增商品功能：</a:t>
            </a:r>
            <a:endParaRPr lang="en-US" altLang="zh-CN" kern="100" dirty="0">
              <a:latin typeface="等线" panose="02010600030101010101" charset="-122"/>
              <a:ea typeface="等线" panose="02010600030101010101" charset="-122"/>
              <a:cs typeface="Times New Roman" panose="02020603050405020304" pitchFamily="18" charset="0"/>
            </a:endParaRPr>
          </a:p>
          <a:p>
            <a:pPr algn="just">
              <a:lnSpc>
                <a:spcPct val="115000"/>
              </a:lnSpc>
              <a:spcAft>
                <a:spcPts val="0"/>
              </a:spcAft>
            </a:pPr>
            <a:endParaRPr lang="en-US" altLang="zh-CN" kern="100" dirty="0">
              <a:latin typeface="等线" panose="02010600030101010101" charset="-122"/>
              <a:ea typeface="等线" panose="02010600030101010101" charset="-122"/>
              <a:cs typeface="Times New Roman" panose="02020603050405020304" pitchFamily="18" charset="0"/>
            </a:endParaRPr>
          </a:p>
          <a:p>
            <a:pPr algn="just">
              <a:lnSpc>
                <a:spcPct val="115000"/>
              </a:lnSpc>
              <a:spcAft>
                <a:spcPts val="0"/>
              </a:spcAft>
            </a:pPr>
            <a:r>
              <a:rPr lang="zh-CN" altLang="zh-CN" kern="100" dirty="0">
                <a:latin typeface="等线" panose="02010600030101010101" charset="-122"/>
                <a:ea typeface="等线" panose="02010600030101010101" charset="-122"/>
                <a:cs typeface="Times New Roman" panose="02020603050405020304" pitchFamily="18" charset="0"/>
              </a:rPr>
              <a:t>如上图所示，红色线为测试该功能前做出的标记，可以看到，内存开销很小，线程部分没有红色说明没有线程阻塞，在</a:t>
            </a:r>
            <a:r>
              <a:rPr lang="en-US" altLang="zh-CN" kern="100" dirty="0">
                <a:latin typeface="等线" panose="02010600030101010101" charset="-122"/>
                <a:ea typeface="等线" panose="02010600030101010101" charset="-122"/>
                <a:cs typeface="Times New Roman" panose="02020603050405020304" pitchFamily="18" charset="0"/>
              </a:rPr>
              <a:t>CPU</a:t>
            </a:r>
            <a:r>
              <a:rPr lang="zh-CN" altLang="zh-CN" kern="100" dirty="0">
                <a:latin typeface="等线" panose="02010600030101010101" charset="-122"/>
                <a:ea typeface="等线" panose="02010600030101010101" charset="-122"/>
                <a:cs typeface="Times New Roman" panose="02020603050405020304" pitchFamily="18" charset="0"/>
              </a:rPr>
              <a:t>运行部分，总</a:t>
            </a:r>
            <a:r>
              <a:rPr lang="en-US" altLang="zh-CN" kern="100" dirty="0">
                <a:latin typeface="等线" panose="02010600030101010101" charset="-122"/>
                <a:ea typeface="等线" panose="02010600030101010101" charset="-122"/>
                <a:cs typeface="Times New Roman" panose="02020603050405020304" pitchFamily="18" charset="0"/>
              </a:rPr>
              <a:t>CPU</a:t>
            </a:r>
            <a:r>
              <a:rPr lang="zh-CN" altLang="zh-CN" kern="100" dirty="0">
                <a:latin typeface="等线" panose="02010600030101010101" charset="-122"/>
                <a:ea typeface="等线" panose="02010600030101010101" charset="-122"/>
                <a:cs typeface="Times New Roman" panose="02020603050405020304" pitchFamily="18" charset="0"/>
              </a:rPr>
              <a:t>使用率较高，但该功能所占比例只有</a:t>
            </a:r>
            <a:r>
              <a:rPr lang="en-US" altLang="zh-CN" kern="100" dirty="0">
                <a:latin typeface="等线" panose="02010600030101010101" charset="-122"/>
                <a:ea typeface="等线" panose="02010600030101010101" charset="-122"/>
                <a:cs typeface="Times New Roman" panose="02020603050405020304" pitchFamily="18" charset="0"/>
              </a:rPr>
              <a:t>4.28%</a:t>
            </a:r>
            <a:r>
              <a:rPr lang="zh-CN" altLang="zh-CN" kern="100" dirty="0">
                <a:latin typeface="等线" panose="02010600030101010101" charset="-122"/>
                <a:ea typeface="等线" panose="02010600030101010101" charset="-122"/>
                <a:cs typeface="Times New Roman" panose="02020603050405020304" pitchFamily="18" charset="0"/>
              </a:rPr>
              <a:t>，还是符合要求的。</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直接连接符 7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5182936"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其他指标</a:t>
            </a:r>
          </a:p>
        </p:txBody>
      </p:sp>
      <p:sp>
        <p:nvSpPr>
          <p:cNvPr id="77" name="文本框 7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849745" y="1283854"/>
            <a:ext cx="2468946" cy="461665"/>
          </a:xfrm>
          <a:prstGeom prst="rect">
            <a:avLst/>
          </a:prstGeom>
          <a:noFill/>
        </p:spPr>
        <p:txBody>
          <a:bodyPr wrap="none" rtlCol="0">
            <a:spAutoFit/>
          </a:bodyPr>
          <a:lstStyle/>
          <a:p>
            <a:r>
              <a:rPr lang="en-US" altLang="zh-CN" sz="2400" dirty="0"/>
              <a:t>CPU</a:t>
            </a:r>
            <a:r>
              <a:rPr lang="zh-CN" altLang="en-US" sz="2400" dirty="0"/>
              <a:t>性能分析：</a:t>
            </a:r>
          </a:p>
        </p:txBody>
      </p:sp>
      <p:sp>
        <p:nvSpPr>
          <p:cNvPr id="3" name="矩形 2"/>
          <p:cNvSpPr/>
          <p:nvPr/>
        </p:nvSpPr>
        <p:spPr>
          <a:xfrm>
            <a:off x="7398327" y="2561008"/>
            <a:ext cx="4017818" cy="2322174"/>
          </a:xfrm>
          <a:prstGeom prst="rect">
            <a:avLst/>
          </a:prstGeom>
        </p:spPr>
        <p:txBody>
          <a:bodyPr wrap="square">
            <a:spAutoFit/>
          </a:bodyPr>
          <a:lstStyle/>
          <a:p>
            <a:pPr algn="just">
              <a:lnSpc>
                <a:spcPct val="115000"/>
              </a:lnSpc>
              <a:spcAft>
                <a:spcPts val="0"/>
              </a:spcAft>
            </a:pPr>
            <a:r>
              <a:rPr lang="zh-CN" altLang="en-US" kern="100" dirty="0">
                <a:latin typeface="等线" panose="02010600030101010101" charset="-122"/>
                <a:ea typeface="等线" panose="02010600030101010101" charset="-122"/>
                <a:cs typeface="Times New Roman" panose="02020603050405020304" pitchFamily="18" charset="0"/>
              </a:rPr>
              <a:t>其他功能：</a:t>
            </a:r>
            <a:endParaRPr lang="en-US" altLang="zh-CN" kern="100" dirty="0">
              <a:latin typeface="等线" panose="02010600030101010101" charset="-122"/>
              <a:ea typeface="等线" panose="02010600030101010101" charset="-122"/>
              <a:cs typeface="Times New Roman" panose="02020603050405020304" pitchFamily="18" charset="0"/>
            </a:endParaRPr>
          </a:p>
          <a:p>
            <a:pPr algn="just">
              <a:lnSpc>
                <a:spcPct val="115000"/>
              </a:lnSpc>
              <a:spcAft>
                <a:spcPts val="0"/>
              </a:spcAft>
            </a:pPr>
            <a:endParaRPr lang="en-US" altLang="zh-CN" kern="100" dirty="0">
              <a:latin typeface="等线" panose="02010600030101010101" charset="-122"/>
              <a:ea typeface="等线" panose="02010600030101010101" charset="-122"/>
              <a:cs typeface="Times New Roman" panose="02020603050405020304" pitchFamily="18" charset="0"/>
            </a:endParaRPr>
          </a:p>
          <a:p>
            <a:pPr algn="just">
              <a:lnSpc>
                <a:spcPct val="115000"/>
              </a:lnSpc>
              <a:spcAft>
                <a:spcPts val="0"/>
              </a:spcAft>
            </a:pPr>
            <a:r>
              <a:rPr lang="zh-CN" altLang="zh-CN" kern="100" dirty="0">
                <a:latin typeface="等线" panose="02010600030101010101" charset="-122"/>
                <a:ea typeface="等线" panose="02010600030101010101" charset="-122"/>
                <a:cs typeface="Times New Roman" panose="02020603050405020304" pitchFamily="18" charset="0"/>
              </a:rPr>
              <a:t>如上图所示，红色线为测试该功能前做出的标记</a:t>
            </a:r>
            <a:endParaRPr lang="en-US" altLang="zh-CN" kern="100" dirty="0">
              <a:latin typeface="等线" panose="02010600030101010101" charset="-122"/>
              <a:ea typeface="等线" panose="02010600030101010101" charset="-122"/>
              <a:cs typeface="Times New Roman" panose="02020603050405020304" pitchFamily="18" charset="0"/>
            </a:endParaRPr>
          </a:p>
          <a:p>
            <a:pPr algn="just">
              <a:lnSpc>
                <a:spcPct val="115000"/>
              </a:lnSpc>
              <a:spcAft>
                <a:spcPts val="0"/>
              </a:spcAft>
            </a:pPr>
            <a:r>
              <a:rPr lang="zh-CN" altLang="en-US" kern="100" dirty="0">
                <a:latin typeface="等线" panose="02010600030101010101" charset="-122"/>
                <a:ea typeface="等线" panose="02010600030101010101" charset="-122"/>
                <a:cs typeface="Times New Roman" panose="02020603050405020304" pitchFamily="18" charset="0"/>
              </a:rPr>
              <a:t>       在运行不同功能时分析他们对应使用的</a:t>
            </a:r>
            <a:r>
              <a:rPr lang="en-US" altLang="zh-CN" kern="100" dirty="0">
                <a:latin typeface="等线" panose="02010600030101010101" charset="-122"/>
                <a:ea typeface="等线" panose="02010600030101010101" charset="-122"/>
                <a:cs typeface="Times New Roman" panose="02020603050405020304" pitchFamily="18" charset="0"/>
              </a:rPr>
              <a:t>CPU</a:t>
            </a:r>
            <a:r>
              <a:rPr lang="zh-CN" altLang="en-US" kern="100" dirty="0">
                <a:latin typeface="等线" panose="02010600030101010101" charset="-122"/>
                <a:ea typeface="等线" panose="02010600030101010101" charset="-122"/>
                <a:cs typeface="Times New Roman" panose="02020603050405020304" pitchFamily="18" charset="0"/>
              </a:rPr>
              <a:t>占比，发现均未占用过多</a:t>
            </a:r>
            <a:r>
              <a:rPr lang="en-US" altLang="zh-CN" kern="100" dirty="0">
                <a:latin typeface="等线" panose="02010600030101010101" charset="-122"/>
                <a:ea typeface="等线" panose="02010600030101010101" charset="-122"/>
                <a:cs typeface="Times New Roman" panose="02020603050405020304" pitchFamily="18" charset="0"/>
              </a:rPr>
              <a:t>CPU</a:t>
            </a:r>
            <a:r>
              <a:rPr lang="zh-CN" altLang="en-US" kern="100" dirty="0">
                <a:latin typeface="等线" panose="02010600030101010101" charset="-122"/>
                <a:ea typeface="等线" panose="02010600030101010101" charset="-122"/>
                <a:cs typeface="Times New Roman" panose="02020603050405020304" pitchFamily="18" charset="0"/>
              </a:rPr>
              <a:t>性能，可以认为表现良好</a:t>
            </a:r>
            <a:endParaRPr lang="zh-CN" altLang="zh-CN" kern="100" dirty="0">
              <a:latin typeface="等线" panose="02010600030101010101" charset="-122"/>
              <a:ea typeface="等线" panose="02010600030101010101" charset="-122"/>
              <a:cs typeface="Times New Roman" panose="02020603050405020304" pitchFamily="18" charset="0"/>
            </a:endParaRPr>
          </a:p>
        </p:txBody>
      </p:sp>
      <p:pic>
        <p:nvPicPr>
          <p:cNvPr id="4" name="图片 3"/>
          <p:cNvPicPr>
            <a:picLocks noChangeAspect="1"/>
          </p:cNvPicPr>
          <p:nvPr/>
        </p:nvPicPr>
        <p:blipFill>
          <a:blip r:embed="rId4"/>
          <a:stretch>
            <a:fillRect/>
          </a:stretch>
        </p:blipFill>
        <p:spPr>
          <a:xfrm>
            <a:off x="494781" y="3520328"/>
            <a:ext cx="6584251" cy="1493649"/>
          </a:xfrm>
          <a:prstGeom prst="rect">
            <a:avLst/>
          </a:prstGeom>
        </p:spPr>
      </p:pic>
      <p:pic>
        <p:nvPicPr>
          <p:cNvPr id="5" name="图片 4"/>
          <p:cNvPicPr>
            <a:picLocks noChangeAspect="1"/>
          </p:cNvPicPr>
          <p:nvPr/>
        </p:nvPicPr>
        <p:blipFill>
          <a:blip r:embed="rId5"/>
          <a:stretch>
            <a:fillRect/>
          </a:stretch>
        </p:blipFill>
        <p:spPr>
          <a:xfrm>
            <a:off x="494781" y="5082605"/>
            <a:ext cx="6584251" cy="1630821"/>
          </a:xfrm>
          <a:prstGeom prst="rect">
            <a:avLst/>
          </a:prstGeom>
        </p:spPr>
      </p:pic>
      <p:pic>
        <p:nvPicPr>
          <p:cNvPr id="6" name="图片 5"/>
          <p:cNvPicPr>
            <a:picLocks noChangeAspect="1"/>
          </p:cNvPicPr>
          <p:nvPr/>
        </p:nvPicPr>
        <p:blipFill>
          <a:blip r:embed="rId6"/>
          <a:stretch>
            <a:fillRect/>
          </a:stretch>
        </p:blipFill>
        <p:spPr>
          <a:xfrm>
            <a:off x="494781" y="2083792"/>
            <a:ext cx="6584251" cy="1367908"/>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16200000" flipV="1">
            <a:off x="-1099284" y="1444859"/>
            <a:ext cx="6166850" cy="396828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cxnSp>
        <p:nvCxnSpPr>
          <p:cNvPr id="14" name="直接连接符 13"/>
          <p:cNvCxnSpPr/>
          <p:nvPr/>
        </p:nvCxnSpPr>
        <p:spPr>
          <a:xfrm flipH="1">
            <a:off x="9535886" y="-1743"/>
            <a:ext cx="2656115" cy="2202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等腰三角形 29"/>
          <p:cNvSpPr/>
          <p:nvPr/>
        </p:nvSpPr>
        <p:spPr>
          <a:xfrm rot="16200000" flipV="1">
            <a:off x="3899720" y="2151953"/>
            <a:ext cx="1015660" cy="653564"/>
          </a:xfrm>
          <a:prstGeom prst="triangle">
            <a:avLst/>
          </a:prstGeom>
          <a:solidFill>
            <a:srgbClr val="4C46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cxnSp>
        <p:nvCxnSpPr>
          <p:cNvPr id="35" name="直接连接符 34"/>
          <p:cNvCxnSpPr/>
          <p:nvPr/>
        </p:nvCxnSpPr>
        <p:spPr>
          <a:xfrm flipH="1">
            <a:off x="3578217" y="4767072"/>
            <a:ext cx="1156115" cy="958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4840859" y="1970902"/>
            <a:ext cx="2210862" cy="1015663"/>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black">
                    <a:lumMod val="75000"/>
                    <a:lumOff val="25000"/>
                  </a:prstClr>
                </a:solidFill>
                <a:effectLst/>
                <a:uLnTx/>
                <a:uFillTx/>
                <a:latin typeface="Agency FB" panose="020B0503020202020204" pitchFamily="34" charset="0"/>
                <a:ea typeface="微软雅黑" panose="020B0503020204020204" charset="-122"/>
                <a:cs typeface="+mn-cs"/>
              </a:rPr>
              <a:t>PART 03</a:t>
            </a:r>
            <a:endParaRPr kumimoji="0" lang="zh-CN" altLang="en-US" sz="6000" b="0" i="0" u="none" strike="noStrike" kern="1200" cap="none" spc="0" normalizeH="0" baseline="0" noProof="0" dirty="0">
              <a:ln>
                <a:noFill/>
              </a:ln>
              <a:solidFill>
                <a:prstClr val="black">
                  <a:lumMod val="75000"/>
                  <a:lumOff val="25000"/>
                </a:prstClr>
              </a:solidFill>
              <a:effectLst/>
              <a:uLnTx/>
              <a:uFillTx/>
              <a:latin typeface="Agency FB" panose="020B0503020202020204" pitchFamily="34" charset="0"/>
              <a:ea typeface="微软雅黑" panose="020B0503020204020204" charset="-122"/>
              <a:cs typeface="+mn-cs"/>
            </a:endParaRPr>
          </a:p>
        </p:txBody>
      </p:sp>
      <p:sp>
        <p:nvSpPr>
          <p:cNvPr id="37" name="文本框 36"/>
          <p:cNvSpPr txBox="1"/>
          <p:nvPr/>
        </p:nvSpPr>
        <p:spPr>
          <a:xfrm>
            <a:off x="4840859" y="3038719"/>
            <a:ext cx="2236510" cy="707886"/>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prstClr val="black"/>
                </a:solidFill>
                <a:effectLst/>
                <a:uLnTx/>
                <a:uFillTx/>
                <a:latin typeface="Agency FB" panose="020B0503020202020204" pitchFamily="34" charset="0"/>
                <a:ea typeface="微软雅黑" panose="020B0503020204020204" charset="-122"/>
                <a:cs typeface="+mn-cs"/>
              </a:rPr>
              <a:t>功能测试</a:t>
            </a:r>
          </a:p>
        </p:txBody>
      </p:sp>
      <p:sp>
        <p:nvSpPr>
          <p:cNvPr id="38" name="文本框 37"/>
          <p:cNvSpPr txBox="1"/>
          <p:nvPr/>
        </p:nvSpPr>
        <p:spPr>
          <a:xfrm>
            <a:off x="4859909" y="3731960"/>
            <a:ext cx="6258034" cy="646331"/>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lumMod val="50000"/>
                    <a:lumOff val="50000"/>
                  </a:prstClr>
                </a:solidFill>
                <a:effectLst/>
                <a:uLnTx/>
                <a:uFillTx/>
                <a:latin typeface="Agency FB" panose="020B0503020202020204" pitchFamily="34" charset="0"/>
                <a:ea typeface="微软雅黑" panose="020B0503020204020204" charset="-122"/>
                <a:cs typeface="+mn-cs"/>
              </a:rPr>
              <a:t>The user can demonstrate on a projector or computer, or print the presentation and make it into a film to be used in a wider field</a:t>
            </a:r>
          </a:p>
        </p:txBody>
      </p:sp>
      <p:sp>
        <p:nvSpPr>
          <p:cNvPr id="40" name="任意多边形 39"/>
          <p:cNvSpPr/>
          <p:nvPr/>
        </p:nvSpPr>
        <p:spPr>
          <a:xfrm>
            <a:off x="10445469" y="5500915"/>
            <a:ext cx="1746531" cy="1357086"/>
          </a:xfrm>
          <a:custGeom>
            <a:avLst/>
            <a:gdLst>
              <a:gd name="connsiteX0" fmla="*/ 1319464 w 1319464"/>
              <a:gd name="connsiteY0" fmla="*/ 0 h 1025247"/>
              <a:gd name="connsiteX1" fmla="*/ 1319464 w 1319464"/>
              <a:gd name="connsiteY1" fmla="*/ 1025247 h 1025247"/>
              <a:gd name="connsiteX2" fmla="*/ 0 w 1319464"/>
              <a:gd name="connsiteY2" fmla="*/ 1025247 h 1025247"/>
            </a:gdLst>
            <a:ahLst/>
            <a:cxnLst>
              <a:cxn ang="0">
                <a:pos x="connsiteX0" y="connsiteY0"/>
              </a:cxn>
              <a:cxn ang="0">
                <a:pos x="connsiteX1" y="connsiteY1"/>
              </a:cxn>
              <a:cxn ang="0">
                <a:pos x="connsiteX2" y="connsiteY2"/>
              </a:cxn>
            </a:cxnLst>
            <a:rect l="l" t="t" r="r" b="b"/>
            <a:pathLst>
              <a:path w="1319464" h="1025247">
                <a:moveTo>
                  <a:pt x="1319464" y="0"/>
                </a:moveTo>
                <a:lnTo>
                  <a:pt x="1319464" y="1025247"/>
                </a:lnTo>
                <a:lnTo>
                  <a:pt x="0" y="102524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cxnSp>
        <p:nvCxnSpPr>
          <p:cNvPr id="41" name="直接连接符 40"/>
          <p:cNvCxnSpPr/>
          <p:nvPr/>
        </p:nvCxnSpPr>
        <p:spPr>
          <a:xfrm flipH="1">
            <a:off x="9727812" y="6378594"/>
            <a:ext cx="578056" cy="4794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6"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fill="hold"/>
                                        <p:tgtEl>
                                          <p:spTgt spid="40"/>
                                        </p:tgtEl>
                                        <p:attrNameLst>
                                          <p:attrName>ppt_x</p:attrName>
                                        </p:attrNameLst>
                                      </p:cBhvr>
                                      <p:tavLst>
                                        <p:tav tm="0">
                                          <p:val>
                                            <p:strVal val="1+#ppt_w/2"/>
                                          </p:val>
                                        </p:tav>
                                        <p:tav tm="100000">
                                          <p:val>
                                            <p:strVal val="#ppt_x"/>
                                          </p:val>
                                        </p:tav>
                                      </p:tavLst>
                                    </p:anim>
                                    <p:anim calcmode="lin" valueType="num">
                                      <p:cBhvr additive="base">
                                        <p:cTn id="12" dur="500" fill="hold"/>
                                        <p:tgtEl>
                                          <p:spTgt spid="40"/>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30"/>
                                        </p:tgtEl>
                                        <p:attrNameLst>
                                          <p:attrName>style.visibility</p:attrName>
                                        </p:attrNameLst>
                                      </p:cBhvr>
                                      <p:to>
                                        <p:strVal val="visible"/>
                                      </p:to>
                                    </p:set>
                                    <p:anim calcmode="lin" valueType="num">
                                      <p:cBhvr>
                                        <p:cTn id="16" dur="500" fill="hold"/>
                                        <p:tgtEl>
                                          <p:spTgt spid="30"/>
                                        </p:tgtEl>
                                        <p:attrNameLst>
                                          <p:attrName>ppt_w</p:attrName>
                                        </p:attrNameLst>
                                      </p:cBhvr>
                                      <p:tavLst>
                                        <p:tav tm="0">
                                          <p:val>
                                            <p:fltVal val="0"/>
                                          </p:val>
                                        </p:tav>
                                        <p:tav tm="100000">
                                          <p:val>
                                            <p:strVal val="#ppt_w"/>
                                          </p:val>
                                        </p:tav>
                                      </p:tavLst>
                                    </p:anim>
                                    <p:anim calcmode="lin" valueType="num">
                                      <p:cBhvr>
                                        <p:cTn id="17" dur="500" fill="hold"/>
                                        <p:tgtEl>
                                          <p:spTgt spid="30"/>
                                        </p:tgtEl>
                                        <p:attrNameLst>
                                          <p:attrName>ppt_h</p:attrName>
                                        </p:attrNameLst>
                                      </p:cBhvr>
                                      <p:tavLst>
                                        <p:tav tm="0">
                                          <p:val>
                                            <p:fltVal val="0"/>
                                          </p:val>
                                        </p:tav>
                                        <p:tav tm="100000">
                                          <p:val>
                                            <p:strVal val="#ppt_h"/>
                                          </p:val>
                                        </p:tav>
                                      </p:tavLst>
                                    </p:anim>
                                    <p:animEffect transition="in" filter="fade">
                                      <p:cBhvr>
                                        <p:cTn id="18" dur="500"/>
                                        <p:tgtEl>
                                          <p:spTgt spid="30"/>
                                        </p:tgtEl>
                                      </p:cBhvr>
                                    </p:animEffect>
                                  </p:childTnLst>
                                </p:cTn>
                              </p:par>
                            </p:childTnLst>
                          </p:cTn>
                        </p:par>
                        <p:par>
                          <p:cTn id="19" fill="hold">
                            <p:stCondLst>
                              <p:cond delay="1000"/>
                            </p:stCondLst>
                            <p:childTnLst>
                              <p:par>
                                <p:cTn id="20" presetID="2" presetClass="entr" presetSubtype="2" fill="hold" grpId="0" nodeType="afterEffect">
                                  <p:stCondLst>
                                    <p:cond delay="0"/>
                                  </p:stCondLst>
                                  <p:childTnLst>
                                    <p:set>
                                      <p:cBhvr>
                                        <p:cTn id="21" dur="1" fill="hold">
                                          <p:stCondLst>
                                            <p:cond delay="0"/>
                                          </p:stCondLst>
                                        </p:cTn>
                                        <p:tgtEl>
                                          <p:spTgt spid="36"/>
                                        </p:tgtEl>
                                        <p:attrNameLst>
                                          <p:attrName>style.visibility</p:attrName>
                                        </p:attrNameLst>
                                      </p:cBhvr>
                                      <p:to>
                                        <p:strVal val="visible"/>
                                      </p:to>
                                    </p:set>
                                    <p:anim calcmode="lin" valueType="num">
                                      <p:cBhvr additive="base">
                                        <p:cTn id="22" dur="500" fill="hold"/>
                                        <p:tgtEl>
                                          <p:spTgt spid="36"/>
                                        </p:tgtEl>
                                        <p:attrNameLst>
                                          <p:attrName>ppt_x</p:attrName>
                                        </p:attrNameLst>
                                      </p:cBhvr>
                                      <p:tavLst>
                                        <p:tav tm="0">
                                          <p:val>
                                            <p:strVal val="1+#ppt_w/2"/>
                                          </p:val>
                                        </p:tav>
                                        <p:tav tm="100000">
                                          <p:val>
                                            <p:strVal val="#ppt_x"/>
                                          </p:val>
                                        </p:tav>
                                      </p:tavLst>
                                    </p:anim>
                                    <p:anim calcmode="lin" valueType="num">
                                      <p:cBhvr additive="base">
                                        <p:cTn id="23" dur="500" fill="hold"/>
                                        <p:tgtEl>
                                          <p:spTgt spid="36"/>
                                        </p:tgtEl>
                                        <p:attrNameLst>
                                          <p:attrName>ppt_y</p:attrName>
                                        </p:attrNameLst>
                                      </p:cBhvr>
                                      <p:tavLst>
                                        <p:tav tm="0">
                                          <p:val>
                                            <p:strVal val="#ppt_y"/>
                                          </p:val>
                                        </p:tav>
                                        <p:tav tm="100000">
                                          <p:val>
                                            <p:strVal val="#ppt_y"/>
                                          </p:val>
                                        </p:tav>
                                      </p:tavLst>
                                    </p:anim>
                                  </p:childTnLst>
                                </p:cTn>
                              </p:par>
                            </p:childTnLst>
                          </p:cTn>
                        </p:par>
                        <p:par>
                          <p:cTn id="24" fill="hold">
                            <p:stCondLst>
                              <p:cond delay="1500"/>
                            </p:stCondLst>
                            <p:childTnLst>
                              <p:par>
                                <p:cTn id="25" presetID="22" presetClass="entr" presetSubtype="8"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childTnLst>
                                </p:cTn>
                              </p:par>
                            </p:childTnLst>
                          </p:cTn>
                        </p:par>
                        <p:par>
                          <p:cTn id="32" fill="hold">
                            <p:stCondLst>
                              <p:cond delay="2500"/>
                            </p:stCondLst>
                            <p:childTnLst>
                              <p:par>
                                <p:cTn id="33" presetID="22" presetClass="entr" presetSubtype="1" fill="hold"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up)">
                                      <p:cBhvr>
                                        <p:cTn id="35" dur="500"/>
                                        <p:tgtEl>
                                          <p:spTgt spid="14"/>
                                        </p:tgtEl>
                                      </p:cBhvr>
                                    </p:animEffect>
                                  </p:childTnLst>
                                </p:cTn>
                              </p:par>
                              <p:par>
                                <p:cTn id="36" presetID="22" presetClass="entr" presetSubtype="4" fill="hold"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wipe(down)">
                                      <p:cBhvr>
                                        <p:cTn id="38" dur="500"/>
                                        <p:tgtEl>
                                          <p:spTgt spid="35"/>
                                        </p:tgtEl>
                                      </p:cBhvr>
                                    </p:animEffect>
                                  </p:childTnLst>
                                </p:cTn>
                              </p:par>
                              <p:par>
                                <p:cTn id="39" presetID="22" presetClass="entr" presetSubtype="1"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wipe(up)">
                                      <p:cBhvr>
                                        <p:cTn id="4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0" grpId="0" animBg="1"/>
      <p:bldP spid="36" grpId="0"/>
      <p:bldP spid="37" grpId="0"/>
      <p:bldP spid="38" grpId="0"/>
      <p:bldP spid="4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5182932"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功能测试</a:t>
            </a:r>
          </a:p>
        </p:txBody>
      </p:sp>
      <p:sp>
        <p:nvSpPr>
          <p:cNvPr id="37" name="文本框 3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grpSp>
        <p:nvGrpSpPr>
          <p:cNvPr id="104" name="组合 103"/>
          <p:cNvGrpSpPr/>
          <p:nvPr/>
        </p:nvGrpSpPr>
        <p:grpSpPr>
          <a:xfrm>
            <a:off x="711634" y="2431056"/>
            <a:ext cx="1728726" cy="2421765"/>
            <a:chOff x="1004890" y="2075502"/>
            <a:chExt cx="2396756" cy="3398693"/>
          </a:xfrm>
        </p:grpSpPr>
        <p:sp>
          <p:nvSpPr>
            <p:cNvPr id="105" name="ïṧḷïḓê-矩形: 圆角 2"/>
            <p:cNvSpPr/>
            <p:nvPr/>
          </p:nvSpPr>
          <p:spPr>
            <a:xfrm>
              <a:off x="1004890" y="2075502"/>
              <a:ext cx="2396756" cy="3398693"/>
            </a:xfrm>
            <a:prstGeom prst="roundRect">
              <a:avLst>
                <a:gd name="adj" fmla="val 42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06" name="椭圆 105"/>
            <p:cNvSpPr/>
            <p:nvPr/>
          </p:nvSpPr>
          <p:spPr>
            <a:xfrm>
              <a:off x="1822268" y="2316802"/>
              <a:ext cx="762000" cy="762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31"/>
            <p:cNvSpPr/>
            <p:nvPr/>
          </p:nvSpPr>
          <p:spPr>
            <a:xfrm>
              <a:off x="2033405" y="2563197"/>
              <a:ext cx="339726" cy="269210"/>
            </a:xfrm>
            <a:custGeom>
              <a:avLst/>
              <a:gdLst>
                <a:gd name="connsiteX0" fmla="*/ 511657 w 606157"/>
                <a:gd name="connsiteY0" fmla="*/ 343654 h 480339"/>
                <a:gd name="connsiteX1" fmla="*/ 521432 w 606157"/>
                <a:gd name="connsiteY1" fmla="*/ 353421 h 480339"/>
                <a:gd name="connsiteX2" fmla="*/ 521432 w 606157"/>
                <a:gd name="connsiteY2" fmla="*/ 376178 h 480339"/>
                <a:gd name="connsiteX3" fmla="*/ 544305 w 606157"/>
                <a:gd name="connsiteY3" fmla="*/ 376178 h 480339"/>
                <a:gd name="connsiteX4" fmla="*/ 554080 w 606157"/>
                <a:gd name="connsiteY4" fmla="*/ 385945 h 480339"/>
                <a:gd name="connsiteX5" fmla="*/ 544305 w 606157"/>
                <a:gd name="connsiteY5" fmla="*/ 395712 h 480339"/>
                <a:gd name="connsiteX6" fmla="*/ 521432 w 606157"/>
                <a:gd name="connsiteY6" fmla="*/ 395712 h 480339"/>
                <a:gd name="connsiteX7" fmla="*/ 521432 w 606157"/>
                <a:gd name="connsiteY7" fmla="*/ 418566 h 480339"/>
                <a:gd name="connsiteX8" fmla="*/ 511657 w 606157"/>
                <a:gd name="connsiteY8" fmla="*/ 428333 h 480339"/>
                <a:gd name="connsiteX9" fmla="*/ 501882 w 606157"/>
                <a:gd name="connsiteY9" fmla="*/ 418566 h 480339"/>
                <a:gd name="connsiteX10" fmla="*/ 501882 w 606157"/>
                <a:gd name="connsiteY10" fmla="*/ 395712 h 480339"/>
                <a:gd name="connsiteX11" fmla="*/ 479106 w 606157"/>
                <a:gd name="connsiteY11" fmla="*/ 395712 h 480339"/>
                <a:gd name="connsiteX12" fmla="*/ 469331 w 606157"/>
                <a:gd name="connsiteY12" fmla="*/ 385945 h 480339"/>
                <a:gd name="connsiteX13" fmla="*/ 479106 w 606157"/>
                <a:gd name="connsiteY13" fmla="*/ 376178 h 480339"/>
                <a:gd name="connsiteX14" fmla="*/ 501882 w 606157"/>
                <a:gd name="connsiteY14" fmla="*/ 376178 h 480339"/>
                <a:gd name="connsiteX15" fmla="*/ 501882 w 606157"/>
                <a:gd name="connsiteY15" fmla="*/ 353421 h 480339"/>
                <a:gd name="connsiteX16" fmla="*/ 511657 w 606157"/>
                <a:gd name="connsiteY16" fmla="*/ 343654 h 480339"/>
                <a:gd name="connsiteX17" fmla="*/ 511621 w 606157"/>
                <a:gd name="connsiteY17" fmla="*/ 311170 h 480339"/>
                <a:gd name="connsiteX18" fmla="*/ 436735 w 606157"/>
                <a:gd name="connsiteY18" fmla="*/ 385944 h 480339"/>
                <a:gd name="connsiteX19" fmla="*/ 511621 w 606157"/>
                <a:gd name="connsiteY19" fmla="*/ 460816 h 480339"/>
                <a:gd name="connsiteX20" fmla="*/ 586605 w 606157"/>
                <a:gd name="connsiteY20" fmla="*/ 385944 h 480339"/>
                <a:gd name="connsiteX21" fmla="*/ 511621 w 606157"/>
                <a:gd name="connsiteY21" fmla="*/ 311170 h 480339"/>
                <a:gd name="connsiteX22" fmla="*/ 511621 w 606157"/>
                <a:gd name="connsiteY22" fmla="*/ 291647 h 480339"/>
                <a:gd name="connsiteX23" fmla="*/ 606157 w 606157"/>
                <a:gd name="connsiteY23" fmla="*/ 385944 h 480339"/>
                <a:gd name="connsiteX24" fmla="*/ 511621 w 606157"/>
                <a:gd name="connsiteY24" fmla="*/ 480339 h 480339"/>
                <a:gd name="connsiteX25" fmla="*/ 417183 w 606157"/>
                <a:gd name="connsiteY25" fmla="*/ 385944 h 480339"/>
                <a:gd name="connsiteX26" fmla="*/ 511621 w 606157"/>
                <a:gd name="connsiteY26" fmla="*/ 291647 h 480339"/>
                <a:gd name="connsiteX27" fmla="*/ 368279 w 606157"/>
                <a:gd name="connsiteY27" fmla="*/ 200476 h 480339"/>
                <a:gd name="connsiteX28" fmla="*/ 489505 w 606157"/>
                <a:gd name="connsiteY28" fmla="*/ 259991 h 480339"/>
                <a:gd name="connsiteX29" fmla="*/ 487746 w 606157"/>
                <a:gd name="connsiteY29" fmla="*/ 273650 h 480339"/>
                <a:gd name="connsiteX30" fmla="*/ 481782 w 606157"/>
                <a:gd name="connsiteY30" fmla="*/ 275699 h 480339"/>
                <a:gd name="connsiteX31" fmla="*/ 474059 w 606157"/>
                <a:gd name="connsiteY31" fmla="*/ 271894 h 480339"/>
                <a:gd name="connsiteX32" fmla="*/ 368279 w 606157"/>
                <a:gd name="connsiteY32" fmla="*/ 219989 h 480339"/>
                <a:gd name="connsiteX33" fmla="*/ 293588 w 606157"/>
                <a:gd name="connsiteY33" fmla="*/ 242819 h 480339"/>
                <a:gd name="connsiteX34" fmla="*/ 279999 w 606157"/>
                <a:gd name="connsiteY34" fmla="*/ 240185 h 480339"/>
                <a:gd name="connsiteX35" fmla="*/ 282639 w 606157"/>
                <a:gd name="connsiteY35" fmla="*/ 226623 h 480339"/>
                <a:gd name="connsiteX36" fmla="*/ 368279 w 606157"/>
                <a:gd name="connsiteY36" fmla="*/ 200476 h 480339"/>
                <a:gd name="connsiteX37" fmla="*/ 153211 w 606157"/>
                <a:gd name="connsiteY37" fmla="*/ 200476 h 480339"/>
                <a:gd name="connsiteX38" fmla="*/ 306325 w 606157"/>
                <a:gd name="connsiteY38" fmla="*/ 353439 h 480339"/>
                <a:gd name="connsiteX39" fmla="*/ 296547 w 606157"/>
                <a:gd name="connsiteY39" fmla="*/ 363200 h 480339"/>
                <a:gd name="connsiteX40" fmla="*/ 286770 w 606157"/>
                <a:gd name="connsiteY40" fmla="*/ 353439 h 480339"/>
                <a:gd name="connsiteX41" fmla="*/ 153211 w 606157"/>
                <a:gd name="connsiteY41" fmla="*/ 219999 h 480339"/>
                <a:gd name="connsiteX42" fmla="*/ 19554 w 606157"/>
                <a:gd name="connsiteY42" fmla="*/ 353439 h 480339"/>
                <a:gd name="connsiteX43" fmla="*/ 9777 w 606157"/>
                <a:gd name="connsiteY43" fmla="*/ 363200 h 480339"/>
                <a:gd name="connsiteX44" fmla="*/ 0 w 606157"/>
                <a:gd name="connsiteY44" fmla="*/ 353439 h 480339"/>
                <a:gd name="connsiteX45" fmla="*/ 153211 w 606157"/>
                <a:gd name="connsiteY45" fmla="*/ 200476 h 480339"/>
                <a:gd name="connsiteX46" fmla="*/ 368295 w 606157"/>
                <a:gd name="connsiteY46" fmla="*/ 19531 h 480339"/>
                <a:gd name="connsiteX47" fmla="*/ 306326 w 606157"/>
                <a:gd name="connsiteY47" fmla="*/ 81348 h 480339"/>
                <a:gd name="connsiteX48" fmla="*/ 368295 w 606157"/>
                <a:gd name="connsiteY48" fmla="*/ 143262 h 480339"/>
                <a:gd name="connsiteX49" fmla="*/ 430165 w 606157"/>
                <a:gd name="connsiteY49" fmla="*/ 81348 h 480339"/>
                <a:gd name="connsiteX50" fmla="*/ 368295 w 606157"/>
                <a:gd name="connsiteY50" fmla="*/ 19531 h 480339"/>
                <a:gd name="connsiteX51" fmla="*/ 153211 w 606157"/>
                <a:gd name="connsiteY51" fmla="*/ 19531 h 480339"/>
                <a:gd name="connsiteX52" fmla="*/ 91242 w 606157"/>
                <a:gd name="connsiteY52" fmla="*/ 81348 h 480339"/>
                <a:gd name="connsiteX53" fmla="*/ 153211 w 606157"/>
                <a:gd name="connsiteY53" fmla="*/ 143262 h 480339"/>
                <a:gd name="connsiteX54" fmla="*/ 215081 w 606157"/>
                <a:gd name="connsiteY54" fmla="*/ 81348 h 480339"/>
                <a:gd name="connsiteX55" fmla="*/ 153211 w 606157"/>
                <a:gd name="connsiteY55" fmla="*/ 19531 h 480339"/>
                <a:gd name="connsiteX56" fmla="*/ 368295 w 606157"/>
                <a:gd name="connsiteY56" fmla="*/ 0 h 480339"/>
                <a:gd name="connsiteX57" fmla="*/ 449714 w 606157"/>
                <a:gd name="connsiteY57" fmla="*/ 81348 h 480339"/>
                <a:gd name="connsiteX58" fmla="*/ 368295 w 606157"/>
                <a:gd name="connsiteY58" fmla="*/ 162794 h 480339"/>
                <a:gd name="connsiteX59" fmla="*/ 286778 w 606157"/>
                <a:gd name="connsiteY59" fmla="*/ 81348 h 480339"/>
                <a:gd name="connsiteX60" fmla="*/ 368295 w 606157"/>
                <a:gd name="connsiteY60" fmla="*/ 0 h 480339"/>
                <a:gd name="connsiteX61" fmla="*/ 153211 w 606157"/>
                <a:gd name="connsiteY61" fmla="*/ 0 h 480339"/>
                <a:gd name="connsiteX62" fmla="*/ 234630 w 606157"/>
                <a:gd name="connsiteY62" fmla="*/ 81348 h 480339"/>
                <a:gd name="connsiteX63" fmla="*/ 153211 w 606157"/>
                <a:gd name="connsiteY63" fmla="*/ 162794 h 480339"/>
                <a:gd name="connsiteX64" fmla="*/ 71694 w 606157"/>
                <a:gd name="connsiteY64" fmla="*/ 81348 h 480339"/>
                <a:gd name="connsiteX65" fmla="*/ 153211 w 606157"/>
                <a:gd name="connsiteY65" fmla="*/ 0 h 48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6157" h="480339">
                  <a:moveTo>
                    <a:pt x="511657" y="343654"/>
                  </a:moveTo>
                  <a:cubicBezTo>
                    <a:pt x="517131" y="343654"/>
                    <a:pt x="521432" y="348049"/>
                    <a:pt x="521432" y="353421"/>
                  </a:cubicBezTo>
                  <a:lnTo>
                    <a:pt x="521432" y="376178"/>
                  </a:lnTo>
                  <a:lnTo>
                    <a:pt x="544305" y="376178"/>
                  </a:lnTo>
                  <a:cubicBezTo>
                    <a:pt x="549682" y="376178"/>
                    <a:pt x="554080" y="380573"/>
                    <a:pt x="554080" y="385945"/>
                  </a:cubicBezTo>
                  <a:cubicBezTo>
                    <a:pt x="554080" y="391414"/>
                    <a:pt x="549682" y="395712"/>
                    <a:pt x="544305" y="395712"/>
                  </a:cubicBezTo>
                  <a:lnTo>
                    <a:pt x="521432" y="395712"/>
                  </a:lnTo>
                  <a:lnTo>
                    <a:pt x="521432" y="418566"/>
                  </a:lnTo>
                  <a:cubicBezTo>
                    <a:pt x="521432" y="423938"/>
                    <a:pt x="517131" y="428333"/>
                    <a:pt x="511657" y="428333"/>
                  </a:cubicBezTo>
                  <a:cubicBezTo>
                    <a:pt x="506281" y="428333"/>
                    <a:pt x="501882" y="423938"/>
                    <a:pt x="501882" y="418566"/>
                  </a:cubicBezTo>
                  <a:lnTo>
                    <a:pt x="501882" y="395712"/>
                  </a:lnTo>
                  <a:lnTo>
                    <a:pt x="479106" y="395712"/>
                  </a:lnTo>
                  <a:cubicBezTo>
                    <a:pt x="473730" y="395712"/>
                    <a:pt x="469331" y="391414"/>
                    <a:pt x="469331" y="385945"/>
                  </a:cubicBezTo>
                  <a:cubicBezTo>
                    <a:pt x="469331" y="380573"/>
                    <a:pt x="473730" y="376178"/>
                    <a:pt x="479106" y="376178"/>
                  </a:cubicBezTo>
                  <a:lnTo>
                    <a:pt x="501882" y="376178"/>
                  </a:lnTo>
                  <a:lnTo>
                    <a:pt x="501882" y="353421"/>
                  </a:lnTo>
                  <a:cubicBezTo>
                    <a:pt x="501882" y="348049"/>
                    <a:pt x="506281" y="343654"/>
                    <a:pt x="511657" y="343654"/>
                  </a:cubicBezTo>
                  <a:close/>
                  <a:moveTo>
                    <a:pt x="511621" y="311170"/>
                  </a:moveTo>
                  <a:cubicBezTo>
                    <a:pt x="470366" y="311170"/>
                    <a:pt x="436735" y="344750"/>
                    <a:pt x="436735" y="385944"/>
                  </a:cubicBezTo>
                  <a:cubicBezTo>
                    <a:pt x="436735" y="427236"/>
                    <a:pt x="470366" y="460816"/>
                    <a:pt x="511621" y="460816"/>
                  </a:cubicBezTo>
                  <a:cubicBezTo>
                    <a:pt x="552975" y="460816"/>
                    <a:pt x="586605" y="427236"/>
                    <a:pt x="586605" y="385944"/>
                  </a:cubicBezTo>
                  <a:cubicBezTo>
                    <a:pt x="586605" y="344750"/>
                    <a:pt x="552975" y="311170"/>
                    <a:pt x="511621" y="311170"/>
                  </a:cubicBezTo>
                  <a:close/>
                  <a:moveTo>
                    <a:pt x="511621" y="291647"/>
                  </a:moveTo>
                  <a:cubicBezTo>
                    <a:pt x="563729" y="291647"/>
                    <a:pt x="606157" y="333915"/>
                    <a:pt x="606157" y="385944"/>
                  </a:cubicBezTo>
                  <a:cubicBezTo>
                    <a:pt x="606157" y="437974"/>
                    <a:pt x="563729" y="480339"/>
                    <a:pt x="511621" y="480339"/>
                  </a:cubicBezTo>
                  <a:cubicBezTo>
                    <a:pt x="459514" y="480339"/>
                    <a:pt x="417183" y="437974"/>
                    <a:pt x="417183" y="385944"/>
                  </a:cubicBezTo>
                  <a:cubicBezTo>
                    <a:pt x="417183" y="333915"/>
                    <a:pt x="459514" y="291647"/>
                    <a:pt x="511621" y="291647"/>
                  </a:cubicBezTo>
                  <a:close/>
                  <a:moveTo>
                    <a:pt x="368279" y="200476"/>
                  </a:moveTo>
                  <a:cubicBezTo>
                    <a:pt x="416085" y="200476"/>
                    <a:pt x="460274" y="222135"/>
                    <a:pt x="489505" y="259991"/>
                  </a:cubicBezTo>
                  <a:cubicBezTo>
                    <a:pt x="492829" y="264284"/>
                    <a:pt x="492047" y="270333"/>
                    <a:pt x="487746" y="273650"/>
                  </a:cubicBezTo>
                  <a:cubicBezTo>
                    <a:pt x="485986" y="275016"/>
                    <a:pt x="483835" y="275699"/>
                    <a:pt x="481782" y="275699"/>
                  </a:cubicBezTo>
                  <a:cubicBezTo>
                    <a:pt x="478849" y="275699"/>
                    <a:pt x="475916" y="274430"/>
                    <a:pt x="474059" y="271894"/>
                  </a:cubicBezTo>
                  <a:cubicBezTo>
                    <a:pt x="448542" y="238917"/>
                    <a:pt x="409926" y="219989"/>
                    <a:pt x="368279" y="219989"/>
                  </a:cubicBezTo>
                  <a:cubicBezTo>
                    <a:pt x="341492" y="219989"/>
                    <a:pt x="315683" y="227892"/>
                    <a:pt x="293588" y="242819"/>
                  </a:cubicBezTo>
                  <a:cubicBezTo>
                    <a:pt x="289091" y="245844"/>
                    <a:pt x="283030" y="244673"/>
                    <a:pt x="279999" y="240185"/>
                  </a:cubicBezTo>
                  <a:cubicBezTo>
                    <a:pt x="276969" y="235697"/>
                    <a:pt x="278142" y="229648"/>
                    <a:pt x="282639" y="226623"/>
                  </a:cubicBezTo>
                  <a:cubicBezTo>
                    <a:pt x="307960" y="209549"/>
                    <a:pt x="337582" y="200476"/>
                    <a:pt x="368279" y="200476"/>
                  </a:cubicBezTo>
                  <a:close/>
                  <a:moveTo>
                    <a:pt x="153211" y="200476"/>
                  </a:moveTo>
                  <a:cubicBezTo>
                    <a:pt x="237688" y="200476"/>
                    <a:pt x="306325" y="269099"/>
                    <a:pt x="306325" y="353439"/>
                  </a:cubicBezTo>
                  <a:cubicBezTo>
                    <a:pt x="306325" y="358808"/>
                    <a:pt x="302023" y="363200"/>
                    <a:pt x="296547" y="363200"/>
                  </a:cubicBezTo>
                  <a:cubicBezTo>
                    <a:pt x="291170" y="363200"/>
                    <a:pt x="286770" y="358808"/>
                    <a:pt x="286770" y="353439"/>
                  </a:cubicBezTo>
                  <a:cubicBezTo>
                    <a:pt x="286770" y="279837"/>
                    <a:pt x="226835" y="219999"/>
                    <a:pt x="153211" y="219999"/>
                  </a:cubicBezTo>
                  <a:cubicBezTo>
                    <a:pt x="79490" y="219999"/>
                    <a:pt x="19554" y="279837"/>
                    <a:pt x="19554" y="353439"/>
                  </a:cubicBezTo>
                  <a:cubicBezTo>
                    <a:pt x="19554" y="358808"/>
                    <a:pt x="15155" y="363200"/>
                    <a:pt x="9777" y="363200"/>
                  </a:cubicBezTo>
                  <a:cubicBezTo>
                    <a:pt x="4400" y="363200"/>
                    <a:pt x="0" y="358808"/>
                    <a:pt x="0" y="353439"/>
                  </a:cubicBezTo>
                  <a:cubicBezTo>
                    <a:pt x="0" y="269099"/>
                    <a:pt x="68735" y="200476"/>
                    <a:pt x="153211" y="200476"/>
                  </a:cubicBezTo>
                  <a:close/>
                  <a:moveTo>
                    <a:pt x="368295" y="19531"/>
                  </a:moveTo>
                  <a:cubicBezTo>
                    <a:pt x="334085" y="19531"/>
                    <a:pt x="306326" y="47266"/>
                    <a:pt x="306326" y="81348"/>
                  </a:cubicBezTo>
                  <a:cubicBezTo>
                    <a:pt x="306326" y="115528"/>
                    <a:pt x="334085" y="143262"/>
                    <a:pt x="368295" y="143262"/>
                  </a:cubicBezTo>
                  <a:cubicBezTo>
                    <a:pt x="402407" y="143262"/>
                    <a:pt x="430165" y="115528"/>
                    <a:pt x="430165" y="81348"/>
                  </a:cubicBezTo>
                  <a:cubicBezTo>
                    <a:pt x="430165" y="47266"/>
                    <a:pt x="402407" y="19531"/>
                    <a:pt x="368295" y="19531"/>
                  </a:cubicBezTo>
                  <a:close/>
                  <a:moveTo>
                    <a:pt x="153211" y="19531"/>
                  </a:moveTo>
                  <a:cubicBezTo>
                    <a:pt x="119001" y="19531"/>
                    <a:pt x="91242" y="47266"/>
                    <a:pt x="91242" y="81348"/>
                  </a:cubicBezTo>
                  <a:cubicBezTo>
                    <a:pt x="91242" y="115528"/>
                    <a:pt x="119001" y="143262"/>
                    <a:pt x="153211" y="143262"/>
                  </a:cubicBezTo>
                  <a:cubicBezTo>
                    <a:pt x="187323" y="143262"/>
                    <a:pt x="215081" y="115528"/>
                    <a:pt x="215081" y="81348"/>
                  </a:cubicBezTo>
                  <a:cubicBezTo>
                    <a:pt x="215081" y="47266"/>
                    <a:pt x="187323" y="19531"/>
                    <a:pt x="153211" y="19531"/>
                  </a:cubicBezTo>
                  <a:close/>
                  <a:moveTo>
                    <a:pt x="368295" y="0"/>
                  </a:moveTo>
                  <a:cubicBezTo>
                    <a:pt x="413158" y="0"/>
                    <a:pt x="449714" y="36523"/>
                    <a:pt x="449714" y="81348"/>
                  </a:cubicBezTo>
                  <a:cubicBezTo>
                    <a:pt x="449714" y="126270"/>
                    <a:pt x="413158" y="162794"/>
                    <a:pt x="368295" y="162794"/>
                  </a:cubicBezTo>
                  <a:cubicBezTo>
                    <a:pt x="323333" y="162794"/>
                    <a:pt x="286778" y="126270"/>
                    <a:pt x="286778" y="81348"/>
                  </a:cubicBezTo>
                  <a:cubicBezTo>
                    <a:pt x="286778" y="36523"/>
                    <a:pt x="323333" y="0"/>
                    <a:pt x="368295" y="0"/>
                  </a:cubicBezTo>
                  <a:close/>
                  <a:moveTo>
                    <a:pt x="153211" y="0"/>
                  </a:moveTo>
                  <a:cubicBezTo>
                    <a:pt x="198074" y="0"/>
                    <a:pt x="234630" y="36523"/>
                    <a:pt x="234630" y="81348"/>
                  </a:cubicBezTo>
                  <a:cubicBezTo>
                    <a:pt x="234630" y="126270"/>
                    <a:pt x="198074" y="162794"/>
                    <a:pt x="153211" y="162794"/>
                  </a:cubicBezTo>
                  <a:cubicBezTo>
                    <a:pt x="108249" y="162794"/>
                    <a:pt x="71694" y="126270"/>
                    <a:pt x="71694" y="81348"/>
                  </a:cubicBezTo>
                  <a:cubicBezTo>
                    <a:pt x="71694" y="36523"/>
                    <a:pt x="108249" y="0"/>
                    <a:pt x="15321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08" name="组合 107"/>
            <p:cNvGrpSpPr/>
            <p:nvPr/>
          </p:nvGrpSpPr>
          <p:grpSpPr>
            <a:xfrm>
              <a:off x="1161074" y="3320102"/>
              <a:ext cx="2084388" cy="849062"/>
              <a:chOff x="2677265" y="1996356"/>
              <a:chExt cx="2084388" cy="849062"/>
            </a:xfrm>
          </p:grpSpPr>
          <p:sp>
            <p:nvSpPr>
              <p:cNvPr id="109" name="矩形 108"/>
              <p:cNvSpPr/>
              <p:nvPr/>
            </p:nvSpPr>
            <p:spPr>
              <a:xfrm>
                <a:off x="2677265" y="2346820"/>
                <a:ext cx="2084388" cy="49859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100" dirty="0">
                    <a:solidFill>
                      <a:schemeClr val="tx1">
                        <a:lumMod val="50000"/>
                        <a:lumOff val="50000"/>
                      </a:schemeClr>
                    </a:solidFill>
                  </a:rPr>
                  <a:t>根据等价类划分和边界值分析的方法设计测试用例</a:t>
                </a:r>
              </a:p>
            </p:txBody>
          </p:sp>
          <p:sp>
            <p:nvSpPr>
              <p:cNvPr id="110" name="矩形 109"/>
              <p:cNvSpPr/>
              <p:nvPr/>
            </p:nvSpPr>
            <p:spPr>
              <a:xfrm>
                <a:off x="2677265" y="1996356"/>
                <a:ext cx="2084387" cy="362343"/>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b="1" dirty="0"/>
                  <a:t>设计测试用例</a:t>
                </a:r>
              </a:p>
            </p:txBody>
          </p:sp>
        </p:grpSp>
      </p:grpSp>
      <p:grpSp>
        <p:nvGrpSpPr>
          <p:cNvPr id="111" name="组合 110"/>
          <p:cNvGrpSpPr/>
          <p:nvPr/>
        </p:nvGrpSpPr>
        <p:grpSpPr>
          <a:xfrm>
            <a:off x="2728180" y="2667031"/>
            <a:ext cx="1902851" cy="2511760"/>
            <a:chOff x="3609571" y="2075502"/>
            <a:chExt cx="2396756" cy="3398693"/>
          </a:xfrm>
        </p:grpSpPr>
        <p:sp>
          <p:nvSpPr>
            <p:cNvPr id="112" name="ïṧḷïḓê-矩形: 圆角 12"/>
            <p:cNvSpPr/>
            <p:nvPr/>
          </p:nvSpPr>
          <p:spPr>
            <a:xfrm>
              <a:off x="3609571" y="2075502"/>
              <a:ext cx="2396756" cy="3398693"/>
            </a:xfrm>
            <a:prstGeom prst="roundRect">
              <a:avLst>
                <a:gd name="adj" fmla="val 42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13" name="椭圆 112"/>
            <p:cNvSpPr/>
            <p:nvPr/>
          </p:nvSpPr>
          <p:spPr>
            <a:xfrm>
              <a:off x="4426949" y="2316802"/>
              <a:ext cx="762000" cy="76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35"/>
            <p:cNvSpPr/>
            <p:nvPr/>
          </p:nvSpPr>
          <p:spPr>
            <a:xfrm>
              <a:off x="4643053" y="2527939"/>
              <a:ext cx="329791" cy="339726"/>
            </a:xfrm>
            <a:custGeom>
              <a:avLst/>
              <a:gdLst>
                <a:gd name="connsiteX0" fmla="*/ 288471 w 590280"/>
                <a:gd name="connsiteY0" fmla="*/ 493393 h 608062"/>
                <a:gd name="connsiteX1" fmla="*/ 301667 w 590280"/>
                <a:gd name="connsiteY1" fmla="*/ 493393 h 608062"/>
                <a:gd name="connsiteX2" fmla="*/ 311369 w 590280"/>
                <a:gd name="connsiteY2" fmla="*/ 499110 h 608062"/>
                <a:gd name="connsiteX3" fmla="*/ 311078 w 590280"/>
                <a:gd name="connsiteY3" fmla="*/ 510446 h 608062"/>
                <a:gd name="connsiteX4" fmla="*/ 307876 w 590280"/>
                <a:gd name="connsiteY4" fmla="*/ 515485 h 608062"/>
                <a:gd name="connsiteX5" fmla="*/ 302249 w 590280"/>
                <a:gd name="connsiteY5" fmla="*/ 518585 h 608062"/>
                <a:gd name="connsiteX6" fmla="*/ 287889 w 590280"/>
                <a:gd name="connsiteY6" fmla="*/ 518585 h 608062"/>
                <a:gd name="connsiteX7" fmla="*/ 282261 w 590280"/>
                <a:gd name="connsiteY7" fmla="*/ 515485 h 608062"/>
                <a:gd name="connsiteX8" fmla="*/ 279059 w 590280"/>
                <a:gd name="connsiteY8" fmla="*/ 510446 h 608062"/>
                <a:gd name="connsiteX9" fmla="*/ 278768 w 590280"/>
                <a:gd name="connsiteY9" fmla="*/ 499110 h 608062"/>
                <a:gd name="connsiteX10" fmla="*/ 288471 w 590280"/>
                <a:gd name="connsiteY10" fmla="*/ 493393 h 608062"/>
                <a:gd name="connsiteX11" fmla="*/ 253371 w 590280"/>
                <a:gd name="connsiteY11" fmla="*/ 486196 h 608062"/>
                <a:gd name="connsiteX12" fmla="*/ 282769 w 590280"/>
                <a:gd name="connsiteY12" fmla="*/ 557899 h 608062"/>
                <a:gd name="connsiteX13" fmla="*/ 282769 w 590280"/>
                <a:gd name="connsiteY13" fmla="*/ 535807 h 608062"/>
                <a:gd name="connsiteX14" fmla="*/ 290337 w 590280"/>
                <a:gd name="connsiteY14" fmla="*/ 528249 h 608062"/>
                <a:gd name="connsiteX15" fmla="*/ 300039 w 590280"/>
                <a:gd name="connsiteY15" fmla="*/ 528249 h 608062"/>
                <a:gd name="connsiteX16" fmla="*/ 307607 w 590280"/>
                <a:gd name="connsiteY16" fmla="*/ 535807 h 608062"/>
                <a:gd name="connsiteX17" fmla="*/ 307607 w 590280"/>
                <a:gd name="connsiteY17" fmla="*/ 557608 h 608062"/>
                <a:gd name="connsiteX18" fmla="*/ 336810 w 590280"/>
                <a:gd name="connsiteY18" fmla="*/ 486196 h 608062"/>
                <a:gd name="connsiteX19" fmla="*/ 357767 w 590280"/>
                <a:gd name="connsiteY19" fmla="*/ 500634 h 608062"/>
                <a:gd name="connsiteX20" fmla="*/ 372417 w 590280"/>
                <a:gd name="connsiteY20" fmla="*/ 538907 h 608062"/>
                <a:gd name="connsiteX21" fmla="*/ 374843 w 590280"/>
                <a:gd name="connsiteY21" fmla="*/ 545109 h 608062"/>
                <a:gd name="connsiteX22" fmla="*/ 300039 w 590280"/>
                <a:gd name="connsiteY22" fmla="*/ 576987 h 608062"/>
                <a:gd name="connsiteX23" fmla="*/ 295188 w 590280"/>
                <a:gd name="connsiteY23" fmla="*/ 577084 h 608062"/>
                <a:gd name="connsiteX24" fmla="*/ 291016 w 590280"/>
                <a:gd name="connsiteY24" fmla="*/ 576987 h 608062"/>
                <a:gd name="connsiteX25" fmla="*/ 215436 w 590280"/>
                <a:gd name="connsiteY25" fmla="*/ 545109 h 608062"/>
                <a:gd name="connsiteX26" fmla="*/ 217764 w 590280"/>
                <a:gd name="connsiteY26" fmla="*/ 538907 h 608062"/>
                <a:gd name="connsiteX27" fmla="*/ 232221 w 590280"/>
                <a:gd name="connsiteY27" fmla="*/ 500827 h 608062"/>
                <a:gd name="connsiteX28" fmla="*/ 253371 w 590280"/>
                <a:gd name="connsiteY28" fmla="*/ 486196 h 608062"/>
                <a:gd name="connsiteX29" fmla="*/ 295188 w 590280"/>
                <a:gd name="connsiteY29" fmla="*/ 366279 h 608062"/>
                <a:gd name="connsiteX30" fmla="*/ 262960 w 590280"/>
                <a:gd name="connsiteY30" fmla="*/ 414607 h 608062"/>
                <a:gd name="connsiteX31" fmla="*/ 295188 w 590280"/>
                <a:gd name="connsiteY31" fmla="*/ 462839 h 608062"/>
                <a:gd name="connsiteX32" fmla="*/ 327320 w 590280"/>
                <a:gd name="connsiteY32" fmla="*/ 414607 h 608062"/>
                <a:gd name="connsiteX33" fmla="*/ 295188 w 590280"/>
                <a:gd name="connsiteY33" fmla="*/ 366279 h 608062"/>
                <a:gd name="connsiteX34" fmla="*/ 295188 w 590280"/>
                <a:gd name="connsiteY34" fmla="*/ 351557 h 608062"/>
                <a:gd name="connsiteX35" fmla="*/ 342172 w 590280"/>
                <a:gd name="connsiteY35" fmla="*/ 414607 h 608062"/>
                <a:gd name="connsiteX36" fmla="*/ 322757 w 590280"/>
                <a:gd name="connsiteY36" fmla="*/ 465551 h 608062"/>
                <a:gd name="connsiteX37" fmla="*/ 295188 w 590280"/>
                <a:gd name="connsiteY37" fmla="*/ 477657 h 608062"/>
                <a:gd name="connsiteX38" fmla="*/ 267522 w 590280"/>
                <a:gd name="connsiteY38" fmla="*/ 465551 h 608062"/>
                <a:gd name="connsiteX39" fmla="*/ 248108 w 590280"/>
                <a:gd name="connsiteY39" fmla="*/ 414607 h 608062"/>
                <a:gd name="connsiteX40" fmla="*/ 295188 w 590280"/>
                <a:gd name="connsiteY40" fmla="*/ 351557 h 608062"/>
                <a:gd name="connsiteX41" fmla="*/ 295188 w 590280"/>
                <a:gd name="connsiteY41" fmla="*/ 336295 h 608062"/>
                <a:gd name="connsiteX42" fmla="*/ 169427 w 590280"/>
                <a:gd name="connsiteY42" fmla="*/ 461860 h 608062"/>
                <a:gd name="connsiteX43" fmla="*/ 295188 w 590280"/>
                <a:gd name="connsiteY43" fmla="*/ 587425 h 608062"/>
                <a:gd name="connsiteX44" fmla="*/ 420852 w 590280"/>
                <a:gd name="connsiteY44" fmla="*/ 461860 h 608062"/>
                <a:gd name="connsiteX45" fmla="*/ 295188 w 590280"/>
                <a:gd name="connsiteY45" fmla="*/ 336295 h 608062"/>
                <a:gd name="connsiteX46" fmla="*/ 426654 w 590280"/>
                <a:gd name="connsiteY46" fmla="*/ 149810 h 608062"/>
                <a:gd name="connsiteX47" fmla="*/ 461485 w 590280"/>
                <a:gd name="connsiteY47" fmla="*/ 179065 h 608062"/>
                <a:gd name="connsiteX48" fmla="*/ 496315 w 590280"/>
                <a:gd name="connsiteY48" fmla="*/ 149810 h 608062"/>
                <a:gd name="connsiteX49" fmla="*/ 512615 w 590280"/>
                <a:gd name="connsiteY49" fmla="*/ 162500 h 608062"/>
                <a:gd name="connsiteX50" fmla="*/ 523966 w 590280"/>
                <a:gd name="connsiteY50" fmla="*/ 192142 h 608062"/>
                <a:gd name="connsiteX51" fmla="*/ 526974 w 590280"/>
                <a:gd name="connsiteY51" fmla="*/ 200086 h 608062"/>
                <a:gd name="connsiteX52" fmla="*/ 522899 w 590280"/>
                <a:gd name="connsiteY52" fmla="*/ 212679 h 608062"/>
                <a:gd name="connsiteX53" fmla="*/ 461485 w 590280"/>
                <a:gd name="connsiteY53" fmla="*/ 230890 h 608062"/>
                <a:gd name="connsiteX54" fmla="*/ 400070 w 590280"/>
                <a:gd name="connsiteY54" fmla="*/ 212679 h 608062"/>
                <a:gd name="connsiteX55" fmla="*/ 395995 w 590280"/>
                <a:gd name="connsiteY55" fmla="*/ 200086 h 608062"/>
                <a:gd name="connsiteX56" fmla="*/ 399003 w 590280"/>
                <a:gd name="connsiteY56" fmla="*/ 192239 h 608062"/>
                <a:gd name="connsiteX57" fmla="*/ 410451 w 590280"/>
                <a:gd name="connsiteY57" fmla="*/ 162500 h 608062"/>
                <a:gd name="connsiteX58" fmla="*/ 426654 w 590280"/>
                <a:gd name="connsiteY58" fmla="*/ 149810 h 608062"/>
                <a:gd name="connsiteX59" fmla="*/ 94788 w 590280"/>
                <a:gd name="connsiteY59" fmla="*/ 142613 h 608062"/>
                <a:gd name="connsiteX60" fmla="*/ 107988 w 590280"/>
                <a:gd name="connsiteY60" fmla="*/ 174970 h 608062"/>
                <a:gd name="connsiteX61" fmla="*/ 130991 w 590280"/>
                <a:gd name="connsiteY61" fmla="*/ 190374 h 608062"/>
                <a:gd name="connsiteX62" fmla="*/ 153994 w 590280"/>
                <a:gd name="connsiteY62" fmla="*/ 174970 h 608062"/>
                <a:gd name="connsiteX63" fmla="*/ 167194 w 590280"/>
                <a:gd name="connsiteY63" fmla="*/ 142613 h 608062"/>
                <a:gd name="connsiteX64" fmla="*/ 179229 w 590280"/>
                <a:gd name="connsiteY64" fmla="*/ 150848 h 608062"/>
                <a:gd name="connsiteX65" fmla="*/ 193788 w 590280"/>
                <a:gd name="connsiteY65" fmla="*/ 188145 h 608062"/>
                <a:gd name="connsiteX66" fmla="*/ 196894 w 590280"/>
                <a:gd name="connsiteY66" fmla="*/ 196186 h 608062"/>
                <a:gd name="connsiteX67" fmla="*/ 193011 w 590280"/>
                <a:gd name="connsiteY67" fmla="*/ 208393 h 608062"/>
                <a:gd name="connsiteX68" fmla="*/ 130991 w 590280"/>
                <a:gd name="connsiteY68" fmla="*/ 227574 h 608062"/>
                <a:gd name="connsiteX69" fmla="*/ 68970 w 590280"/>
                <a:gd name="connsiteY69" fmla="*/ 208393 h 608062"/>
                <a:gd name="connsiteX70" fmla="*/ 65088 w 590280"/>
                <a:gd name="connsiteY70" fmla="*/ 196186 h 608062"/>
                <a:gd name="connsiteX71" fmla="*/ 68194 w 590280"/>
                <a:gd name="connsiteY71" fmla="*/ 188145 h 608062"/>
                <a:gd name="connsiteX72" fmla="*/ 81200 w 590280"/>
                <a:gd name="connsiteY72" fmla="*/ 154723 h 608062"/>
                <a:gd name="connsiteX73" fmla="*/ 94788 w 590280"/>
                <a:gd name="connsiteY73" fmla="*/ 142613 h 608062"/>
                <a:gd name="connsiteX74" fmla="*/ 131088 w 590280"/>
                <a:gd name="connsiteY74" fmla="*/ 70440 h 608062"/>
                <a:gd name="connsiteX75" fmla="*/ 105944 w 590280"/>
                <a:gd name="connsiteY75" fmla="*/ 87488 h 608062"/>
                <a:gd name="connsiteX76" fmla="*/ 130991 w 590280"/>
                <a:gd name="connsiteY76" fmla="*/ 123329 h 608062"/>
                <a:gd name="connsiteX77" fmla="*/ 156038 w 590280"/>
                <a:gd name="connsiteY77" fmla="*/ 86907 h 608062"/>
                <a:gd name="connsiteX78" fmla="*/ 131088 w 590280"/>
                <a:gd name="connsiteY78" fmla="*/ 70440 h 608062"/>
                <a:gd name="connsiteX79" fmla="*/ 461485 w 590280"/>
                <a:gd name="connsiteY79" fmla="*/ 52732 h 608062"/>
                <a:gd name="connsiteX80" fmla="*/ 435473 w 590280"/>
                <a:gd name="connsiteY80" fmla="*/ 91685 h 608062"/>
                <a:gd name="connsiteX81" fmla="*/ 461485 w 590280"/>
                <a:gd name="connsiteY81" fmla="*/ 130735 h 608062"/>
                <a:gd name="connsiteX82" fmla="*/ 487498 w 590280"/>
                <a:gd name="connsiteY82" fmla="*/ 91685 h 608062"/>
                <a:gd name="connsiteX83" fmla="*/ 461485 w 590280"/>
                <a:gd name="connsiteY83" fmla="*/ 52732 h 608062"/>
                <a:gd name="connsiteX84" fmla="*/ 461485 w 590280"/>
                <a:gd name="connsiteY84" fmla="*/ 40716 h 608062"/>
                <a:gd name="connsiteX85" fmla="*/ 499533 w 590280"/>
                <a:gd name="connsiteY85" fmla="*/ 91685 h 608062"/>
                <a:gd name="connsiteX86" fmla="*/ 479539 w 590280"/>
                <a:gd name="connsiteY86" fmla="*/ 136355 h 608062"/>
                <a:gd name="connsiteX87" fmla="*/ 479539 w 590280"/>
                <a:gd name="connsiteY87" fmla="*/ 149631 h 608062"/>
                <a:gd name="connsiteX88" fmla="*/ 483809 w 590280"/>
                <a:gd name="connsiteY88" fmla="*/ 149631 h 608062"/>
                <a:gd name="connsiteX89" fmla="*/ 461485 w 590280"/>
                <a:gd name="connsiteY89" fmla="*/ 167169 h 608062"/>
                <a:gd name="connsiteX90" fmla="*/ 439161 w 590280"/>
                <a:gd name="connsiteY90" fmla="*/ 149631 h 608062"/>
                <a:gd name="connsiteX91" fmla="*/ 443529 w 590280"/>
                <a:gd name="connsiteY91" fmla="*/ 149631 h 608062"/>
                <a:gd name="connsiteX92" fmla="*/ 443529 w 590280"/>
                <a:gd name="connsiteY92" fmla="*/ 136355 h 608062"/>
                <a:gd name="connsiteX93" fmla="*/ 423534 w 590280"/>
                <a:gd name="connsiteY93" fmla="*/ 91685 h 608062"/>
                <a:gd name="connsiteX94" fmla="*/ 461485 w 590280"/>
                <a:gd name="connsiteY94" fmla="*/ 40716 h 608062"/>
                <a:gd name="connsiteX95" fmla="*/ 130991 w 590280"/>
                <a:gd name="connsiteY95" fmla="*/ 32178 h 608062"/>
                <a:gd name="connsiteX96" fmla="*/ 173416 w 590280"/>
                <a:gd name="connsiteY96" fmla="*/ 86326 h 608062"/>
                <a:gd name="connsiteX97" fmla="*/ 185162 w 590280"/>
                <a:gd name="connsiteY97" fmla="*/ 114611 h 608062"/>
                <a:gd name="connsiteX98" fmla="*/ 185648 w 590280"/>
                <a:gd name="connsiteY98" fmla="*/ 120810 h 608062"/>
                <a:gd name="connsiteX99" fmla="*/ 180405 w 590280"/>
                <a:gd name="connsiteY99" fmla="*/ 124007 h 608062"/>
                <a:gd name="connsiteX100" fmla="*/ 154582 w 590280"/>
                <a:gd name="connsiteY100" fmla="*/ 124007 h 608062"/>
                <a:gd name="connsiteX101" fmla="*/ 148563 w 590280"/>
                <a:gd name="connsiteY101" fmla="*/ 129431 h 608062"/>
                <a:gd name="connsiteX102" fmla="*/ 148563 w 590280"/>
                <a:gd name="connsiteY102" fmla="*/ 142024 h 608062"/>
                <a:gd name="connsiteX103" fmla="*/ 154194 w 590280"/>
                <a:gd name="connsiteY103" fmla="*/ 142024 h 608062"/>
                <a:gd name="connsiteX104" fmla="*/ 142641 w 590280"/>
                <a:gd name="connsiteY104" fmla="*/ 170308 h 608062"/>
                <a:gd name="connsiteX105" fmla="*/ 119341 w 590280"/>
                <a:gd name="connsiteY105" fmla="*/ 170308 h 608062"/>
                <a:gd name="connsiteX106" fmla="*/ 107692 w 590280"/>
                <a:gd name="connsiteY106" fmla="*/ 142024 h 608062"/>
                <a:gd name="connsiteX107" fmla="*/ 113420 w 590280"/>
                <a:gd name="connsiteY107" fmla="*/ 142024 h 608062"/>
                <a:gd name="connsiteX108" fmla="*/ 113420 w 590280"/>
                <a:gd name="connsiteY108" fmla="*/ 129431 h 608062"/>
                <a:gd name="connsiteX109" fmla="*/ 107401 w 590280"/>
                <a:gd name="connsiteY109" fmla="*/ 124007 h 608062"/>
                <a:gd name="connsiteX110" fmla="*/ 81674 w 590280"/>
                <a:gd name="connsiteY110" fmla="*/ 124007 h 608062"/>
                <a:gd name="connsiteX111" fmla="*/ 76335 w 590280"/>
                <a:gd name="connsiteY111" fmla="*/ 120810 h 608062"/>
                <a:gd name="connsiteX112" fmla="*/ 76820 w 590280"/>
                <a:gd name="connsiteY112" fmla="*/ 114611 h 608062"/>
                <a:gd name="connsiteX113" fmla="*/ 88567 w 590280"/>
                <a:gd name="connsiteY113" fmla="*/ 86520 h 608062"/>
                <a:gd name="connsiteX114" fmla="*/ 130991 w 590280"/>
                <a:gd name="connsiteY114" fmla="*/ 32178 h 608062"/>
                <a:gd name="connsiteX115" fmla="*/ 461996 w 590280"/>
                <a:gd name="connsiteY115" fmla="*/ 27613 h 608062"/>
                <a:gd name="connsiteX116" fmla="*/ 354284 w 590280"/>
                <a:gd name="connsiteY116" fmla="*/ 135061 h 608062"/>
                <a:gd name="connsiteX117" fmla="*/ 461996 w 590280"/>
                <a:gd name="connsiteY117" fmla="*/ 242508 h 608062"/>
                <a:gd name="connsiteX118" fmla="*/ 569611 w 590280"/>
                <a:gd name="connsiteY118" fmla="*/ 135061 h 608062"/>
                <a:gd name="connsiteX119" fmla="*/ 461996 w 590280"/>
                <a:gd name="connsiteY119" fmla="*/ 27613 h 608062"/>
                <a:gd name="connsiteX120" fmla="*/ 130224 w 590280"/>
                <a:gd name="connsiteY120" fmla="*/ 20637 h 608062"/>
                <a:gd name="connsiteX121" fmla="*/ 20669 w 590280"/>
                <a:gd name="connsiteY121" fmla="*/ 130022 h 608062"/>
                <a:gd name="connsiteX122" fmla="*/ 130224 w 590280"/>
                <a:gd name="connsiteY122" fmla="*/ 239408 h 608062"/>
                <a:gd name="connsiteX123" fmla="*/ 239877 w 590280"/>
                <a:gd name="connsiteY123" fmla="*/ 130022 h 608062"/>
                <a:gd name="connsiteX124" fmla="*/ 130224 w 590280"/>
                <a:gd name="connsiteY124" fmla="*/ 20637 h 608062"/>
                <a:gd name="connsiteX125" fmla="*/ 130224 w 590280"/>
                <a:gd name="connsiteY125" fmla="*/ 0 h 608062"/>
                <a:gd name="connsiteX126" fmla="*/ 260546 w 590280"/>
                <a:gd name="connsiteY126" fmla="*/ 130022 h 608062"/>
                <a:gd name="connsiteX127" fmla="*/ 235316 w 590280"/>
                <a:gd name="connsiteY127" fmla="*/ 206854 h 608062"/>
                <a:gd name="connsiteX128" fmla="*/ 295188 w 590280"/>
                <a:gd name="connsiteY128" fmla="*/ 266536 h 608062"/>
                <a:gd name="connsiteX129" fmla="*/ 355449 w 590280"/>
                <a:gd name="connsiteY129" fmla="*/ 206369 h 608062"/>
                <a:gd name="connsiteX130" fmla="*/ 333615 w 590280"/>
                <a:gd name="connsiteY130" fmla="*/ 135061 h 608062"/>
                <a:gd name="connsiteX131" fmla="*/ 461996 w 590280"/>
                <a:gd name="connsiteY131" fmla="*/ 6976 h 608062"/>
                <a:gd name="connsiteX132" fmla="*/ 590280 w 590280"/>
                <a:gd name="connsiteY132" fmla="*/ 135061 h 608062"/>
                <a:gd name="connsiteX133" fmla="*/ 461996 w 590280"/>
                <a:gd name="connsiteY133" fmla="*/ 263145 h 608062"/>
                <a:gd name="connsiteX134" fmla="*/ 383687 w 590280"/>
                <a:gd name="connsiteY134" fmla="*/ 236501 h 608062"/>
                <a:gd name="connsiteX135" fmla="*/ 315760 w 590280"/>
                <a:gd name="connsiteY135" fmla="*/ 304322 h 608062"/>
                <a:gd name="connsiteX136" fmla="*/ 315760 w 590280"/>
                <a:gd name="connsiteY136" fmla="*/ 317111 h 608062"/>
                <a:gd name="connsiteX137" fmla="*/ 441522 w 590280"/>
                <a:gd name="connsiteY137" fmla="*/ 461860 h 608062"/>
                <a:gd name="connsiteX138" fmla="*/ 295188 w 590280"/>
                <a:gd name="connsiteY138" fmla="*/ 608062 h 608062"/>
                <a:gd name="connsiteX139" fmla="*/ 148758 w 590280"/>
                <a:gd name="connsiteY139" fmla="*/ 461860 h 608062"/>
                <a:gd name="connsiteX140" fmla="*/ 274422 w 590280"/>
                <a:gd name="connsiteY140" fmla="*/ 317111 h 608062"/>
                <a:gd name="connsiteX141" fmla="*/ 274422 w 590280"/>
                <a:gd name="connsiteY141" fmla="*/ 304322 h 608062"/>
                <a:gd name="connsiteX142" fmla="*/ 205914 w 590280"/>
                <a:gd name="connsiteY142" fmla="*/ 235823 h 608062"/>
                <a:gd name="connsiteX143" fmla="*/ 130224 w 590280"/>
                <a:gd name="connsiteY143" fmla="*/ 260141 h 608062"/>
                <a:gd name="connsiteX144" fmla="*/ 0 w 590280"/>
                <a:gd name="connsiteY144" fmla="*/ 130022 h 608062"/>
                <a:gd name="connsiteX145" fmla="*/ 130224 w 590280"/>
                <a:gd name="connsiteY145" fmla="*/ 0 h 60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90280" h="608062">
                  <a:moveTo>
                    <a:pt x="288471" y="493393"/>
                  </a:moveTo>
                  <a:lnTo>
                    <a:pt x="301667" y="493393"/>
                  </a:lnTo>
                  <a:cubicBezTo>
                    <a:pt x="305742" y="493393"/>
                    <a:pt x="309429" y="495622"/>
                    <a:pt x="311369" y="499110"/>
                  </a:cubicBezTo>
                  <a:cubicBezTo>
                    <a:pt x="313310" y="502695"/>
                    <a:pt x="313213" y="506958"/>
                    <a:pt x="311078" y="510446"/>
                  </a:cubicBezTo>
                  <a:lnTo>
                    <a:pt x="307876" y="515485"/>
                  </a:lnTo>
                  <a:cubicBezTo>
                    <a:pt x="306712" y="517423"/>
                    <a:pt x="304577" y="518585"/>
                    <a:pt x="302249" y="518585"/>
                  </a:cubicBezTo>
                  <a:lnTo>
                    <a:pt x="287889" y="518585"/>
                  </a:lnTo>
                  <a:cubicBezTo>
                    <a:pt x="285560" y="518585"/>
                    <a:pt x="283523" y="517423"/>
                    <a:pt x="282261" y="515485"/>
                  </a:cubicBezTo>
                  <a:lnTo>
                    <a:pt x="279059" y="510446"/>
                  </a:lnTo>
                  <a:cubicBezTo>
                    <a:pt x="276925" y="506958"/>
                    <a:pt x="276828" y="502695"/>
                    <a:pt x="278768" y="499110"/>
                  </a:cubicBezTo>
                  <a:cubicBezTo>
                    <a:pt x="280709" y="495622"/>
                    <a:pt x="284493" y="493393"/>
                    <a:pt x="288471" y="493393"/>
                  </a:cubicBezTo>
                  <a:close/>
                  <a:moveTo>
                    <a:pt x="253371" y="486196"/>
                  </a:moveTo>
                  <a:lnTo>
                    <a:pt x="282769" y="557899"/>
                  </a:lnTo>
                  <a:lnTo>
                    <a:pt x="282769" y="535807"/>
                  </a:lnTo>
                  <a:cubicBezTo>
                    <a:pt x="282769" y="531640"/>
                    <a:pt x="286068" y="528249"/>
                    <a:pt x="290337" y="528249"/>
                  </a:cubicBezTo>
                  <a:lnTo>
                    <a:pt x="300039" y="528249"/>
                  </a:lnTo>
                  <a:cubicBezTo>
                    <a:pt x="304211" y="528249"/>
                    <a:pt x="307607" y="531640"/>
                    <a:pt x="307607" y="535807"/>
                  </a:cubicBezTo>
                  <a:lnTo>
                    <a:pt x="307607" y="557608"/>
                  </a:lnTo>
                  <a:lnTo>
                    <a:pt x="336810" y="486196"/>
                  </a:lnTo>
                  <a:cubicBezTo>
                    <a:pt x="346124" y="486196"/>
                    <a:pt x="354468" y="491913"/>
                    <a:pt x="357767" y="500634"/>
                  </a:cubicBezTo>
                  <a:lnTo>
                    <a:pt x="372417" y="538907"/>
                  </a:lnTo>
                  <a:lnTo>
                    <a:pt x="374843" y="545109"/>
                  </a:lnTo>
                  <a:cubicBezTo>
                    <a:pt x="355147" y="563906"/>
                    <a:pt x="328951" y="575825"/>
                    <a:pt x="300039" y="576987"/>
                  </a:cubicBezTo>
                  <a:cubicBezTo>
                    <a:pt x="298389" y="577084"/>
                    <a:pt x="296740" y="577084"/>
                    <a:pt x="295188" y="577084"/>
                  </a:cubicBezTo>
                  <a:cubicBezTo>
                    <a:pt x="293732" y="577084"/>
                    <a:pt x="292374" y="577084"/>
                    <a:pt x="291016" y="576987"/>
                  </a:cubicBezTo>
                  <a:cubicBezTo>
                    <a:pt x="261715" y="575921"/>
                    <a:pt x="235228" y="564003"/>
                    <a:pt x="215436" y="545109"/>
                  </a:cubicBezTo>
                  <a:lnTo>
                    <a:pt x="217764" y="538907"/>
                  </a:lnTo>
                  <a:lnTo>
                    <a:pt x="232221" y="500827"/>
                  </a:lnTo>
                  <a:cubicBezTo>
                    <a:pt x="235519" y="492010"/>
                    <a:pt x="243960" y="486196"/>
                    <a:pt x="253371" y="486196"/>
                  </a:cubicBezTo>
                  <a:close/>
                  <a:moveTo>
                    <a:pt x="295188" y="366279"/>
                  </a:moveTo>
                  <a:cubicBezTo>
                    <a:pt x="277715" y="366279"/>
                    <a:pt x="262960" y="388457"/>
                    <a:pt x="262960" y="414607"/>
                  </a:cubicBezTo>
                  <a:cubicBezTo>
                    <a:pt x="262960" y="440757"/>
                    <a:pt x="277715" y="462839"/>
                    <a:pt x="295188" y="462839"/>
                  </a:cubicBezTo>
                  <a:cubicBezTo>
                    <a:pt x="312564" y="462839"/>
                    <a:pt x="327320" y="440757"/>
                    <a:pt x="327320" y="414607"/>
                  </a:cubicBezTo>
                  <a:cubicBezTo>
                    <a:pt x="327320" y="388457"/>
                    <a:pt x="312564" y="366279"/>
                    <a:pt x="295188" y="366279"/>
                  </a:cubicBezTo>
                  <a:close/>
                  <a:moveTo>
                    <a:pt x="295188" y="351557"/>
                  </a:moveTo>
                  <a:cubicBezTo>
                    <a:pt x="321107" y="351557"/>
                    <a:pt x="342172" y="379838"/>
                    <a:pt x="342172" y="414607"/>
                  </a:cubicBezTo>
                  <a:cubicBezTo>
                    <a:pt x="342172" y="435527"/>
                    <a:pt x="334503" y="454026"/>
                    <a:pt x="322757" y="465551"/>
                  </a:cubicBezTo>
                  <a:cubicBezTo>
                    <a:pt x="314991" y="473105"/>
                    <a:pt x="305478" y="477657"/>
                    <a:pt x="295188" y="477657"/>
                  </a:cubicBezTo>
                  <a:cubicBezTo>
                    <a:pt x="284801" y="477657"/>
                    <a:pt x="275288" y="473105"/>
                    <a:pt x="267522" y="465551"/>
                  </a:cubicBezTo>
                  <a:cubicBezTo>
                    <a:pt x="255777" y="454026"/>
                    <a:pt x="248108" y="435527"/>
                    <a:pt x="248108" y="414607"/>
                  </a:cubicBezTo>
                  <a:cubicBezTo>
                    <a:pt x="248108" y="379838"/>
                    <a:pt x="269173" y="351557"/>
                    <a:pt x="295188" y="351557"/>
                  </a:cubicBezTo>
                  <a:close/>
                  <a:moveTo>
                    <a:pt x="295188" y="336295"/>
                  </a:moveTo>
                  <a:cubicBezTo>
                    <a:pt x="225806" y="336295"/>
                    <a:pt x="169427" y="392586"/>
                    <a:pt x="169427" y="461860"/>
                  </a:cubicBezTo>
                  <a:cubicBezTo>
                    <a:pt x="169427" y="531037"/>
                    <a:pt x="225806" y="587425"/>
                    <a:pt x="295188" y="587425"/>
                  </a:cubicBezTo>
                  <a:cubicBezTo>
                    <a:pt x="364473" y="587425"/>
                    <a:pt x="420852" y="531037"/>
                    <a:pt x="420852" y="461860"/>
                  </a:cubicBezTo>
                  <a:cubicBezTo>
                    <a:pt x="420852" y="392586"/>
                    <a:pt x="364473" y="336295"/>
                    <a:pt x="295188" y="336295"/>
                  </a:cubicBezTo>
                  <a:close/>
                  <a:moveTo>
                    <a:pt x="426654" y="149810"/>
                  </a:moveTo>
                  <a:cubicBezTo>
                    <a:pt x="429565" y="166375"/>
                    <a:pt x="444021" y="179065"/>
                    <a:pt x="461485" y="179065"/>
                  </a:cubicBezTo>
                  <a:cubicBezTo>
                    <a:pt x="478948" y="179065"/>
                    <a:pt x="493405" y="166375"/>
                    <a:pt x="496315" y="149810"/>
                  </a:cubicBezTo>
                  <a:cubicBezTo>
                    <a:pt x="503689" y="150682"/>
                    <a:pt x="509995" y="155622"/>
                    <a:pt x="512615" y="162500"/>
                  </a:cubicBezTo>
                  <a:lnTo>
                    <a:pt x="523966" y="192142"/>
                  </a:lnTo>
                  <a:lnTo>
                    <a:pt x="526974" y="200086"/>
                  </a:lnTo>
                  <a:cubicBezTo>
                    <a:pt x="528817" y="204735"/>
                    <a:pt x="527071" y="209966"/>
                    <a:pt x="522899" y="212679"/>
                  </a:cubicBezTo>
                  <a:cubicBezTo>
                    <a:pt x="505144" y="224206"/>
                    <a:pt x="484091" y="230890"/>
                    <a:pt x="461485" y="230890"/>
                  </a:cubicBezTo>
                  <a:cubicBezTo>
                    <a:pt x="438879" y="230890"/>
                    <a:pt x="417825" y="224206"/>
                    <a:pt x="400070" y="212679"/>
                  </a:cubicBezTo>
                  <a:cubicBezTo>
                    <a:pt x="395898" y="209966"/>
                    <a:pt x="394249" y="204735"/>
                    <a:pt x="395995" y="200086"/>
                  </a:cubicBezTo>
                  <a:lnTo>
                    <a:pt x="399003" y="192239"/>
                  </a:lnTo>
                  <a:lnTo>
                    <a:pt x="410451" y="162500"/>
                  </a:lnTo>
                  <a:cubicBezTo>
                    <a:pt x="413071" y="155622"/>
                    <a:pt x="419280" y="150682"/>
                    <a:pt x="426654" y="149810"/>
                  </a:cubicBezTo>
                  <a:close/>
                  <a:moveTo>
                    <a:pt x="94788" y="142613"/>
                  </a:moveTo>
                  <a:lnTo>
                    <a:pt x="107988" y="174970"/>
                  </a:lnTo>
                  <a:cubicBezTo>
                    <a:pt x="111870" y="184367"/>
                    <a:pt x="120897" y="190374"/>
                    <a:pt x="130991" y="190374"/>
                  </a:cubicBezTo>
                  <a:cubicBezTo>
                    <a:pt x="141085" y="190374"/>
                    <a:pt x="150111" y="184367"/>
                    <a:pt x="153994" y="174970"/>
                  </a:cubicBezTo>
                  <a:lnTo>
                    <a:pt x="167194" y="142613"/>
                  </a:lnTo>
                  <a:cubicBezTo>
                    <a:pt x="172532" y="142613"/>
                    <a:pt x="177288" y="145907"/>
                    <a:pt x="179229" y="150848"/>
                  </a:cubicBezTo>
                  <a:lnTo>
                    <a:pt x="193788" y="188145"/>
                  </a:lnTo>
                  <a:lnTo>
                    <a:pt x="196894" y="196186"/>
                  </a:lnTo>
                  <a:cubicBezTo>
                    <a:pt x="198641" y="200642"/>
                    <a:pt x="196991" y="205777"/>
                    <a:pt x="193011" y="208393"/>
                  </a:cubicBezTo>
                  <a:cubicBezTo>
                    <a:pt x="175347" y="220502"/>
                    <a:pt x="153994" y="227574"/>
                    <a:pt x="130991" y="227574"/>
                  </a:cubicBezTo>
                  <a:cubicBezTo>
                    <a:pt x="107988" y="227574"/>
                    <a:pt x="86635" y="220502"/>
                    <a:pt x="68970" y="208393"/>
                  </a:cubicBezTo>
                  <a:cubicBezTo>
                    <a:pt x="64991" y="205680"/>
                    <a:pt x="63438" y="200642"/>
                    <a:pt x="65088" y="196186"/>
                  </a:cubicBezTo>
                  <a:lnTo>
                    <a:pt x="68194" y="188145"/>
                  </a:lnTo>
                  <a:lnTo>
                    <a:pt x="81200" y="154723"/>
                  </a:lnTo>
                  <a:cubicBezTo>
                    <a:pt x="83529" y="148813"/>
                    <a:pt x="88576" y="144260"/>
                    <a:pt x="94788" y="142613"/>
                  </a:cubicBezTo>
                  <a:close/>
                  <a:moveTo>
                    <a:pt x="131088" y="70440"/>
                  </a:moveTo>
                  <a:cubicBezTo>
                    <a:pt x="117400" y="70440"/>
                    <a:pt x="106333" y="77996"/>
                    <a:pt x="105944" y="87488"/>
                  </a:cubicBezTo>
                  <a:cubicBezTo>
                    <a:pt x="106721" y="107055"/>
                    <a:pt x="117788" y="123329"/>
                    <a:pt x="130991" y="123329"/>
                  </a:cubicBezTo>
                  <a:cubicBezTo>
                    <a:pt x="144291" y="123329"/>
                    <a:pt x="155553" y="106765"/>
                    <a:pt x="156038" y="86907"/>
                  </a:cubicBezTo>
                  <a:cubicBezTo>
                    <a:pt x="155164" y="77705"/>
                    <a:pt x="144485" y="70440"/>
                    <a:pt x="131088" y="70440"/>
                  </a:cubicBezTo>
                  <a:close/>
                  <a:moveTo>
                    <a:pt x="461485" y="52732"/>
                  </a:moveTo>
                  <a:cubicBezTo>
                    <a:pt x="447411" y="52732"/>
                    <a:pt x="435473" y="70561"/>
                    <a:pt x="435473" y="91685"/>
                  </a:cubicBezTo>
                  <a:cubicBezTo>
                    <a:pt x="435473" y="112906"/>
                    <a:pt x="447411" y="130735"/>
                    <a:pt x="461485" y="130735"/>
                  </a:cubicBezTo>
                  <a:cubicBezTo>
                    <a:pt x="475559" y="130735"/>
                    <a:pt x="487498" y="112906"/>
                    <a:pt x="487498" y="91685"/>
                  </a:cubicBezTo>
                  <a:cubicBezTo>
                    <a:pt x="487498" y="70561"/>
                    <a:pt x="475559" y="52732"/>
                    <a:pt x="461485" y="52732"/>
                  </a:cubicBezTo>
                  <a:close/>
                  <a:moveTo>
                    <a:pt x="461485" y="40716"/>
                  </a:moveTo>
                  <a:cubicBezTo>
                    <a:pt x="482450" y="40716"/>
                    <a:pt x="499533" y="63584"/>
                    <a:pt x="499533" y="91685"/>
                  </a:cubicBezTo>
                  <a:cubicBezTo>
                    <a:pt x="499533" y="111065"/>
                    <a:pt x="491380" y="127731"/>
                    <a:pt x="479539" y="136355"/>
                  </a:cubicBezTo>
                  <a:lnTo>
                    <a:pt x="479539" y="149631"/>
                  </a:lnTo>
                  <a:lnTo>
                    <a:pt x="483809" y="149631"/>
                  </a:lnTo>
                  <a:cubicBezTo>
                    <a:pt x="481092" y="159611"/>
                    <a:pt x="472356" y="167169"/>
                    <a:pt x="461485" y="167169"/>
                  </a:cubicBezTo>
                  <a:cubicBezTo>
                    <a:pt x="450614" y="167169"/>
                    <a:pt x="441879" y="159611"/>
                    <a:pt x="439161" y="149631"/>
                  </a:cubicBezTo>
                  <a:lnTo>
                    <a:pt x="443529" y="149631"/>
                  </a:lnTo>
                  <a:lnTo>
                    <a:pt x="443529" y="136355"/>
                  </a:lnTo>
                  <a:cubicBezTo>
                    <a:pt x="431687" y="127731"/>
                    <a:pt x="423534" y="111065"/>
                    <a:pt x="423534" y="91685"/>
                  </a:cubicBezTo>
                  <a:cubicBezTo>
                    <a:pt x="423534" y="63584"/>
                    <a:pt x="440520" y="40716"/>
                    <a:pt x="461485" y="40716"/>
                  </a:cubicBezTo>
                  <a:close/>
                  <a:moveTo>
                    <a:pt x="130991" y="32178"/>
                  </a:moveTo>
                  <a:cubicBezTo>
                    <a:pt x="164193" y="32178"/>
                    <a:pt x="172639" y="81483"/>
                    <a:pt x="173416" y="86326"/>
                  </a:cubicBezTo>
                  <a:cubicBezTo>
                    <a:pt x="174678" y="95528"/>
                    <a:pt x="179241" y="106377"/>
                    <a:pt x="185162" y="114611"/>
                  </a:cubicBezTo>
                  <a:cubicBezTo>
                    <a:pt x="186522" y="116451"/>
                    <a:pt x="186716" y="118776"/>
                    <a:pt x="185648" y="120810"/>
                  </a:cubicBezTo>
                  <a:cubicBezTo>
                    <a:pt x="184677" y="122747"/>
                    <a:pt x="182541" y="124007"/>
                    <a:pt x="180405" y="124007"/>
                  </a:cubicBezTo>
                  <a:lnTo>
                    <a:pt x="154582" y="124007"/>
                  </a:lnTo>
                  <a:cubicBezTo>
                    <a:pt x="152737" y="126041"/>
                    <a:pt x="150699" y="127881"/>
                    <a:pt x="148563" y="129431"/>
                  </a:cubicBezTo>
                  <a:lnTo>
                    <a:pt x="148563" y="142024"/>
                  </a:lnTo>
                  <a:lnTo>
                    <a:pt x="154194" y="142024"/>
                  </a:lnTo>
                  <a:lnTo>
                    <a:pt x="142641" y="170308"/>
                  </a:lnTo>
                  <a:cubicBezTo>
                    <a:pt x="138758" y="179801"/>
                    <a:pt x="123225" y="179801"/>
                    <a:pt x="119341" y="170308"/>
                  </a:cubicBezTo>
                  <a:lnTo>
                    <a:pt x="107692" y="142024"/>
                  </a:lnTo>
                  <a:lnTo>
                    <a:pt x="113420" y="142024"/>
                  </a:lnTo>
                  <a:lnTo>
                    <a:pt x="113420" y="129431"/>
                  </a:lnTo>
                  <a:cubicBezTo>
                    <a:pt x="111284" y="127881"/>
                    <a:pt x="109245" y="126041"/>
                    <a:pt x="107401" y="124007"/>
                  </a:cubicBezTo>
                  <a:lnTo>
                    <a:pt x="81674" y="124007"/>
                  </a:lnTo>
                  <a:cubicBezTo>
                    <a:pt x="79441" y="124007"/>
                    <a:pt x="77402" y="122747"/>
                    <a:pt x="76335" y="120810"/>
                  </a:cubicBezTo>
                  <a:cubicBezTo>
                    <a:pt x="75364" y="118776"/>
                    <a:pt x="75558" y="116451"/>
                    <a:pt x="76820" y="114611"/>
                  </a:cubicBezTo>
                  <a:cubicBezTo>
                    <a:pt x="82742" y="106377"/>
                    <a:pt x="88567" y="95722"/>
                    <a:pt x="88567" y="86520"/>
                  </a:cubicBezTo>
                  <a:cubicBezTo>
                    <a:pt x="88567" y="72474"/>
                    <a:pt x="100896" y="32178"/>
                    <a:pt x="130991" y="32178"/>
                  </a:cubicBezTo>
                  <a:close/>
                  <a:moveTo>
                    <a:pt x="461996" y="27613"/>
                  </a:moveTo>
                  <a:cubicBezTo>
                    <a:pt x="402609" y="27613"/>
                    <a:pt x="354284" y="75766"/>
                    <a:pt x="354284" y="135061"/>
                  </a:cubicBezTo>
                  <a:cubicBezTo>
                    <a:pt x="354284" y="194355"/>
                    <a:pt x="402609" y="242508"/>
                    <a:pt x="461996" y="242508"/>
                  </a:cubicBezTo>
                  <a:cubicBezTo>
                    <a:pt x="521286" y="242508"/>
                    <a:pt x="569611" y="194355"/>
                    <a:pt x="569611" y="135061"/>
                  </a:cubicBezTo>
                  <a:cubicBezTo>
                    <a:pt x="569611" y="75766"/>
                    <a:pt x="521286" y="27613"/>
                    <a:pt x="461996" y="27613"/>
                  </a:cubicBezTo>
                  <a:close/>
                  <a:moveTo>
                    <a:pt x="130224" y="20637"/>
                  </a:moveTo>
                  <a:cubicBezTo>
                    <a:pt x="69867" y="20637"/>
                    <a:pt x="20669" y="69759"/>
                    <a:pt x="20669" y="130022"/>
                  </a:cubicBezTo>
                  <a:cubicBezTo>
                    <a:pt x="20669" y="190383"/>
                    <a:pt x="69867" y="239408"/>
                    <a:pt x="130224" y="239408"/>
                  </a:cubicBezTo>
                  <a:cubicBezTo>
                    <a:pt x="190679" y="239408"/>
                    <a:pt x="239877" y="190383"/>
                    <a:pt x="239877" y="130022"/>
                  </a:cubicBezTo>
                  <a:cubicBezTo>
                    <a:pt x="239877" y="69759"/>
                    <a:pt x="190679" y="20637"/>
                    <a:pt x="130224" y="20637"/>
                  </a:cubicBezTo>
                  <a:close/>
                  <a:moveTo>
                    <a:pt x="130224" y="0"/>
                  </a:moveTo>
                  <a:cubicBezTo>
                    <a:pt x="202032" y="0"/>
                    <a:pt x="260546" y="58326"/>
                    <a:pt x="260546" y="130022"/>
                  </a:cubicBezTo>
                  <a:cubicBezTo>
                    <a:pt x="260546" y="158701"/>
                    <a:pt x="251133" y="185248"/>
                    <a:pt x="235316" y="206854"/>
                  </a:cubicBezTo>
                  <a:lnTo>
                    <a:pt x="295188" y="266536"/>
                  </a:lnTo>
                  <a:lnTo>
                    <a:pt x="355449" y="206369"/>
                  </a:lnTo>
                  <a:cubicBezTo>
                    <a:pt x="341669" y="186023"/>
                    <a:pt x="333615" y="161414"/>
                    <a:pt x="333615" y="135061"/>
                  </a:cubicBezTo>
                  <a:cubicBezTo>
                    <a:pt x="333615" y="64430"/>
                    <a:pt x="391256" y="6976"/>
                    <a:pt x="461996" y="6976"/>
                  </a:cubicBezTo>
                  <a:cubicBezTo>
                    <a:pt x="532737" y="6976"/>
                    <a:pt x="590280" y="64430"/>
                    <a:pt x="590280" y="135061"/>
                  </a:cubicBezTo>
                  <a:cubicBezTo>
                    <a:pt x="590280" y="205691"/>
                    <a:pt x="532737" y="263145"/>
                    <a:pt x="461996" y="263145"/>
                  </a:cubicBezTo>
                  <a:cubicBezTo>
                    <a:pt x="432497" y="263145"/>
                    <a:pt x="405423" y="253263"/>
                    <a:pt x="383687" y="236501"/>
                  </a:cubicBezTo>
                  <a:lnTo>
                    <a:pt x="315760" y="304322"/>
                  </a:lnTo>
                  <a:lnTo>
                    <a:pt x="315760" y="317111"/>
                  </a:lnTo>
                  <a:cubicBezTo>
                    <a:pt x="386792" y="327187"/>
                    <a:pt x="441522" y="388226"/>
                    <a:pt x="441522" y="461860"/>
                  </a:cubicBezTo>
                  <a:cubicBezTo>
                    <a:pt x="441522" y="542470"/>
                    <a:pt x="375924" y="608062"/>
                    <a:pt x="295188" y="608062"/>
                  </a:cubicBezTo>
                  <a:cubicBezTo>
                    <a:pt x="214453" y="608062"/>
                    <a:pt x="148758" y="542470"/>
                    <a:pt x="148758" y="461860"/>
                  </a:cubicBezTo>
                  <a:cubicBezTo>
                    <a:pt x="148758" y="388226"/>
                    <a:pt x="203488" y="327187"/>
                    <a:pt x="274422" y="317111"/>
                  </a:cubicBezTo>
                  <a:lnTo>
                    <a:pt x="274422" y="304322"/>
                  </a:lnTo>
                  <a:lnTo>
                    <a:pt x="205914" y="235823"/>
                  </a:lnTo>
                  <a:cubicBezTo>
                    <a:pt x="184565" y="251131"/>
                    <a:pt x="158462" y="260141"/>
                    <a:pt x="130224" y="260141"/>
                  </a:cubicBezTo>
                  <a:cubicBezTo>
                    <a:pt x="58416" y="260141"/>
                    <a:pt x="0" y="201719"/>
                    <a:pt x="0" y="130022"/>
                  </a:cubicBezTo>
                  <a:cubicBezTo>
                    <a:pt x="0" y="58326"/>
                    <a:pt x="58416" y="0"/>
                    <a:pt x="13022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15" name="组合 114"/>
            <p:cNvGrpSpPr/>
            <p:nvPr/>
          </p:nvGrpSpPr>
          <p:grpSpPr>
            <a:xfrm>
              <a:off x="3765754" y="3320102"/>
              <a:ext cx="2084388" cy="917968"/>
              <a:chOff x="2677265" y="1996356"/>
              <a:chExt cx="2084388" cy="917968"/>
            </a:xfrm>
          </p:grpSpPr>
          <p:sp>
            <p:nvSpPr>
              <p:cNvPr id="116" name="矩形 115"/>
              <p:cNvSpPr/>
              <p:nvPr/>
            </p:nvSpPr>
            <p:spPr>
              <a:xfrm>
                <a:off x="2677265" y="2346820"/>
                <a:ext cx="2084388" cy="56750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100" dirty="0">
                    <a:solidFill>
                      <a:schemeClr val="tx1">
                        <a:lumMod val="50000"/>
                        <a:lumOff val="50000"/>
                      </a:schemeClr>
                    </a:solidFill>
                  </a:rPr>
                  <a:t>使用</a:t>
                </a:r>
                <a:r>
                  <a:rPr lang="en-US" altLang="zh-CN" sz="1100" dirty="0">
                    <a:solidFill>
                      <a:schemeClr val="tx1">
                        <a:lumMod val="50000"/>
                        <a:lumOff val="50000"/>
                      </a:schemeClr>
                    </a:solidFill>
                  </a:rPr>
                  <a:t>QTP12</a:t>
                </a:r>
                <a:r>
                  <a:rPr lang="zh-CN" altLang="en-US" sz="1100" dirty="0">
                    <a:solidFill>
                      <a:schemeClr val="tx1">
                        <a:lumMod val="50000"/>
                        <a:lumOff val="50000"/>
                      </a:schemeClr>
                    </a:solidFill>
                  </a:rPr>
                  <a:t>在</a:t>
                </a:r>
                <a:r>
                  <a:rPr lang="en-US" altLang="zh-CN" sz="1100" dirty="0">
                    <a:solidFill>
                      <a:schemeClr val="tx1">
                        <a:lumMod val="50000"/>
                        <a:lumOff val="50000"/>
                      </a:schemeClr>
                    </a:solidFill>
                  </a:rPr>
                  <a:t>IE11</a:t>
                </a:r>
                <a:r>
                  <a:rPr lang="zh-CN" altLang="en-US" sz="1100" dirty="0">
                    <a:solidFill>
                      <a:schemeClr val="tx1">
                        <a:lumMod val="50000"/>
                        <a:lumOff val="50000"/>
                      </a:schemeClr>
                    </a:solidFill>
                  </a:rPr>
                  <a:t>上进行脚本的录制</a:t>
                </a:r>
              </a:p>
            </p:txBody>
          </p:sp>
          <p:sp>
            <p:nvSpPr>
              <p:cNvPr id="117" name="矩形 116"/>
              <p:cNvSpPr/>
              <p:nvPr/>
            </p:nvSpPr>
            <p:spPr>
              <a:xfrm>
                <a:off x="2677265" y="1996356"/>
                <a:ext cx="2084387" cy="410449"/>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b="1" dirty="0"/>
                  <a:t>录制测试脚本</a:t>
                </a:r>
              </a:p>
            </p:txBody>
          </p:sp>
        </p:grpSp>
      </p:grpSp>
      <p:grpSp>
        <p:nvGrpSpPr>
          <p:cNvPr id="118" name="组合 117"/>
          <p:cNvGrpSpPr/>
          <p:nvPr/>
        </p:nvGrpSpPr>
        <p:grpSpPr>
          <a:xfrm>
            <a:off x="4918850" y="2917550"/>
            <a:ext cx="2051157" cy="2633505"/>
            <a:chOff x="6214252" y="2075502"/>
            <a:chExt cx="2396756" cy="3398693"/>
          </a:xfrm>
        </p:grpSpPr>
        <p:sp>
          <p:nvSpPr>
            <p:cNvPr id="119" name="ïṧḷïḓê-矩形: 圆角 13"/>
            <p:cNvSpPr/>
            <p:nvPr/>
          </p:nvSpPr>
          <p:spPr>
            <a:xfrm>
              <a:off x="6214252" y="2075502"/>
              <a:ext cx="2396756" cy="3398693"/>
            </a:xfrm>
            <a:prstGeom prst="roundRect">
              <a:avLst>
                <a:gd name="adj" fmla="val 42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20" name="椭圆 119"/>
            <p:cNvSpPr/>
            <p:nvPr/>
          </p:nvSpPr>
          <p:spPr>
            <a:xfrm>
              <a:off x="7031630" y="2316802"/>
              <a:ext cx="762000" cy="762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38"/>
            <p:cNvSpPr/>
            <p:nvPr/>
          </p:nvSpPr>
          <p:spPr>
            <a:xfrm>
              <a:off x="7242767" y="2528195"/>
              <a:ext cx="339726" cy="339213"/>
            </a:xfrm>
            <a:custGeom>
              <a:avLst/>
              <a:gdLst>
                <a:gd name="connsiteX0" fmla="*/ 303775 w 607639"/>
                <a:gd name="connsiteY0" fmla="*/ 525007 h 606722"/>
                <a:gd name="connsiteX1" fmla="*/ 315710 w 607639"/>
                <a:gd name="connsiteY1" fmla="*/ 536902 h 606722"/>
                <a:gd name="connsiteX2" fmla="*/ 315710 w 607639"/>
                <a:gd name="connsiteY2" fmla="*/ 552347 h 606722"/>
                <a:gd name="connsiteX3" fmla="*/ 303775 w 607639"/>
                <a:gd name="connsiteY3" fmla="*/ 564241 h 606722"/>
                <a:gd name="connsiteX4" fmla="*/ 291929 w 607639"/>
                <a:gd name="connsiteY4" fmla="*/ 552347 h 606722"/>
                <a:gd name="connsiteX5" fmla="*/ 291929 w 607639"/>
                <a:gd name="connsiteY5" fmla="*/ 536902 h 606722"/>
                <a:gd name="connsiteX6" fmla="*/ 303775 w 607639"/>
                <a:gd name="connsiteY6" fmla="*/ 525007 h 606722"/>
                <a:gd name="connsiteX7" fmla="*/ 429885 w 607639"/>
                <a:gd name="connsiteY7" fmla="*/ 509483 h 606722"/>
                <a:gd name="connsiteX8" fmla="*/ 441811 w 607639"/>
                <a:gd name="connsiteY8" fmla="*/ 521409 h 606722"/>
                <a:gd name="connsiteX9" fmla="*/ 429885 w 607639"/>
                <a:gd name="connsiteY9" fmla="*/ 533335 h 606722"/>
                <a:gd name="connsiteX10" fmla="*/ 417959 w 607639"/>
                <a:gd name="connsiteY10" fmla="*/ 521409 h 606722"/>
                <a:gd name="connsiteX11" fmla="*/ 429885 w 607639"/>
                <a:gd name="connsiteY11" fmla="*/ 509483 h 606722"/>
                <a:gd name="connsiteX12" fmla="*/ 177720 w 607639"/>
                <a:gd name="connsiteY12" fmla="*/ 509483 h 606722"/>
                <a:gd name="connsiteX13" fmla="*/ 189611 w 607639"/>
                <a:gd name="connsiteY13" fmla="*/ 521409 h 606722"/>
                <a:gd name="connsiteX14" fmla="*/ 177720 w 607639"/>
                <a:gd name="connsiteY14" fmla="*/ 533335 h 606722"/>
                <a:gd name="connsiteX15" fmla="*/ 165829 w 607639"/>
                <a:gd name="connsiteY15" fmla="*/ 521409 h 606722"/>
                <a:gd name="connsiteX16" fmla="*/ 177720 w 607639"/>
                <a:gd name="connsiteY16" fmla="*/ 509483 h 606722"/>
                <a:gd name="connsiteX17" fmla="*/ 522185 w 607639"/>
                <a:gd name="connsiteY17" fmla="*/ 417324 h 606722"/>
                <a:gd name="connsiteX18" fmla="*/ 534111 w 607639"/>
                <a:gd name="connsiteY18" fmla="*/ 429250 h 606722"/>
                <a:gd name="connsiteX19" fmla="*/ 522185 w 607639"/>
                <a:gd name="connsiteY19" fmla="*/ 441176 h 606722"/>
                <a:gd name="connsiteX20" fmla="*/ 510259 w 607639"/>
                <a:gd name="connsiteY20" fmla="*/ 429250 h 606722"/>
                <a:gd name="connsiteX21" fmla="*/ 522185 w 607639"/>
                <a:gd name="connsiteY21" fmla="*/ 417324 h 606722"/>
                <a:gd name="connsiteX22" fmla="*/ 85420 w 607639"/>
                <a:gd name="connsiteY22" fmla="*/ 417324 h 606722"/>
                <a:gd name="connsiteX23" fmla="*/ 97311 w 607639"/>
                <a:gd name="connsiteY23" fmla="*/ 429250 h 606722"/>
                <a:gd name="connsiteX24" fmla="*/ 85420 w 607639"/>
                <a:gd name="connsiteY24" fmla="*/ 441176 h 606722"/>
                <a:gd name="connsiteX25" fmla="*/ 73529 w 607639"/>
                <a:gd name="connsiteY25" fmla="*/ 429250 h 606722"/>
                <a:gd name="connsiteX26" fmla="*/ 85420 w 607639"/>
                <a:gd name="connsiteY26" fmla="*/ 417324 h 606722"/>
                <a:gd name="connsiteX27" fmla="*/ 537643 w 607639"/>
                <a:gd name="connsiteY27" fmla="*/ 291506 h 606722"/>
                <a:gd name="connsiteX28" fmla="*/ 555628 w 607639"/>
                <a:gd name="connsiteY28" fmla="*/ 291506 h 606722"/>
                <a:gd name="connsiteX29" fmla="*/ 567558 w 607639"/>
                <a:gd name="connsiteY29" fmla="*/ 303316 h 606722"/>
                <a:gd name="connsiteX30" fmla="*/ 555628 w 607639"/>
                <a:gd name="connsiteY30" fmla="*/ 315216 h 606722"/>
                <a:gd name="connsiteX31" fmla="*/ 537643 w 607639"/>
                <a:gd name="connsiteY31" fmla="*/ 315216 h 606722"/>
                <a:gd name="connsiteX32" fmla="*/ 525713 w 607639"/>
                <a:gd name="connsiteY32" fmla="*/ 303316 h 606722"/>
                <a:gd name="connsiteX33" fmla="*/ 537643 w 607639"/>
                <a:gd name="connsiteY33" fmla="*/ 291506 h 606722"/>
                <a:gd name="connsiteX34" fmla="*/ 51991 w 607639"/>
                <a:gd name="connsiteY34" fmla="*/ 291506 h 606722"/>
                <a:gd name="connsiteX35" fmla="*/ 69946 w 607639"/>
                <a:gd name="connsiteY35" fmla="*/ 291506 h 606722"/>
                <a:gd name="connsiteX36" fmla="*/ 81856 w 607639"/>
                <a:gd name="connsiteY36" fmla="*/ 303316 h 606722"/>
                <a:gd name="connsiteX37" fmla="*/ 69946 w 607639"/>
                <a:gd name="connsiteY37" fmla="*/ 315216 h 606722"/>
                <a:gd name="connsiteX38" fmla="*/ 51991 w 607639"/>
                <a:gd name="connsiteY38" fmla="*/ 315216 h 606722"/>
                <a:gd name="connsiteX39" fmla="*/ 40081 w 607639"/>
                <a:gd name="connsiteY39" fmla="*/ 303316 h 606722"/>
                <a:gd name="connsiteX40" fmla="*/ 51991 w 607639"/>
                <a:gd name="connsiteY40" fmla="*/ 291506 h 606722"/>
                <a:gd name="connsiteX41" fmla="*/ 412608 w 607639"/>
                <a:gd name="connsiteY41" fmla="*/ 222096 h 606722"/>
                <a:gd name="connsiteX42" fmla="*/ 345491 w 607639"/>
                <a:gd name="connsiteY42" fmla="*/ 334245 h 606722"/>
                <a:gd name="connsiteX43" fmla="*/ 412608 w 607639"/>
                <a:gd name="connsiteY43" fmla="*/ 334245 h 606722"/>
                <a:gd name="connsiteX44" fmla="*/ 427651 w 607639"/>
                <a:gd name="connsiteY44" fmla="*/ 167533 h 606722"/>
                <a:gd name="connsiteX45" fmla="*/ 436375 w 607639"/>
                <a:gd name="connsiteY45" fmla="*/ 178996 h 606722"/>
                <a:gd name="connsiteX46" fmla="*/ 436375 w 607639"/>
                <a:gd name="connsiteY46" fmla="*/ 334245 h 606722"/>
                <a:gd name="connsiteX47" fmla="*/ 469399 w 607639"/>
                <a:gd name="connsiteY47" fmla="*/ 334245 h 606722"/>
                <a:gd name="connsiteX48" fmla="*/ 481327 w 607639"/>
                <a:gd name="connsiteY48" fmla="*/ 346153 h 606722"/>
                <a:gd name="connsiteX49" fmla="*/ 469399 w 607639"/>
                <a:gd name="connsiteY49" fmla="*/ 357973 h 606722"/>
                <a:gd name="connsiteX50" fmla="*/ 436375 w 607639"/>
                <a:gd name="connsiteY50" fmla="*/ 357973 h 606722"/>
                <a:gd name="connsiteX51" fmla="*/ 436375 w 607639"/>
                <a:gd name="connsiteY51" fmla="*/ 427733 h 606722"/>
                <a:gd name="connsiteX52" fmla="*/ 424536 w 607639"/>
                <a:gd name="connsiteY52" fmla="*/ 439552 h 606722"/>
                <a:gd name="connsiteX53" fmla="*/ 412608 w 607639"/>
                <a:gd name="connsiteY53" fmla="*/ 427733 h 606722"/>
                <a:gd name="connsiteX54" fmla="*/ 412608 w 607639"/>
                <a:gd name="connsiteY54" fmla="*/ 357973 h 606722"/>
                <a:gd name="connsiteX55" fmla="*/ 324573 w 607639"/>
                <a:gd name="connsiteY55" fmla="*/ 357973 h 606722"/>
                <a:gd name="connsiteX56" fmla="*/ 314158 w 607639"/>
                <a:gd name="connsiteY56" fmla="*/ 352019 h 606722"/>
                <a:gd name="connsiteX57" fmla="*/ 314336 w 607639"/>
                <a:gd name="connsiteY57" fmla="*/ 340022 h 606722"/>
                <a:gd name="connsiteX58" fmla="*/ 414299 w 607639"/>
                <a:gd name="connsiteY58" fmla="*/ 172953 h 606722"/>
                <a:gd name="connsiteX59" fmla="*/ 427651 w 607639"/>
                <a:gd name="connsiteY59" fmla="*/ 167533 h 606722"/>
                <a:gd name="connsiteX60" fmla="*/ 216270 w 607639"/>
                <a:gd name="connsiteY60" fmla="*/ 167099 h 606722"/>
                <a:gd name="connsiteX61" fmla="*/ 290518 w 607639"/>
                <a:gd name="connsiteY61" fmla="*/ 241210 h 606722"/>
                <a:gd name="connsiteX62" fmla="*/ 242978 w 607639"/>
                <a:gd name="connsiteY62" fmla="*/ 355754 h 606722"/>
                <a:gd name="connsiteX63" fmla="*/ 182707 w 607639"/>
                <a:gd name="connsiteY63" fmla="*/ 415825 h 606722"/>
                <a:gd name="connsiteX64" fmla="*/ 278588 w 607639"/>
                <a:gd name="connsiteY64" fmla="*/ 415825 h 606722"/>
                <a:gd name="connsiteX65" fmla="*/ 290518 w 607639"/>
                <a:gd name="connsiteY65" fmla="*/ 427734 h 606722"/>
                <a:gd name="connsiteX66" fmla="*/ 278588 w 607639"/>
                <a:gd name="connsiteY66" fmla="*/ 439552 h 606722"/>
                <a:gd name="connsiteX67" fmla="*/ 154040 w 607639"/>
                <a:gd name="connsiteY67" fmla="*/ 439552 h 606722"/>
                <a:gd name="connsiteX68" fmla="*/ 143001 w 607639"/>
                <a:gd name="connsiteY68" fmla="*/ 432265 h 606722"/>
                <a:gd name="connsiteX69" fmla="*/ 145582 w 607639"/>
                <a:gd name="connsiteY69" fmla="*/ 419292 h 606722"/>
                <a:gd name="connsiteX70" fmla="*/ 226152 w 607639"/>
                <a:gd name="connsiteY70" fmla="*/ 338959 h 606722"/>
                <a:gd name="connsiteX71" fmla="*/ 266659 w 607639"/>
                <a:gd name="connsiteY71" fmla="*/ 241210 h 606722"/>
                <a:gd name="connsiteX72" fmla="*/ 216270 w 607639"/>
                <a:gd name="connsiteY72" fmla="*/ 190914 h 606722"/>
                <a:gd name="connsiteX73" fmla="*/ 165880 w 607639"/>
                <a:gd name="connsiteY73" fmla="*/ 241210 h 606722"/>
                <a:gd name="connsiteX74" fmla="*/ 154040 w 607639"/>
                <a:gd name="connsiteY74" fmla="*/ 253029 h 606722"/>
                <a:gd name="connsiteX75" fmla="*/ 142110 w 607639"/>
                <a:gd name="connsiteY75" fmla="*/ 241210 h 606722"/>
                <a:gd name="connsiteX76" fmla="*/ 216270 w 607639"/>
                <a:gd name="connsiteY76" fmla="*/ 167099 h 606722"/>
                <a:gd name="connsiteX77" fmla="*/ 522185 w 607639"/>
                <a:gd name="connsiteY77" fmla="*/ 165547 h 606722"/>
                <a:gd name="connsiteX78" fmla="*/ 534111 w 607639"/>
                <a:gd name="connsiteY78" fmla="*/ 177438 h 606722"/>
                <a:gd name="connsiteX79" fmla="*/ 522185 w 607639"/>
                <a:gd name="connsiteY79" fmla="*/ 189329 h 606722"/>
                <a:gd name="connsiteX80" fmla="*/ 510259 w 607639"/>
                <a:gd name="connsiteY80" fmla="*/ 177438 h 606722"/>
                <a:gd name="connsiteX81" fmla="*/ 522185 w 607639"/>
                <a:gd name="connsiteY81" fmla="*/ 165547 h 606722"/>
                <a:gd name="connsiteX82" fmla="*/ 85420 w 607639"/>
                <a:gd name="connsiteY82" fmla="*/ 165547 h 606722"/>
                <a:gd name="connsiteX83" fmla="*/ 97311 w 607639"/>
                <a:gd name="connsiteY83" fmla="*/ 177438 h 606722"/>
                <a:gd name="connsiteX84" fmla="*/ 85420 w 607639"/>
                <a:gd name="connsiteY84" fmla="*/ 189329 h 606722"/>
                <a:gd name="connsiteX85" fmla="*/ 73529 w 607639"/>
                <a:gd name="connsiteY85" fmla="*/ 177438 h 606722"/>
                <a:gd name="connsiteX86" fmla="*/ 85420 w 607639"/>
                <a:gd name="connsiteY86" fmla="*/ 165547 h 606722"/>
                <a:gd name="connsiteX87" fmla="*/ 429885 w 607639"/>
                <a:gd name="connsiteY87" fmla="*/ 73388 h 606722"/>
                <a:gd name="connsiteX88" fmla="*/ 441811 w 607639"/>
                <a:gd name="connsiteY88" fmla="*/ 85279 h 606722"/>
                <a:gd name="connsiteX89" fmla="*/ 429885 w 607639"/>
                <a:gd name="connsiteY89" fmla="*/ 97170 h 606722"/>
                <a:gd name="connsiteX90" fmla="*/ 417959 w 607639"/>
                <a:gd name="connsiteY90" fmla="*/ 85279 h 606722"/>
                <a:gd name="connsiteX91" fmla="*/ 429885 w 607639"/>
                <a:gd name="connsiteY91" fmla="*/ 73388 h 606722"/>
                <a:gd name="connsiteX92" fmla="*/ 177720 w 607639"/>
                <a:gd name="connsiteY92" fmla="*/ 73388 h 606722"/>
                <a:gd name="connsiteX93" fmla="*/ 189611 w 607639"/>
                <a:gd name="connsiteY93" fmla="*/ 85279 h 606722"/>
                <a:gd name="connsiteX94" fmla="*/ 177720 w 607639"/>
                <a:gd name="connsiteY94" fmla="*/ 97170 h 606722"/>
                <a:gd name="connsiteX95" fmla="*/ 165829 w 607639"/>
                <a:gd name="connsiteY95" fmla="*/ 85279 h 606722"/>
                <a:gd name="connsiteX96" fmla="*/ 177720 w 607639"/>
                <a:gd name="connsiteY96" fmla="*/ 73388 h 606722"/>
                <a:gd name="connsiteX97" fmla="*/ 303775 w 607639"/>
                <a:gd name="connsiteY97" fmla="*/ 42480 h 606722"/>
                <a:gd name="connsiteX98" fmla="*/ 315710 w 607639"/>
                <a:gd name="connsiteY98" fmla="*/ 54396 h 606722"/>
                <a:gd name="connsiteX99" fmla="*/ 315710 w 607639"/>
                <a:gd name="connsiteY99" fmla="*/ 69869 h 606722"/>
                <a:gd name="connsiteX100" fmla="*/ 303775 w 607639"/>
                <a:gd name="connsiteY100" fmla="*/ 81785 h 606722"/>
                <a:gd name="connsiteX101" fmla="*/ 291929 w 607639"/>
                <a:gd name="connsiteY101" fmla="*/ 69869 h 606722"/>
                <a:gd name="connsiteX102" fmla="*/ 291929 w 607639"/>
                <a:gd name="connsiteY102" fmla="*/ 54396 h 606722"/>
                <a:gd name="connsiteX103" fmla="*/ 303775 w 607639"/>
                <a:gd name="connsiteY103" fmla="*/ 42480 h 606722"/>
                <a:gd name="connsiteX104" fmla="*/ 303775 w 607639"/>
                <a:gd name="connsiteY104" fmla="*/ 0 h 606722"/>
                <a:gd name="connsiteX105" fmla="*/ 537058 w 607639"/>
                <a:gd name="connsiteY105" fmla="*/ 108956 h 606722"/>
                <a:gd name="connsiteX106" fmla="*/ 537058 w 607639"/>
                <a:gd name="connsiteY106" fmla="*/ 93048 h 606722"/>
                <a:gd name="connsiteX107" fmla="*/ 548895 w 607639"/>
                <a:gd name="connsiteY107" fmla="*/ 81139 h 606722"/>
                <a:gd name="connsiteX108" fmla="*/ 560822 w 607639"/>
                <a:gd name="connsiteY108" fmla="*/ 93048 h 606722"/>
                <a:gd name="connsiteX109" fmla="*/ 560822 w 607639"/>
                <a:gd name="connsiteY109" fmla="*/ 138994 h 606722"/>
                <a:gd name="connsiteX110" fmla="*/ 548895 w 607639"/>
                <a:gd name="connsiteY110" fmla="*/ 150903 h 606722"/>
                <a:gd name="connsiteX111" fmla="*/ 502880 w 607639"/>
                <a:gd name="connsiteY111" fmla="*/ 150903 h 606722"/>
                <a:gd name="connsiteX112" fmla="*/ 490953 w 607639"/>
                <a:gd name="connsiteY112" fmla="*/ 138994 h 606722"/>
                <a:gd name="connsiteX113" fmla="*/ 502880 w 607639"/>
                <a:gd name="connsiteY113" fmla="*/ 127174 h 606722"/>
                <a:gd name="connsiteX114" fmla="*/ 521126 w 607639"/>
                <a:gd name="connsiteY114" fmla="*/ 127174 h 606722"/>
                <a:gd name="connsiteX115" fmla="*/ 303775 w 607639"/>
                <a:gd name="connsiteY115" fmla="*/ 23728 h 606722"/>
                <a:gd name="connsiteX116" fmla="*/ 23764 w 607639"/>
                <a:gd name="connsiteY116" fmla="*/ 303316 h 606722"/>
                <a:gd name="connsiteX117" fmla="*/ 303775 w 607639"/>
                <a:gd name="connsiteY117" fmla="*/ 582905 h 606722"/>
                <a:gd name="connsiteX118" fmla="*/ 583786 w 607639"/>
                <a:gd name="connsiteY118" fmla="*/ 303316 h 606722"/>
                <a:gd name="connsiteX119" fmla="*/ 573906 w 607639"/>
                <a:gd name="connsiteY119" fmla="*/ 229376 h 606722"/>
                <a:gd name="connsiteX120" fmla="*/ 582273 w 607639"/>
                <a:gd name="connsiteY120" fmla="*/ 214801 h 606722"/>
                <a:gd name="connsiteX121" fmla="*/ 596869 w 607639"/>
                <a:gd name="connsiteY121" fmla="*/ 223066 h 606722"/>
                <a:gd name="connsiteX122" fmla="*/ 607639 w 607639"/>
                <a:gd name="connsiteY122" fmla="*/ 303316 h 606722"/>
                <a:gd name="connsiteX123" fmla="*/ 303775 w 607639"/>
                <a:gd name="connsiteY123" fmla="*/ 606722 h 606722"/>
                <a:gd name="connsiteX124" fmla="*/ 0 w 607639"/>
                <a:gd name="connsiteY124" fmla="*/ 303316 h 606722"/>
                <a:gd name="connsiteX125" fmla="*/ 303775 w 607639"/>
                <a:gd name="connsiteY125"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07639" h="606722">
                  <a:moveTo>
                    <a:pt x="303775" y="525007"/>
                  </a:moveTo>
                  <a:cubicBezTo>
                    <a:pt x="310366" y="525007"/>
                    <a:pt x="315710" y="530333"/>
                    <a:pt x="315710" y="536902"/>
                  </a:cubicBezTo>
                  <a:lnTo>
                    <a:pt x="315710" y="552347"/>
                  </a:lnTo>
                  <a:cubicBezTo>
                    <a:pt x="315710" y="558915"/>
                    <a:pt x="310366" y="564241"/>
                    <a:pt x="303775" y="564241"/>
                  </a:cubicBezTo>
                  <a:cubicBezTo>
                    <a:pt x="297184" y="564241"/>
                    <a:pt x="291929" y="558915"/>
                    <a:pt x="291929" y="552347"/>
                  </a:cubicBezTo>
                  <a:lnTo>
                    <a:pt x="291929" y="536902"/>
                  </a:lnTo>
                  <a:cubicBezTo>
                    <a:pt x="291929" y="530333"/>
                    <a:pt x="297184" y="525007"/>
                    <a:pt x="303775" y="525007"/>
                  </a:cubicBezTo>
                  <a:close/>
                  <a:moveTo>
                    <a:pt x="429885" y="509483"/>
                  </a:moveTo>
                  <a:cubicBezTo>
                    <a:pt x="436472" y="509483"/>
                    <a:pt x="441811" y="514822"/>
                    <a:pt x="441811" y="521409"/>
                  </a:cubicBezTo>
                  <a:cubicBezTo>
                    <a:pt x="441811" y="527996"/>
                    <a:pt x="436472" y="533335"/>
                    <a:pt x="429885" y="533335"/>
                  </a:cubicBezTo>
                  <a:cubicBezTo>
                    <a:pt x="423298" y="533335"/>
                    <a:pt x="417959" y="527996"/>
                    <a:pt x="417959" y="521409"/>
                  </a:cubicBezTo>
                  <a:cubicBezTo>
                    <a:pt x="417959" y="514822"/>
                    <a:pt x="423298" y="509483"/>
                    <a:pt x="429885" y="509483"/>
                  </a:cubicBezTo>
                  <a:close/>
                  <a:moveTo>
                    <a:pt x="177720" y="509483"/>
                  </a:moveTo>
                  <a:cubicBezTo>
                    <a:pt x="184287" y="509483"/>
                    <a:pt x="189611" y="514822"/>
                    <a:pt x="189611" y="521409"/>
                  </a:cubicBezTo>
                  <a:cubicBezTo>
                    <a:pt x="189611" y="527996"/>
                    <a:pt x="184287" y="533335"/>
                    <a:pt x="177720" y="533335"/>
                  </a:cubicBezTo>
                  <a:cubicBezTo>
                    <a:pt x="171153" y="533335"/>
                    <a:pt x="165829" y="527996"/>
                    <a:pt x="165829" y="521409"/>
                  </a:cubicBezTo>
                  <a:cubicBezTo>
                    <a:pt x="165829" y="514822"/>
                    <a:pt x="171153" y="509483"/>
                    <a:pt x="177720" y="509483"/>
                  </a:cubicBezTo>
                  <a:close/>
                  <a:moveTo>
                    <a:pt x="522185" y="417324"/>
                  </a:moveTo>
                  <a:cubicBezTo>
                    <a:pt x="528772" y="417324"/>
                    <a:pt x="534111" y="422663"/>
                    <a:pt x="534111" y="429250"/>
                  </a:cubicBezTo>
                  <a:cubicBezTo>
                    <a:pt x="534111" y="435837"/>
                    <a:pt x="528772" y="441176"/>
                    <a:pt x="522185" y="441176"/>
                  </a:cubicBezTo>
                  <a:cubicBezTo>
                    <a:pt x="515598" y="441176"/>
                    <a:pt x="510259" y="435837"/>
                    <a:pt x="510259" y="429250"/>
                  </a:cubicBezTo>
                  <a:cubicBezTo>
                    <a:pt x="510259" y="422663"/>
                    <a:pt x="515598" y="417324"/>
                    <a:pt x="522185" y="417324"/>
                  </a:cubicBezTo>
                  <a:close/>
                  <a:moveTo>
                    <a:pt x="85420" y="417324"/>
                  </a:moveTo>
                  <a:cubicBezTo>
                    <a:pt x="91987" y="417324"/>
                    <a:pt x="97311" y="422663"/>
                    <a:pt x="97311" y="429250"/>
                  </a:cubicBezTo>
                  <a:cubicBezTo>
                    <a:pt x="97311" y="435837"/>
                    <a:pt x="91987" y="441176"/>
                    <a:pt x="85420" y="441176"/>
                  </a:cubicBezTo>
                  <a:cubicBezTo>
                    <a:pt x="78853" y="441176"/>
                    <a:pt x="73529" y="435837"/>
                    <a:pt x="73529" y="429250"/>
                  </a:cubicBezTo>
                  <a:cubicBezTo>
                    <a:pt x="73529" y="422663"/>
                    <a:pt x="78853" y="417324"/>
                    <a:pt x="85420" y="417324"/>
                  </a:cubicBezTo>
                  <a:close/>
                  <a:moveTo>
                    <a:pt x="537643" y="291506"/>
                  </a:moveTo>
                  <a:lnTo>
                    <a:pt x="555628" y="291506"/>
                  </a:lnTo>
                  <a:cubicBezTo>
                    <a:pt x="562216" y="291506"/>
                    <a:pt x="567558" y="296745"/>
                    <a:pt x="567558" y="303316"/>
                  </a:cubicBezTo>
                  <a:cubicBezTo>
                    <a:pt x="567558" y="309888"/>
                    <a:pt x="562216" y="315216"/>
                    <a:pt x="555628" y="315216"/>
                  </a:cubicBezTo>
                  <a:lnTo>
                    <a:pt x="537643" y="315216"/>
                  </a:lnTo>
                  <a:cubicBezTo>
                    <a:pt x="531055" y="315216"/>
                    <a:pt x="525713" y="309888"/>
                    <a:pt x="525713" y="303316"/>
                  </a:cubicBezTo>
                  <a:cubicBezTo>
                    <a:pt x="525713" y="296745"/>
                    <a:pt x="531055" y="291506"/>
                    <a:pt x="537643" y="291506"/>
                  </a:cubicBezTo>
                  <a:close/>
                  <a:moveTo>
                    <a:pt x="51991" y="291506"/>
                  </a:moveTo>
                  <a:lnTo>
                    <a:pt x="69946" y="291506"/>
                  </a:lnTo>
                  <a:cubicBezTo>
                    <a:pt x="76523" y="291506"/>
                    <a:pt x="81856" y="296745"/>
                    <a:pt x="81856" y="303316"/>
                  </a:cubicBezTo>
                  <a:cubicBezTo>
                    <a:pt x="81856" y="309888"/>
                    <a:pt x="76523" y="315216"/>
                    <a:pt x="69946" y="315216"/>
                  </a:cubicBezTo>
                  <a:lnTo>
                    <a:pt x="51991" y="315216"/>
                  </a:lnTo>
                  <a:cubicBezTo>
                    <a:pt x="45414" y="315216"/>
                    <a:pt x="40081" y="309888"/>
                    <a:pt x="40081" y="303316"/>
                  </a:cubicBezTo>
                  <a:cubicBezTo>
                    <a:pt x="40081" y="296745"/>
                    <a:pt x="45414" y="291506"/>
                    <a:pt x="51991" y="291506"/>
                  </a:cubicBezTo>
                  <a:close/>
                  <a:moveTo>
                    <a:pt x="412608" y="222096"/>
                  </a:moveTo>
                  <a:lnTo>
                    <a:pt x="345491" y="334245"/>
                  </a:lnTo>
                  <a:lnTo>
                    <a:pt x="412608" y="334245"/>
                  </a:lnTo>
                  <a:close/>
                  <a:moveTo>
                    <a:pt x="427651" y="167533"/>
                  </a:moveTo>
                  <a:cubicBezTo>
                    <a:pt x="432814" y="168954"/>
                    <a:pt x="436375" y="173664"/>
                    <a:pt x="436375" y="178996"/>
                  </a:cubicBezTo>
                  <a:lnTo>
                    <a:pt x="436375" y="334245"/>
                  </a:lnTo>
                  <a:lnTo>
                    <a:pt x="469399" y="334245"/>
                  </a:lnTo>
                  <a:cubicBezTo>
                    <a:pt x="475986" y="334245"/>
                    <a:pt x="481327" y="339577"/>
                    <a:pt x="481327" y="346153"/>
                  </a:cubicBezTo>
                  <a:cubicBezTo>
                    <a:pt x="481327" y="352641"/>
                    <a:pt x="475986" y="357973"/>
                    <a:pt x="469399" y="357973"/>
                  </a:cubicBezTo>
                  <a:lnTo>
                    <a:pt x="436375" y="357973"/>
                  </a:lnTo>
                  <a:lnTo>
                    <a:pt x="436375" y="427733"/>
                  </a:lnTo>
                  <a:cubicBezTo>
                    <a:pt x="436375" y="434220"/>
                    <a:pt x="431123" y="439552"/>
                    <a:pt x="424536" y="439552"/>
                  </a:cubicBezTo>
                  <a:cubicBezTo>
                    <a:pt x="417949" y="439552"/>
                    <a:pt x="412608" y="434220"/>
                    <a:pt x="412608" y="427733"/>
                  </a:cubicBezTo>
                  <a:lnTo>
                    <a:pt x="412608" y="357973"/>
                  </a:lnTo>
                  <a:lnTo>
                    <a:pt x="324573" y="357973"/>
                  </a:lnTo>
                  <a:cubicBezTo>
                    <a:pt x="320300" y="357973"/>
                    <a:pt x="316295" y="355662"/>
                    <a:pt x="314158" y="352019"/>
                  </a:cubicBezTo>
                  <a:cubicBezTo>
                    <a:pt x="312111" y="348286"/>
                    <a:pt x="312111" y="343665"/>
                    <a:pt x="314336" y="340022"/>
                  </a:cubicBezTo>
                  <a:lnTo>
                    <a:pt x="414299" y="172953"/>
                  </a:lnTo>
                  <a:cubicBezTo>
                    <a:pt x="417059" y="168332"/>
                    <a:pt x="422489" y="166111"/>
                    <a:pt x="427651" y="167533"/>
                  </a:cubicBezTo>
                  <a:close/>
                  <a:moveTo>
                    <a:pt x="216270" y="167099"/>
                  </a:moveTo>
                  <a:cubicBezTo>
                    <a:pt x="257222" y="167099"/>
                    <a:pt x="290518" y="200333"/>
                    <a:pt x="290518" y="241210"/>
                  </a:cubicBezTo>
                  <a:cubicBezTo>
                    <a:pt x="290518" y="284486"/>
                    <a:pt x="273603" y="325097"/>
                    <a:pt x="242978" y="355754"/>
                  </a:cubicBezTo>
                  <a:lnTo>
                    <a:pt x="182707" y="415825"/>
                  </a:lnTo>
                  <a:lnTo>
                    <a:pt x="278588" y="415825"/>
                  </a:lnTo>
                  <a:cubicBezTo>
                    <a:pt x="285176" y="415825"/>
                    <a:pt x="290518" y="421158"/>
                    <a:pt x="290518" y="427734"/>
                  </a:cubicBezTo>
                  <a:cubicBezTo>
                    <a:pt x="290518" y="434220"/>
                    <a:pt x="285176" y="439552"/>
                    <a:pt x="278588" y="439552"/>
                  </a:cubicBezTo>
                  <a:lnTo>
                    <a:pt x="154040" y="439552"/>
                  </a:lnTo>
                  <a:cubicBezTo>
                    <a:pt x="149232" y="439552"/>
                    <a:pt x="144870" y="436709"/>
                    <a:pt x="143001" y="432265"/>
                  </a:cubicBezTo>
                  <a:cubicBezTo>
                    <a:pt x="141131" y="427822"/>
                    <a:pt x="142199" y="422668"/>
                    <a:pt x="145582" y="419292"/>
                  </a:cubicBezTo>
                  <a:lnTo>
                    <a:pt x="226152" y="338959"/>
                  </a:lnTo>
                  <a:cubicBezTo>
                    <a:pt x="252236" y="312834"/>
                    <a:pt x="266659" y="278088"/>
                    <a:pt x="266659" y="241210"/>
                  </a:cubicBezTo>
                  <a:cubicBezTo>
                    <a:pt x="266659" y="213485"/>
                    <a:pt x="244046" y="190914"/>
                    <a:pt x="216270" y="190914"/>
                  </a:cubicBezTo>
                  <a:cubicBezTo>
                    <a:pt x="188493" y="190914"/>
                    <a:pt x="165880" y="213485"/>
                    <a:pt x="165880" y="241210"/>
                  </a:cubicBezTo>
                  <a:cubicBezTo>
                    <a:pt x="165880" y="247786"/>
                    <a:pt x="160539" y="253029"/>
                    <a:pt x="154040" y="253029"/>
                  </a:cubicBezTo>
                  <a:cubicBezTo>
                    <a:pt x="147452" y="253029"/>
                    <a:pt x="142110" y="247786"/>
                    <a:pt x="142110" y="241210"/>
                  </a:cubicBezTo>
                  <a:cubicBezTo>
                    <a:pt x="142110" y="200333"/>
                    <a:pt x="175406" y="167099"/>
                    <a:pt x="216270" y="167099"/>
                  </a:cubicBezTo>
                  <a:close/>
                  <a:moveTo>
                    <a:pt x="522185" y="165547"/>
                  </a:moveTo>
                  <a:cubicBezTo>
                    <a:pt x="528772" y="165547"/>
                    <a:pt x="534111" y="170871"/>
                    <a:pt x="534111" y="177438"/>
                  </a:cubicBezTo>
                  <a:cubicBezTo>
                    <a:pt x="534111" y="184005"/>
                    <a:pt x="528772" y="189329"/>
                    <a:pt x="522185" y="189329"/>
                  </a:cubicBezTo>
                  <a:cubicBezTo>
                    <a:pt x="515598" y="189329"/>
                    <a:pt x="510259" y="184005"/>
                    <a:pt x="510259" y="177438"/>
                  </a:cubicBezTo>
                  <a:cubicBezTo>
                    <a:pt x="510259" y="170871"/>
                    <a:pt x="515598" y="165547"/>
                    <a:pt x="522185" y="165547"/>
                  </a:cubicBezTo>
                  <a:close/>
                  <a:moveTo>
                    <a:pt x="85420" y="165547"/>
                  </a:moveTo>
                  <a:cubicBezTo>
                    <a:pt x="91987" y="165547"/>
                    <a:pt x="97311" y="170871"/>
                    <a:pt x="97311" y="177438"/>
                  </a:cubicBezTo>
                  <a:cubicBezTo>
                    <a:pt x="97311" y="184005"/>
                    <a:pt x="91987" y="189329"/>
                    <a:pt x="85420" y="189329"/>
                  </a:cubicBezTo>
                  <a:cubicBezTo>
                    <a:pt x="78853" y="189329"/>
                    <a:pt x="73529" y="184005"/>
                    <a:pt x="73529" y="177438"/>
                  </a:cubicBezTo>
                  <a:cubicBezTo>
                    <a:pt x="73529" y="170871"/>
                    <a:pt x="78853" y="165547"/>
                    <a:pt x="85420" y="165547"/>
                  </a:cubicBezTo>
                  <a:close/>
                  <a:moveTo>
                    <a:pt x="429885" y="73388"/>
                  </a:moveTo>
                  <a:cubicBezTo>
                    <a:pt x="436472" y="73388"/>
                    <a:pt x="441811" y="78712"/>
                    <a:pt x="441811" y="85279"/>
                  </a:cubicBezTo>
                  <a:cubicBezTo>
                    <a:pt x="441811" y="91846"/>
                    <a:pt x="436472" y="97170"/>
                    <a:pt x="429885" y="97170"/>
                  </a:cubicBezTo>
                  <a:cubicBezTo>
                    <a:pt x="423298" y="97170"/>
                    <a:pt x="417959" y="91846"/>
                    <a:pt x="417959" y="85279"/>
                  </a:cubicBezTo>
                  <a:cubicBezTo>
                    <a:pt x="417959" y="78712"/>
                    <a:pt x="423298" y="73388"/>
                    <a:pt x="429885" y="73388"/>
                  </a:cubicBezTo>
                  <a:close/>
                  <a:moveTo>
                    <a:pt x="177720" y="73388"/>
                  </a:moveTo>
                  <a:cubicBezTo>
                    <a:pt x="184287" y="73388"/>
                    <a:pt x="189611" y="78712"/>
                    <a:pt x="189611" y="85279"/>
                  </a:cubicBezTo>
                  <a:cubicBezTo>
                    <a:pt x="189611" y="91846"/>
                    <a:pt x="184287" y="97170"/>
                    <a:pt x="177720" y="97170"/>
                  </a:cubicBezTo>
                  <a:cubicBezTo>
                    <a:pt x="171153" y="97170"/>
                    <a:pt x="165829" y="91846"/>
                    <a:pt x="165829" y="85279"/>
                  </a:cubicBezTo>
                  <a:cubicBezTo>
                    <a:pt x="165829" y="78712"/>
                    <a:pt x="171153" y="73388"/>
                    <a:pt x="177720" y="73388"/>
                  </a:cubicBezTo>
                  <a:close/>
                  <a:moveTo>
                    <a:pt x="303775" y="42480"/>
                  </a:moveTo>
                  <a:cubicBezTo>
                    <a:pt x="310366" y="42480"/>
                    <a:pt x="315710" y="47815"/>
                    <a:pt x="315710" y="54396"/>
                  </a:cubicBezTo>
                  <a:lnTo>
                    <a:pt x="315710" y="69869"/>
                  </a:lnTo>
                  <a:cubicBezTo>
                    <a:pt x="315710" y="76449"/>
                    <a:pt x="310366" y="81785"/>
                    <a:pt x="303775" y="81785"/>
                  </a:cubicBezTo>
                  <a:cubicBezTo>
                    <a:pt x="297184" y="81785"/>
                    <a:pt x="291929" y="76449"/>
                    <a:pt x="291929" y="69869"/>
                  </a:cubicBezTo>
                  <a:lnTo>
                    <a:pt x="291929" y="54396"/>
                  </a:lnTo>
                  <a:cubicBezTo>
                    <a:pt x="291929" y="47815"/>
                    <a:pt x="297184" y="42480"/>
                    <a:pt x="303775" y="42480"/>
                  </a:cubicBezTo>
                  <a:close/>
                  <a:moveTo>
                    <a:pt x="303775" y="0"/>
                  </a:moveTo>
                  <a:cubicBezTo>
                    <a:pt x="394204" y="0"/>
                    <a:pt x="479560" y="40347"/>
                    <a:pt x="537058" y="108956"/>
                  </a:cubicBezTo>
                  <a:lnTo>
                    <a:pt x="537058" y="93048"/>
                  </a:lnTo>
                  <a:cubicBezTo>
                    <a:pt x="537058" y="86471"/>
                    <a:pt x="542309" y="81139"/>
                    <a:pt x="548895" y="81139"/>
                  </a:cubicBezTo>
                  <a:cubicBezTo>
                    <a:pt x="555482" y="81139"/>
                    <a:pt x="560822" y="86471"/>
                    <a:pt x="560822" y="93048"/>
                  </a:cubicBezTo>
                  <a:lnTo>
                    <a:pt x="560822" y="138994"/>
                  </a:lnTo>
                  <a:cubicBezTo>
                    <a:pt x="560822" y="145570"/>
                    <a:pt x="555482" y="150903"/>
                    <a:pt x="548895" y="150903"/>
                  </a:cubicBezTo>
                  <a:lnTo>
                    <a:pt x="502880" y="150903"/>
                  </a:lnTo>
                  <a:cubicBezTo>
                    <a:pt x="496293" y="150903"/>
                    <a:pt x="490953" y="145570"/>
                    <a:pt x="490953" y="138994"/>
                  </a:cubicBezTo>
                  <a:cubicBezTo>
                    <a:pt x="490953" y="132417"/>
                    <a:pt x="496293" y="127174"/>
                    <a:pt x="502880" y="127174"/>
                  </a:cubicBezTo>
                  <a:lnTo>
                    <a:pt x="521126" y="127174"/>
                  </a:lnTo>
                  <a:cubicBezTo>
                    <a:pt x="468168" y="62032"/>
                    <a:pt x="388419" y="23728"/>
                    <a:pt x="303775" y="23728"/>
                  </a:cubicBezTo>
                  <a:cubicBezTo>
                    <a:pt x="149440" y="23728"/>
                    <a:pt x="23764" y="149214"/>
                    <a:pt x="23764" y="303316"/>
                  </a:cubicBezTo>
                  <a:cubicBezTo>
                    <a:pt x="23764" y="457508"/>
                    <a:pt x="149440" y="582905"/>
                    <a:pt x="303775" y="582905"/>
                  </a:cubicBezTo>
                  <a:cubicBezTo>
                    <a:pt x="458199" y="582905"/>
                    <a:pt x="583786" y="457508"/>
                    <a:pt x="583786" y="303316"/>
                  </a:cubicBezTo>
                  <a:cubicBezTo>
                    <a:pt x="583786" y="278255"/>
                    <a:pt x="580492" y="253371"/>
                    <a:pt x="573906" y="229376"/>
                  </a:cubicBezTo>
                  <a:cubicBezTo>
                    <a:pt x="572126" y="223066"/>
                    <a:pt x="575864" y="216489"/>
                    <a:pt x="582273" y="214801"/>
                  </a:cubicBezTo>
                  <a:cubicBezTo>
                    <a:pt x="588592" y="213023"/>
                    <a:pt x="595089" y="216756"/>
                    <a:pt x="596869" y="223066"/>
                  </a:cubicBezTo>
                  <a:cubicBezTo>
                    <a:pt x="603990" y="249194"/>
                    <a:pt x="607639" y="276122"/>
                    <a:pt x="607639" y="303316"/>
                  </a:cubicBezTo>
                  <a:cubicBezTo>
                    <a:pt x="607639" y="470572"/>
                    <a:pt x="471283" y="606722"/>
                    <a:pt x="303775" y="606722"/>
                  </a:cubicBezTo>
                  <a:cubicBezTo>
                    <a:pt x="136267" y="606722"/>
                    <a:pt x="0" y="470572"/>
                    <a:pt x="0" y="303316"/>
                  </a:cubicBezTo>
                  <a:cubicBezTo>
                    <a:pt x="0" y="136061"/>
                    <a:pt x="136267"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22" name="组合 121"/>
            <p:cNvGrpSpPr/>
            <p:nvPr/>
          </p:nvGrpSpPr>
          <p:grpSpPr>
            <a:xfrm>
              <a:off x="6370434" y="3320102"/>
              <a:ext cx="2084388" cy="645930"/>
              <a:chOff x="2677265" y="1996356"/>
              <a:chExt cx="2084388" cy="645930"/>
            </a:xfrm>
          </p:grpSpPr>
          <p:sp>
            <p:nvSpPr>
              <p:cNvPr id="123" name="矩形 122"/>
              <p:cNvSpPr/>
              <p:nvPr/>
            </p:nvSpPr>
            <p:spPr>
              <a:xfrm>
                <a:off x="2677265" y="2346820"/>
                <a:ext cx="2084388" cy="295466"/>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100" dirty="0">
                    <a:solidFill>
                      <a:schemeClr val="tx1">
                        <a:lumMod val="50000"/>
                        <a:lumOff val="50000"/>
                      </a:schemeClr>
                    </a:solidFill>
                  </a:rPr>
                  <a:t>在测试脚本中添加多个检查点</a:t>
                </a:r>
              </a:p>
            </p:txBody>
          </p:sp>
          <p:sp>
            <p:nvSpPr>
              <p:cNvPr id="124" name="矩形 123"/>
              <p:cNvSpPr/>
              <p:nvPr/>
            </p:nvSpPr>
            <p:spPr>
              <a:xfrm>
                <a:off x="2677265" y="1996356"/>
                <a:ext cx="2084387" cy="362343"/>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b="1" dirty="0"/>
                  <a:t>脚本参数化</a:t>
                </a:r>
              </a:p>
            </p:txBody>
          </p:sp>
        </p:grpSp>
      </p:grpSp>
      <p:grpSp>
        <p:nvGrpSpPr>
          <p:cNvPr id="132" name="组合 131"/>
          <p:cNvGrpSpPr/>
          <p:nvPr/>
        </p:nvGrpSpPr>
        <p:grpSpPr>
          <a:xfrm>
            <a:off x="7353219" y="3252469"/>
            <a:ext cx="1902851" cy="2511760"/>
            <a:chOff x="3609571" y="2075502"/>
            <a:chExt cx="2396756" cy="3398693"/>
          </a:xfrm>
        </p:grpSpPr>
        <p:sp>
          <p:nvSpPr>
            <p:cNvPr id="133" name="ïṧḷïḓê-矩形: 圆角 12"/>
            <p:cNvSpPr/>
            <p:nvPr/>
          </p:nvSpPr>
          <p:spPr>
            <a:xfrm>
              <a:off x="3609571" y="2075502"/>
              <a:ext cx="2396756" cy="3398693"/>
            </a:xfrm>
            <a:prstGeom prst="roundRect">
              <a:avLst>
                <a:gd name="adj" fmla="val 42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4" name="椭圆 133"/>
            <p:cNvSpPr/>
            <p:nvPr/>
          </p:nvSpPr>
          <p:spPr>
            <a:xfrm>
              <a:off x="4426949" y="2316802"/>
              <a:ext cx="762000" cy="76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35"/>
            <p:cNvSpPr/>
            <p:nvPr/>
          </p:nvSpPr>
          <p:spPr>
            <a:xfrm>
              <a:off x="4643053" y="2527939"/>
              <a:ext cx="329791" cy="339726"/>
            </a:xfrm>
            <a:custGeom>
              <a:avLst/>
              <a:gdLst>
                <a:gd name="connsiteX0" fmla="*/ 288471 w 590280"/>
                <a:gd name="connsiteY0" fmla="*/ 493393 h 608062"/>
                <a:gd name="connsiteX1" fmla="*/ 301667 w 590280"/>
                <a:gd name="connsiteY1" fmla="*/ 493393 h 608062"/>
                <a:gd name="connsiteX2" fmla="*/ 311369 w 590280"/>
                <a:gd name="connsiteY2" fmla="*/ 499110 h 608062"/>
                <a:gd name="connsiteX3" fmla="*/ 311078 w 590280"/>
                <a:gd name="connsiteY3" fmla="*/ 510446 h 608062"/>
                <a:gd name="connsiteX4" fmla="*/ 307876 w 590280"/>
                <a:gd name="connsiteY4" fmla="*/ 515485 h 608062"/>
                <a:gd name="connsiteX5" fmla="*/ 302249 w 590280"/>
                <a:gd name="connsiteY5" fmla="*/ 518585 h 608062"/>
                <a:gd name="connsiteX6" fmla="*/ 287889 w 590280"/>
                <a:gd name="connsiteY6" fmla="*/ 518585 h 608062"/>
                <a:gd name="connsiteX7" fmla="*/ 282261 w 590280"/>
                <a:gd name="connsiteY7" fmla="*/ 515485 h 608062"/>
                <a:gd name="connsiteX8" fmla="*/ 279059 w 590280"/>
                <a:gd name="connsiteY8" fmla="*/ 510446 h 608062"/>
                <a:gd name="connsiteX9" fmla="*/ 278768 w 590280"/>
                <a:gd name="connsiteY9" fmla="*/ 499110 h 608062"/>
                <a:gd name="connsiteX10" fmla="*/ 288471 w 590280"/>
                <a:gd name="connsiteY10" fmla="*/ 493393 h 608062"/>
                <a:gd name="connsiteX11" fmla="*/ 253371 w 590280"/>
                <a:gd name="connsiteY11" fmla="*/ 486196 h 608062"/>
                <a:gd name="connsiteX12" fmla="*/ 282769 w 590280"/>
                <a:gd name="connsiteY12" fmla="*/ 557899 h 608062"/>
                <a:gd name="connsiteX13" fmla="*/ 282769 w 590280"/>
                <a:gd name="connsiteY13" fmla="*/ 535807 h 608062"/>
                <a:gd name="connsiteX14" fmla="*/ 290337 w 590280"/>
                <a:gd name="connsiteY14" fmla="*/ 528249 h 608062"/>
                <a:gd name="connsiteX15" fmla="*/ 300039 w 590280"/>
                <a:gd name="connsiteY15" fmla="*/ 528249 h 608062"/>
                <a:gd name="connsiteX16" fmla="*/ 307607 w 590280"/>
                <a:gd name="connsiteY16" fmla="*/ 535807 h 608062"/>
                <a:gd name="connsiteX17" fmla="*/ 307607 w 590280"/>
                <a:gd name="connsiteY17" fmla="*/ 557608 h 608062"/>
                <a:gd name="connsiteX18" fmla="*/ 336810 w 590280"/>
                <a:gd name="connsiteY18" fmla="*/ 486196 h 608062"/>
                <a:gd name="connsiteX19" fmla="*/ 357767 w 590280"/>
                <a:gd name="connsiteY19" fmla="*/ 500634 h 608062"/>
                <a:gd name="connsiteX20" fmla="*/ 372417 w 590280"/>
                <a:gd name="connsiteY20" fmla="*/ 538907 h 608062"/>
                <a:gd name="connsiteX21" fmla="*/ 374843 w 590280"/>
                <a:gd name="connsiteY21" fmla="*/ 545109 h 608062"/>
                <a:gd name="connsiteX22" fmla="*/ 300039 w 590280"/>
                <a:gd name="connsiteY22" fmla="*/ 576987 h 608062"/>
                <a:gd name="connsiteX23" fmla="*/ 295188 w 590280"/>
                <a:gd name="connsiteY23" fmla="*/ 577084 h 608062"/>
                <a:gd name="connsiteX24" fmla="*/ 291016 w 590280"/>
                <a:gd name="connsiteY24" fmla="*/ 576987 h 608062"/>
                <a:gd name="connsiteX25" fmla="*/ 215436 w 590280"/>
                <a:gd name="connsiteY25" fmla="*/ 545109 h 608062"/>
                <a:gd name="connsiteX26" fmla="*/ 217764 w 590280"/>
                <a:gd name="connsiteY26" fmla="*/ 538907 h 608062"/>
                <a:gd name="connsiteX27" fmla="*/ 232221 w 590280"/>
                <a:gd name="connsiteY27" fmla="*/ 500827 h 608062"/>
                <a:gd name="connsiteX28" fmla="*/ 253371 w 590280"/>
                <a:gd name="connsiteY28" fmla="*/ 486196 h 608062"/>
                <a:gd name="connsiteX29" fmla="*/ 295188 w 590280"/>
                <a:gd name="connsiteY29" fmla="*/ 366279 h 608062"/>
                <a:gd name="connsiteX30" fmla="*/ 262960 w 590280"/>
                <a:gd name="connsiteY30" fmla="*/ 414607 h 608062"/>
                <a:gd name="connsiteX31" fmla="*/ 295188 w 590280"/>
                <a:gd name="connsiteY31" fmla="*/ 462839 h 608062"/>
                <a:gd name="connsiteX32" fmla="*/ 327320 w 590280"/>
                <a:gd name="connsiteY32" fmla="*/ 414607 h 608062"/>
                <a:gd name="connsiteX33" fmla="*/ 295188 w 590280"/>
                <a:gd name="connsiteY33" fmla="*/ 366279 h 608062"/>
                <a:gd name="connsiteX34" fmla="*/ 295188 w 590280"/>
                <a:gd name="connsiteY34" fmla="*/ 351557 h 608062"/>
                <a:gd name="connsiteX35" fmla="*/ 342172 w 590280"/>
                <a:gd name="connsiteY35" fmla="*/ 414607 h 608062"/>
                <a:gd name="connsiteX36" fmla="*/ 322757 w 590280"/>
                <a:gd name="connsiteY36" fmla="*/ 465551 h 608062"/>
                <a:gd name="connsiteX37" fmla="*/ 295188 w 590280"/>
                <a:gd name="connsiteY37" fmla="*/ 477657 h 608062"/>
                <a:gd name="connsiteX38" fmla="*/ 267522 w 590280"/>
                <a:gd name="connsiteY38" fmla="*/ 465551 h 608062"/>
                <a:gd name="connsiteX39" fmla="*/ 248108 w 590280"/>
                <a:gd name="connsiteY39" fmla="*/ 414607 h 608062"/>
                <a:gd name="connsiteX40" fmla="*/ 295188 w 590280"/>
                <a:gd name="connsiteY40" fmla="*/ 351557 h 608062"/>
                <a:gd name="connsiteX41" fmla="*/ 295188 w 590280"/>
                <a:gd name="connsiteY41" fmla="*/ 336295 h 608062"/>
                <a:gd name="connsiteX42" fmla="*/ 169427 w 590280"/>
                <a:gd name="connsiteY42" fmla="*/ 461860 h 608062"/>
                <a:gd name="connsiteX43" fmla="*/ 295188 w 590280"/>
                <a:gd name="connsiteY43" fmla="*/ 587425 h 608062"/>
                <a:gd name="connsiteX44" fmla="*/ 420852 w 590280"/>
                <a:gd name="connsiteY44" fmla="*/ 461860 h 608062"/>
                <a:gd name="connsiteX45" fmla="*/ 295188 w 590280"/>
                <a:gd name="connsiteY45" fmla="*/ 336295 h 608062"/>
                <a:gd name="connsiteX46" fmla="*/ 426654 w 590280"/>
                <a:gd name="connsiteY46" fmla="*/ 149810 h 608062"/>
                <a:gd name="connsiteX47" fmla="*/ 461485 w 590280"/>
                <a:gd name="connsiteY47" fmla="*/ 179065 h 608062"/>
                <a:gd name="connsiteX48" fmla="*/ 496315 w 590280"/>
                <a:gd name="connsiteY48" fmla="*/ 149810 h 608062"/>
                <a:gd name="connsiteX49" fmla="*/ 512615 w 590280"/>
                <a:gd name="connsiteY49" fmla="*/ 162500 h 608062"/>
                <a:gd name="connsiteX50" fmla="*/ 523966 w 590280"/>
                <a:gd name="connsiteY50" fmla="*/ 192142 h 608062"/>
                <a:gd name="connsiteX51" fmla="*/ 526974 w 590280"/>
                <a:gd name="connsiteY51" fmla="*/ 200086 h 608062"/>
                <a:gd name="connsiteX52" fmla="*/ 522899 w 590280"/>
                <a:gd name="connsiteY52" fmla="*/ 212679 h 608062"/>
                <a:gd name="connsiteX53" fmla="*/ 461485 w 590280"/>
                <a:gd name="connsiteY53" fmla="*/ 230890 h 608062"/>
                <a:gd name="connsiteX54" fmla="*/ 400070 w 590280"/>
                <a:gd name="connsiteY54" fmla="*/ 212679 h 608062"/>
                <a:gd name="connsiteX55" fmla="*/ 395995 w 590280"/>
                <a:gd name="connsiteY55" fmla="*/ 200086 h 608062"/>
                <a:gd name="connsiteX56" fmla="*/ 399003 w 590280"/>
                <a:gd name="connsiteY56" fmla="*/ 192239 h 608062"/>
                <a:gd name="connsiteX57" fmla="*/ 410451 w 590280"/>
                <a:gd name="connsiteY57" fmla="*/ 162500 h 608062"/>
                <a:gd name="connsiteX58" fmla="*/ 426654 w 590280"/>
                <a:gd name="connsiteY58" fmla="*/ 149810 h 608062"/>
                <a:gd name="connsiteX59" fmla="*/ 94788 w 590280"/>
                <a:gd name="connsiteY59" fmla="*/ 142613 h 608062"/>
                <a:gd name="connsiteX60" fmla="*/ 107988 w 590280"/>
                <a:gd name="connsiteY60" fmla="*/ 174970 h 608062"/>
                <a:gd name="connsiteX61" fmla="*/ 130991 w 590280"/>
                <a:gd name="connsiteY61" fmla="*/ 190374 h 608062"/>
                <a:gd name="connsiteX62" fmla="*/ 153994 w 590280"/>
                <a:gd name="connsiteY62" fmla="*/ 174970 h 608062"/>
                <a:gd name="connsiteX63" fmla="*/ 167194 w 590280"/>
                <a:gd name="connsiteY63" fmla="*/ 142613 h 608062"/>
                <a:gd name="connsiteX64" fmla="*/ 179229 w 590280"/>
                <a:gd name="connsiteY64" fmla="*/ 150848 h 608062"/>
                <a:gd name="connsiteX65" fmla="*/ 193788 w 590280"/>
                <a:gd name="connsiteY65" fmla="*/ 188145 h 608062"/>
                <a:gd name="connsiteX66" fmla="*/ 196894 w 590280"/>
                <a:gd name="connsiteY66" fmla="*/ 196186 h 608062"/>
                <a:gd name="connsiteX67" fmla="*/ 193011 w 590280"/>
                <a:gd name="connsiteY67" fmla="*/ 208393 h 608062"/>
                <a:gd name="connsiteX68" fmla="*/ 130991 w 590280"/>
                <a:gd name="connsiteY68" fmla="*/ 227574 h 608062"/>
                <a:gd name="connsiteX69" fmla="*/ 68970 w 590280"/>
                <a:gd name="connsiteY69" fmla="*/ 208393 h 608062"/>
                <a:gd name="connsiteX70" fmla="*/ 65088 w 590280"/>
                <a:gd name="connsiteY70" fmla="*/ 196186 h 608062"/>
                <a:gd name="connsiteX71" fmla="*/ 68194 w 590280"/>
                <a:gd name="connsiteY71" fmla="*/ 188145 h 608062"/>
                <a:gd name="connsiteX72" fmla="*/ 81200 w 590280"/>
                <a:gd name="connsiteY72" fmla="*/ 154723 h 608062"/>
                <a:gd name="connsiteX73" fmla="*/ 94788 w 590280"/>
                <a:gd name="connsiteY73" fmla="*/ 142613 h 608062"/>
                <a:gd name="connsiteX74" fmla="*/ 131088 w 590280"/>
                <a:gd name="connsiteY74" fmla="*/ 70440 h 608062"/>
                <a:gd name="connsiteX75" fmla="*/ 105944 w 590280"/>
                <a:gd name="connsiteY75" fmla="*/ 87488 h 608062"/>
                <a:gd name="connsiteX76" fmla="*/ 130991 w 590280"/>
                <a:gd name="connsiteY76" fmla="*/ 123329 h 608062"/>
                <a:gd name="connsiteX77" fmla="*/ 156038 w 590280"/>
                <a:gd name="connsiteY77" fmla="*/ 86907 h 608062"/>
                <a:gd name="connsiteX78" fmla="*/ 131088 w 590280"/>
                <a:gd name="connsiteY78" fmla="*/ 70440 h 608062"/>
                <a:gd name="connsiteX79" fmla="*/ 461485 w 590280"/>
                <a:gd name="connsiteY79" fmla="*/ 52732 h 608062"/>
                <a:gd name="connsiteX80" fmla="*/ 435473 w 590280"/>
                <a:gd name="connsiteY80" fmla="*/ 91685 h 608062"/>
                <a:gd name="connsiteX81" fmla="*/ 461485 w 590280"/>
                <a:gd name="connsiteY81" fmla="*/ 130735 h 608062"/>
                <a:gd name="connsiteX82" fmla="*/ 487498 w 590280"/>
                <a:gd name="connsiteY82" fmla="*/ 91685 h 608062"/>
                <a:gd name="connsiteX83" fmla="*/ 461485 w 590280"/>
                <a:gd name="connsiteY83" fmla="*/ 52732 h 608062"/>
                <a:gd name="connsiteX84" fmla="*/ 461485 w 590280"/>
                <a:gd name="connsiteY84" fmla="*/ 40716 h 608062"/>
                <a:gd name="connsiteX85" fmla="*/ 499533 w 590280"/>
                <a:gd name="connsiteY85" fmla="*/ 91685 h 608062"/>
                <a:gd name="connsiteX86" fmla="*/ 479539 w 590280"/>
                <a:gd name="connsiteY86" fmla="*/ 136355 h 608062"/>
                <a:gd name="connsiteX87" fmla="*/ 479539 w 590280"/>
                <a:gd name="connsiteY87" fmla="*/ 149631 h 608062"/>
                <a:gd name="connsiteX88" fmla="*/ 483809 w 590280"/>
                <a:gd name="connsiteY88" fmla="*/ 149631 h 608062"/>
                <a:gd name="connsiteX89" fmla="*/ 461485 w 590280"/>
                <a:gd name="connsiteY89" fmla="*/ 167169 h 608062"/>
                <a:gd name="connsiteX90" fmla="*/ 439161 w 590280"/>
                <a:gd name="connsiteY90" fmla="*/ 149631 h 608062"/>
                <a:gd name="connsiteX91" fmla="*/ 443529 w 590280"/>
                <a:gd name="connsiteY91" fmla="*/ 149631 h 608062"/>
                <a:gd name="connsiteX92" fmla="*/ 443529 w 590280"/>
                <a:gd name="connsiteY92" fmla="*/ 136355 h 608062"/>
                <a:gd name="connsiteX93" fmla="*/ 423534 w 590280"/>
                <a:gd name="connsiteY93" fmla="*/ 91685 h 608062"/>
                <a:gd name="connsiteX94" fmla="*/ 461485 w 590280"/>
                <a:gd name="connsiteY94" fmla="*/ 40716 h 608062"/>
                <a:gd name="connsiteX95" fmla="*/ 130991 w 590280"/>
                <a:gd name="connsiteY95" fmla="*/ 32178 h 608062"/>
                <a:gd name="connsiteX96" fmla="*/ 173416 w 590280"/>
                <a:gd name="connsiteY96" fmla="*/ 86326 h 608062"/>
                <a:gd name="connsiteX97" fmla="*/ 185162 w 590280"/>
                <a:gd name="connsiteY97" fmla="*/ 114611 h 608062"/>
                <a:gd name="connsiteX98" fmla="*/ 185648 w 590280"/>
                <a:gd name="connsiteY98" fmla="*/ 120810 h 608062"/>
                <a:gd name="connsiteX99" fmla="*/ 180405 w 590280"/>
                <a:gd name="connsiteY99" fmla="*/ 124007 h 608062"/>
                <a:gd name="connsiteX100" fmla="*/ 154582 w 590280"/>
                <a:gd name="connsiteY100" fmla="*/ 124007 h 608062"/>
                <a:gd name="connsiteX101" fmla="*/ 148563 w 590280"/>
                <a:gd name="connsiteY101" fmla="*/ 129431 h 608062"/>
                <a:gd name="connsiteX102" fmla="*/ 148563 w 590280"/>
                <a:gd name="connsiteY102" fmla="*/ 142024 h 608062"/>
                <a:gd name="connsiteX103" fmla="*/ 154194 w 590280"/>
                <a:gd name="connsiteY103" fmla="*/ 142024 h 608062"/>
                <a:gd name="connsiteX104" fmla="*/ 142641 w 590280"/>
                <a:gd name="connsiteY104" fmla="*/ 170308 h 608062"/>
                <a:gd name="connsiteX105" fmla="*/ 119341 w 590280"/>
                <a:gd name="connsiteY105" fmla="*/ 170308 h 608062"/>
                <a:gd name="connsiteX106" fmla="*/ 107692 w 590280"/>
                <a:gd name="connsiteY106" fmla="*/ 142024 h 608062"/>
                <a:gd name="connsiteX107" fmla="*/ 113420 w 590280"/>
                <a:gd name="connsiteY107" fmla="*/ 142024 h 608062"/>
                <a:gd name="connsiteX108" fmla="*/ 113420 w 590280"/>
                <a:gd name="connsiteY108" fmla="*/ 129431 h 608062"/>
                <a:gd name="connsiteX109" fmla="*/ 107401 w 590280"/>
                <a:gd name="connsiteY109" fmla="*/ 124007 h 608062"/>
                <a:gd name="connsiteX110" fmla="*/ 81674 w 590280"/>
                <a:gd name="connsiteY110" fmla="*/ 124007 h 608062"/>
                <a:gd name="connsiteX111" fmla="*/ 76335 w 590280"/>
                <a:gd name="connsiteY111" fmla="*/ 120810 h 608062"/>
                <a:gd name="connsiteX112" fmla="*/ 76820 w 590280"/>
                <a:gd name="connsiteY112" fmla="*/ 114611 h 608062"/>
                <a:gd name="connsiteX113" fmla="*/ 88567 w 590280"/>
                <a:gd name="connsiteY113" fmla="*/ 86520 h 608062"/>
                <a:gd name="connsiteX114" fmla="*/ 130991 w 590280"/>
                <a:gd name="connsiteY114" fmla="*/ 32178 h 608062"/>
                <a:gd name="connsiteX115" fmla="*/ 461996 w 590280"/>
                <a:gd name="connsiteY115" fmla="*/ 27613 h 608062"/>
                <a:gd name="connsiteX116" fmla="*/ 354284 w 590280"/>
                <a:gd name="connsiteY116" fmla="*/ 135061 h 608062"/>
                <a:gd name="connsiteX117" fmla="*/ 461996 w 590280"/>
                <a:gd name="connsiteY117" fmla="*/ 242508 h 608062"/>
                <a:gd name="connsiteX118" fmla="*/ 569611 w 590280"/>
                <a:gd name="connsiteY118" fmla="*/ 135061 h 608062"/>
                <a:gd name="connsiteX119" fmla="*/ 461996 w 590280"/>
                <a:gd name="connsiteY119" fmla="*/ 27613 h 608062"/>
                <a:gd name="connsiteX120" fmla="*/ 130224 w 590280"/>
                <a:gd name="connsiteY120" fmla="*/ 20637 h 608062"/>
                <a:gd name="connsiteX121" fmla="*/ 20669 w 590280"/>
                <a:gd name="connsiteY121" fmla="*/ 130022 h 608062"/>
                <a:gd name="connsiteX122" fmla="*/ 130224 w 590280"/>
                <a:gd name="connsiteY122" fmla="*/ 239408 h 608062"/>
                <a:gd name="connsiteX123" fmla="*/ 239877 w 590280"/>
                <a:gd name="connsiteY123" fmla="*/ 130022 h 608062"/>
                <a:gd name="connsiteX124" fmla="*/ 130224 w 590280"/>
                <a:gd name="connsiteY124" fmla="*/ 20637 h 608062"/>
                <a:gd name="connsiteX125" fmla="*/ 130224 w 590280"/>
                <a:gd name="connsiteY125" fmla="*/ 0 h 608062"/>
                <a:gd name="connsiteX126" fmla="*/ 260546 w 590280"/>
                <a:gd name="connsiteY126" fmla="*/ 130022 h 608062"/>
                <a:gd name="connsiteX127" fmla="*/ 235316 w 590280"/>
                <a:gd name="connsiteY127" fmla="*/ 206854 h 608062"/>
                <a:gd name="connsiteX128" fmla="*/ 295188 w 590280"/>
                <a:gd name="connsiteY128" fmla="*/ 266536 h 608062"/>
                <a:gd name="connsiteX129" fmla="*/ 355449 w 590280"/>
                <a:gd name="connsiteY129" fmla="*/ 206369 h 608062"/>
                <a:gd name="connsiteX130" fmla="*/ 333615 w 590280"/>
                <a:gd name="connsiteY130" fmla="*/ 135061 h 608062"/>
                <a:gd name="connsiteX131" fmla="*/ 461996 w 590280"/>
                <a:gd name="connsiteY131" fmla="*/ 6976 h 608062"/>
                <a:gd name="connsiteX132" fmla="*/ 590280 w 590280"/>
                <a:gd name="connsiteY132" fmla="*/ 135061 h 608062"/>
                <a:gd name="connsiteX133" fmla="*/ 461996 w 590280"/>
                <a:gd name="connsiteY133" fmla="*/ 263145 h 608062"/>
                <a:gd name="connsiteX134" fmla="*/ 383687 w 590280"/>
                <a:gd name="connsiteY134" fmla="*/ 236501 h 608062"/>
                <a:gd name="connsiteX135" fmla="*/ 315760 w 590280"/>
                <a:gd name="connsiteY135" fmla="*/ 304322 h 608062"/>
                <a:gd name="connsiteX136" fmla="*/ 315760 w 590280"/>
                <a:gd name="connsiteY136" fmla="*/ 317111 h 608062"/>
                <a:gd name="connsiteX137" fmla="*/ 441522 w 590280"/>
                <a:gd name="connsiteY137" fmla="*/ 461860 h 608062"/>
                <a:gd name="connsiteX138" fmla="*/ 295188 w 590280"/>
                <a:gd name="connsiteY138" fmla="*/ 608062 h 608062"/>
                <a:gd name="connsiteX139" fmla="*/ 148758 w 590280"/>
                <a:gd name="connsiteY139" fmla="*/ 461860 h 608062"/>
                <a:gd name="connsiteX140" fmla="*/ 274422 w 590280"/>
                <a:gd name="connsiteY140" fmla="*/ 317111 h 608062"/>
                <a:gd name="connsiteX141" fmla="*/ 274422 w 590280"/>
                <a:gd name="connsiteY141" fmla="*/ 304322 h 608062"/>
                <a:gd name="connsiteX142" fmla="*/ 205914 w 590280"/>
                <a:gd name="connsiteY142" fmla="*/ 235823 h 608062"/>
                <a:gd name="connsiteX143" fmla="*/ 130224 w 590280"/>
                <a:gd name="connsiteY143" fmla="*/ 260141 h 608062"/>
                <a:gd name="connsiteX144" fmla="*/ 0 w 590280"/>
                <a:gd name="connsiteY144" fmla="*/ 130022 h 608062"/>
                <a:gd name="connsiteX145" fmla="*/ 130224 w 590280"/>
                <a:gd name="connsiteY145" fmla="*/ 0 h 60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90280" h="608062">
                  <a:moveTo>
                    <a:pt x="288471" y="493393"/>
                  </a:moveTo>
                  <a:lnTo>
                    <a:pt x="301667" y="493393"/>
                  </a:lnTo>
                  <a:cubicBezTo>
                    <a:pt x="305742" y="493393"/>
                    <a:pt x="309429" y="495622"/>
                    <a:pt x="311369" y="499110"/>
                  </a:cubicBezTo>
                  <a:cubicBezTo>
                    <a:pt x="313310" y="502695"/>
                    <a:pt x="313213" y="506958"/>
                    <a:pt x="311078" y="510446"/>
                  </a:cubicBezTo>
                  <a:lnTo>
                    <a:pt x="307876" y="515485"/>
                  </a:lnTo>
                  <a:cubicBezTo>
                    <a:pt x="306712" y="517423"/>
                    <a:pt x="304577" y="518585"/>
                    <a:pt x="302249" y="518585"/>
                  </a:cubicBezTo>
                  <a:lnTo>
                    <a:pt x="287889" y="518585"/>
                  </a:lnTo>
                  <a:cubicBezTo>
                    <a:pt x="285560" y="518585"/>
                    <a:pt x="283523" y="517423"/>
                    <a:pt x="282261" y="515485"/>
                  </a:cubicBezTo>
                  <a:lnTo>
                    <a:pt x="279059" y="510446"/>
                  </a:lnTo>
                  <a:cubicBezTo>
                    <a:pt x="276925" y="506958"/>
                    <a:pt x="276828" y="502695"/>
                    <a:pt x="278768" y="499110"/>
                  </a:cubicBezTo>
                  <a:cubicBezTo>
                    <a:pt x="280709" y="495622"/>
                    <a:pt x="284493" y="493393"/>
                    <a:pt x="288471" y="493393"/>
                  </a:cubicBezTo>
                  <a:close/>
                  <a:moveTo>
                    <a:pt x="253371" y="486196"/>
                  </a:moveTo>
                  <a:lnTo>
                    <a:pt x="282769" y="557899"/>
                  </a:lnTo>
                  <a:lnTo>
                    <a:pt x="282769" y="535807"/>
                  </a:lnTo>
                  <a:cubicBezTo>
                    <a:pt x="282769" y="531640"/>
                    <a:pt x="286068" y="528249"/>
                    <a:pt x="290337" y="528249"/>
                  </a:cubicBezTo>
                  <a:lnTo>
                    <a:pt x="300039" y="528249"/>
                  </a:lnTo>
                  <a:cubicBezTo>
                    <a:pt x="304211" y="528249"/>
                    <a:pt x="307607" y="531640"/>
                    <a:pt x="307607" y="535807"/>
                  </a:cubicBezTo>
                  <a:lnTo>
                    <a:pt x="307607" y="557608"/>
                  </a:lnTo>
                  <a:lnTo>
                    <a:pt x="336810" y="486196"/>
                  </a:lnTo>
                  <a:cubicBezTo>
                    <a:pt x="346124" y="486196"/>
                    <a:pt x="354468" y="491913"/>
                    <a:pt x="357767" y="500634"/>
                  </a:cubicBezTo>
                  <a:lnTo>
                    <a:pt x="372417" y="538907"/>
                  </a:lnTo>
                  <a:lnTo>
                    <a:pt x="374843" y="545109"/>
                  </a:lnTo>
                  <a:cubicBezTo>
                    <a:pt x="355147" y="563906"/>
                    <a:pt x="328951" y="575825"/>
                    <a:pt x="300039" y="576987"/>
                  </a:cubicBezTo>
                  <a:cubicBezTo>
                    <a:pt x="298389" y="577084"/>
                    <a:pt x="296740" y="577084"/>
                    <a:pt x="295188" y="577084"/>
                  </a:cubicBezTo>
                  <a:cubicBezTo>
                    <a:pt x="293732" y="577084"/>
                    <a:pt x="292374" y="577084"/>
                    <a:pt x="291016" y="576987"/>
                  </a:cubicBezTo>
                  <a:cubicBezTo>
                    <a:pt x="261715" y="575921"/>
                    <a:pt x="235228" y="564003"/>
                    <a:pt x="215436" y="545109"/>
                  </a:cubicBezTo>
                  <a:lnTo>
                    <a:pt x="217764" y="538907"/>
                  </a:lnTo>
                  <a:lnTo>
                    <a:pt x="232221" y="500827"/>
                  </a:lnTo>
                  <a:cubicBezTo>
                    <a:pt x="235519" y="492010"/>
                    <a:pt x="243960" y="486196"/>
                    <a:pt x="253371" y="486196"/>
                  </a:cubicBezTo>
                  <a:close/>
                  <a:moveTo>
                    <a:pt x="295188" y="366279"/>
                  </a:moveTo>
                  <a:cubicBezTo>
                    <a:pt x="277715" y="366279"/>
                    <a:pt x="262960" y="388457"/>
                    <a:pt x="262960" y="414607"/>
                  </a:cubicBezTo>
                  <a:cubicBezTo>
                    <a:pt x="262960" y="440757"/>
                    <a:pt x="277715" y="462839"/>
                    <a:pt x="295188" y="462839"/>
                  </a:cubicBezTo>
                  <a:cubicBezTo>
                    <a:pt x="312564" y="462839"/>
                    <a:pt x="327320" y="440757"/>
                    <a:pt x="327320" y="414607"/>
                  </a:cubicBezTo>
                  <a:cubicBezTo>
                    <a:pt x="327320" y="388457"/>
                    <a:pt x="312564" y="366279"/>
                    <a:pt x="295188" y="366279"/>
                  </a:cubicBezTo>
                  <a:close/>
                  <a:moveTo>
                    <a:pt x="295188" y="351557"/>
                  </a:moveTo>
                  <a:cubicBezTo>
                    <a:pt x="321107" y="351557"/>
                    <a:pt x="342172" y="379838"/>
                    <a:pt x="342172" y="414607"/>
                  </a:cubicBezTo>
                  <a:cubicBezTo>
                    <a:pt x="342172" y="435527"/>
                    <a:pt x="334503" y="454026"/>
                    <a:pt x="322757" y="465551"/>
                  </a:cubicBezTo>
                  <a:cubicBezTo>
                    <a:pt x="314991" y="473105"/>
                    <a:pt x="305478" y="477657"/>
                    <a:pt x="295188" y="477657"/>
                  </a:cubicBezTo>
                  <a:cubicBezTo>
                    <a:pt x="284801" y="477657"/>
                    <a:pt x="275288" y="473105"/>
                    <a:pt x="267522" y="465551"/>
                  </a:cubicBezTo>
                  <a:cubicBezTo>
                    <a:pt x="255777" y="454026"/>
                    <a:pt x="248108" y="435527"/>
                    <a:pt x="248108" y="414607"/>
                  </a:cubicBezTo>
                  <a:cubicBezTo>
                    <a:pt x="248108" y="379838"/>
                    <a:pt x="269173" y="351557"/>
                    <a:pt x="295188" y="351557"/>
                  </a:cubicBezTo>
                  <a:close/>
                  <a:moveTo>
                    <a:pt x="295188" y="336295"/>
                  </a:moveTo>
                  <a:cubicBezTo>
                    <a:pt x="225806" y="336295"/>
                    <a:pt x="169427" y="392586"/>
                    <a:pt x="169427" y="461860"/>
                  </a:cubicBezTo>
                  <a:cubicBezTo>
                    <a:pt x="169427" y="531037"/>
                    <a:pt x="225806" y="587425"/>
                    <a:pt x="295188" y="587425"/>
                  </a:cubicBezTo>
                  <a:cubicBezTo>
                    <a:pt x="364473" y="587425"/>
                    <a:pt x="420852" y="531037"/>
                    <a:pt x="420852" y="461860"/>
                  </a:cubicBezTo>
                  <a:cubicBezTo>
                    <a:pt x="420852" y="392586"/>
                    <a:pt x="364473" y="336295"/>
                    <a:pt x="295188" y="336295"/>
                  </a:cubicBezTo>
                  <a:close/>
                  <a:moveTo>
                    <a:pt x="426654" y="149810"/>
                  </a:moveTo>
                  <a:cubicBezTo>
                    <a:pt x="429565" y="166375"/>
                    <a:pt x="444021" y="179065"/>
                    <a:pt x="461485" y="179065"/>
                  </a:cubicBezTo>
                  <a:cubicBezTo>
                    <a:pt x="478948" y="179065"/>
                    <a:pt x="493405" y="166375"/>
                    <a:pt x="496315" y="149810"/>
                  </a:cubicBezTo>
                  <a:cubicBezTo>
                    <a:pt x="503689" y="150682"/>
                    <a:pt x="509995" y="155622"/>
                    <a:pt x="512615" y="162500"/>
                  </a:cubicBezTo>
                  <a:lnTo>
                    <a:pt x="523966" y="192142"/>
                  </a:lnTo>
                  <a:lnTo>
                    <a:pt x="526974" y="200086"/>
                  </a:lnTo>
                  <a:cubicBezTo>
                    <a:pt x="528817" y="204735"/>
                    <a:pt x="527071" y="209966"/>
                    <a:pt x="522899" y="212679"/>
                  </a:cubicBezTo>
                  <a:cubicBezTo>
                    <a:pt x="505144" y="224206"/>
                    <a:pt x="484091" y="230890"/>
                    <a:pt x="461485" y="230890"/>
                  </a:cubicBezTo>
                  <a:cubicBezTo>
                    <a:pt x="438879" y="230890"/>
                    <a:pt x="417825" y="224206"/>
                    <a:pt x="400070" y="212679"/>
                  </a:cubicBezTo>
                  <a:cubicBezTo>
                    <a:pt x="395898" y="209966"/>
                    <a:pt x="394249" y="204735"/>
                    <a:pt x="395995" y="200086"/>
                  </a:cubicBezTo>
                  <a:lnTo>
                    <a:pt x="399003" y="192239"/>
                  </a:lnTo>
                  <a:lnTo>
                    <a:pt x="410451" y="162500"/>
                  </a:lnTo>
                  <a:cubicBezTo>
                    <a:pt x="413071" y="155622"/>
                    <a:pt x="419280" y="150682"/>
                    <a:pt x="426654" y="149810"/>
                  </a:cubicBezTo>
                  <a:close/>
                  <a:moveTo>
                    <a:pt x="94788" y="142613"/>
                  </a:moveTo>
                  <a:lnTo>
                    <a:pt x="107988" y="174970"/>
                  </a:lnTo>
                  <a:cubicBezTo>
                    <a:pt x="111870" y="184367"/>
                    <a:pt x="120897" y="190374"/>
                    <a:pt x="130991" y="190374"/>
                  </a:cubicBezTo>
                  <a:cubicBezTo>
                    <a:pt x="141085" y="190374"/>
                    <a:pt x="150111" y="184367"/>
                    <a:pt x="153994" y="174970"/>
                  </a:cubicBezTo>
                  <a:lnTo>
                    <a:pt x="167194" y="142613"/>
                  </a:lnTo>
                  <a:cubicBezTo>
                    <a:pt x="172532" y="142613"/>
                    <a:pt x="177288" y="145907"/>
                    <a:pt x="179229" y="150848"/>
                  </a:cubicBezTo>
                  <a:lnTo>
                    <a:pt x="193788" y="188145"/>
                  </a:lnTo>
                  <a:lnTo>
                    <a:pt x="196894" y="196186"/>
                  </a:lnTo>
                  <a:cubicBezTo>
                    <a:pt x="198641" y="200642"/>
                    <a:pt x="196991" y="205777"/>
                    <a:pt x="193011" y="208393"/>
                  </a:cubicBezTo>
                  <a:cubicBezTo>
                    <a:pt x="175347" y="220502"/>
                    <a:pt x="153994" y="227574"/>
                    <a:pt x="130991" y="227574"/>
                  </a:cubicBezTo>
                  <a:cubicBezTo>
                    <a:pt x="107988" y="227574"/>
                    <a:pt x="86635" y="220502"/>
                    <a:pt x="68970" y="208393"/>
                  </a:cubicBezTo>
                  <a:cubicBezTo>
                    <a:pt x="64991" y="205680"/>
                    <a:pt x="63438" y="200642"/>
                    <a:pt x="65088" y="196186"/>
                  </a:cubicBezTo>
                  <a:lnTo>
                    <a:pt x="68194" y="188145"/>
                  </a:lnTo>
                  <a:lnTo>
                    <a:pt x="81200" y="154723"/>
                  </a:lnTo>
                  <a:cubicBezTo>
                    <a:pt x="83529" y="148813"/>
                    <a:pt x="88576" y="144260"/>
                    <a:pt x="94788" y="142613"/>
                  </a:cubicBezTo>
                  <a:close/>
                  <a:moveTo>
                    <a:pt x="131088" y="70440"/>
                  </a:moveTo>
                  <a:cubicBezTo>
                    <a:pt x="117400" y="70440"/>
                    <a:pt x="106333" y="77996"/>
                    <a:pt x="105944" y="87488"/>
                  </a:cubicBezTo>
                  <a:cubicBezTo>
                    <a:pt x="106721" y="107055"/>
                    <a:pt x="117788" y="123329"/>
                    <a:pt x="130991" y="123329"/>
                  </a:cubicBezTo>
                  <a:cubicBezTo>
                    <a:pt x="144291" y="123329"/>
                    <a:pt x="155553" y="106765"/>
                    <a:pt x="156038" y="86907"/>
                  </a:cubicBezTo>
                  <a:cubicBezTo>
                    <a:pt x="155164" y="77705"/>
                    <a:pt x="144485" y="70440"/>
                    <a:pt x="131088" y="70440"/>
                  </a:cubicBezTo>
                  <a:close/>
                  <a:moveTo>
                    <a:pt x="461485" y="52732"/>
                  </a:moveTo>
                  <a:cubicBezTo>
                    <a:pt x="447411" y="52732"/>
                    <a:pt x="435473" y="70561"/>
                    <a:pt x="435473" y="91685"/>
                  </a:cubicBezTo>
                  <a:cubicBezTo>
                    <a:pt x="435473" y="112906"/>
                    <a:pt x="447411" y="130735"/>
                    <a:pt x="461485" y="130735"/>
                  </a:cubicBezTo>
                  <a:cubicBezTo>
                    <a:pt x="475559" y="130735"/>
                    <a:pt x="487498" y="112906"/>
                    <a:pt x="487498" y="91685"/>
                  </a:cubicBezTo>
                  <a:cubicBezTo>
                    <a:pt x="487498" y="70561"/>
                    <a:pt x="475559" y="52732"/>
                    <a:pt x="461485" y="52732"/>
                  </a:cubicBezTo>
                  <a:close/>
                  <a:moveTo>
                    <a:pt x="461485" y="40716"/>
                  </a:moveTo>
                  <a:cubicBezTo>
                    <a:pt x="482450" y="40716"/>
                    <a:pt x="499533" y="63584"/>
                    <a:pt x="499533" y="91685"/>
                  </a:cubicBezTo>
                  <a:cubicBezTo>
                    <a:pt x="499533" y="111065"/>
                    <a:pt x="491380" y="127731"/>
                    <a:pt x="479539" y="136355"/>
                  </a:cubicBezTo>
                  <a:lnTo>
                    <a:pt x="479539" y="149631"/>
                  </a:lnTo>
                  <a:lnTo>
                    <a:pt x="483809" y="149631"/>
                  </a:lnTo>
                  <a:cubicBezTo>
                    <a:pt x="481092" y="159611"/>
                    <a:pt x="472356" y="167169"/>
                    <a:pt x="461485" y="167169"/>
                  </a:cubicBezTo>
                  <a:cubicBezTo>
                    <a:pt x="450614" y="167169"/>
                    <a:pt x="441879" y="159611"/>
                    <a:pt x="439161" y="149631"/>
                  </a:cubicBezTo>
                  <a:lnTo>
                    <a:pt x="443529" y="149631"/>
                  </a:lnTo>
                  <a:lnTo>
                    <a:pt x="443529" y="136355"/>
                  </a:lnTo>
                  <a:cubicBezTo>
                    <a:pt x="431687" y="127731"/>
                    <a:pt x="423534" y="111065"/>
                    <a:pt x="423534" y="91685"/>
                  </a:cubicBezTo>
                  <a:cubicBezTo>
                    <a:pt x="423534" y="63584"/>
                    <a:pt x="440520" y="40716"/>
                    <a:pt x="461485" y="40716"/>
                  </a:cubicBezTo>
                  <a:close/>
                  <a:moveTo>
                    <a:pt x="130991" y="32178"/>
                  </a:moveTo>
                  <a:cubicBezTo>
                    <a:pt x="164193" y="32178"/>
                    <a:pt x="172639" y="81483"/>
                    <a:pt x="173416" y="86326"/>
                  </a:cubicBezTo>
                  <a:cubicBezTo>
                    <a:pt x="174678" y="95528"/>
                    <a:pt x="179241" y="106377"/>
                    <a:pt x="185162" y="114611"/>
                  </a:cubicBezTo>
                  <a:cubicBezTo>
                    <a:pt x="186522" y="116451"/>
                    <a:pt x="186716" y="118776"/>
                    <a:pt x="185648" y="120810"/>
                  </a:cubicBezTo>
                  <a:cubicBezTo>
                    <a:pt x="184677" y="122747"/>
                    <a:pt x="182541" y="124007"/>
                    <a:pt x="180405" y="124007"/>
                  </a:cubicBezTo>
                  <a:lnTo>
                    <a:pt x="154582" y="124007"/>
                  </a:lnTo>
                  <a:cubicBezTo>
                    <a:pt x="152737" y="126041"/>
                    <a:pt x="150699" y="127881"/>
                    <a:pt x="148563" y="129431"/>
                  </a:cubicBezTo>
                  <a:lnTo>
                    <a:pt x="148563" y="142024"/>
                  </a:lnTo>
                  <a:lnTo>
                    <a:pt x="154194" y="142024"/>
                  </a:lnTo>
                  <a:lnTo>
                    <a:pt x="142641" y="170308"/>
                  </a:lnTo>
                  <a:cubicBezTo>
                    <a:pt x="138758" y="179801"/>
                    <a:pt x="123225" y="179801"/>
                    <a:pt x="119341" y="170308"/>
                  </a:cubicBezTo>
                  <a:lnTo>
                    <a:pt x="107692" y="142024"/>
                  </a:lnTo>
                  <a:lnTo>
                    <a:pt x="113420" y="142024"/>
                  </a:lnTo>
                  <a:lnTo>
                    <a:pt x="113420" y="129431"/>
                  </a:lnTo>
                  <a:cubicBezTo>
                    <a:pt x="111284" y="127881"/>
                    <a:pt x="109245" y="126041"/>
                    <a:pt x="107401" y="124007"/>
                  </a:cubicBezTo>
                  <a:lnTo>
                    <a:pt x="81674" y="124007"/>
                  </a:lnTo>
                  <a:cubicBezTo>
                    <a:pt x="79441" y="124007"/>
                    <a:pt x="77402" y="122747"/>
                    <a:pt x="76335" y="120810"/>
                  </a:cubicBezTo>
                  <a:cubicBezTo>
                    <a:pt x="75364" y="118776"/>
                    <a:pt x="75558" y="116451"/>
                    <a:pt x="76820" y="114611"/>
                  </a:cubicBezTo>
                  <a:cubicBezTo>
                    <a:pt x="82742" y="106377"/>
                    <a:pt x="88567" y="95722"/>
                    <a:pt x="88567" y="86520"/>
                  </a:cubicBezTo>
                  <a:cubicBezTo>
                    <a:pt x="88567" y="72474"/>
                    <a:pt x="100896" y="32178"/>
                    <a:pt x="130991" y="32178"/>
                  </a:cubicBezTo>
                  <a:close/>
                  <a:moveTo>
                    <a:pt x="461996" y="27613"/>
                  </a:moveTo>
                  <a:cubicBezTo>
                    <a:pt x="402609" y="27613"/>
                    <a:pt x="354284" y="75766"/>
                    <a:pt x="354284" y="135061"/>
                  </a:cubicBezTo>
                  <a:cubicBezTo>
                    <a:pt x="354284" y="194355"/>
                    <a:pt x="402609" y="242508"/>
                    <a:pt x="461996" y="242508"/>
                  </a:cubicBezTo>
                  <a:cubicBezTo>
                    <a:pt x="521286" y="242508"/>
                    <a:pt x="569611" y="194355"/>
                    <a:pt x="569611" y="135061"/>
                  </a:cubicBezTo>
                  <a:cubicBezTo>
                    <a:pt x="569611" y="75766"/>
                    <a:pt x="521286" y="27613"/>
                    <a:pt x="461996" y="27613"/>
                  </a:cubicBezTo>
                  <a:close/>
                  <a:moveTo>
                    <a:pt x="130224" y="20637"/>
                  </a:moveTo>
                  <a:cubicBezTo>
                    <a:pt x="69867" y="20637"/>
                    <a:pt x="20669" y="69759"/>
                    <a:pt x="20669" y="130022"/>
                  </a:cubicBezTo>
                  <a:cubicBezTo>
                    <a:pt x="20669" y="190383"/>
                    <a:pt x="69867" y="239408"/>
                    <a:pt x="130224" y="239408"/>
                  </a:cubicBezTo>
                  <a:cubicBezTo>
                    <a:pt x="190679" y="239408"/>
                    <a:pt x="239877" y="190383"/>
                    <a:pt x="239877" y="130022"/>
                  </a:cubicBezTo>
                  <a:cubicBezTo>
                    <a:pt x="239877" y="69759"/>
                    <a:pt x="190679" y="20637"/>
                    <a:pt x="130224" y="20637"/>
                  </a:cubicBezTo>
                  <a:close/>
                  <a:moveTo>
                    <a:pt x="130224" y="0"/>
                  </a:moveTo>
                  <a:cubicBezTo>
                    <a:pt x="202032" y="0"/>
                    <a:pt x="260546" y="58326"/>
                    <a:pt x="260546" y="130022"/>
                  </a:cubicBezTo>
                  <a:cubicBezTo>
                    <a:pt x="260546" y="158701"/>
                    <a:pt x="251133" y="185248"/>
                    <a:pt x="235316" y="206854"/>
                  </a:cubicBezTo>
                  <a:lnTo>
                    <a:pt x="295188" y="266536"/>
                  </a:lnTo>
                  <a:lnTo>
                    <a:pt x="355449" y="206369"/>
                  </a:lnTo>
                  <a:cubicBezTo>
                    <a:pt x="341669" y="186023"/>
                    <a:pt x="333615" y="161414"/>
                    <a:pt x="333615" y="135061"/>
                  </a:cubicBezTo>
                  <a:cubicBezTo>
                    <a:pt x="333615" y="64430"/>
                    <a:pt x="391256" y="6976"/>
                    <a:pt x="461996" y="6976"/>
                  </a:cubicBezTo>
                  <a:cubicBezTo>
                    <a:pt x="532737" y="6976"/>
                    <a:pt x="590280" y="64430"/>
                    <a:pt x="590280" y="135061"/>
                  </a:cubicBezTo>
                  <a:cubicBezTo>
                    <a:pt x="590280" y="205691"/>
                    <a:pt x="532737" y="263145"/>
                    <a:pt x="461996" y="263145"/>
                  </a:cubicBezTo>
                  <a:cubicBezTo>
                    <a:pt x="432497" y="263145"/>
                    <a:pt x="405423" y="253263"/>
                    <a:pt x="383687" y="236501"/>
                  </a:cubicBezTo>
                  <a:lnTo>
                    <a:pt x="315760" y="304322"/>
                  </a:lnTo>
                  <a:lnTo>
                    <a:pt x="315760" y="317111"/>
                  </a:lnTo>
                  <a:cubicBezTo>
                    <a:pt x="386792" y="327187"/>
                    <a:pt x="441522" y="388226"/>
                    <a:pt x="441522" y="461860"/>
                  </a:cubicBezTo>
                  <a:cubicBezTo>
                    <a:pt x="441522" y="542470"/>
                    <a:pt x="375924" y="608062"/>
                    <a:pt x="295188" y="608062"/>
                  </a:cubicBezTo>
                  <a:cubicBezTo>
                    <a:pt x="214453" y="608062"/>
                    <a:pt x="148758" y="542470"/>
                    <a:pt x="148758" y="461860"/>
                  </a:cubicBezTo>
                  <a:cubicBezTo>
                    <a:pt x="148758" y="388226"/>
                    <a:pt x="203488" y="327187"/>
                    <a:pt x="274422" y="317111"/>
                  </a:cubicBezTo>
                  <a:lnTo>
                    <a:pt x="274422" y="304322"/>
                  </a:lnTo>
                  <a:lnTo>
                    <a:pt x="205914" y="235823"/>
                  </a:lnTo>
                  <a:cubicBezTo>
                    <a:pt x="184565" y="251131"/>
                    <a:pt x="158462" y="260141"/>
                    <a:pt x="130224" y="260141"/>
                  </a:cubicBezTo>
                  <a:cubicBezTo>
                    <a:pt x="58416" y="260141"/>
                    <a:pt x="0" y="201719"/>
                    <a:pt x="0" y="130022"/>
                  </a:cubicBezTo>
                  <a:cubicBezTo>
                    <a:pt x="0" y="58326"/>
                    <a:pt x="58416" y="0"/>
                    <a:pt x="13022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36" name="组合 135"/>
            <p:cNvGrpSpPr/>
            <p:nvPr/>
          </p:nvGrpSpPr>
          <p:grpSpPr>
            <a:xfrm>
              <a:off x="3765754" y="3320102"/>
              <a:ext cx="2084388" cy="1025123"/>
              <a:chOff x="2677265" y="1996356"/>
              <a:chExt cx="2084388" cy="1025123"/>
            </a:xfrm>
          </p:grpSpPr>
          <p:sp>
            <p:nvSpPr>
              <p:cNvPr id="137" name="矩形 136"/>
              <p:cNvSpPr/>
              <p:nvPr/>
            </p:nvSpPr>
            <p:spPr>
              <a:xfrm>
                <a:off x="2677265" y="2346820"/>
                <a:ext cx="2084388" cy="674659"/>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100" dirty="0">
                    <a:solidFill>
                      <a:schemeClr val="tx1">
                        <a:lumMod val="50000"/>
                        <a:lumOff val="50000"/>
                      </a:schemeClr>
                    </a:solidFill>
                  </a:rPr>
                  <a:t>在脚本中添加多个检查点</a:t>
                </a:r>
              </a:p>
            </p:txBody>
          </p:sp>
          <p:sp>
            <p:nvSpPr>
              <p:cNvPr id="138" name="矩形 137"/>
              <p:cNvSpPr/>
              <p:nvPr/>
            </p:nvSpPr>
            <p:spPr>
              <a:xfrm>
                <a:off x="2677265" y="1996356"/>
                <a:ext cx="2084387" cy="487949"/>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b="1" dirty="0"/>
                  <a:t>设立检查点</a:t>
                </a:r>
              </a:p>
            </p:txBody>
          </p:sp>
        </p:grpSp>
      </p:grpSp>
      <p:grpSp>
        <p:nvGrpSpPr>
          <p:cNvPr id="139" name="组合 138"/>
          <p:cNvGrpSpPr/>
          <p:nvPr/>
        </p:nvGrpSpPr>
        <p:grpSpPr>
          <a:xfrm>
            <a:off x="9635946" y="3745271"/>
            <a:ext cx="1728726" cy="2421765"/>
            <a:chOff x="1004890" y="2075502"/>
            <a:chExt cx="2396756" cy="3398693"/>
          </a:xfrm>
        </p:grpSpPr>
        <p:sp>
          <p:nvSpPr>
            <p:cNvPr id="140" name="ïṧḷïḓê-矩形: 圆角 2"/>
            <p:cNvSpPr/>
            <p:nvPr/>
          </p:nvSpPr>
          <p:spPr>
            <a:xfrm>
              <a:off x="1004890" y="2075502"/>
              <a:ext cx="2396756" cy="3398693"/>
            </a:xfrm>
            <a:prstGeom prst="roundRect">
              <a:avLst>
                <a:gd name="adj" fmla="val 42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41" name="椭圆 140"/>
            <p:cNvSpPr/>
            <p:nvPr/>
          </p:nvSpPr>
          <p:spPr>
            <a:xfrm>
              <a:off x="1822268" y="2316802"/>
              <a:ext cx="762000" cy="762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31"/>
            <p:cNvSpPr/>
            <p:nvPr/>
          </p:nvSpPr>
          <p:spPr>
            <a:xfrm>
              <a:off x="2033405" y="2563197"/>
              <a:ext cx="339726" cy="269210"/>
            </a:xfrm>
            <a:custGeom>
              <a:avLst/>
              <a:gdLst>
                <a:gd name="connsiteX0" fmla="*/ 511657 w 606157"/>
                <a:gd name="connsiteY0" fmla="*/ 343654 h 480339"/>
                <a:gd name="connsiteX1" fmla="*/ 521432 w 606157"/>
                <a:gd name="connsiteY1" fmla="*/ 353421 h 480339"/>
                <a:gd name="connsiteX2" fmla="*/ 521432 w 606157"/>
                <a:gd name="connsiteY2" fmla="*/ 376178 h 480339"/>
                <a:gd name="connsiteX3" fmla="*/ 544305 w 606157"/>
                <a:gd name="connsiteY3" fmla="*/ 376178 h 480339"/>
                <a:gd name="connsiteX4" fmla="*/ 554080 w 606157"/>
                <a:gd name="connsiteY4" fmla="*/ 385945 h 480339"/>
                <a:gd name="connsiteX5" fmla="*/ 544305 w 606157"/>
                <a:gd name="connsiteY5" fmla="*/ 395712 h 480339"/>
                <a:gd name="connsiteX6" fmla="*/ 521432 w 606157"/>
                <a:gd name="connsiteY6" fmla="*/ 395712 h 480339"/>
                <a:gd name="connsiteX7" fmla="*/ 521432 w 606157"/>
                <a:gd name="connsiteY7" fmla="*/ 418566 h 480339"/>
                <a:gd name="connsiteX8" fmla="*/ 511657 w 606157"/>
                <a:gd name="connsiteY8" fmla="*/ 428333 h 480339"/>
                <a:gd name="connsiteX9" fmla="*/ 501882 w 606157"/>
                <a:gd name="connsiteY9" fmla="*/ 418566 h 480339"/>
                <a:gd name="connsiteX10" fmla="*/ 501882 w 606157"/>
                <a:gd name="connsiteY10" fmla="*/ 395712 h 480339"/>
                <a:gd name="connsiteX11" fmla="*/ 479106 w 606157"/>
                <a:gd name="connsiteY11" fmla="*/ 395712 h 480339"/>
                <a:gd name="connsiteX12" fmla="*/ 469331 w 606157"/>
                <a:gd name="connsiteY12" fmla="*/ 385945 h 480339"/>
                <a:gd name="connsiteX13" fmla="*/ 479106 w 606157"/>
                <a:gd name="connsiteY13" fmla="*/ 376178 h 480339"/>
                <a:gd name="connsiteX14" fmla="*/ 501882 w 606157"/>
                <a:gd name="connsiteY14" fmla="*/ 376178 h 480339"/>
                <a:gd name="connsiteX15" fmla="*/ 501882 w 606157"/>
                <a:gd name="connsiteY15" fmla="*/ 353421 h 480339"/>
                <a:gd name="connsiteX16" fmla="*/ 511657 w 606157"/>
                <a:gd name="connsiteY16" fmla="*/ 343654 h 480339"/>
                <a:gd name="connsiteX17" fmla="*/ 511621 w 606157"/>
                <a:gd name="connsiteY17" fmla="*/ 311170 h 480339"/>
                <a:gd name="connsiteX18" fmla="*/ 436735 w 606157"/>
                <a:gd name="connsiteY18" fmla="*/ 385944 h 480339"/>
                <a:gd name="connsiteX19" fmla="*/ 511621 w 606157"/>
                <a:gd name="connsiteY19" fmla="*/ 460816 h 480339"/>
                <a:gd name="connsiteX20" fmla="*/ 586605 w 606157"/>
                <a:gd name="connsiteY20" fmla="*/ 385944 h 480339"/>
                <a:gd name="connsiteX21" fmla="*/ 511621 w 606157"/>
                <a:gd name="connsiteY21" fmla="*/ 311170 h 480339"/>
                <a:gd name="connsiteX22" fmla="*/ 511621 w 606157"/>
                <a:gd name="connsiteY22" fmla="*/ 291647 h 480339"/>
                <a:gd name="connsiteX23" fmla="*/ 606157 w 606157"/>
                <a:gd name="connsiteY23" fmla="*/ 385944 h 480339"/>
                <a:gd name="connsiteX24" fmla="*/ 511621 w 606157"/>
                <a:gd name="connsiteY24" fmla="*/ 480339 h 480339"/>
                <a:gd name="connsiteX25" fmla="*/ 417183 w 606157"/>
                <a:gd name="connsiteY25" fmla="*/ 385944 h 480339"/>
                <a:gd name="connsiteX26" fmla="*/ 511621 w 606157"/>
                <a:gd name="connsiteY26" fmla="*/ 291647 h 480339"/>
                <a:gd name="connsiteX27" fmla="*/ 368279 w 606157"/>
                <a:gd name="connsiteY27" fmla="*/ 200476 h 480339"/>
                <a:gd name="connsiteX28" fmla="*/ 489505 w 606157"/>
                <a:gd name="connsiteY28" fmla="*/ 259991 h 480339"/>
                <a:gd name="connsiteX29" fmla="*/ 487746 w 606157"/>
                <a:gd name="connsiteY29" fmla="*/ 273650 h 480339"/>
                <a:gd name="connsiteX30" fmla="*/ 481782 w 606157"/>
                <a:gd name="connsiteY30" fmla="*/ 275699 h 480339"/>
                <a:gd name="connsiteX31" fmla="*/ 474059 w 606157"/>
                <a:gd name="connsiteY31" fmla="*/ 271894 h 480339"/>
                <a:gd name="connsiteX32" fmla="*/ 368279 w 606157"/>
                <a:gd name="connsiteY32" fmla="*/ 219989 h 480339"/>
                <a:gd name="connsiteX33" fmla="*/ 293588 w 606157"/>
                <a:gd name="connsiteY33" fmla="*/ 242819 h 480339"/>
                <a:gd name="connsiteX34" fmla="*/ 279999 w 606157"/>
                <a:gd name="connsiteY34" fmla="*/ 240185 h 480339"/>
                <a:gd name="connsiteX35" fmla="*/ 282639 w 606157"/>
                <a:gd name="connsiteY35" fmla="*/ 226623 h 480339"/>
                <a:gd name="connsiteX36" fmla="*/ 368279 w 606157"/>
                <a:gd name="connsiteY36" fmla="*/ 200476 h 480339"/>
                <a:gd name="connsiteX37" fmla="*/ 153211 w 606157"/>
                <a:gd name="connsiteY37" fmla="*/ 200476 h 480339"/>
                <a:gd name="connsiteX38" fmla="*/ 306325 w 606157"/>
                <a:gd name="connsiteY38" fmla="*/ 353439 h 480339"/>
                <a:gd name="connsiteX39" fmla="*/ 296547 w 606157"/>
                <a:gd name="connsiteY39" fmla="*/ 363200 h 480339"/>
                <a:gd name="connsiteX40" fmla="*/ 286770 w 606157"/>
                <a:gd name="connsiteY40" fmla="*/ 353439 h 480339"/>
                <a:gd name="connsiteX41" fmla="*/ 153211 w 606157"/>
                <a:gd name="connsiteY41" fmla="*/ 219999 h 480339"/>
                <a:gd name="connsiteX42" fmla="*/ 19554 w 606157"/>
                <a:gd name="connsiteY42" fmla="*/ 353439 h 480339"/>
                <a:gd name="connsiteX43" fmla="*/ 9777 w 606157"/>
                <a:gd name="connsiteY43" fmla="*/ 363200 h 480339"/>
                <a:gd name="connsiteX44" fmla="*/ 0 w 606157"/>
                <a:gd name="connsiteY44" fmla="*/ 353439 h 480339"/>
                <a:gd name="connsiteX45" fmla="*/ 153211 w 606157"/>
                <a:gd name="connsiteY45" fmla="*/ 200476 h 480339"/>
                <a:gd name="connsiteX46" fmla="*/ 368295 w 606157"/>
                <a:gd name="connsiteY46" fmla="*/ 19531 h 480339"/>
                <a:gd name="connsiteX47" fmla="*/ 306326 w 606157"/>
                <a:gd name="connsiteY47" fmla="*/ 81348 h 480339"/>
                <a:gd name="connsiteX48" fmla="*/ 368295 w 606157"/>
                <a:gd name="connsiteY48" fmla="*/ 143262 h 480339"/>
                <a:gd name="connsiteX49" fmla="*/ 430165 w 606157"/>
                <a:gd name="connsiteY49" fmla="*/ 81348 h 480339"/>
                <a:gd name="connsiteX50" fmla="*/ 368295 w 606157"/>
                <a:gd name="connsiteY50" fmla="*/ 19531 h 480339"/>
                <a:gd name="connsiteX51" fmla="*/ 153211 w 606157"/>
                <a:gd name="connsiteY51" fmla="*/ 19531 h 480339"/>
                <a:gd name="connsiteX52" fmla="*/ 91242 w 606157"/>
                <a:gd name="connsiteY52" fmla="*/ 81348 h 480339"/>
                <a:gd name="connsiteX53" fmla="*/ 153211 w 606157"/>
                <a:gd name="connsiteY53" fmla="*/ 143262 h 480339"/>
                <a:gd name="connsiteX54" fmla="*/ 215081 w 606157"/>
                <a:gd name="connsiteY54" fmla="*/ 81348 h 480339"/>
                <a:gd name="connsiteX55" fmla="*/ 153211 w 606157"/>
                <a:gd name="connsiteY55" fmla="*/ 19531 h 480339"/>
                <a:gd name="connsiteX56" fmla="*/ 368295 w 606157"/>
                <a:gd name="connsiteY56" fmla="*/ 0 h 480339"/>
                <a:gd name="connsiteX57" fmla="*/ 449714 w 606157"/>
                <a:gd name="connsiteY57" fmla="*/ 81348 h 480339"/>
                <a:gd name="connsiteX58" fmla="*/ 368295 w 606157"/>
                <a:gd name="connsiteY58" fmla="*/ 162794 h 480339"/>
                <a:gd name="connsiteX59" fmla="*/ 286778 w 606157"/>
                <a:gd name="connsiteY59" fmla="*/ 81348 h 480339"/>
                <a:gd name="connsiteX60" fmla="*/ 368295 w 606157"/>
                <a:gd name="connsiteY60" fmla="*/ 0 h 480339"/>
                <a:gd name="connsiteX61" fmla="*/ 153211 w 606157"/>
                <a:gd name="connsiteY61" fmla="*/ 0 h 480339"/>
                <a:gd name="connsiteX62" fmla="*/ 234630 w 606157"/>
                <a:gd name="connsiteY62" fmla="*/ 81348 h 480339"/>
                <a:gd name="connsiteX63" fmla="*/ 153211 w 606157"/>
                <a:gd name="connsiteY63" fmla="*/ 162794 h 480339"/>
                <a:gd name="connsiteX64" fmla="*/ 71694 w 606157"/>
                <a:gd name="connsiteY64" fmla="*/ 81348 h 480339"/>
                <a:gd name="connsiteX65" fmla="*/ 153211 w 606157"/>
                <a:gd name="connsiteY65" fmla="*/ 0 h 48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6157" h="480339">
                  <a:moveTo>
                    <a:pt x="511657" y="343654"/>
                  </a:moveTo>
                  <a:cubicBezTo>
                    <a:pt x="517131" y="343654"/>
                    <a:pt x="521432" y="348049"/>
                    <a:pt x="521432" y="353421"/>
                  </a:cubicBezTo>
                  <a:lnTo>
                    <a:pt x="521432" y="376178"/>
                  </a:lnTo>
                  <a:lnTo>
                    <a:pt x="544305" y="376178"/>
                  </a:lnTo>
                  <a:cubicBezTo>
                    <a:pt x="549682" y="376178"/>
                    <a:pt x="554080" y="380573"/>
                    <a:pt x="554080" y="385945"/>
                  </a:cubicBezTo>
                  <a:cubicBezTo>
                    <a:pt x="554080" y="391414"/>
                    <a:pt x="549682" y="395712"/>
                    <a:pt x="544305" y="395712"/>
                  </a:cubicBezTo>
                  <a:lnTo>
                    <a:pt x="521432" y="395712"/>
                  </a:lnTo>
                  <a:lnTo>
                    <a:pt x="521432" y="418566"/>
                  </a:lnTo>
                  <a:cubicBezTo>
                    <a:pt x="521432" y="423938"/>
                    <a:pt x="517131" y="428333"/>
                    <a:pt x="511657" y="428333"/>
                  </a:cubicBezTo>
                  <a:cubicBezTo>
                    <a:pt x="506281" y="428333"/>
                    <a:pt x="501882" y="423938"/>
                    <a:pt x="501882" y="418566"/>
                  </a:cubicBezTo>
                  <a:lnTo>
                    <a:pt x="501882" y="395712"/>
                  </a:lnTo>
                  <a:lnTo>
                    <a:pt x="479106" y="395712"/>
                  </a:lnTo>
                  <a:cubicBezTo>
                    <a:pt x="473730" y="395712"/>
                    <a:pt x="469331" y="391414"/>
                    <a:pt x="469331" y="385945"/>
                  </a:cubicBezTo>
                  <a:cubicBezTo>
                    <a:pt x="469331" y="380573"/>
                    <a:pt x="473730" y="376178"/>
                    <a:pt x="479106" y="376178"/>
                  </a:cubicBezTo>
                  <a:lnTo>
                    <a:pt x="501882" y="376178"/>
                  </a:lnTo>
                  <a:lnTo>
                    <a:pt x="501882" y="353421"/>
                  </a:lnTo>
                  <a:cubicBezTo>
                    <a:pt x="501882" y="348049"/>
                    <a:pt x="506281" y="343654"/>
                    <a:pt x="511657" y="343654"/>
                  </a:cubicBezTo>
                  <a:close/>
                  <a:moveTo>
                    <a:pt x="511621" y="311170"/>
                  </a:moveTo>
                  <a:cubicBezTo>
                    <a:pt x="470366" y="311170"/>
                    <a:pt x="436735" y="344750"/>
                    <a:pt x="436735" y="385944"/>
                  </a:cubicBezTo>
                  <a:cubicBezTo>
                    <a:pt x="436735" y="427236"/>
                    <a:pt x="470366" y="460816"/>
                    <a:pt x="511621" y="460816"/>
                  </a:cubicBezTo>
                  <a:cubicBezTo>
                    <a:pt x="552975" y="460816"/>
                    <a:pt x="586605" y="427236"/>
                    <a:pt x="586605" y="385944"/>
                  </a:cubicBezTo>
                  <a:cubicBezTo>
                    <a:pt x="586605" y="344750"/>
                    <a:pt x="552975" y="311170"/>
                    <a:pt x="511621" y="311170"/>
                  </a:cubicBezTo>
                  <a:close/>
                  <a:moveTo>
                    <a:pt x="511621" y="291647"/>
                  </a:moveTo>
                  <a:cubicBezTo>
                    <a:pt x="563729" y="291647"/>
                    <a:pt x="606157" y="333915"/>
                    <a:pt x="606157" y="385944"/>
                  </a:cubicBezTo>
                  <a:cubicBezTo>
                    <a:pt x="606157" y="437974"/>
                    <a:pt x="563729" y="480339"/>
                    <a:pt x="511621" y="480339"/>
                  </a:cubicBezTo>
                  <a:cubicBezTo>
                    <a:pt x="459514" y="480339"/>
                    <a:pt x="417183" y="437974"/>
                    <a:pt x="417183" y="385944"/>
                  </a:cubicBezTo>
                  <a:cubicBezTo>
                    <a:pt x="417183" y="333915"/>
                    <a:pt x="459514" y="291647"/>
                    <a:pt x="511621" y="291647"/>
                  </a:cubicBezTo>
                  <a:close/>
                  <a:moveTo>
                    <a:pt x="368279" y="200476"/>
                  </a:moveTo>
                  <a:cubicBezTo>
                    <a:pt x="416085" y="200476"/>
                    <a:pt x="460274" y="222135"/>
                    <a:pt x="489505" y="259991"/>
                  </a:cubicBezTo>
                  <a:cubicBezTo>
                    <a:pt x="492829" y="264284"/>
                    <a:pt x="492047" y="270333"/>
                    <a:pt x="487746" y="273650"/>
                  </a:cubicBezTo>
                  <a:cubicBezTo>
                    <a:pt x="485986" y="275016"/>
                    <a:pt x="483835" y="275699"/>
                    <a:pt x="481782" y="275699"/>
                  </a:cubicBezTo>
                  <a:cubicBezTo>
                    <a:pt x="478849" y="275699"/>
                    <a:pt x="475916" y="274430"/>
                    <a:pt x="474059" y="271894"/>
                  </a:cubicBezTo>
                  <a:cubicBezTo>
                    <a:pt x="448542" y="238917"/>
                    <a:pt x="409926" y="219989"/>
                    <a:pt x="368279" y="219989"/>
                  </a:cubicBezTo>
                  <a:cubicBezTo>
                    <a:pt x="341492" y="219989"/>
                    <a:pt x="315683" y="227892"/>
                    <a:pt x="293588" y="242819"/>
                  </a:cubicBezTo>
                  <a:cubicBezTo>
                    <a:pt x="289091" y="245844"/>
                    <a:pt x="283030" y="244673"/>
                    <a:pt x="279999" y="240185"/>
                  </a:cubicBezTo>
                  <a:cubicBezTo>
                    <a:pt x="276969" y="235697"/>
                    <a:pt x="278142" y="229648"/>
                    <a:pt x="282639" y="226623"/>
                  </a:cubicBezTo>
                  <a:cubicBezTo>
                    <a:pt x="307960" y="209549"/>
                    <a:pt x="337582" y="200476"/>
                    <a:pt x="368279" y="200476"/>
                  </a:cubicBezTo>
                  <a:close/>
                  <a:moveTo>
                    <a:pt x="153211" y="200476"/>
                  </a:moveTo>
                  <a:cubicBezTo>
                    <a:pt x="237688" y="200476"/>
                    <a:pt x="306325" y="269099"/>
                    <a:pt x="306325" y="353439"/>
                  </a:cubicBezTo>
                  <a:cubicBezTo>
                    <a:pt x="306325" y="358808"/>
                    <a:pt x="302023" y="363200"/>
                    <a:pt x="296547" y="363200"/>
                  </a:cubicBezTo>
                  <a:cubicBezTo>
                    <a:pt x="291170" y="363200"/>
                    <a:pt x="286770" y="358808"/>
                    <a:pt x="286770" y="353439"/>
                  </a:cubicBezTo>
                  <a:cubicBezTo>
                    <a:pt x="286770" y="279837"/>
                    <a:pt x="226835" y="219999"/>
                    <a:pt x="153211" y="219999"/>
                  </a:cubicBezTo>
                  <a:cubicBezTo>
                    <a:pt x="79490" y="219999"/>
                    <a:pt x="19554" y="279837"/>
                    <a:pt x="19554" y="353439"/>
                  </a:cubicBezTo>
                  <a:cubicBezTo>
                    <a:pt x="19554" y="358808"/>
                    <a:pt x="15155" y="363200"/>
                    <a:pt x="9777" y="363200"/>
                  </a:cubicBezTo>
                  <a:cubicBezTo>
                    <a:pt x="4400" y="363200"/>
                    <a:pt x="0" y="358808"/>
                    <a:pt x="0" y="353439"/>
                  </a:cubicBezTo>
                  <a:cubicBezTo>
                    <a:pt x="0" y="269099"/>
                    <a:pt x="68735" y="200476"/>
                    <a:pt x="153211" y="200476"/>
                  </a:cubicBezTo>
                  <a:close/>
                  <a:moveTo>
                    <a:pt x="368295" y="19531"/>
                  </a:moveTo>
                  <a:cubicBezTo>
                    <a:pt x="334085" y="19531"/>
                    <a:pt x="306326" y="47266"/>
                    <a:pt x="306326" y="81348"/>
                  </a:cubicBezTo>
                  <a:cubicBezTo>
                    <a:pt x="306326" y="115528"/>
                    <a:pt x="334085" y="143262"/>
                    <a:pt x="368295" y="143262"/>
                  </a:cubicBezTo>
                  <a:cubicBezTo>
                    <a:pt x="402407" y="143262"/>
                    <a:pt x="430165" y="115528"/>
                    <a:pt x="430165" y="81348"/>
                  </a:cubicBezTo>
                  <a:cubicBezTo>
                    <a:pt x="430165" y="47266"/>
                    <a:pt x="402407" y="19531"/>
                    <a:pt x="368295" y="19531"/>
                  </a:cubicBezTo>
                  <a:close/>
                  <a:moveTo>
                    <a:pt x="153211" y="19531"/>
                  </a:moveTo>
                  <a:cubicBezTo>
                    <a:pt x="119001" y="19531"/>
                    <a:pt x="91242" y="47266"/>
                    <a:pt x="91242" y="81348"/>
                  </a:cubicBezTo>
                  <a:cubicBezTo>
                    <a:pt x="91242" y="115528"/>
                    <a:pt x="119001" y="143262"/>
                    <a:pt x="153211" y="143262"/>
                  </a:cubicBezTo>
                  <a:cubicBezTo>
                    <a:pt x="187323" y="143262"/>
                    <a:pt x="215081" y="115528"/>
                    <a:pt x="215081" y="81348"/>
                  </a:cubicBezTo>
                  <a:cubicBezTo>
                    <a:pt x="215081" y="47266"/>
                    <a:pt x="187323" y="19531"/>
                    <a:pt x="153211" y="19531"/>
                  </a:cubicBezTo>
                  <a:close/>
                  <a:moveTo>
                    <a:pt x="368295" y="0"/>
                  </a:moveTo>
                  <a:cubicBezTo>
                    <a:pt x="413158" y="0"/>
                    <a:pt x="449714" y="36523"/>
                    <a:pt x="449714" y="81348"/>
                  </a:cubicBezTo>
                  <a:cubicBezTo>
                    <a:pt x="449714" y="126270"/>
                    <a:pt x="413158" y="162794"/>
                    <a:pt x="368295" y="162794"/>
                  </a:cubicBezTo>
                  <a:cubicBezTo>
                    <a:pt x="323333" y="162794"/>
                    <a:pt x="286778" y="126270"/>
                    <a:pt x="286778" y="81348"/>
                  </a:cubicBezTo>
                  <a:cubicBezTo>
                    <a:pt x="286778" y="36523"/>
                    <a:pt x="323333" y="0"/>
                    <a:pt x="368295" y="0"/>
                  </a:cubicBezTo>
                  <a:close/>
                  <a:moveTo>
                    <a:pt x="153211" y="0"/>
                  </a:moveTo>
                  <a:cubicBezTo>
                    <a:pt x="198074" y="0"/>
                    <a:pt x="234630" y="36523"/>
                    <a:pt x="234630" y="81348"/>
                  </a:cubicBezTo>
                  <a:cubicBezTo>
                    <a:pt x="234630" y="126270"/>
                    <a:pt x="198074" y="162794"/>
                    <a:pt x="153211" y="162794"/>
                  </a:cubicBezTo>
                  <a:cubicBezTo>
                    <a:pt x="108249" y="162794"/>
                    <a:pt x="71694" y="126270"/>
                    <a:pt x="71694" y="81348"/>
                  </a:cubicBezTo>
                  <a:cubicBezTo>
                    <a:pt x="71694" y="36523"/>
                    <a:pt x="108249" y="0"/>
                    <a:pt x="15321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43" name="组合 142"/>
            <p:cNvGrpSpPr/>
            <p:nvPr/>
          </p:nvGrpSpPr>
          <p:grpSpPr>
            <a:xfrm>
              <a:off x="1161074" y="3320102"/>
              <a:ext cx="2084388" cy="849062"/>
              <a:chOff x="2677265" y="1996356"/>
              <a:chExt cx="2084388" cy="849062"/>
            </a:xfrm>
          </p:grpSpPr>
          <p:sp>
            <p:nvSpPr>
              <p:cNvPr id="144" name="矩形 143"/>
              <p:cNvSpPr/>
              <p:nvPr/>
            </p:nvSpPr>
            <p:spPr>
              <a:xfrm>
                <a:off x="2677265" y="2346820"/>
                <a:ext cx="2084388" cy="49859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100" dirty="0">
                    <a:solidFill>
                      <a:schemeClr val="tx1">
                        <a:lumMod val="50000"/>
                        <a:lumOff val="50000"/>
                      </a:schemeClr>
                    </a:solidFill>
                  </a:rPr>
                  <a:t>根据等价类划分和边界值分析的方法设计测试用例</a:t>
                </a:r>
              </a:p>
            </p:txBody>
          </p:sp>
          <p:sp>
            <p:nvSpPr>
              <p:cNvPr id="145" name="矩形 144"/>
              <p:cNvSpPr/>
              <p:nvPr/>
            </p:nvSpPr>
            <p:spPr>
              <a:xfrm>
                <a:off x="2677265" y="1996356"/>
                <a:ext cx="2084387" cy="50851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b="1" dirty="0"/>
                  <a:t>运行测试脚本</a:t>
                </a:r>
              </a:p>
            </p:txBody>
          </p:sp>
        </p:grpSp>
      </p:grpSp>
      <p:sp>
        <p:nvSpPr>
          <p:cNvPr id="146" name="文本框 145"/>
          <p:cNvSpPr txBox="1"/>
          <p:nvPr/>
        </p:nvSpPr>
        <p:spPr>
          <a:xfrm>
            <a:off x="711634" y="1516227"/>
            <a:ext cx="3416320" cy="523220"/>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Agency FB" panose="020B0503020202020204" pitchFamily="34" charset="0"/>
                <a:ea typeface="微软雅黑" panose="020B0503020204020204" charset="-122"/>
                <a:cs typeface="+mn-cs"/>
              </a:rPr>
              <a:t>单个功能模块测试：</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104"/>
                                        </p:tgtEl>
                                        <p:attrNameLst>
                                          <p:attrName>style.visibility</p:attrName>
                                        </p:attrNameLst>
                                      </p:cBhvr>
                                      <p:to>
                                        <p:strVal val="visible"/>
                                      </p:to>
                                    </p:set>
                                    <p:anim calcmode="lin" valueType="num">
                                      <p:cBhvr additive="base">
                                        <p:cTn id="7" dur="500"/>
                                        <p:tgtEl>
                                          <p:spTgt spid="104"/>
                                        </p:tgtEl>
                                        <p:attrNameLst>
                                          <p:attrName>ppt_y</p:attrName>
                                        </p:attrNameLst>
                                      </p:cBhvr>
                                      <p:tavLst>
                                        <p:tav tm="0">
                                          <p:val>
                                            <p:strVal val="#ppt_y-#ppt_h*1.125000"/>
                                          </p:val>
                                        </p:tav>
                                        <p:tav tm="100000">
                                          <p:val>
                                            <p:strVal val="#ppt_y"/>
                                          </p:val>
                                        </p:tav>
                                      </p:tavLst>
                                    </p:anim>
                                    <p:animEffect transition="in" filter="wipe(down)">
                                      <p:cBhvr>
                                        <p:cTn id="8" dur="500"/>
                                        <p:tgtEl>
                                          <p:spTgt spid="104"/>
                                        </p:tgtEl>
                                      </p:cBhvr>
                                    </p:animEffect>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111"/>
                                        </p:tgtEl>
                                        <p:attrNameLst>
                                          <p:attrName>style.visibility</p:attrName>
                                        </p:attrNameLst>
                                      </p:cBhvr>
                                      <p:to>
                                        <p:strVal val="visible"/>
                                      </p:to>
                                    </p:set>
                                    <p:anim calcmode="lin" valueType="num">
                                      <p:cBhvr additive="base">
                                        <p:cTn id="12" dur="500"/>
                                        <p:tgtEl>
                                          <p:spTgt spid="111"/>
                                        </p:tgtEl>
                                        <p:attrNameLst>
                                          <p:attrName>ppt_y</p:attrName>
                                        </p:attrNameLst>
                                      </p:cBhvr>
                                      <p:tavLst>
                                        <p:tav tm="0">
                                          <p:val>
                                            <p:strVal val="#ppt_y-#ppt_h*1.125000"/>
                                          </p:val>
                                        </p:tav>
                                        <p:tav tm="100000">
                                          <p:val>
                                            <p:strVal val="#ppt_y"/>
                                          </p:val>
                                        </p:tav>
                                      </p:tavLst>
                                    </p:anim>
                                    <p:animEffect transition="in" filter="wipe(down)">
                                      <p:cBhvr>
                                        <p:cTn id="13" dur="500"/>
                                        <p:tgtEl>
                                          <p:spTgt spid="111"/>
                                        </p:tgtEl>
                                      </p:cBhvr>
                                    </p:animEffect>
                                  </p:childTnLst>
                                </p:cTn>
                              </p:par>
                            </p:childTnLst>
                          </p:cTn>
                        </p:par>
                        <p:par>
                          <p:cTn id="14" fill="hold">
                            <p:stCondLst>
                              <p:cond delay="1000"/>
                            </p:stCondLst>
                            <p:childTnLst>
                              <p:par>
                                <p:cTn id="15" presetID="12" presetClass="entr" presetSubtype="1" fill="hold" nodeType="afterEffect">
                                  <p:stCondLst>
                                    <p:cond delay="0"/>
                                  </p:stCondLst>
                                  <p:childTnLst>
                                    <p:set>
                                      <p:cBhvr>
                                        <p:cTn id="16" dur="1" fill="hold">
                                          <p:stCondLst>
                                            <p:cond delay="0"/>
                                          </p:stCondLst>
                                        </p:cTn>
                                        <p:tgtEl>
                                          <p:spTgt spid="118"/>
                                        </p:tgtEl>
                                        <p:attrNameLst>
                                          <p:attrName>style.visibility</p:attrName>
                                        </p:attrNameLst>
                                      </p:cBhvr>
                                      <p:to>
                                        <p:strVal val="visible"/>
                                      </p:to>
                                    </p:set>
                                    <p:anim calcmode="lin" valueType="num">
                                      <p:cBhvr additive="base">
                                        <p:cTn id="17" dur="500"/>
                                        <p:tgtEl>
                                          <p:spTgt spid="118"/>
                                        </p:tgtEl>
                                        <p:attrNameLst>
                                          <p:attrName>ppt_y</p:attrName>
                                        </p:attrNameLst>
                                      </p:cBhvr>
                                      <p:tavLst>
                                        <p:tav tm="0">
                                          <p:val>
                                            <p:strVal val="#ppt_y-#ppt_h*1.125000"/>
                                          </p:val>
                                        </p:tav>
                                        <p:tav tm="100000">
                                          <p:val>
                                            <p:strVal val="#ppt_y"/>
                                          </p:val>
                                        </p:tav>
                                      </p:tavLst>
                                    </p:anim>
                                    <p:animEffect transition="in" filter="wipe(down)">
                                      <p:cBhvr>
                                        <p:cTn id="18" dur="500"/>
                                        <p:tgtEl>
                                          <p:spTgt spid="118"/>
                                        </p:tgtEl>
                                      </p:cBhvr>
                                    </p:animEffect>
                                  </p:childTnLst>
                                </p:cTn>
                              </p:par>
                            </p:childTnLst>
                          </p:cTn>
                        </p:par>
                        <p:par>
                          <p:cTn id="19" fill="hold">
                            <p:stCondLst>
                              <p:cond delay="1500"/>
                            </p:stCondLst>
                            <p:childTnLst>
                              <p:par>
                                <p:cTn id="20" presetID="12" presetClass="entr" presetSubtype="1" fill="hold" nodeType="afterEffect">
                                  <p:stCondLst>
                                    <p:cond delay="0"/>
                                  </p:stCondLst>
                                  <p:childTnLst>
                                    <p:set>
                                      <p:cBhvr>
                                        <p:cTn id="21" dur="1" fill="hold">
                                          <p:stCondLst>
                                            <p:cond delay="0"/>
                                          </p:stCondLst>
                                        </p:cTn>
                                        <p:tgtEl>
                                          <p:spTgt spid="132"/>
                                        </p:tgtEl>
                                        <p:attrNameLst>
                                          <p:attrName>style.visibility</p:attrName>
                                        </p:attrNameLst>
                                      </p:cBhvr>
                                      <p:to>
                                        <p:strVal val="visible"/>
                                      </p:to>
                                    </p:set>
                                    <p:anim calcmode="lin" valueType="num">
                                      <p:cBhvr additive="base">
                                        <p:cTn id="22" dur="500"/>
                                        <p:tgtEl>
                                          <p:spTgt spid="132"/>
                                        </p:tgtEl>
                                        <p:attrNameLst>
                                          <p:attrName>ppt_y</p:attrName>
                                        </p:attrNameLst>
                                      </p:cBhvr>
                                      <p:tavLst>
                                        <p:tav tm="0">
                                          <p:val>
                                            <p:strVal val="#ppt_y-#ppt_h*1.125000"/>
                                          </p:val>
                                        </p:tav>
                                        <p:tav tm="100000">
                                          <p:val>
                                            <p:strVal val="#ppt_y"/>
                                          </p:val>
                                        </p:tav>
                                      </p:tavLst>
                                    </p:anim>
                                    <p:animEffect transition="in" filter="wipe(down)">
                                      <p:cBhvr>
                                        <p:cTn id="23" dur="500"/>
                                        <p:tgtEl>
                                          <p:spTgt spid="132"/>
                                        </p:tgtEl>
                                      </p:cBhvr>
                                    </p:animEffect>
                                  </p:childTnLst>
                                </p:cTn>
                              </p:par>
                            </p:childTnLst>
                          </p:cTn>
                        </p:par>
                        <p:par>
                          <p:cTn id="24" fill="hold">
                            <p:stCondLst>
                              <p:cond delay="2000"/>
                            </p:stCondLst>
                            <p:childTnLst>
                              <p:par>
                                <p:cTn id="25" presetID="12" presetClass="entr" presetSubtype="1" fill="hold" nodeType="afterEffect">
                                  <p:stCondLst>
                                    <p:cond delay="0"/>
                                  </p:stCondLst>
                                  <p:childTnLst>
                                    <p:set>
                                      <p:cBhvr>
                                        <p:cTn id="26" dur="1" fill="hold">
                                          <p:stCondLst>
                                            <p:cond delay="0"/>
                                          </p:stCondLst>
                                        </p:cTn>
                                        <p:tgtEl>
                                          <p:spTgt spid="139"/>
                                        </p:tgtEl>
                                        <p:attrNameLst>
                                          <p:attrName>style.visibility</p:attrName>
                                        </p:attrNameLst>
                                      </p:cBhvr>
                                      <p:to>
                                        <p:strVal val="visible"/>
                                      </p:to>
                                    </p:set>
                                    <p:anim calcmode="lin" valueType="num">
                                      <p:cBhvr additive="base">
                                        <p:cTn id="27" dur="500"/>
                                        <p:tgtEl>
                                          <p:spTgt spid="139"/>
                                        </p:tgtEl>
                                        <p:attrNameLst>
                                          <p:attrName>ppt_y</p:attrName>
                                        </p:attrNameLst>
                                      </p:cBhvr>
                                      <p:tavLst>
                                        <p:tav tm="0">
                                          <p:val>
                                            <p:strVal val="#ppt_y-#ppt_h*1.125000"/>
                                          </p:val>
                                        </p:tav>
                                        <p:tav tm="100000">
                                          <p:val>
                                            <p:strVal val="#ppt_y"/>
                                          </p:val>
                                        </p:tav>
                                      </p:tavLst>
                                    </p:anim>
                                    <p:animEffect transition="in" filter="wipe(down)">
                                      <p:cBhvr>
                                        <p:cTn id="28" dur="500"/>
                                        <p:tgtEl>
                                          <p:spTgt spid="139"/>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146"/>
                                        </p:tgtEl>
                                        <p:attrNameLst>
                                          <p:attrName>style.visibility</p:attrName>
                                        </p:attrNameLst>
                                      </p:cBhvr>
                                      <p:to>
                                        <p:strVal val="visible"/>
                                      </p:to>
                                    </p:set>
                                    <p:animEffect transition="in" filter="wipe(left)">
                                      <p:cBhvr>
                                        <p:cTn id="32" dur="5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770159" y="345292"/>
            <a:ext cx="2651688"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设计测试用例</a:t>
            </a:r>
          </a:p>
        </p:txBody>
      </p:sp>
      <p:sp>
        <p:nvSpPr>
          <p:cNvPr id="27" name="文本框 2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38" name="文本框 37"/>
          <p:cNvSpPr txBox="1"/>
          <p:nvPr/>
        </p:nvSpPr>
        <p:spPr>
          <a:xfrm>
            <a:off x="256695" y="1170339"/>
            <a:ext cx="6917279"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latin typeface="Agency FB" panose="020B0503020202020204" pitchFamily="34" charset="0"/>
              </a:rPr>
              <a:t>等价类划分：                                     </a:t>
            </a:r>
            <a:r>
              <a:rPr lang="zh-CN" altLang="en-US" sz="2000" dirty="0">
                <a:latin typeface="Agency FB" panose="020B0503020202020204" pitchFamily="34" charset="0"/>
              </a:rPr>
              <a:t>管理员登录功能</a:t>
            </a:r>
          </a:p>
        </p:txBody>
      </p:sp>
      <p:graphicFrame>
        <p:nvGraphicFramePr>
          <p:cNvPr id="15" name="表格 14"/>
          <p:cNvGraphicFramePr>
            <a:graphicFrameLocks noGrp="1"/>
          </p:cNvGraphicFramePr>
          <p:nvPr/>
        </p:nvGraphicFramePr>
        <p:xfrm>
          <a:off x="2011911" y="2228897"/>
          <a:ext cx="8536016" cy="4190375"/>
        </p:xfrm>
        <a:graphic>
          <a:graphicData uri="http://schemas.openxmlformats.org/drawingml/2006/table">
            <a:tbl>
              <a:tblPr firstRow="1" firstCol="1" bandRow="1">
                <a:tableStyleId>{5C22544A-7EE6-4342-B048-85BDC9FD1C3A}</a:tableStyleId>
              </a:tblPr>
              <a:tblGrid>
                <a:gridCol w="2134004">
                  <a:extLst>
                    <a:ext uri="{9D8B030D-6E8A-4147-A177-3AD203B41FA5}">
                      <a16:colId xmlns:a16="http://schemas.microsoft.com/office/drawing/2014/main" val="20000"/>
                    </a:ext>
                  </a:extLst>
                </a:gridCol>
                <a:gridCol w="2134004">
                  <a:extLst>
                    <a:ext uri="{9D8B030D-6E8A-4147-A177-3AD203B41FA5}">
                      <a16:colId xmlns:a16="http://schemas.microsoft.com/office/drawing/2014/main" val="20001"/>
                    </a:ext>
                  </a:extLst>
                </a:gridCol>
                <a:gridCol w="2134004">
                  <a:extLst>
                    <a:ext uri="{9D8B030D-6E8A-4147-A177-3AD203B41FA5}">
                      <a16:colId xmlns:a16="http://schemas.microsoft.com/office/drawing/2014/main" val="20002"/>
                    </a:ext>
                  </a:extLst>
                </a:gridCol>
                <a:gridCol w="2134004">
                  <a:extLst>
                    <a:ext uri="{9D8B030D-6E8A-4147-A177-3AD203B41FA5}">
                      <a16:colId xmlns:a16="http://schemas.microsoft.com/office/drawing/2014/main" val="20003"/>
                    </a:ext>
                  </a:extLst>
                </a:gridCol>
              </a:tblGrid>
              <a:tr h="674313">
                <a:tc>
                  <a:txBody>
                    <a:bodyPr/>
                    <a:lstStyle/>
                    <a:p>
                      <a:pPr algn="ctr">
                        <a:lnSpc>
                          <a:spcPct val="150000"/>
                        </a:lnSpc>
                        <a:spcBef>
                          <a:spcPts val="600"/>
                        </a:spcBef>
                        <a:spcAft>
                          <a:spcPts val="600"/>
                        </a:spcAft>
                      </a:pPr>
                      <a:r>
                        <a:rPr lang="zh-CN" sz="1400" kern="100" dirty="0">
                          <a:effectLst/>
                        </a:rPr>
                        <a:t>输入条件</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约束条件</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有效等价类</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无效等价类</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02294">
                <a:tc rowSpan="3">
                  <a:txBody>
                    <a:bodyPr/>
                    <a:lstStyle/>
                    <a:p>
                      <a:pPr algn="ctr">
                        <a:lnSpc>
                          <a:spcPct val="150000"/>
                        </a:lnSpc>
                        <a:spcBef>
                          <a:spcPts val="600"/>
                        </a:spcBef>
                        <a:spcAft>
                          <a:spcPts val="600"/>
                        </a:spcAft>
                      </a:pPr>
                      <a:r>
                        <a:rPr lang="zh-CN" sz="1400" kern="100">
                          <a:effectLst/>
                        </a:rPr>
                        <a:t>用户名</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dirty="0">
                          <a:effectLst/>
                        </a:rPr>
                        <a:t>字符个数</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rowSpan="3">
                  <a:txBody>
                    <a:bodyPr/>
                    <a:lstStyle/>
                    <a:p>
                      <a:pPr algn="ctr">
                        <a:lnSpc>
                          <a:spcPct val="150000"/>
                        </a:lnSpc>
                        <a:spcBef>
                          <a:spcPts val="600"/>
                        </a:spcBef>
                        <a:spcAft>
                          <a:spcPts val="600"/>
                        </a:spcAft>
                      </a:pPr>
                      <a:r>
                        <a:rPr lang="zh-CN" sz="1400" kern="100">
                          <a:effectLst/>
                        </a:rPr>
                        <a:t>长度在4和10之间，仅包含数字和字母的字符，且在数据库中有记录</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&lt;4或者&gt;10</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004590">
                <a:tc vMerge="1">
                  <a:txBody>
                    <a:bodyPr/>
                    <a:lstStyle/>
                    <a:p>
                      <a:endParaRPr lang="zh-CN"/>
                    </a:p>
                  </a:txBody>
                  <a:tcPr/>
                </a:tc>
                <a:tc>
                  <a:txBody>
                    <a:bodyPr/>
                    <a:lstStyle/>
                    <a:p>
                      <a:pPr algn="ctr">
                        <a:lnSpc>
                          <a:spcPct val="150000"/>
                        </a:lnSpc>
                        <a:spcBef>
                          <a:spcPts val="600"/>
                        </a:spcBef>
                        <a:spcAft>
                          <a:spcPts val="600"/>
                        </a:spcAft>
                      </a:pPr>
                      <a:r>
                        <a:rPr lang="zh-CN" sz="1400" kern="100">
                          <a:effectLst/>
                        </a:rPr>
                        <a:t>字符类型</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vMerge="1">
                  <a:txBody>
                    <a:bodyPr/>
                    <a:lstStyle/>
                    <a:p>
                      <a:endParaRPr lang="zh-CN"/>
                    </a:p>
                  </a:txBody>
                  <a:tcPr/>
                </a:tc>
                <a:tc>
                  <a:txBody>
                    <a:bodyPr/>
                    <a:lstStyle/>
                    <a:p>
                      <a:pPr algn="ctr">
                        <a:lnSpc>
                          <a:spcPct val="150000"/>
                        </a:lnSpc>
                        <a:spcBef>
                          <a:spcPts val="600"/>
                        </a:spcBef>
                        <a:spcAft>
                          <a:spcPts val="600"/>
                        </a:spcAft>
                      </a:pPr>
                      <a:r>
                        <a:rPr lang="zh-CN" sz="1400" kern="100">
                          <a:effectLst/>
                        </a:rPr>
                        <a:t>包含非数字和字母的字符</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1004590">
                <a:tc vMerge="1">
                  <a:txBody>
                    <a:bodyPr/>
                    <a:lstStyle/>
                    <a:p>
                      <a:endParaRPr lang="zh-CN"/>
                    </a:p>
                  </a:txBody>
                  <a:tcPr/>
                </a:tc>
                <a:tc>
                  <a:txBody>
                    <a:bodyPr/>
                    <a:lstStyle/>
                    <a:p>
                      <a:pPr algn="ctr">
                        <a:lnSpc>
                          <a:spcPct val="150000"/>
                        </a:lnSpc>
                        <a:spcBef>
                          <a:spcPts val="600"/>
                        </a:spcBef>
                        <a:spcAft>
                          <a:spcPts val="600"/>
                        </a:spcAft>
                      </a:pPr>
                      <a:r>
                        <a:rPr lang="zh-CN" sz="1400" kern="100">
                          <a:effectLst/>
                        </a:rPr>
                        <a:t>是否存在</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vMerge="1">
                  <a:txBody>
                    <a:bodyPr/>
                    <a:lstStyle/>
                    <a:p>
                      <a:endParaRPr lang="zh-CN"/>
                    </a:p>
                  </a:txBody>
                  <a:tcPr/>
                </a:tc>
                <a:tc>
                  <a:txBody>
                    <a:bodyPr/>
                    <a:lstStyle/>
                    <a:p>
                      <a:pPr algn="ctr">
                        <a:lnSpc>
                          <a:spcPct val="150000"/>
                        </a:lnSpc>
                        <a:spcBef>
                          <a:spcPts val="600"/>
                        </a:spcBef>
                        <a:spcAft>
                          <a:spcPts val="600"/>
                        </a:spcAft>
                      </a:pPr>
                      <a:r>
                        <a:rPr lang="zh-CN" sz="1400" kern="100">
                          <a:effectLst/>
                        </a:rPr>
                        <a:t>无法在数据库中找到相关记录</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502294">
                <a:tc rowSpan="2">
                  <a:txBody>
                    <a:bodyPr/>
                    <a:lstStyle/>
                    <a:p>
                      <a:pPr algn="ctr">
                        <a:lnSpc>
                          <a:spcPct val="150000"/>
                        </a:lnSpc>
                        <a:spcBef>
                          <a:spcPts val="600"/>
                        </a:spcBef>
                        <a:spcAft>
                          <a:spcPts val="600"/>
                        </a:spcAft>
                      </a:pPr>
                      <a:r>
                        <a:rPr lang="zh-CN" sz="1400" kern="100">
                          <a:effectLst/>
                        </a:rPr>
                        <a:t>密码</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字符个数</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rowSpan="2">
                  <a:txBody>
                    <a:bodyPr/>
                    <a:lstStyle/>
                    <a:p>
                      <a:pPr algn="ctr">
                        <a:lnSpc>
                          <a:spcPct val="150000"/>
                        </a:lnSpc>
                        <a:spcBef>
                          <a:spcPts val="600"/>
                        </a:spcBef>
                        <a:spcAft>
                          <a:spcPts val="600"/>
                        </a:spcAft>
                      </a:pPr>
                      <a:r>
                        <a:rPr lang="zh-CN" sz="1400" kern="100">
                          <a:effectLst/>
                        </a:rPr>
                        <a:t>长度在5到14间，且正确的密码</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&lt;5或者&gt;14</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02294">
                <a:tc vMerge="1">
                  <a:txBody>
                    <a:bodyPr/>
                    <a:lstStyle/>
                    <a:p>
                      <a:endParaRPr lang="zh-CN"/>
                    </a:p>
                  </a:txBody>
                  <a:tcPr/>
                </a:tc>
                <a:tc>
                  <a:txBody>
                    <a:bodyPr/>
                    <a:lstStyle/>
                    <a:p>
                      <a:pPr algn="ctr">
                        <a:lnSpc>
                          <a:spcPct val="150000"/>
                        </a:lnSpc>
                        <a:spcBef>
                          <a:spcPts val="600"/>
                        </a:spcBef>
                        <a:spcAft>
                          <a:spcPts val="600"/>
                        </a:spcAft>
                      </a:pPr>
                      <a:r>
                        <a:rPr lang="zh-CN" sz="1400" kern="100">
                          <a:effectLst/>
                        </a:rPr>
                        <a:t>是否正确</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vMerge="1">
                  <a:txBody>
                    <a:bodyPr/>
                    <a:lstStyle/>
                    <a:p>
                      <a:endParaRPr lang="zh-CN"/>
                    </a:p>
                  </a:txBody>
                  <a:tcPr/>
                </a:tc>
                <a:tc>
                  <a:txBody>
                    <a:bodyPr/>
                    <a:lstStyle/>
                    <a:p>
                      <a:pPr algn="ctr">
                        <a:lnSpc>
                          <a:spcPct val="150000"/>
                        </a:lnSpc>
                        <a:spcBef>
                          <a:spcPts val="600"/>
                        </a:spcBef>
                        <a:spcAft>
                          <a:spcPts val="600"/>
                        </a:spcAft>
                      </a:pPr>
                      <a:r>
                        <a:rPr lang="zh-CN" sz="1400" kern="100" dirty="0">
                          <a:effectLst/>
                        </a:rPr>
                        <a:t>密码错误</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770159" y="345292"/>
            <a:ext cx="2651688"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设计测试用例</a:t>
            </a:r>
          </a:p>
        </p:txBody>
      </p:sp>
      <p:sp>
        <p:nvSpPr>
          <p:cNvPr id="27" name="文本框 2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38" name="文本框 37"/>
          <p:cNvSpPr txBox="1"/>
          <p:nvPr/>
        </p:nvSpPr>
        <p:spPr>
          <a:xfrm>
            <a:off x="291963" y="1170339"/>
            <a:ext cx="6846747"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latin typeface="Agency FB" panose="020B0503020202020204" pitchFamily="34" charset="0"/>
              </a:rPr>
              <a:t>等价类划分：                                     </a:t>
            </a:r>
            <a:r>
              <a:rPr lang="zh-CN" altLang="en-US" sz="2000" dirty="0">
                <a:latin typeface="Agency FB" panose="020B0503020202020204" pitchFamily="34" charset="0"/>
              </a:rPr>
              <a:t>管理员添加商品</a:t>
            </a:r>
          </a:p>
        </p:txBody>
      </p:sp>
      <p:graphicFrame>
        <p:nvGraphicFramePr>
          <p:cNvPr id="3" name="表格 2"/>
          <p:cNvGraphicFramePr>
            <a:graphicFrameLocks noGrp="1"/>
          </p:cNvGraphicFramePr>
          <p:nvPr/>
        </p:nvGraphicFramePr>
        <p:xfrm>
          <a:off x="1431635" y="1710922"/>
          <a:ext cx="9116292" cy="4971586"/>
        </p:xfrm>
        <a:graphic>
          <a:graphicData uri="http://schemas.openxmlformats.org/drawingml/2006/table">
            <a:tbl>
              <a:tblPr firstRow="1" firstCol="1" bandRow="1">
                <a:tableStyleId>{5C22544A-7EE6-4342-B048-85BDC9FD1C3A}</a:tableStyleId>
              </a:tblPr>
              <a:tblGrid>
                <a:gridCol w="2279073">
                  <a:extLst>
                    <a:ext uri="{9D8B030D-6E8A-4147-A177-3AD203B41FA5}">
                      <a16:colId xmlns:a16="http://schemas.microsoft.com/office/drawing/2014/main" val="20000"/>
                    </a:ext>
                  </a:extLst>
                </a:gridCol>
                <a:gridCol w="2279073">
                  <a:extLst>
                    <a:ext uri="{9D8B030D-6E8A-4147-A177-3AD203B41FA5}">
                      <a16:colId xmlns:a16="http://schemas.microsoft.com/office/drawing/2014/main" val="20001"/>
                    </a:ext>
                  </a:extLst>
                </a:gridCol>
                <a:gridCol w="2279073">
                  <a:extLst>
                    <a:ext uri="{9D8B030D-6E8A-4147-A177-3AD203B41FA5}">
                      <a16:colId xmlns:a16="http://schemas.microsoft.com/office/drawing/2014/main" val="20002"/>
                    </a:ext>
                  </a:extLst>
                </a:gridCol>
                <a:gridCol w="2279073">
                  <a:extLst>
                    <a:ext uri="{9D8B030D-6E8A-4147-A177-3AD203B41FA5}">
                      <a16:colId xmlns:a16="http://schemas.microsoft.com/office/drawing/2014/main" val="20003"/>
                    </a:ext>
                  </a:extLst>
                </a:gridCol>
              </a:tblGrid>
              <a:tr h="465344">
                <a:tc gridSpan="2">
                  <a:txBody>
                    <a:bodyPr/>
                    <a:lstStyle/>
                    <a:p>
                      <a:pPr algn="ctr">
                        <a:lnSpc>
                          <a:spcPct val="150000"/>
                        </a:lnSpc>
                        <a:spcBef>
                          <a:spcPts val="600"/>
                        </a:spcBef>
                        <a:spcAft>
                          <a:spcPts val="600"/>
                        </a:spcAft>
                      </a:pPr>
                      <a:r>
                        <a:rPr lang="zh-CN" sz="1400" kern="100" dirty="0">
                          <a:effectLst/>
                        </a:rPr>
                        <a:t>输入条件</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hMerge="1">
                  <a:txBody>
                    <a:bodyPr/>
                    <a:lstStyle/>
                    <a:p>
                      <a:endParaRPr lang="zh-CN"/>
                    </a:p>
                  </a:txBody>
                  <a:tcPr/>
                </a:tc>
                <a:tc>
                  <a:txBody>
                    <a:bodyPr/>
                    <a:lstStyle/>
                    <a:p>
                      <a:pPr algn="ctr">
                        <a:lnSpc>
                          <a:spcPct val="150000"/>
                        </a:lnSpc>
                        <a:spcBef>
                          <a:spcPts val="600"/>
                        </a:spcBef>
                        <a:spcAft>
                          <a:spcPts val="600"/>
                        </a:spcAft>
                      </a:pPr>
                      <a:r>
                        <a:rPr lang="zh-CN" sz="1400" kern="100">
                          <a:effectLst/>
                        </a:rPr>
                        <a:t>有效等价类</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无效等价类</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346634">
                <a:tc rowSpan="3">
                  <a:txBody>
                    <a:bodyPr/>
                    <a:lstStyle/>
                    <a:p>
                      <a:pPr algn="ctr">
                        <a:lnSpc>
                          <a:spcPct val="150000"/>
                        </a:lnSpc>
                        <a:spcBef>
                          <a:spcPts val="600"/>
                        </a:spcBef>
                        <a:spcAft>
                          <a:spcPts val="600"/>
                        </a:spcAft>
                      </a:pPr>
                      <a:r>
                        <a:rPr lang="zh-CN" sz="1400" kern="100">
                          <a:effectLst/>
                        </a:rPr>
                        <a:t>商品编号</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dirty="0">
                          <a:effectLst/>
                        </a:rPr>
                        <a:t>字符个数</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rowSpan="3">
                  <a:txBody>
                    <a:bodyPr/>
                    <a:lstStyle/>
                    <a:p>
                      <a:pPr algn="ctr">
                        <a:lnSpc>
                          <a:spcPct val="150000"/>
                        </a:lnSpc>
                        <a:spcBef>
                          <a:spcPts val="600"/>
                        </a:spcBef>
                        <a:spcAft>
                          <a:spcPts val="600"/>
                        </a:spcAft>
                      </a:pPr>
                      <a:r>
                        <a:rPr lang="zh-CN" sz="1400" kern="100">
                          <a:effectLst/>
                        </a:rPr>
                        <a:t>0~10之间，仅包含数字的字符，并且并不为空</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&gt;10</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46634">
                <a:tc vMerge="1">
                  <a:txBody>
                    <a:bodyPr/>
                    <a:lstStyle/>
                    <a:p>
                      <a:endParaRPr lang="zh-CN"/>
                    </a:p>
                  </a:txBody>
                  <a:tcPr/>
                </a:tc>
                <a:tc>
                  <a:txBody>
                    <a:bodyPr/>
                    <a:lstStyle/>
                    <a:p>
                      <a:pPr algn="ctr">
                        <a:lnSpc>
                          <a:spcPct val="150000"/>
                        </a:lnSpc>
                        <a:spcBef>
                          <a:spcPts val="600"/>
                        </a:spcBef>
                        <a:spcAft>
                          <a:spcPts val="600"/>
                        </a:spcAft>
                      </a:pPr>
                      <a:r>
                        <a:rPr lang="zh-CN" sz="1400" kern="100" dirty="0">
                          <a:effectLst/>
                        </a:rPr>
                        <a:t>字符类型</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vMerge="1">
                  <a:txBody>
                    <a:bodyPr/>
                    <a:lstStyle/>
                    <a:p>
                      <a:endParaRPr lang="zh-CN"/>
                    </a:p>
                  </a:txBody>
                  <a:tcPr/>
                </a:tc>
                <a:tc>
                  <a:txBody>
                    <a:bodyPr/>
                    <a:lstStyle/>
                    <a:p>
                      <a:pPr algn="ctr">
                        <a:lnSpc>
                          <a:spcPct val="150000"/>
                        </a:lnSpc>
                        <a:spcBef>
                          <a:spcPts val="600"/>
                        </a:spcBef>
                        <a:spcAft>
                          <a:spcPts val="600"/>
                        </a:spcAft>
                      </a:pPr>
                      <a:r>
                        <a:rPr lang="zh-CN" sz="1400" kern="100">
                          <a:effectLst/>
                        </a:rPr>
                        <a:t>包含非数字的字符</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346634">
                <a:tc vMerge="1">
                  <a:txBody>
                    <a:bodyPr/>
                    <a:lstStyle/>
                    <a:p>
                      <a:endParaRPr lang="zh-CN"/>
                    </a:p>
                  </a:txBody>
                  <a:tcPr/>
                </a:tc>
                <a:tc>
                  <a:txBody>
                    <a:bodyPr/>
                    <a:lstStyle/>
                    <a:p>
                      <a:pPr algn="ctr">
                        <a:lnSpc>
                          <a:spcPct val="150000"/>
                        </a:lnSpc>
                        <a:spcBef>
                          <a:spcPts val="600"/>
                        </a:spcBef>
                        <a:spcAft>
                          <a:spcPts val="600"/>
                        </a:spcAft>
                      </a:pPr>
                      <a:r>
                        <a:rPr lang="zh-CN" sz="1400" kern="100" dirty="0">
                          <a:effectLst/>
                        </a:rPr>
                        <a:t>是否为空</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vMerge="1">
                  <a:txBody>
                    <a:bodyPr/>
                    <a:lstStyle/>
                    <a:p>
                      <a:endParaRPr lang="zh-CN"/>
                    </a:p>
                  </a:txBody>
                  <a:tcPr/>
                </a:tc>
                <a:tc>
                  <a:txBody>
                    <a:bodyPr/>
                    <a:lstStyle/>
                    <a:p>
                      <a:pPr algn="ctr">
                        <a:lnSpc>
                          <a:spcPct val="150000"/>
                        </a:lnSpc>
                        <a:spcBef>
                          <a:spcPts val="600"/>
                        </a:spcBef>
                        <a:spcAft>
                          <a:spcPts val="600"/>
                        </a:spcAft>
                      </a:pPr>
                      <a:r>
                        <a:rPr lang="zh-CN" sz="1400" kern="100">
                          <a:effectLst/>
                        </a:rPr>
                        <a:t>空</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346634">
                <a:tc rowSpan="3">
                  <a:txBody>
                    <a:bodyPr/>
                    <a:lstStyle/>
                    <a:p>
                      <a:pPr algn="ctr">
                        <a:lnSpc>
                          <a:spcPct val="150000"/>
                        </a:lnSpc>
                        <a:spcBef>
                          <a:spcPts val="600"/>
                        </a:spcBef>
                        <a:spcAft>
                          <a:spcPts val="600"/>
                        </a:spcAft>
                      </a:pPr>
                      <a:r>
                        <a:rPr lang="zh-CN" sz="1400" kern="100">
                          <a:effectLst/>
                        </a:rPr>
                        <a:t>商品名称</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dirty="0">
                          <a:effectLst/>
                        </a:rPr>
                        <a:t>字符个数</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rowSpan="3">
                  <a:txBody>
                    <a:bodyPr/>
                    <a:lstStyle/>
                    <a:p>
                      <a:pPr algn="ctr">
                        <a:lnSpc>
                          <a:spcPct val="150000"/>
                        </a:lnSpc>
                        <a:spcBef>
                          <a:spcPts val="600"/>
                        </a:spcBef>
                        <a:spcAft>
                          <a:spcPts val="600"/>
                        </a:spcAft>
                      </a:pPr>
                      <a:r>
                        <a:rPr lang="zh-CN" sz="1400" kern="100" dirty="0">
                          <a:effectLst/>
                        </a:rPr>
                        <a:t>长度&lt;10，仅包含数字和字母的字符，并且没有被添加过</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&gt;10</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693268">
                <a:tc vMerge="1">
                  <a:txBody>
                    <a:bodyPr/>
                    <a:lstStyle/>
                    <a:p>
                      <a:endParaRPr lang="zh-CN"/>
                    </a:p>
                  </a:txBody>
                  <a:tcPr/>
                </a:tc>
                <a:tc>
                  <a:txBody>
                    <a:bodyPr/>
                    <a:lstStyle/>
                    <a:p>
                      <a:pPr algn="ctr">
                        <a:lnSpc>
                          <a:spcPct val="150000"/>
                        </a:lnSpc>
                        <a:spcBef>
                          <a:spcPts val="600"/>
                        </a:spcBef>
                        <a:spcAft>
                          <a:spcPts val="600"/>
                        </a:spcAft>
                      </a:pPr>
                      <a:r>
                        <a:rPr lang="zh-CN" sz="1400" kern="100" dirty="0">
                          <a:effectLst/>
                        </a:rPr>
                        <a:t>字符类型</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vMerge="1">
                  <a:txBody>
                    <a:bodyPr/>
                    <a:lstStyle/>
                    <a:p>
                      <a:endParaRPr lang="zh-CN"/>
                    </a:p>
                  </a:txBody>
                  <a:tcPr/>
                </a:tc>
                <a:tc>
                  <a:txBody>
                    <a:bodyPr/>
                    <a:lstStyle/>
                    <a:p>
                      <a:pPr algn="ctr">
                        <a:lnSpc>
                          <a:spcPct val="150000"/>
                        </a:lnSpc>
                        <a:spcBef>
                          <a:spcPts val="600"/>
                        </a:spcBef>
                        <a:spcAft>
                          <a:spcPts val="600"/>
                        </a:spcAft>
                      </a:pPr>
                      <a:r>
                        <a:rPr lang="zh-CN" sz="1400" kern="100">
                          <a:effectLst/>
                        </a:rPr>
                        <a:t>包含非数字和字母的字符</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346634">
                <a:tc vMerge="1">
                  <a:txBody>
                    <a:bodyPr/>
                    <a:lstStyle/>
                    <a:p>
                      <a:endParaRPr lang="zh-CN"/>
                    </a:p>
                  </a:txBody>
                  <a:tcPr/>
                </a:tc>
                <a:tc>
                  <a:txBody>
                    <a:bodyPr/>
                    <a:lstStyle/>
                    <a:p>
                      <a:pPr algn="ctr">
                        <a:lnSpc>
                          <a:spcPct val="150000"/>
                        </a:lnSpc>
                        <a:spcBef>
                          <a:spcPts val="600"/>
                        </a:spcBef>
                        <a:spcAft>
                          <a:spcPts val="600"/>
                        </a:spcAft>
                      </a:pPr>
                      <a:r>
                        <a:rPr lang="zh-CN" sz="1400" kern="100" dirty="0">
                          <a:effectLst/>
                        </a:rPr>
                        <a:t>是否为空</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vMerge="1">
                  <a:txBody>
                    <a:bodyPr/>
                    <a:lstStyle/>
                    <a:p>
                      <a:endParaRPr lang="zh-CN"/>
                    </a:p>
                  </a:txBody>
                  <a:tcPr/>
                </a:tc>
                <a:tc>
                  <a:txBody>
                    <a:bodyPr/>
                    <a:lstStyle/>
                    <a:p>
                      <a:pPr algn="ctr">
                        <a:lnSpc>
                          <a:spcPct val="150000"/>
                        </a:lnSpc>
                        <a:spcBef>
                          <a:spcPts val="600"/>
                        </a:spcBef>
                        <a:spcAft>
                          <a:spcPts val="600"/>
                        </a:spcAft>
                      </a:pPr>
                      <a:r>
                        <a:rPr lang="zh-CN" sz="1400" kern="100">
                          <a:effectLst/>
                        </a:rPr>
                        <a:t>空</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346634">
                <a:tc rowSpan="3">
                  <a:txBody>
                    <a:bodyPr/>
                    <a:lstStyle/>
                    <a:p>
                      <a:pPr algn="ctr">
                        <a:lnSpc>
                          <a:spcPct val="150000"/>
                        </a:lnSpc>
                        <a:spcBef>
                          <a:spcPts val="600"/>
                        </a:spcBef>
                        <a:spcAft>
                          <a:spcPts val="600"/>
                        </a:spcAft>
                      </a:pPr>
                      <a:r>
                        <a:rPr lang="zh-CN" sz="1400" kern="100">
                          <a:effectLst/>
                        </a:rPr>
                        <a:t>商品售价</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数字范围</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rowSpan="3">
                  <a:txBody>
                    <a:bodyPr/>
                    <a:lstStyle/>
                    <a:p>
                      <a:pPr algn="ctr">
                        <a:lnSpc>
                          <a:spcPct val="150000"/>
                        </a:lnSpc>
                        <a:spcBef>
                          <a:spcPts val="600"/>
                        </a:spcBef>
                        <a:spcAft>
                          <a:spcPts val="600"/>
                        </a:spcAft>
                      </a:pPr>
                      <a:r>
                        <a:rPr lang="zh-CN" sz="1400" kern="100" dirty="0">
                          <a:effectLst/>
                        </a:rPr>
                        <a:t>0~100000之间，仅包含数字的字符，并且并不为空</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&lt;0或&gt;100000</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346634">
                <a:tc vMerge="1">
                  <a:txBody>
                    <a:bodyPr/>
                    <a:lstStyle/>
                    <a:p>
                      <a:endParaRPr lang="zh-CN"/>
                    </a:p>
                  </a:txBody>
                  <a:tcPr/>
                </a:tc>
                <a:tc>
                  <a:txBody>
                    <a:bodyPr/>
                    <a:lstStyle/>
                    <a:p>
                      <a:pPr algn="ctr">
                        <a:lnSpc>
                          <a:spcPct val="150000"/>
                        </a:lnSpc>
                        <a:spcBef>
                          <a:spcPts val="600"/>
                        </a:spcBef>
                        <a:spcAft>
                          <a:spcPts val="600"/>
                        </a:spcAft>
                      </a:pPr>
                      <a:r>
                        <a:rPr lang="zh-CN" sz="1400" kern="100" dirty="0">
                          <a:effectLst/>
                        </a:rPr>
                        <a:t>字符类型</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vMerge="1">
                  <a:txBody>
                    <a:bodyPr/>
                    <a:lstStyle/>
                    <a:p>
                      <a:endParaRPr lang="zh-CN"/>
                    </a:p>
                  </a:txBody>
                  <a:tcPr/>
                </a:tc>
                <a:tc>
                  <a:txBody>
                    <a:bodyPr/>
                    <a:lstStyle/>
                    <a:p>
                      <a:pPr algn="ctr">
                        <a:lnSpc>
                          <a:spcPct val="150000"/>
                        </a:lnSpc>
                        <a:spcBef>
                          <a:spcPts val="600"/>
                        </a:spcBef>
                        <a:spcAft>
                          <a:spcPts val="600"/>
                        </a:spcAft>
                      </a:pPr>
                      <a:r>
                        <a:rPr lang="zh-CN" sz="1400" kern="100" dirty="0">
                          <a:effectLst/>
                        </a:rPr>
                        <a:t>包含非数字的字符</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r h="346634">
                <a:tc vMerge="1">
                  <a:txBody>
                    <a:bodyPr/>
                    <a:lstStyle/>
                    <a:p>
                      <a:endParaRPr lang="zh-CN"/>
                    </a:p>
                  </a:txBody>
                  <a:tcPr/>
                </a:tc>
                <a:tc>
                  <a:txBody>
                    <a:bodyPr/>
                    <a:lstStyle/>
                    <a:p>
                      <a:pPr algn="ctr">
                        <a:lnSpc>
                          <a:spcPct val="150000"/>
                        </a:lnSpc>
                        <a:spcBef>
                          <a:spcPts val="600"/>
                        </a:spcBef>
                        <a:spcAft>
                          <a:spcPts val="600"/>
                        </a:spcAft>
                      </a:pPr>
                      <a:r>
                        <a:rPr lang="zh-CN" sz="1400" kern="100">
                          <a:effectLst/>
                        </a:rPr>
                        <a:t>是否为空</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vMerge="1">
                  <a:txBody>
                    <a:bodyPr/>
                    <a:lstStyle/>
                    <a:p>
                      <a:endParaRPr lang="zh-CN"/>
                    </a:p>
                  </a:txBody>
                  <a:tcPr/>
                </a:tc>
                <a:tc>
                  <a:txBody>
                    <a:bodyPr/>
                    <a:lstStyle/>
                    <a:p>
                      <a:pPr algn="ctr">
                        <a:lnSpc>
                          <a:spcPct val="150000"/>
                        </a:lnSpc>
                        <a:spcBef>
                          <a:spcPts val="600"/>
                        </a:spcBef>
                        <a:spcAft>
                          <a:spcPts val="600"/>
                        </a:spcAft>
                      </a:pPr>
                      <a:r>
                        <a:rPr lang="zh-CN" sz="1400" kern="100" dirty="0">
                          <a:effectLst/>
                        </a:rPr>
                        <a:t>空</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9"/>
                  </a:ext>
                </a:extLst>
              </a:tr>
              <a:tr h="346634">
                <a:tc rowSpan="3">
                  <a:txBody>
                    <a:bodyPr/>
                    <a:lstStyle/>
                    <a:p>
                      <a:pPr algn="ctr">
                        <a:lnSpc>
                          <a:spcPct val="150000"/>
                        </a:lnSpc>
                        <a:spcBef>
                          <a:spcPts val="600"/>
                        </a:spcBef>
                        <a:spcAft>
                          <a:spcPts val="600"/>
                        </a:spcAft>
                      </a:pPr>
                      <a:r>
                        <a:rPr lang="zh-CN" sz="1400" kern="100">
                          <a:effectLst/>
                        </a:rPr>
                        <a:t>商品库存</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数字范围</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rowSpan="3">
                  <a:txBody>
                    <a:bodyPr/>
                    <a:lstStyle/>
                    <a:p>
                      <a:pPr algn="ctr">
                        <a:lnSpc>
                          <a:spcPct val="150000"/>
                        </a:lnSpc>
                        <a:spcBef>
                          <a:spcPts val="600"/>
                        </a:spcBef>
                        <a:spcAft>
                          <a:spcPts val="600"/>
                        </a:spcAft>
                      </a:pPr>
                      <a:r>
                        <a:rPr lang="zh-CN" sz="1400" kern="100">
                          <a:effectLst/>
                        </a:rPr>
                        <a:t>0~10之间，仅包含数字的字符，并且并不为空</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dirty="0">
                          <a:effectLst/>
                        </a:rPr>
                        <a:t>&lt;0或&gt;100000</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10"/>
                  </a:ext>
                </a:extLst>
              </a:tr>
              <a:tr h="346634">
                <a:tc vMerge="1">
                  <a:txBody>
                    <a:bodyPr/>
                    <a:lstStyle/>
                    <a:p>
                      <a:endParaRPr lang="zh-CN"/>
                    </a:p>
                  </a:txBody>
                  <a:tcPr/>
                </a:tc>
                <a:tc>
                  <a:txBody>
                    <a:bodyPr/>
                    <a:lstStyle/>
                    <a:p>
                      <a:pPr algn="ctr">
                        <a:lnSpc>
                          <a:spcPct val="150000"/>
                        </a:lnSpc>
                        <a:spcBef>
                          <a:spcPts val="600"/>
                        </a:spcBef>
                        <a:spcAft>
                          <a:spcPts val="600"/>
                        </a:spcAft>
                      </a:pPr>
                      <a:r>
                        <a:rPr lang="zh-CN" sz="1400" kern="100">
                          <a:effectLst/>
                        </a:rPr>
                        <a:t>字符类型</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vMerge="1">
                  <a:txBody>
                    <a:bodyPr/>
                    <a:lstStyle/>
                    <a:p>
                      <a:endParaRPr lang="zh-CN"/>
                    </a:p>
                  </a:txBody>
                  <a:tcPr/>
                </a:tc>
                <a:tc>
                  <a:txBody>
                    <a:bodyPr/>
                    <a:lstStyle/>
                    <a:p>
                      <a:pPr algn="ctr">
                        <a:lnSpc>
                          <a:spcPct val="150000"/>
                        </a:lnSpc>
                        <a:spcBef>
                          <a:spcPts val="600"/>
                        </a:spcBef>
                        <a:spcAft>
                          <a:spcPts val="600"/>
                        </a:spcAft>
                      </a:pPr>
                      <a:r>
                        <a:rPr lang="zh-CN" sz="1400" kern="100" dirty="0">
                          <a:effectLst/>
                        </a:rPr>
                        <a:t>包含非数字的字符</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11"/>
                  </a:ext>
                </a:extLst>
              </a:tr>
              <a:tr h="346634">
                <a:tc vMerge="1">
                  <a:txBody>
                    <a:bodyPr/>
                    <a:lstStyle/>
                    <a:p>
                      <a:endParaRPr lang="zh-CN"/>
                    </a:p>
                  </a:txBody>
                  <a:tcPr/>
                </a:tc>
                <a:tc>
                  <a:txBody>
                    <a:bodyPr/>
                    <a:lstStyle/>
                    <a:p>
                      <a:pPr algn="ctr">
                        <a:lnSpc>
                          <a:spcPct val="150000"/>
                        </a:lnSpc>
                        <a:spcBef>
                          <a:spcPts val="600"/>
                        </a:spcBef>
                        <a:spcAft>
                          <a:spcPts val="600"/>
                        </a:spcAft>
                      </a:pPr>
                      <a:r>
                        <a:rPr lang="zh-CN" sz="1400" kern="100">
                          <a:effectLst/>
                        </a:rPr>
                        <a:t>是否为空</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vMerge="1">
                  <a:txBody>
                    <a:bodyPr/>
                    <a:lstStyle/>
                    <a:p>
                      <a:endParaRPr lang="zh-CN"/>
                    </a:p>
                  </a:txBody>
                  <a:tcPr/>
                </a:tc>
                <a:tc>
                  <a:txBody>
                    <a:bodyPr/>
                    <a:lstStyle/>
                    <a:p>
                      <a:pPr algn="ctr">
                        <a:lnSpc>
                          <a:spcPct val="150000"/>
                        </a:lnSpc>
                        <a:spcBef>
                          <a:spcPts val="600"/>
                        </a:spcBef>
                        <a:spcAft>
                          <a:spcPts val="600"/>
                        </a:spcAft>
                      </a:pPr>
                      <a:r>
                        <a:rPr lang="zh-CN" sz="1400" kern="100" dirty="0">
                          <a:effectLst/>
                        </a:rPr>
                        <a:t>空</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12"/>
                  </a:ext>
                </a:extLst>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770159" y="345292"/>
            <a:ext cx="2651688"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设计测试用例</a:t>
            </a:r>
          </a:p>
        </p:txBody>
      </p:sp>
      <p:sp>
        <p:nvSpPr>
          <p:cNvPr id="27" name="文本框 2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38" name="文本框 37"/>
          <p:cNvSpPr txBox="1"/>
          <p:nvPr/>
        </p:nvSpPr>
        <p:spPr>
          <a:xfrm>
            <a:off x="709211" y="1171900"/>
            <a:ext cx="6455613"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latin typeface="Agency FB" panose="020B0503020202020204" pitchFamily="34" charset="0"/>
              </a:rPr>
              <a:t>测试用例：                                      </a:t>
            </a:r>
            <a:r>
              <a:rPr lang="zh-CN" altLang="en-US" sz="2000" dirty="0">
                <a:latin typeface="Agency FB" panose="020B0503020202020204" pitchFamily="34" charset="0"/>
              </a:rPr>
              <a:t>管理员登录功能</a:t>
            </a:r>
          </a:p>
        </p:txBody>
      </p:sp>
      <p:graphicFrame>
        <p:nvGraphicFramePr>
          <p:cNvPr id="4" name="表格 3"/>
          <p:cNvGraphicFramePr>
            <a:graphicFrameLocks noGrp="1"/>
          </p:cNvGraphicFramePr>
          <p:nvPr/>
        </p:nvGraphicFramePr>
        <p:xfrm>
          <a:off x="1774015" y="1806677"/>
          <a:ext cx="9281911" cy="4841467"/>
        </p:xfrm>
        <a:graphic>
          <a:graphicData uri="http://schemas.openxmlformats.org/drawingml/2006/table">
            <a:tbl>
              <a:tblPr firstRow="1" firstCol="1" bandRow="1">
                <a:tableStyleId>{5C22544A-7EE6-4342-B048-85BDC9FD1C3A}</a:tableStyleId>
              </a:tblPr>
              <a:tblGrid>
                <a:gridCol w="1455270">
                  <a:extLst>
                    <a:ext uri="{9D8B030D-6E8A-4147-A177-3AD203B41FA5}">
                      <a16:colId xmlns:a16="http://schemas.microsoft.com/office/drawing/2014/main" val="20000"/>
                    </a:ext>
                  </a:extLst>
                </a:gridCol>
                <a:gridCol w="1326120">
                  <a:extLst>
                    <a:ext uri="{9D8B030D-6E8A-4147-A177-3AD203B41FA5}">
                      <a16:colId xmlns:a16="http://schemas.microsoft.com/office/drawing/2014/main" val="20001"/>
                    </a:ext>
                  </a:extLst>
                </a:gridCol>
                <a:gridCol w="1459014">
                  <a:extLst>
                    <a:ext uri="{9D8B030D-6E8A-4147-A177-3AD203B41FA5}">
                      <a16:colId xmlns:a16="http://schemas.microsoft.com/office/drawing/2014/main" val="20002"/>
                    </a:ext>
                  </a:extLst>
                </a:gridCol>
                <a:gridCol w="2521221">
                  <a:extLst>
                    <a:ext uri="{9D8B030D-6E8A-4147-A177-3AD203B41FA5}">
                      <a16:colId xmlns:a16="http://schemas.microsoft.com/office/drawing/2014/main" val="20003"/>
                    </a:ext>
                  </a:extLst>
                </a:gridCol>
                <a:gridCol w="2520286">
                  <a:extLst>
                    <a:ext uri="{9D8B030D-6E8A-4147-A177-3AD203B41FA5}">
                      <a16:colId xmlns:a16="http://schemas.microsoft.com/office/drawing/2014/main" val="20004"/>
                    </a:ext>
                  </a:extLst>
                </a:gridCol>
              </a:tblGrid>
              <a:tr h="419766">
                <a:tc>
                  <a:txBody>
                    <a:bodyPr/>
                    <a:lstStyle/>
                    <a:p>
                      <a:pPr algn="ctr">
                        <a:lnSpc>
                          <a:spcPct val="150000"/>
                        </a:lnSpc>
                        <a:spcBef>
                          <a:spcPts val="600"/>
                        </a:spcBef>
                        <a:spcAft>
                          <a:spcPts val="600"/>
                        </a:spcAft>
                      </a:pPr>
                      <a:r>
                        <a:rPr lang="zh-CN" sz="1400" kern="100" dirty="0">
                          <a:effectLst/>
                        </a:rPr>
                        <a:t>操作</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用户名</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密码</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预期结果</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实际结果</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25365">
                <a:tc>
                  <a:txBody>
                    <a:bodyPr/>
                    <a:lstStyle/>
                    <a:p>
                      <a:pPr algn="ctr">
                        <a:lnSpc>
                          <a:spcPct val="150000"/>
                        </a:lnSpc>
                        <a:spcBef>
                          <a:spcPts val="600"/>
                        </a:spcBef>
                        <a:spcAft>
                          <a:spcPts val="600"/>
                        </a:spcAft>
                      </a:pPr>
                      <a:r>
                        <a:rPr lang="zh-CN" sz="1400" kern="100">
                          <a:effectLst/>
                        </a:rPr>
                        <a:t>未输入用户名</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dirty="0">
                          <a:effectLst/>
                        </a:rPr>
                        <a:t> </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dirty="0">
                          <a:effectLst/>
                        </a:rPr>
                        <a:t>11111</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提示“请输入正确的用户名”</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提示“请输入正确的用户名”</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25365">
                <a:tc>
                  <a:txBody>
                    <a:bodyPr/>
                    <a:lstStyle/>
                    <a:p>
                      <a:pPr algn="ctr">
                        <a:lnSpc>
                          <a:spcPct val="150000"/>
                        </a:lnSpc>
                        <a:spcBef>
                          <a:spcPts val="600"/>
                        </a:spcBef>
                        <a:spcAft>
                          <a:spcPts val="600"/>
                        </a:spcAft>
                      </a:pPr>
                      <a:r>
                        <a:rPr lang="zh-CN" sz="1400" kern="100">
                          <a:effectLst/>
                        </a:rPr>
                        <a:t>输入&lt;4长度的用户名</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Abc</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dirty="0">
                          <a:effectLst/>
                        </a:rPr>
                        <a:t>11111</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提示“请输入正确的用户名”</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提示“请输入正确的用户名”</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25365">
                <a:tc>
                  <a:txBody>
                    <a:bodyPr/>
                    <a:lstStyle/>
                    <a:p>
                      <a:pPr algn="ctr">
                        <a:lnSpc>
                          <a:spcPct val="150000"/>
                        </a:lnSpc>
                        <a:spcBef>
                          <a:spcPts val="600"/>
                        </a:spcBef>
                        <a:spcAft>
                          <a:spcPts val="600"/>
                        </a:spcAft>
                      </a:pPr>
                      <a:r>
                        <a:rPr lang="zh-CN" sz="1400" kern="100">
                          <a:effectLst/>
                        </a:rPr>
                        <a:t>输入不存在的用户名</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777</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dirty="0">
                          <a:effectLst/>
                        </a:rPr>
                        <a:t>11111</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dirty="0">
                          <a:effectLst/>
                        </a:rPr>
                        <a:t>提示“请输入正确的用户名”</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提示“请输入正确的用户名”</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938048">
                <a:tc>
                  <a:txBody>
                    <a:bodyPr/>
                    <a:lstStyle/>
                    <a:p>
                      <a:pPr algn="ctr">
                        <a:lnSpc>
                          <a:spcPct val="150000"/>
                        </a:lnSpc>
                        <a:spcBef>
                          <a:spcPts val="600"/>
                        </a:spcBef>
                        <a:spcAft>
                          <a:spcPts val="600"/>
                        </a:spcAft>
                      </a:pPr>
                      <a:r>
                        <a:rPr lang="zh-CN" sz="1400" kern="100">
                          <a:effectLst/>
                        </a:rPr>
                        <a:t>输入正确的用户名，错误的密码</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admin123</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admin</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dirty="0">
                          <a:effectLst/>
                        </a:rPr>
                        <a:t>提示“登录失败”</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提示“登陆失败”</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938048">
                <a:tc>
                  <a:txBody>
                    <a:bodyPr/>
                    <a:lstStyle/>
                    <a:p>
                      <a:pPr algn="ctr">
                        <a:lnSpc>
                          <a:spcPct val="150000"/>
                        </a:lnSpc>
                        <a:spcBef>
                          <a:spcPts val="600"/>
                        </a:spcBef>
                        <a:spcAft>
                          <a:spcPts val="600"/>
                        </a:spcAft>
                      </a:pPr>
                      <a:r>
                        <a:rPr lang="zh-CN" sz="1400" kern="100">
                          <a:effectLst/>
                        </a:rPr>
                        <a:t>输入正确的用户名，过长的密码</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admin123</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Admin12345</a:t>
                      </a:r>
                    </a:p>
                    <a:p>
                      <a:pPr algn="ctr">
                        <a:lnSpc>
                          <a:spcPct val="150000"/>
                        </a:lnSpc>
                        <a:spcBef>
                          <a:spcPts val="600"/>
                        </a:spcBef>
                        <a:spcAft>
                          <a:spcPts val="600"/>
                        </a:spcAft>
                      </a:pPr>
                      <a:r>
                        <a:rPr lang="zh-CN" sz="1400" kern="100">
                          <a:effectLst/>
                        </a:rPr>
                        <a:t>12454878</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dirty="0">
                          <a:effectLst/>
                        </a:rPr>
                        <a:t>提示“请输入正确的密码（5-14位字符或者数字）</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dirty="0">
                          <a:effectLst/>
                        </a:rPr>
                        <a:t>提示“请输入正确的密码（5-14位字符或者数字）</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625365">
                <a:tc>
                  <a:txBody>
                    <a:bodyPr/>
                    <a:lstStyle/>
                    <a:p>
                      <a:pPr algn="ctr">
                        <a:lnSpc>
                          <a:spcPct val="150000"/>
                        </a:lnSpc>
                        <a:spcBef>
                          <a:spcPts val="600"/>
                        </a:spcBef>
                        <a:spcAft>
                          <a:spcPts val="600"/>
                        </a:spcAft>
                      </a:pPr>
                      <a:r>
                        <a:rPr lang="zh-CN" sz="1400" kern="100">
                          <a:effectLst/>
                        </a:rPr>
                        <a:t>输入正确的用户名和密码</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admin123</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admin123</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a:effectLst/>
                        </a:rPr>
                        <a:t>提示“登录成功“</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spcBef>
                          <a:spcPts val="600"/>
                        </a:spcBef>
                        <a:spcAft>
                          <a:spcPts val="600"/>
                        </a:spcAft>
                      </a:pPr>
                      <a:r>
                        <a:rPr lang="zh-CN" sz="1400" kern="100" dirty="0">
                          <a:effectLst/>
                        </a:rPr>
                        <a:t>提示“登录成功“</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770159" y="345292"/>
            <a:ext cx="2651688"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设计测试用例</a:t>
            </a:r>
          </a:p>
        </p:txBody>
      </p:sp>
      <p:sp>
        <p:nvSpPr>
          <p:cNvPr id="27" name="文本框 2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38" name="文本框 37"/>
          <p:cNvSpPr txBox="1"/>
          <p:nvPr/>
        </p:nvSpPr>
        <p:spPr>
          <a:xfrm>
            <a:off x="624253" y="1171900"/>
            <a:ext cx="6625532"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latin typeface="Agency FB" panose="020B0503020202020204" pitchFamily="34" charset="0"/>
              </a:rPr>
              <a:t>测试用例：                                      </a:t>
            </a:r>
            <a:r>
              <a:rPr lang="zh-CN" altLang="en-US" sz="2000" dirty="0">
                <a:latin typeface="Agency FB" panose="020B0503020202020204" pitchFamily="34" charset="0"/>
              </a:rPr>
              <a:t>管理员添加商品</a:t>
            </a:r>
          </a:p>
        </p:txBody>
      </p:sp>
      <p:graphicFrame>
        <p:nvGraphicFramePr>
          <p:cNvPr id="2" name="表格 1"/>
          <p:cNvGraphicFramePr>
            <a:graphicFrameLocks noGrp="1"/>
          </p:cNvGraphicFramePr>
          <p:nvPr/>
        </p:nvGraphicFramePr>
        <p:xfrm>
          <a:off x="847437" y="1898170"/>
          <a:ext cx="11076708" cy="4788959"/>
        </p:xfrm>
        <a:graphic>
          <a:graphicData uri="http://schemas.openxmlformats.org/drawingml/2006/table">
            <a:tbl>
              <a:tblPr firstRow="1" firstCol="1" bandRow="1">
                <a:tableStyleId>{5C22544A-7EE6-4342-B048-85BDC9FD1C3A}</a:tableStyleId>
              </a:tblPr>
              <a:tblGrid>
                <a:gridCol w="1688160">
                  <a:extLst>
                    <a:ext uri="{9D8B030D-6E8A-4147-A177-3AD203B41FA5}">
                      <a16:colId xmlns:a16="http://schemas.microsoft.com/office/drawing/2014/main" val="20000"/>
                    </a:ext>
                  </a:extLst>
                </a:gridCol>
                <a:gridCol w="1384181">
                  <a:extLst>
                    <a:ext uri="{9D8B030D-6E8A-4147-A177-3AD203B41FA5}">
                      <a16:colId xmlns:a16="http://schemas.microsoft.com/office/drawing/2014/main" val="20001"/>
                    </a:ext>
                  </a:extLst>
                </a:gridCol>
                <a:gridCol w="1539426">
                  <a:extLst>
                    <a:ext uri="{9D8B030D-6E8A-4147-A177-3AD203B41FA5}">
                      <a16:colId xmlns:a16="http://schemas.microsoft.com/office/drawing/2014/main" val="20002"/>
                    </a:ext>
                  </a:extLst>
                </a:gridCol>
                <a:gridCol w="1385267">
                  <a:extLst>
                    <a:ext uri="{9D8B030D-6E8A-4147-A177-3AD203B41FA5}">
                      <a16:colId xmlns:a16="http://schemas.microsoft.com/office/drawing/2014/main" val="20003"/>
                    </a:ext>
                  </a:extLst>
                </a:gridCol>
                <a:gridCol w="1384181">
                  <a:extLst>
                    <a:ext uri="{9D8B030D-6E8A-4147-A177-3AD203B41FA5}">
                      <a16:colId xmlns:a16="http://schemas.microsoft.com/office/drawing/2014/main" val="20004"/>
                    </a:ext>
                  </a:extLst>
                </a:gridCol>
                <a:gridCol w="1693587">
                  <a:extLst>
                    <a:ext uri="{9D8B030D-6E8A-4147-A177-3AD203B41FA5}">
                      <a16:colId xmlns:a16="http://schemas.microsoft.com/office/drawing/2014/main" val="20005"/>
                    </a:ext>
                  </a:extLst>
                </a:gridCol>
                <a:gridCol w="2001906">
                  <a:extLst>
                    <a:ext uri="{9D8B030D-6E8A-4147-A177-3AD203B41FA5}">
                      <a16:colId xmlns:a16="http://schemas.microsoft.com/office/drawing/2014/main" val="20006"/>
                    </a:ext>
                  </a:extLst>
                </a:gridCol>
              </a:tblGrid>
              <a:tr h="362203">
                <a:tc>
                  <a:txBody>
                    <a:bodyPr/>
                    <a:lstStyle/>
                    <a:p>
                      <a:pPr algn="ctr">
                        <a:lnSpc>
                          <a:spcPct val="150000"/>
                        </a:lnSpc>
                        <a:spcBef>
                          <a:spcPts val="600"/>
                        </a:spcBef>
                        <a:spcAft>
                          <a:spcPts val="600"/>
                        </a:spcAft>
                      </a:pPr>
                      <a:r>
                        <a:rPr lang="zh-CN" sz="1050" kern="100" dirty="0">
                          <a:effectLst/>
                        </a:rPr>
                        <a:t>输入数据</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商品编号</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商品名称</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商品售价</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商品库存</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预期结果</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实际结果</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extLst>
                  <a:ext uri="{0D108BD9-81ED-4DB2-BD59-A6C34878D82A}">
                    <a16:rowId xmlns:a16="http://schemas.microsoft.com/office/drawing/2014/main" val="10000"/>
                  </a:ext>
                </a:extLst>
              </a:tr>
              <a:tr h="491862">
                <a:tc>
                  <a:txBody>
                    <a:bodyPr/>
                    <a:lstStyle/>
                    <a:p>
                      <a:pPr algn="ctr">
                        <a:lnSpc>
                          <a:spcPct val="150000"/>
                        </a:lnSpc>
                        <a:spcBef>
                          <a:spcPts val="600"/>
                        </a:spcBef>
                        <a:spcAft>
                          <a:spcPts val="600"/>
                        </a:spcAft>
                      </a:pPr>
                      <a:r>
                        <a:rPr lang="zh-CN" sz="1050" kern="100" dirty="0">
                          <a:effectLst/>
                        </a:rPr>
                        <a:t>商品编号为空，其他输入均合法且取边界值</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 </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被子</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50</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50</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“请输入商品编号“</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“请输入商品编号“</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extLst>
                  <a:ext uri="{0D108BD9-81ED-4DB2-BD59-A6C34878D82A}">
                    <a16:rowId xmlns:a16="http://schemas.microsoft.com/office/drawing/2014/main" val="10001"/>
                  </a:ext>
                </a:extLst>
              </a:tr>
              <a:tr h="737792">
                <a:tc>
                  <a:txBody>
                    <a:bodyPr/>
                    <a:lstStyle/>
                    <a:p>
                      <a:pPr algn="ctr">
                        <a:lnSpc>
                          <a:spcPct val="150000"/>
                        </a:lnSpc>
                        <a:spcBef>
                          <a:spcPts val="600"/>
                        </a:spcBef>
                        <a:spcAft>
                          <a:spcPts val="600"/>
                        </a:spcAft>
                      </a:pPr>
                      <a:r>
                        <a:rPr lang="zh-CN" sz="1050" kern="100">
                          <a:effectLst/>
                        </a:rPr>
                        <a:t>商品编号包含非数字字符，其他输入均合法且取边界值</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11_12</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被子</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50</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50</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“商品编号不合法，请重新输入“</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“商品编号不合法，请重新输入“</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extLst>
                  <a:ext uri="{0D108BD9-81ED-4DB2-BD59-A6C34878D82A}">
                    <a16:rowId xmlns:a16="http://schemas.microsoft.com/office/drawing/2014/main" val="10002"/>
                  </a:ext>
                </a:extLst>
              </a:tr>
              <a:tr h="491862">
                <a:tc>
                  <a:txBody>
                    <a:bodyPr/>
                    <a:lstStyle/>
                    <a:p>
                      <a:pPr algn="ctr">
                        <a:lnSpc>
                          <a:spcPct val="150000"/>
                        </a:lnSpc>
                        <a:spcBef>
                          <a:spcPts val="600"/>
                        </a:spcBef>
                        <a:spcAft>
                          <a:spcPts val="600"/>
                        </a:spcAft>
                      </a:pPr>
                      <a:r>
                        <a:rPr lang="zh-CN" sz="1050" kern="100">
                          <a:effectLst/>
                        </a:rPr>
                        <a:t>商品名称为空，其他输入均合法且取边界值</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777</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 </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50</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50</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“请输入商品名称“</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“请输入商品名称“</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extLst>
                  <a:ext uri="{0D108BD9-81ED-4DB2-BD59-A6C34878D82A}">
                    <a16:rowId xmlns:a16="http://schemas.microsoft.com/office/drawing/2014/main" val="10003"/>
                  </a:ext>
                </a:extLst>
              </a:tr>
              <a:tr h="737792">
                <a:tc>
                  <a:txBody>
                    <a:bodyPr/>
                    <a:lstStyle/>
                    <a:p>
                      <a:pPr algn="ctr">
                        <a:lnSpc>
                          <a:spcPct val="150000"/>
                        </a:lnSpc>
                        <a:spcBef>
                          <a:spcPts val="600"/>
                        </a:spcBef>
                        <a:spcAft>
                          <a:spcPts val="600"/>
                        </a:spcAft>
                      </a:pPr>
                      <a:r>
                        <a:rPr lang="zh-CN" sz="1050" kern="100">
                          <a:effectLst/>
                        </a:rPr>
                        <a:t>商品名称含异常字符，其他输入均合法且取边界值名</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777</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被子_11</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50</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50</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“商品名称不合法，请重新输入“</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“商品名称不合法，请重新输入“</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extLst>
                  <a:ext uri="{0D108BD9-81ED-4DB2-BD59-A6C34878D82A}">
                    <a16:rowId xmlns:a16="http://schemas.microsoft.com/office/drawing/2014/main" val="10004"/>
                  </a:ext>
                </a:extLst>
              </a:tr>
              <a:tr h="491862">
                <a:tc>
                  <a:txBody>
                    <a:bodyPr/>
                    <a:lstStyle/>
                    <a:p>
                      <a:pPr algn="ctr">
                        <a:lnSpc>
                          <a:spcPct val="150000"/>
                        </a:lnSpc>
                        <a:spcBef>
                          <a:spcPts val="600"/>
                        </a:spcBef>
                        <a:spcAft>
                          <a:spcPts val="600"/>
                        </a:spcAft>
                      </a:pPr>
                      <a:r>
                        <a:rPr lang="zh-CN" sz="1050" kern="100">
                          <a:effectLst/>
                        </a:rPr>
                        <a:t>商品售价为空，其他输入均合法且取边界值</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777</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被子</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 </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50</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“请输入商品售价“</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“请输入商品售价“</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extLst>
                  <a:ext uri="{0D108BD9-81ED-4DB2-BD59-A6C34878D82A}">
                    <a16:rowId xmlns:a16="http://schemas.microsoft.com/office/drawing/2014/main" val="10005"/>
                  </a:ext>
                </a:extLst>
              </a:tr>
              <a:tr h="491862">
                <a:tc>
                  <a:txBody>
                    <a:bodyPr/>
                    <a:lstStyle/>
                    <a:p>
                      <a:pPr algn="ctr">
                        <a:lnSpc>
                          <a:spcPct val="150000"/>
                        </a:lnSpc>
                        <a:spcBef>
                          <a:spcPts val="600"/>
                        </a:spcBef>
                        <a:spcAft>
                          <a:spcPts val="600"/>
                        </a:spcAft>
                      </a:pPr>
                      <a:r>
                        <a:rPr lang="zh-CN" sz="1050" kern="100">
                          <a:effectLst/>
                        </a:rPr>
                        <a:t>商品售价&lt;0，其他输入均合法且取边界值</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a:effectLst/>
                        </a:rPr>
                        <a:t>777</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a:effectLst/>
                        </a:rPr>
                        <a:t>被子</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a:effectLst/>
                        </a:rPr>
                        <a:t>-10</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a:effectLst/>
                        </a:rPr>
                        <a:t>50</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“商品售价不合法，请重新输入“</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“商品售价不合法，请重新输入“</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extLst>
                  <a:ext uri="{0D108BD9-81ED-4DB2-BD59-A6C34878D82A}">
                    <a16:rowId xmlns:a16="http://schemas.microsoft.com/office/drawing/2014/main" val="10006"/>
                  </a:ext>
                </a:extLst>
              </a:tr>
              <a:tr h="491862">
                <a:tc>
                  <a:txBody>
                    <a:bodyPr/>
                    <a:lstStyle/>
                    <a:p>
                      <a:pPr algn="ctr">
                        <a:lnSpc>
                          <a:spcPct val="150000"/>
                        </a:lnSpc>
                        <a:spcBef>
                          <a:spcPts val="600"/>
                        </a:spcBef>
                        <a:spcAft>
                          <a:spcPts val="600"/>
                        </a:spcAft>
                      </a:pPr>
                      <a:r>
                        <a:rPr lang="zh-CN" sz="1050" kern="100">
                          <a:effectLst/>
                        </a:rPr>
                        <a:t>商品库存为空，其他输入均合法且取边界值</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a:effectLst/>
                        </a:rPr>
                        <a:t>777</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a:effectLst/>
                        </a:rPr>
                        <a:t>被子</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a:effectLst/>
                        </a:rPr>
                        <a:t>50</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a:effectLst/>
                        </a:rPr>
                        <a:t> </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a:effectLst/>
                        </a:rPr>
                        <a:t>“请输入商品库存“</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“请输入商品库存“</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extLst>
                  <a:ext uri="{0D108BD9-81ED-4DB2-BD59-A6C34878D82A}">
                    <a16:rowId xmlns:a16="http://schemas.microsoft.com/office/drawing/2014/main" val="10007"/>
                  </a:ext>
                </a:extLst>
              </a:tr>
              <a:tr h="491862">
                <a:tc>
                  <a:txBody>
                    <a:bodyPr/>
                    <a:lstStyle/>
                    <a:p>
                      <a:pPr algn="ctr">
                        <a:lnSpc>
                          <a:spcPct val="150000"/>
                        </a:lnSpc>
                        <a:spcBef>
                          <a:spcPts val="600"/>
                        </a:spcBef>
                        <a:spcAft>
                          <a:spcPts val="600"/>
                        </a:spcAft>
                      </a:pPr>
                      <a:r>
                        <a:rPr lang="zh-CN" sz="1050" kern="100">
                          <a:effectLst/>
                        </a:rPr>
                        <a:t>商品库存&lt;0他输入均合法且取边界值</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a:effectLst/>
                        </a:rPr>
                        <a:t>777</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a:effectLst/>
                        </a:rPr>
                        <a:t>被子</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a:effectLst/>
                        </a:rPr>
                        <a:t>50</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a:effectLst/>
                        </a:rPr>
                        <a:t>-50</a:t>
                      </a:r>
                      <a:endParaRPr lang="zh-CN" sz="1200" kern="10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a:t>
                      </a:r>
                      <a:r>
                        <a:rPr lang="zh-CN" altLang="en-US" sz="1050" kern="100" dirty="0">
                          <a:effectLst/>
                        </a:rPr>
                        <a:t>创建成功</a:t>
                      </a:r>
                      <a:r>
                        <a:rPr lang="zh-CN" sz="1050" kern="100" dirty="0">
                          <a:effectLst/>
                        </a:rPr>
                        <a:t>“</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a:t>
                      </a:r>
                      <a:r>
                        <a:rPr lang="zh-CN" altLang="en-US" sz="1050" kern="100" dirty="0">
                          <a:effectLst/>
                        </a:rPr>
                        <a:t>创建成功</a:t>
                      </a:r>
                      <a:r>
                        <a:rPr lang="zh-CN" sz="1050" kern="100" dirty="0">
                          <a:effectLst/>
                        </a:rPr>
                        <a:t>“</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extLst>
                  <a:ext uri="{0D108BD9-81ED-4DB2-BD59-A6C34878D82A}">
                    <a16:rowId xmlns:a16="http://schemas.microsoft.com/office/drawing/2014/main" val="10008"/>
                  </a:ext>
                </a:extLst>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5182932"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录制脚本</a:t>
            </a:r>
          </a:p>
        </p:txBody>
      </p:sp>
      <p:sp>
        <p:nvSpPr>
          <p:cNvPr id="27" name="文本框 2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10" name="图片 9"/>
          <p:cNvPicPr/>
          <p:nvPr/>
        </p:nvPicPr>
        <p:blipFill>
          <a:blip r:embed="rId4"/>
          <a:stretch>
            <a:fillRect/>
          </a:stretch>
        </p:blipFill>
        <p:spPr>
          <a:xfrm>
            <a:off x="2185383" y="1248312"/>
            <a:ext cx="8242472" cy="5438815"/>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5182932"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录制脚本</a:t>
            </a:r>
          </a:p>
        </p:txBody>
      </p:sp>
      <p:sp>
        <p:nvSpPr>
          <p:cNvPr id="27" name="文本框 2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8" name="图片 7"/>
          <p:cNvPicPr/>
          <p:nvPr/>
        </p:nvPicPr>
        <p:blipFill>
          <a:blip r:embed="rId4"/>
          <a:stretch>
            <a:fillRect/>
          </a:stretch>
        </p:blipFill>
        <p:spPr>
          <a:xfrm>
            <a:off x="714577" y="1165683"/>
            <a:ext cx="7029046" cy="5392633"/>
          </a:xfrm>
          <a:prstGeom prst="rect">
            <a:avLst/>
          </a:prstGeom>
        </p:spPr>
      </p:pic>
      <p:pic>
        <p:nvPicPr>
          <p:cNvPr id="7" name="图片 6"/>
          <p:cNvPicPr/>
          <p:nvPr/>
        </p:nvPicPr>
        <p:blipFill>
          <a:blip r:embed="rId5"/>
          <a:stretch>
            <a:fillRect/>
          </a:stretch>
        </p:blipFill>
        <p:spPr>
          <a:xfrm>
            <a:off x="3458847" y="2906366"/>
            <a:ext cx="5274310" cy="1433195"/>
          </a:xfrm>
          <a:prstGeom prst="rect">
            <a:avLst/>
          </a:prstGeom>
        </p:spPr>
      </p:pic>
      <p:pic>
        <p:nvPicPr>
          <p:cNvPr id="9" name="图片 8"/>
          <p:cNvPicPr/>
          <p:nvPr/>
        </p:nvPicPr>
        <p:blipFill>
          <a:blip r:embed="rId6"/>
          <a:stretch>
            <a:fillRect/>
          </a:stretch>
        </p:blipFill>
        <p:spPr>
          <a:xfrm>
            <a:off x="3957608" y="3861999"/>
            <a:ext cx="5274310" cy="1553210"/>
          </a:xfrm>
          <a:prstGeom prst="rect">
            <a:avLst/>
          </a:prstGeom>
        </p:spPr>
      </p:pic>
      <p:pic>
        <p:nvPicPr>
          <p:cNvPr id="10" name="图片 9"/>
          <p:cNvPicPr/>
          <p:nvPr/>
        </p:nvPicPr>
        <p:blipFill>
          <a:blip r:embed="rId7"/>
          <a:stretch>
            <a:fillRect/>
          </a:stretch>
        </p:blipFill>
        <p:spPr>
          <a:xfrm>
            <a:off x="4803140" y="4736237"/>
            <a:ext cx="5274310" cy="1595755"/>
          </a:xfrm>
          <a:prstGeom prst="rect">
            <a:avLst/>
          </a:prstGeom>
        </p:spPr>
      </p:pic>
      <p:pic>
        <p:nvPicPr>
          <p:cNvPr id="11" name="图片 10"/>
          <p:cNvPicPr/>
          <p:nvPr/>
        </p:nvPicPr>
        <p:blipFill>
          <a:blip r:embed="rId8"/>
          <a:stretch>
            <a:fillRect/>
          </a:stretch>
        </p:blipFill>
        <p:spPr>
          <a:xfrm>
            <a:off x="5696745" y="5585242"/>
            <a:ext cx="5274310" cy="5334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977751" y="345292"/>
            <a:ext cx="2236510"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脚本参数化</a:t>
            </a:r>
          </a:p>
        </p:txBody>
      </p:sp>
      <p:sp>
        <p:nvSpPr>
          <p:cNvPr id="27" name="文本框 2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10" name="图片 9"/>
          <p:cNvPicPr/>
          <p:nvPr/>
        </p:nvPicPr>
        <p:blipFill>
          <a:blip r:embed="rId4"/>
          <a:stretch>
            <a:fillRect/>
          </a:stretch>
        </p:blipFill>
        <p:spPr>
          <a:xfrm>
            <a:off x="2371355" y="1393946"/>
            <a:ext cx="7449301" cy="4847687"/>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977755" y="345292"/>
            <a:ext cx="2236510"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添加检查点</a:t>
            </a:r>
          </a:p>
        </p:txBody>
      </p:sp>
      <p:sp>
        <p:nvSpPr>
          <p:cNvPr id="27" name="文本框 2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2" name="图片 1"/>
          <p:cNvPicPr>
            <a:picLocks noChangeAspect="1"/>
          </p:cNvPicPr>
          <p:nvPr/>
        </p:nvPicPr>
        <p:blipFill>
          <a:blip r:embed="rId4"/>
          <a:stretch>
            <a:fillRect/>
          </a:stretch>
        </p:blipFill>
        <p:spPr>
          <a:xfrm>
            <a:off x="1256484" y="5285837"/>
            <a:ext cx="10210463" cy="1147689"/>
          </a:xfrm>
          <a:prstGeom prst="rect">
            <a:avLst/>
          </a:prstGeom>
        </p:spPr>
      </p:pic>
      <p:pic>
        <p:nvPicPr>
          <p:cNvPr id="4" name="图片 3"/>
          <p:cNvPicPr>
            <a:picLocks noChangeAspect="1"/>
          </p:cNvPicPr>
          <p:nvPr/>
        </p:nvPicPr>
        <p:blipFill>
          <a:blip r:embed="rId5"/>
          <a:stretch>
            <a:fillRect/>
          </a:stretch>
        </p:blipFill>
        <p:spPr>
          <a:xfrm>
            <a:off x="1538504" y="1338236"/>
            <a:ext cx="3439251" cy="3724695"/>
          </a:xfrm>
          <a:prstGeom prst="rect">
            <a:avLst/>
          </a:prstGeom>
        </p:spPr>
      </p:pic>
      <p:pic>
        <p:nvPicPr>
          <p:cNvPr id="5" name="图片 4"/>
          <p:cNvPicPr>
            <a:picLocks noChangeAspect="1"/>
          </p:cNvPicPr>
          <p:nvPr/>
        </p:nvPicPr>
        <p:blipFill>
          <a:blip r:embed="rId6"/>
          <a:stretch>
            <a:fillRect/>
          </a:stretch>
        </p:blipFill>
        <p:spPr>
          <a:xfrm>
            <a:off x="6631317" y="1306861"/>
            <a:ext cx="3468221" cy="375607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977755" y="345292"/>
            <a:ext cx="2236510"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添加检查点</a:t>
            </a:r>
          </a:p>
        </p:txBody>
      </p:sp>
      <p:sp>
        <p:nvSpPr>
          <p:cNvPr id="27" name="文本框 2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8" name="图片 7"/>
          <p:cNvPicPr/>
          <p:nvPr/>
        </p:nvPicPr>
        <p:blipFill>
          <a:blip r:embed="rId4"/>
          <a:stretch>
            <a:fillRect/>
          </a:stretch>
        </p:blipFill>
        <p:spPr>
          <a:xfrm>
            <a:off x="100446" y="1582055"/>
            <a:ext cx="5857010" cy="4665109"/>
          </a:xfrm>
          <a:prstGeom prst="rect">
            <a:avLst/>
          </a:prstGeom>
        </p:spPr>
      </p:pic>
      <p:pic>
        <p:nvPicPr>
          <p:cNvPr id="11" name="图片 10"/>
          <p:cNvPicPr/>
          <p:nvPr/>
        </p:nvPicPr>
        <p:blipFill>
          <a:blip r:embed="rId5"/>
          <a:stretch>
            <a:fillRect/>
          </a:stretch>
        </p:blipFill>
        <p:spPr>
          <a:xfrm>
            <a:off x="6123710" y="1582055"/>
            <a:ext cx="5911272" cy="4665109"/>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5174923" y="345292"/>
            <a:ext cx="1842172"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测试结果</a:t>
            </a:r>
          </a:p>
        </p:txBody>
      </p:sp>
      <p:sp>
        <p:nvSpPr>
          <p:cNvPr id="27" name="文本框 2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4618" y="1152973"/>
            <a:ext cx="10150764" cy="5585089"/>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5174923" y="345292"/>
            <a:ext cx="1842172"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测试结果</a:t>
            </a:r>
          </a:p>
        </p:txBody>
      </p:sp>
      <p:sp>
        <p:nvSpPr>
          <p:cNvPr id="27" name="文本框 2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7" name="图片 6" descr="C:\Users\Administrator\Desktop\5(V0)%OVOCA4Q2]~]KH]VI61.png"/>
          <p:cNvPicPr/>
          <p:nvPr/>
        </p:nvPicPr>
        <p:blipFill>
          <a:blip r:embed="rId4">
            <a:extLst>
              <a:ext uri="{28A0092B-C50C-407E-A947-70E740481C1C}">
                <a14:useLocalDpi xmlns:a14="http://schemas.microsoft.com/office/drawing/2010/main" val="0"/>
              </a:ext>
            </a:extLst>
          </a:blip>
          <a:srcRect/>
          <a:stretch>
            <a:fillRect/>
          </a:stretch>
        </p:blipFill>
        <p:spPr bwMode="auto">
          <a:xfrm>
            <a:off x="1158990" y="1325793"/>
            <a:ext cx="5274310" cy="2728595"/>
          </a:xfrm>
          <a:prstGeom prst="rect">
            <a:avLst/>
          </a:prstGeom>
          <a:noFill/>
          <a:ln>
            <a:noFill/>
          </a:ln>
        </p:spPr>
      </p:pic>
      <p:pic>
        <p:nvPicPr>
          <p:cNvPr id="8" name="图片 7"/>
          <p:cNvPicPr/>
          <p:nvPr/>
        </p:nvPicPr>
        <p:blipFill>
          <a:blip r:embed="rId5"/>
          <a:stretch>
            <a:fillRect/>
          </a:stretch>
        </p:blipFill>
        <p:spPr>
          <a:xfrm>
            <a:off x="1158990" y="3792537"/>
            <a:ext cx="5265072" cy="2728336"/>
          </a:xfrm>
          <a:prstGeom prst="rect">
            <a:avLst/>
          </a:prstGeom>
        </p:spPr>
      </p:pic>
      <p:sp>
        <p:nvSpPr>
          <p:cNvPr id="3" name="文本框 2"/>
          <p:cNvSpPr txBox="1"/>
          <p:nvPr/>
        </p:nvSpPr>
        <p:spPr>
          <a:xfrm>
            <a:off x="6841766" y="1325793"/>
            <a:ext cx="4722161" cy="2031325"/>
          </a:xfrm>
          <a:prstGeom prst="rect">
            <a:avLst/>
          </a:prstGeom>
          <a:noFill/>
        </p:spPr>
        <p:txBody>
          <a:bodyPr wrap="square" rtlCol="0">
            <a:spAutoFit/>
          </a:bodyPr>
          <a:lstStyle/>
          <a:p>
            <a:r>
              <a:rPr lang="zh-CN" altLang="en-US" dirty="0"/>
              <a:t>针对每个测试用例每个插入了四个检查点，分别对应</a:t>
            </a:r>
            <a:endParaRPr lang="en-US" altLang="zh-CN" dirty="0"/>
          </a:p>
          <a:p>
            <a:endParaRPr lang="en-US" altLang="zh-CN" dirty="0"/>
          </a:p>
          <a:p>
            <a:pPr marL="342900" indent="-342900">
              <a:buAutoNum type="arabicPeriod"/>
            </a:pPr>
            <a:r>
              <a:rPr lang="zh-CN" altLang="en-US" dirty="0"/>
              <a:t>商品编号</a:t>
            </a:r>
            <a:endParaRPr lang="en-US" altLang="zh-CN" dirty="0"/>
          </a:p>
          <a:p>
            <a:pPr marL="342900" indent="-342900">
              <a:buAutoNum type="arabicPeriod"/>
            </a:pPr>
            <a:r>
              <a:rPr lang="zh-CN" altLang="en-US" dirty="0"/>
              <a:t>商品名称</a:t>
            </a:r>
            <a:endParaRPr lang="en-US" altLang="zh-CN" dirty="0"/>
          </a:p>
          <a:p>
            <a:pPr marL="342900" indent="-342900">
              <a:buAutoNum type="arabicPeriod"/>
            </a:pPr>
            <a:r>
              <a:rPr lang="zh-CN" altLang="en-US" dirty="0"/>
              <a:t>商品价格</a:t>
            </a:r>
            <a:endParaRPr lang="en-US" altLang="zh-CN" dirty="0"/>
          </a:p>
          <a:p>
            <a:pPr marL="342900" indent="-342900">
              <a:buAutoNum type="arabicPeriod"/>
            </a:pPr>
            <a:r>
              <a:rPr lang="zh-CN" altLang="en-US" dirty="0"/>
              <a:t>商品库存</a:t>
            </a:r>
          </a:p>
        </p:txBody>
      </p:sp>
      <p:pic>
        <p:nvPicPr>
          <p:cNvPr id="4" name="图片 3"/>
          <p:cNvPicPr>
            <a:picLocks noChangeAspect="1"/>
          </p:cNvPicPr>
          <p:nvPr/>
        </p:nvPicPr>
        <p:blipFill>
          <a:blip r:embed="rId6"/>
          <a:stretch>
            <a:fillRect/>
          </a:stretch>
        </p:blipFill>
        <p:spPr>
          <a:xfrm>
            <a:off x="6841766" y="3990744"/>
            <a:ext cx="4290432" cy="2331922"/>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182931"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功能测试</a:t>
            </a:r>
          </a:p>
        </p:txBody>
      </p:sp>
      <p:sp>
        <p:nvSpPr>
          <p:cNvPr id="32" name="文本框 31"/>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655782" y="1393946"/>
            <a:ext cx="2031325" cy="461665"/>
          </a:xfrm>
          <a:prstGeom prst="rect">
            <a:avLst/>
          </a:prstGeom>
          <a:noFill/>
        </p:spPr>
        <p:txBody>
          <a:bodyPr wrap="none" rtlCol="0">
            <a:spAutoFit/>
          </a:bodyPr>
          <a:lstStyle/>
          <a:p>
            <a:r>
              <a:rPr lang="zh-CN" altLang="en-US" sz="2400" dirty="0"/>
              <a:t>业务流程测试</a:t>
            </a:r>
          </a:p>
        </p:txBody>
      </p:sp>
      <p:pic>
        <p:nvPicPr>
          <p:cNvPr id="45" name="图片 44"/>
          <p:cNvPicPr/>
          <p:nvPr/>
        </p:nvPicPr>
        <p:blipFill rotWithShape="1">
          <a:blip r:embed="rId4"/>
          <a:srcRect l="1" r="-188" b="14141"/>
          <a:stretch>
            <a:fillRect/>
          </a:stretch>
        </p:blipFill>
        <p:spPr>
          <a:xfrm>
            <a:off x="3651224" y="1393946"/>
            <a:ext cx="4319758" cy="4526563"/>
          </a:xfrm>
          <a:prstGeom prst="rect">
            <a:avLst/>
          </a:prstGeom>
        </p:spPr>
      </p:pic>
      <p:pic>
        <p:nvPicPr>
          <p:cNvPr id="46" name="图片 45"/>
          <p:cNvPicPr/>
          <p:nvPr/>
        </p:nvPicPr>
        <p:blipFill rotWithShape="1">
          <a:blip r:embed="rId4"/>
          <a:srcRect l="40" t="31637"/>
          <a:stretch>
            <a:fillRect/>
          </a:stretch>
        </p:blipFill>
        <p:spPr>
          <a:xfrm>
            <a:off x="3652982" y="2512291"/>
            <a:ext cx="4309918" cy="3604153"/>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182931"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功能测试</a:t>
            </a:r>
          </a:p>
        </p:txBody>
      </p:sp>
      <p:sp>
        <p:nvSpPr>
          <p:cNvPr id="32" name="文本框 31"/>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655782" y="1393946"/>
            <a:ext cx="2031325" cy="461665"/>
          </a:xfrm>
          <a:prstGeom prst="rect">
            <a:avLst/>
          </a:prstGeom>
          <a:noFill/>
        </p:spPr>
        <p:txBody>
          <a:bodyPr wrap="none" rtlCol="0">
            <a:spAutoFit/>
          </a:bodyPr>
          <a:lstStyle/>
          <a:p>
            <a:r>
              <a:rPr lang="zh-CN" altLang="en-US" sz="2400" dirty="0"/>
              <a:t>业务流程测试</a:t>
            </a:r>
          </a:p>
        </p:txBody>
      </p:sp>
      <p:pic>
        <p:nvPicPr>
          <p:cNvPr id="3" name="图片 2"/>
          <p:cNvPicPr>
            <a:picLocks noChangeAspect="1"/>
          </p:cNvPicPr>
          <p:nvPr/>
        </p:nvPicPr>
        <p:blipFill rotWithShape="1">
          <a:blip r:embed="rId4"/>
          <a:srcRect l="-8550" t="-8972" r="1" b="-1"/>
          <a:stretch>
            <a:fillRect/>
          </a:stretch>
        </p:blipFill>
        <p:spPr>
          <a:xfrm>
            <a:off x="332510" y="1624778"/>
            <a:ext cx="8608867" cy="4636213"/>
          </a:xfrm>
          <a:prstGeom prst="rect">
            <a:avLst/>
          </a:prstGeom>
        </p:spPr>
      </p:pic>
      <p:pic>
        <p:nvPicPr>
          <p:cNvPr id="5" name="图片 4"/>
          <p:cNvPicPr>
            <a:picLocks noChangeAspect="1"/>
          </p:cNvPicPr>
          <p:nvPr/>
        </p:nvPicPr>
        <p:blipFill>
          <a:blip r:embed="rId5"/>
          <a:stretch>
            <a:fillRect/>
          </a:stretch>
        </p:blipFill>
        <p:spPr>
          <a:xfrm>
            <a:off x="9125310" y="2007554"/>
            <a:ext cx="2826545" cy="4253437"/>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182931"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功能测试</a:t>
            </a:r>
          </a:p>
        </p:txBody>
      </p:sp>
      <p:sp>
        <p:nvSpPr>
          <p:cNvPr id="32" name="文本框 31"/>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655782" y="1393946"/>
            <a:ext cx="2031325" cy="461665"/>
          </a:xfrm>
          <a:prstGeom prst="rect">
            <a:avLst/>
          </a:prstGeom>
          <a:noFill/>
        </p:spPr>
        <p:txBody>
          <a:bodyPr wrap="none" rtlCol="0">
            <a:spAutoFit/>
          </a:bodyPr>
          <a:lstStyle/>
          <a:p>
            <a:r>
              <a:rPr lang="zh-CN" altLang="en-US" sz="2400" dirty="0"/>
              <a:t>业务流程测试</a:t>
            </a:r>
          </a:p>
        </p:txBody>
      </p:sp>
      <p:pic>
        <p:nvPicPr>
          <p:cNvPr id="8" name="图片 7" descr="C:\Users\Administrator\Desktop\TT5{)4GPI_)3WP[3BA%UKZ6.png"/>
          <p:cNvPicPr/>
          <p:nvPr/>
        </p:nvPicPr>
        <p:blipFill>
          <a:blip r:embed="rId4">
            <a:extLst>
              <a:ext uri="{28A0092B-C50C-407E-A947-70E740481C1C}">
                <a14:useLocalDpi xmlns:a14="http://schemas.microsoft.com/office/drawing/2010/main" val="0"/>
              </a:ext>
            </a:extLst>
          </a:blip>
          <a:srcRect/>
          <a:stretch>
            <a:fillRect/>
          </a:stretch>
        </p:blipFill>
        <p:spPr bwMode="auto">
          <a:xfrm>
            <a:off x="997527" y="1930550"/>
            <a:ext cx="7786255" cy="4407443"/>
          </a:xfrm>
          <a:prstGeom prst="rect">
            <a:avLst/>
          </a:prstGeom>
          <a:noFill/>
          <a:ln>
            <a:noFill/>
          </a:ln>
        </p:spPr>
      </p:pic>
      <p:pic>
        <p:nvPicPr>
          <p:cNvPr id="10" name="图片 9"/>
          <p:cNvPicPr>
            <a:picLocks noChangeAspect="1"/>
          </p:cNvPicPr>
          <p:nvPr/>
        </p:nvPicPr>
        <p:blipFill>
          <a:blip r:embed="rId5"/>
          <a:stretch>
            <a:fillRect/>
          </a:stretch>
        </p:blipFill>
        <p:spPr>
          <a:xfrm>
            <a:off x="9125310" y="2007554"/>
            <a:ext cx="2826545" cy="4253437"/>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182931"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功能测试</a:t>
            </a:r>
          </a:p>
        </p:txBody>
      </p:sp>
      <p:sp>
        <p:nvSpPr>
          <p:cNvPr id="32" name="文本框 31"/>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8" name="图片 7" descr="C:\Users\Administrator\Desktop\H2PH@6GSQ]$1PAYC_IWS]9K.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400" y="2007554"/>
            <a:ext cx="7898332" cy="4187452"/>
          </a:xfrm>
          <a:prstGeom prst="rect">
            <a:avLst/>
          </a:prstGeom>
          <a:noFill/>
          <a:ln>
            <a:noFill/>
          </a:ln>
        </p:spPr>
      </p:pic>
      <p:pic>
        <p:nvPicPr>
          <p:cNvPr id="9" name="图片 8"/>
          <p:cNvPicPr>
            <a:picLocks noChangeAspect="1"/>
          </p:cNvPicPr>
          <p:nvPr/>
        </p:nvPicPr>
        <p:blipFill>
          <a:blip r:embed="rId5"/>
          <a:stretch>
            <a:fillRect/>
          </a:stretch>
        </p:blipFill>
        <p:spPr>
          <a:xfrm>
            <a:off x="9125310" y="2007554"/>
            <a:ext cx="2826545" cy="4253437"/>
          </a:xfrm>
          <a:prstGeom prst="rect">
            <a:avLst/>
          </a:prstGeom>
        </p:spPr>
      </p:pic>
      <p:sp>
        <p:nvSpPr>
          <p:cNvPr id="10" name="文本框 9"/>
          <p:cNvSpPr txBox="1"/>
          <p:nvPr/>
        </p:nvSpPr>
        <p:spPr>
          <a:xfrm>
            <a:off x="655782" y="1393946"/>
            <a:ext cx="4493538" cy="461665"/>
          </a:xfrm>
          <a:prstGeom prst="rect">
            <a:avLst/>
          </a:prstGeom>
          <a:noFill/>
        </p:spPr>
        <p:txBody>
          <a:bodyPr wrap="none" rtlCol="0">
            <a:spAutoFit/>
          </a:bodyPr>
          <a:lstStyle/>
          <a:p>
            <a:r>
              <a:rPr lang="zh-CN" altLang="en-US" sz="2400" dirty="0"/>
              <a:t>其中单个功能的测试结果摘要：</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182931"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功能测试</a:t>
            </a:r>
          </a:p>
        </p:txBody>
      </p:sp>
      <p:sp>
        <p:nvSpPr>
          <p:cNvPr id="32" name="文本框 31"/>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655782" y="1393946"/>
            <a:ext cx="3050835" cy="461665"/>
          </a:xfrm>
          <a:prstGeom prst="rect">
            <a:avLst/>
          </a:prstGeom>
          <a:noFill/>
        </p:spPr>
        <p:txBody>
          <a:bodyPr wrap="none" rtlCol="0">
            <a:spAutoFit/>
          </a:bodyPr>
          <a:lstStyle/>
          <a:p>
            <a:r>
              <a:rPr lang="zh-CN" altLang="en-US" sz="2400" dirty="0"/>
              <a:t>部分测试结果比对：</a:t>
            </a:r>
            <a:endParaRPr lang="en-US" altLang="zh-CN" sz="2400" dirty="0"/>
          </a:p>
        </p:txBody>
      </p:sp>
      <p:pic>
        <p:nvPicPr>
          <p:cNvPr id="6" name="图片 5"/>
          <p:cNvPicPr>
            <a:picLocks noChangeAspect="1"/>
          </p:cNvPicPr>
          <p:nvPr/>
        </p:nvPicPr>
        <p:blipFill>
          <a:blip r:embed="rId4"/>
          <a:stretch>
            <a:fillRect/>
          </a:stretch>
        </p:blipFill>
        <p:spPr>
          <a:xfrm>
            <a:off x="221970" y="2412145"/>
            <a:ext cx="5886730" cy="3168843"/>
          </a:xfrm>
          <a:prstGeom prst="rect">
            <a:avLst/>
          </a:prstGeom>
        </p:spPr>
      </p:pic>
      <p:pic>
        <p:nvPicPr>
          <p:cNvPr id="7" name="图片 6"/>
          <p:cNvPicPr>
            <a:picLocks noChangeAspect="1"/>
          </p:cNvPicPr>
          <p:nvPr/>
        </p:nvPicPr>
        <p:blipFill>
          <a:blip r:embed="rId5"/>
          <a:stretch>
            <a:fillRect/>
          </a:stretch>
        </p:blipFill>
        <p:spPr>
          <a:xfrm>
            <a:off x="6262254" y="2363742"/>
            <a:ext cx="5787327" cy="3217246"/>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182931"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功能测试</a:t>
            </a:r>
          </a:p>
        </p:txBody>
      </p:sp>
      <p:sp>
        <p:nvSpPr>
          <p:cNvPr id="32" name="文本框 31"/>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655782" y="1393946"/>
            <a:ext cx="2339102" cy="461665"/>
          </a:xfrm>
          <a:prstGeom prst="rect">
            <a:avLst/>
          </a:prstGeom>
          <a:noFill/>
        </p:spPr>
        <p:txBody>
          <a:bodyPr wrap="none" rtlCol="0">
            <a:spAutoFit/>
          </a:bodyPr>
          <a:lstStyle/>
          <a:p>
            <a:r>
              <a:rPr lang="zh-CN" altLang="en-US" sz="2400" dirty="0"/>
              <a:t>测试结果分析：</a:t>
            </a:r>
          </a:p>
        </p:txBody>
      </p:sp>
      <p:sp>
        <p:nvSpPr>
          <p:cNvPr id="5" name="文本框 4"/>
          <p:cNvSpPr txBox="1"/>
          <p:nvPr/>
        </p:nvSpPr>
        <p:spPr>
          <a:xfrm>
            <a:off x="1027835" y="2170372"/>
            <a:ext cx="10097366" cy="3000821"/>
          </a:xfrm>
          <a:prstGeom prst="rect">
            <a:avLst/>
          </a:prstGeom>
          <a:noFill/>
        </p:spPr>
        <p:txBody>
          <a:bodyPr wrap="square" rtlCol="0">
            <a:spAutoFit/>
          </a:bodyPr>
          <a:lstStyle/>
          <a:p>
            <a:pPr>
              <a:lnSpc>
                <a:spcPct val="150000"/>
              </a:lnSpc>
            </a:pPr>
            <a:r>
              <a:rPr lang="zh-CN" altLang="en-US" dirty="0"/>
              <a:t>       可以发现</a:t>
            </a:r>
            <a:r>
              <a:rPr lang="en-US" altLang="zh-CN" dirty="0" err="1"/>
              <a:t>Litemall</a:t>
            </a:r>
            <a:r>
              <a:rPr lang="zh-CN" altLang="en-US" dirty="0"/>
              <a:t>商城后台管理员系统的功能模块实现都较为完善，齐全，且无明显的漏洞，能够通过基本上我们设计的全部测试用例，一方面是因为</a:t>
            </a:r>
            <a:r>
              <a:rPr lang="en-US" altLang="zh-CN" dirty="0" err="1"/>
              <a:t>Litemall</a:t>
            </a:r>
            <a:r>
              <a:rPr lang="zh-CN" altLang="en-US" dirty="0"/>
              <a:t>本身设计的就较为完善，另一方面是在课程设计中我们有过对</a:t>
            </a:r>
            <a:r>
              <a:rPr lang="en-US" altLang="zh-CN" dirty="0" err="1"/>
              <a:t>Litemall</a:t>
            </a:r>
            <a:r>
              <a:rPr lang="zh-CN" altLang="en-US" dirty="0"/>
              <a:t>系统后台的优化，对一些没有合理判断的地方有做过修改和补充，故而我们可以发现</a:t>
            </a:r>
            <a:r>
              <a:rPr lang="en-US" altLang="zh-CN" dirty="0" err="1"/>
              <a:t>Litemall</a:t>
            </a:r>
            <a:r>
              <a:rPr lang="zh-CN" altLang="en-US" dirty="0"/>
              <a:t>的管理员后端目前的功能实现效果不错。</a:t>
            </a:r>
            <a:endParaRPr lang="en-US" altLang="zh-CN" dirty="0"/>
          </a:p>
          <a:p>
            <a:pPr>
              <a:lnSpc>
                <a:spcPct val="150000"/>
              </a:lnSpc>
            </a:pPr>
            <a:r>
              <a:rPr lang="en-US" altLang="zh-CN" dirty="0"/>
              <a:t>       </a:t>
            </a:r>
            <a:r>
              <a:rPr lang="zh-CN" altLang="en-US" dirty="0"/>
              <a:t>经过完整的大量的业务流程的测试，可以发现</a:t>
            </a:r>
            <a:r>
              <a:rPr lang="en-US" altLang="zh-CN" dirty="0" err="1"/>
              <a:t>Litemall</a:t>
            </a:r>
            <a:r>
              <a:rPr lang="zh-CN" altLang="en-US" dirty="0"/>
              <a:t>商城后台管理员系统能够很好地实现管理员对商品，品牌，用户等的整个操作的业务流程，业务流程的整体检查点达到了近百个，系统能全部通过说明目前的使用情况还是较为良好的。</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182931"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功能测试</a:t>
            </a:r>
          </a:p>
        </p:txBody>
      </p:sp>
      <p:sp>
        <p:nvSpPr>
          <p:cNvPr id="32" name="文本框 31"/>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655782" y="1393946"/>
            <a:ext cx="2339102" cy="461665"/>
          </a:xfrm>
          <a:prstGeom prst="rect">
            <a:avLst/>
          </a:prstGeom>
          <a:noFill/>
        </p:spPr>
        <p:txBody>
          <a:bodyPr wrap="none" rtlCol="0">
            <a:spAutoFit/>
          </a:bodyPr>
          <a:lstStyle/>
          <a:p>
            <a:r>
              <a:rPr lang="zh-CN" altLang="en-US" sz="2400" dirty="0"/>
              <a:t>测试结果分析：</a:t>
            </a:r>
          </a:p>
        </p:txBody>
      </p:sp>
      <p:graphicFrame>
        <p:nvGraphicFramePr>
          <p:cNvPr id="3" name="表格 2"/>
          <p:cNvGraphicFramePr>
            <a:graphicFrameLocks noGrp="1"/>
          </p:cNvGraphicFramePr>
          <p:nvPr/>
        </p:nvGraphicFramePr>
        <p:xfrm>
          <a:off x="655782" y="2202833"/>
          <a:ext cx="11076708" cy="480060"/>
        </p:xfrm>
        <a:graphic>
          <a:graphicData uri="http://schemas.openxmlformats.org/drawingml/2006/table">
            <a:tbl>
              <a:tblPr firstRow="1" firstCol="1" bandRow="1">
                <a:tableStyleId>{5C22544A-7EE6-4342-B048-85BDC9FD1C3A}</a:tableStyleId>
              </a:tblPr>
              <a:tblGrid>
                <a:gridCol w="1688160">
                  <a:extLst>
                    <a:ext uri="{9D8B030D-6E8A-4147-A177-3AD203B41FA5}">
                      <a16:colId xmlns:a16="http://schemas.microsoft.com/office/drawing/2014/main" val="20000"/>
                    </a:ext>
                  </a:extLst>
                </a:gridCol>
                <a:gridCol w="1384181">
                  <a:extLst>
                    <a:ext uri="{9D8B030D-6E8A-4147-A177-3AD203B41FA5}">
                      <a16:colId xmlns:a16="http://schemas.microsoft.com/office/drawing/2014/main" val="20001"/>
                    </a:ext>
                  </a:extLst>
                </a:gridCol>
                <a:gridCol w="1539426">
                  <a:extLst>
                    <a:ext uri="{9D8B030D-6E8A-4147-A177-3AD203B41FA5}">
                      <a16:colId xmlns:a16="http://schemas.microsoft.com/office/drawing/2014/main" val="20002"/>
                    </a:ext>
                  </a:extLst>
                </a:gridCol>
                <a:gridCol w="1385267">
                  <a:extLst>
                    <a:ext uri="{9D8B030D-6E8A-4147-A177-3AD203B41FA5}">
                      <a16:colId xmlns:a16="http://schemas.microsoft.com/office/drawing/2014/main" val="20003"/>
                    </a:ext>
                  </a:extLst>
                </a:gridCol>
                <a:gridCol w="1384181">
                  <a:extLst>
                    <a:ext uri="{9D8B030D-6E8A-4147-A177-3AD203B41FA5}">
                      <a16:colId xmlns:a16="http://schemas.microsoft.com/office/drawing/2014/main" val="20004"/>
                    </a:ext>
                  </a:extLst>
                </a:gridCol>
                <a:gridCol w="1693587">
                  <a:extLst>
                    <a:ext uri="{9D8B030D-6E8A-4147-A177-3AD203B41FA5}">
                      <a16:colId xmlns:a16="http://schemas.microsoft.com/office/drawing/2014/main" val="20005"/>
                    </a:ext>
                  </a:extLst>
                </a:gridCol>
                <a:gridCol w="2001906">
                  <a:extLst>
                    <a:ext uri="{9D8B030D-6E8A-4147-A177-3AD203B41FA5}">
                      <a16:colId xmlns:a16="http://schemas.microsoft.com/office/drawing/2014/main" val="20006"/>
                    </a:ext>
                  </a:extLst>
                </a:gridCol>
              </a:tblGrid>
              <a:tr h="0">
                <a:tc>
                  <a:txBody>
                    <a:bodyPr/>
                    <a:lstStyle/>
                    <a:p>
                      <a:pPr algn="ctr">
                        <a:lnSpc>
                          <a:spcPct val="150000"/>
                        </a:lnSpc>
                        <a:spcBef>
                          <a:spcPts val="600"/>
                        </a:spcBef>
                        <a:spcAft>
                          <a:spcPts val="600"/>
                        </a:spcAft>
                      </a:pPr>
                      <a:r>
                        <a:rPr lang="zh-CN" sz="1050" kern="100" dirty="0">
                          <a:effectLst/>
                        </a:rPr>
                        <a:t>商品售价&lt;0，其他输入均合法且取边界值</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dirty="0">
                          <a:effectLst/>
                        </a:rPr>
                        <a:t>777</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dirty="0">
                          <a:effectLst/>
                        </a:rPr>
                        <a:t>被子</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dirty="0">
                          <a:effectLst/>
                        </a:rPr>
                        <a:t>-10</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dirty="0">
                          <a:effectLst/>
                        </a:rPr>
                        <a:t>50</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a:t>
                      </a:r>
                      <a:r>
                        <a:rPr lang="zh-CN" altLang="en-US" sz="1050" kern="100" dirty="0">
                          <a:effectLst/>
                        </a:rPr>
                        <a:t>商品售价应该大于</a:t>
                      </a:r>
                      <a:r>
                        <a:rPr lang="en-US" altLang="zh-CN" sz="1050" kern="100" dirty="0">
                          <a:effectLst/>
                        </a:rPr>
                        <a:t>0</a:t>
                      </a:r>
                      <a:r>
                        <a:rPr lang="zh-CN" altLang="en-US" sz="1050" kern="100" dirty="0">
                          <a:effectLst/>
                        </a:rPr>
                        <a:t>”</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“商品售价不合法，请重新输入“</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extLst>
                  <a:ext uri="{0D108BD9-81ED-4DB2-BD59-A6C34878D82A}">
                    <a16:rowId xmlns:a16="http://schemas.microsoft.com/office/drawing/2014/main" val="10000"/>
                  </a:ext>
                </a:extLst>
              </a:tr>
            </a:tbl>
          </a:graphicData>
        </a:graphic>
      </p:graphicFrame>
      <p:graphicFrame>
        <p:nvGraphicFramePr>
          <p:cNvPr id="11" name="表格 10"/>
          <p:cNvGraphicFramePr>
            <a:graphicFrameLocks noGrp="1"/>
          </p:cNvGraphicFramePr>
          <p:nvPr/>
        </p:nvGraphicFramePr>
        <p:xfrm>
          <a:off x="655782" y="2742774"/>
          <a:ext cx="11076708" cy="480060"/>
        </p:xfrm>
        <a:graphic>
          <a:graphicData uri="http://schemas.openxmlformats.org/drawingml/2006/table">
            <a:tbl>
              <a:tblPr firstRow="1" firstCol="1" bandRow="1">
                <a:tableStyleId>{5C22544A-7EE6-4342-B048-85BDC9FD1C3A}</a:tableStyleId>
              </a:tblPr>
              <a:tblGrid>
                <a:gridCol w="1688160">
                  <a:extLst>
                    <a:ext uri="{9D8B030D-6E8A-4147-A177-3AD203B41FA5}">
                      <a16:colId xmlns:a16="http://schemas.microsoft.com/office/drawing/2014/main" val="20000"/>
                    </a:ext>
                  </a:extLst>
                </a:gridCol>
                <a:gridCol w="1384181">
                  <a:extLst>
                    <a:ext uri="{9D8B030D-6E8A-4147-A177-3AD203B41FA5}">
                      <a16:colId xmlns:a16="http://schemas.microsoft.com/office/drawing/2014/main" val="20001"/>
                    </a:ext>
                  </a:extLst>
                </a:gridCol>
                <a:gridCol w="1539426">
                  <a:extLst>
                    <a:ext uri="{9D8B030D-6E8A-4147-A177-3AD203B41FA5}">
                      <a16:colId xmlns:a16="http://schemas.microsoft.com/office/drawing/2014/main" val="20002"/>
                    </a:ext>
                  </a:extLst>
                </a:gridCol>
                <a:gridCol w="1385267">
                  <a:extLst>
                    <a:ext uri="{9D8B030D-6E8A-4147-A177-3AD203B41FA5}">
                      <a16:colId xmlns:a16="http://schemas.microsoft.com/office/drawing/2014/main" val="20003"/>
                    </a:ext>
                  </a:extLst>
                </a:gridCol>
                <a:gridCol w="1384181">
                  <a:extLst>
                    <a:ext uri="{9D8B030D-6E8A-4147-A177-3AD203B41FA5}">
                      <a16:colId xmlns:a16="http://schemas.microsoft.com/office/drawing/2014/main" val="20004"/>
                    </a:ext>
                  </a:extLst>
                </a:gridCol>
                <a:gridCol w="1693587">
                  <a:extLst>
                    <a:ext uri="{9D8B030D-6E8A-4147-A177-3AD203B41FA5}">
                      <a16:colId xmlns:a16="http://schemas.microsoft.com/office/drawing/2014/main" val="20005"/>
                    </a:ext>
                  </a:extLst>
                </a:gridCol>
                <a:gridCol w="2001906">
                  <a:extLst>
                    <a:ext uri="{9D8B030D-6E8A-4147-A177-3AD203B41FA5}">
                      <a16:colId xmlns:a16="http://schemas.microsoft.com/office/drawing/2014/main" val="20006"/>
                    </a:ext>
                  </a:extLst>
                </a:gridCol>
              </a:tblGrid>
              <a:tr h="0">
                <a:tc>
                  <a:txBody>
                    <a:bodyPr/>
                    <a:lstStyle/>
                    <a:p>
                      <a:pPr algn="ctr">
                        <a:lnSpc>
                          <a:spcPct val="150000"/>
                        </a:lnSpc>
                        <a:spcBef>
                          <a:spcPts val="600"/>
                        </a:spcBef>
                        <a:spcAft>
                          <a:spcPts val="600"/>
                        </a:spcAft>
                      </a:pPr>
                      <a:r>
                        <a:rPr lang="zh-CN" sz="1050" kern="100" dirty="0">
                          <a:effectLst/>
                        </a:rPr>
                        <a:t>商品</a:t>
                      </a:r>
                      <a:r>
                        <a:rPr lang="zh-CN" altLang="en-US" sz="1050" kern="100" dirty="0">
                          <a:effectLst/>
                        </a:rPr>
                        <a:t>库存</a:t>
                      </a:r>
                      <a:r>
                        <a:rPr lang="zh-CN" sz="1050" kern="100" dirty="0">
                          <a:effectLst/>
                        </a:rPr>
                        <a:t>&lt;0，其他输入均合法且取边界值</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dirty="0">
                          <a:effectLst/>
                        </a:rPr>
                        <a:t>777</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dirty="0">
                          <a:effectLst/>
                        </a:rPr>
                        <a:t>被子</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en-US" altLang="zh-CN" sz="1100" kern="100" dirty="0">
                          <a:effectLst/>
                          <a:latin typeface="+mn-lt"/>
                          <a:ea typeface="+mn-ea"/>
                          <a:cs typeface="+mn-cs"/>
                        </a:rPr>
                        <a:t>50</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en-US" altLang="zh-CN" sz="1100" kern="100" dirty="0">
                          <a:effectLst/>
                        </a:rPr>
                        <a:t>-10</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a:t>
                      </a:r>
                      <a:r>
                        <a:rPr lang="zh-CN" altLang="en-US" sz="1050" kern="100" dirty="0">
                          <a:effectLst/>
                        </a:rPr>
                        <a:t>商品库存应该大于</a:t>
                      </a:r>
                      <a:r>
                        <a:rPr lang="en-US" altLang="zh-CN" sz="1050" kern="100" dirty="0">
                          <a:effectLst/>
                        </a:rPr>
                        <a:t>0</a:t>
                      </a:r>
                      <a:r>
                        <a:rPr lang="zh-CN" altLang="en-US" sz="1050" kern="100" dirty="0">
                          <a:effectLst/>
                        </a:rPr>
                        <a:t>”</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“商品售价不合法，请重新输入“</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extLst>
                  <a:ext uri="{0D108BD9-81ED-4DB2-BD59-A6C34878D82A}">
                    <a16:rowId xmlns:a16="http://schemas.microsoft.com/office/drawing/2014/main" val="10000"/>
                  </a:ext>
                </a:extLst>
              </a:tr>
            </a:tbl>
          </a:graphicData>
        </a:graphic>
      </p:graphicFrame>
      <p:sp>
        <p:nvSpPr>
          <p:cNvPr id="6" name="文本框 5"/>
          <p:cNvSpPr txBox="1"/>
          <p:nvPr/>
        </p:nvSpPr>
        <p:spPr>
          <a:xfrm>
            <a:off x="1153823" y="4737869"/>
            <a:ext cx="10080625" cy="1200329"/>
          </a:xfrm>
          <a:prstGeom prst="rect">
            <a:avLst/>
          </a:prstGeom>
          <a:noFill/>
        </p:spPr>
        <p:txBody>
          <a:bodyPr wrap="square" rtlCol="0">
            <a:spAutoFit/>
          </a:bodyPr>
          <a:lstStyle/>
          <a:p>
            <a:r>
              <a:rPr lang="zh-CN" altLang="en-US" dirty="0"/>
              <a:t>       经过本次的功能测试，我们认为</a:t>
            </a:r>
            <a:r>
              <a:rPr lang="en-US" altLang="zh-CN" dirty="0" err="1"/>
              <a:t>Litemall</a:t>
            </a:r>
            <a:r>
              <a:rPr lang="zh-CN" altLang="en-US" dirty="0"/>
              <a:t>还需要部分优化的地方。比如在边界值错误提示的地方，对于商品售价和库存的非负判断应该有更加具体的提示而不仅仅是提示不合法，同样在对于商品编号输入格式这里的地方，如果不能准确提示管理员商品编号仅能输入数字，而仅仅提示输入不合法，这显然是不太适合的</a:t>
            </a:r>
          </a:p>
        </p:txBody>
      </p:sp>
      <p:graphicFrame>
        <p:nvGraphicFramePr>
          <p:cNvPr id="13" name="表格 12"/>
          <p:cNvGraphicFramePr>
            <a:graphicFrameLocks noGrp="1"/>
          </p:cNvGraphicFramePr>
          <p:nvPr/>
        </p:nvGraphicFramePr>
        <p:xfrm>
          <a:off x="655782" y="3290315"/>
          <a:ext cx="11076708" cy="720090"/>
        </p:xfrm>
        <a:graphic>
          <a:graphicData uri="http://schemas.openxmlformats.org/drawingml/2006/table">
            <a:tbl>
              <a:tblPr firstRow="1" firstCol="1" bandRow="1">
                <a:tableStyleId>{5C22544A-7EE6-4342-B048-85BDC9FD1C3A}</a:tableStyleId>
              </a:tblPr>
              <a:tblGrid>
                <a:gridCol w="1688160">
                  <a:extLst>
                    <a:ext uri="{9D8B030D-6E8A-4147-A177-3AD203B41FA5}">
                      <a16:colId xmlns:a16="http://schemas.microsoft.com/office/drawing/2014/main" val="20000"/>
                    </a:ext>
                  </a:extLst>
                </a:gridCol>
                <a:gridCol w="1384181">
                  <a:extLst>
                    <a:ext uri="{9D8B030D-6E8A-4147-A177-3AD203B41FA5}">
                      <a16:colId xmlns:a16="http://schemas.microsoft.com/office/drawing/2014/main" val="20001"/>
                    </a:ext>
                  </a:extLst>
                </a:gridCol>
                <a:gridCol w="1539426">
                  <a:extLst>
                    <a:ext uri="{9D8B030D-6E8A-4147-A177-3AD203B41FA5}">
                      <a16:colId xmlns:a16="http://schemas.microsoft.com/office/drawing/2014/main" val="20002"/>
                    </a:ext>
                  </a:extLst>
                </a:gridCol>
                <a:gridCol w="1385267">
                  <a:extLst>
                    <a:ext uri="{9D8B030D-6E8A-4147-A177-3AD203B41FA5}">
                      <a16:colId xmlns:a16="http://schemas.microsoft.com/office/drawing/2014/main" val="20003"/>
                    </a:ext>
                  </a:extLst>
                </a:gridCol>
                <a:gridCol w="1384181">
                  <a:extLst>
                    <a:ext uri="{9D8B030D-6E8A-4147-A177-3AD203B41FA5}">
                      <a16:colId xmlns:a16="http://schemas.microsoft.com/office/drawing/2014/main" val="20004"/>
                    </a:ext>
                  </a:extLst>
                </a:gridCol>
                <a:gridCol w="1693587">
                  <a:extLst>
                    <a:ext uri="{9D8B030D-6E8A-4147-A177-3AD203B41FA5}">
                      <a16:colId xmlns:a16="http://schemas.microsoft.com/office/drawing/2014/main" val="20005"/>
                    </a:ext>
                  </a:extLst>
                </a:gridCol>
                <a:gridCol w="2001906">
                  <a:extLst>
                    <a:ext uri="{9D8B030D-6E8A-4147-A177-3AD203B41FA5}">
                      <a16:colId xmlns:a16="http://schemas.microsoft.com/office/drawing/2014/main" val="20006"/>
                    </a:ext>
                  </a:extLst>
                </a:gridCol>
              </a:tblGrid>
              <a:tr h="0">
                <a:tc>
                  <a:txBody>
                    <a:bodyPr/>
                    <a:lstStyle/>
                    <a:p>
                      <a:pPr algn="ctr">
                        <a:lnSpc>
                          <a:spcPct val="150000"/>
                        </a:lnSpc>
                        <a:spcBef>
                          <a:spcPts val="600"/>
                        </a:spcBef>
                        <a:spcAft>
                          <a:spcPts val="600"/>
                        </a:spcAft>
                      </a:pPr>
                      <a:r>
                        <a:rPr lang="zh-CN" altLang="en-US" sz="1050" kern="100" dirty="0">
                          <a:effectLst/>
                        </a:rPr>
                        <a:t>商品编号含有非数字字符</a:t>
                      </a:r>
                      <a:r>
                        <a:rPr lang="zh-CN" sz="1050" kern="100" dirty="0">
                          <a:effectLst/>
                        </a:rPr>
                        <a:t>，其他输入均合法且取边界值</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en-US" altLang="zh-CN" sz="1200" kern="100" dirty="0">
                          <a:effectLst/>
                          <a:latin typeface="等线" panose="02010600030101010101" charset="-122"/>
                          <a:ea typeface="等线" panose="02010600030101010101" charset="-122"/>
                          <a:cs typeface="Times New Roman" panose="02020603050405020304" pitchFamily="18" charset="0"/>
                        </a:rPr>
                        <a:t>abcd77</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100" kern="100" dirty="0">
                          <a:effectLst/>
                        </a:rPr>
                        <a:t>被子</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en-US" altLang="zh-CN" sz="1100" kern="100" dirty="0">
                          <a:effectLst/>
                          <a:latin typeface="+mn-lt"/>
                          <a:ea typeface="+mn-ea"/>
                          <a:cs typeface="+mn-cs"/>
                        </a:rPr>
                        <a:t>50</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en-US" altLang="zh-CN" sz="1100" kern="100" dirty="0">
                          <a:effectLst/>
                        </a:rPr>
                        <a:t>-10</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a:t>
                      </a:r>
                      <a:r>
                        <a:rPr lang="zh-CN" altLang="en-US" sz="1050" kern="100" dirty="0">
                          <a:effectLst/>
                        </a:rPr>
                        <a:t>商品编号应该仅包含数字字符”</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tc>
                  <a:txBody>
                    <a:bodyPr/>
                    <a:lstStyle/>
                    <a:p>
                      <a:pPr algn="ctr">
                        <a:lnSpc>
                          <a:spcPct val="150000"/>
                        </a:lnSpc>
                        <a:spcBef>
                          <a:spcPts val="600"/>
                        </a:spcBef>
                        <a:spcAft>
                          <a:spcPts val="600"/>
                        </a:spcAft>
                      </a:pPr>
                      <a:r>
                        <a:rPr lang="zh-CN" sz="1050" kern="100" dirty="0">
                          <a:effectLst/>
                        </a:rPr>
                        <a:t>“商品售价不合法，请重新输入“</a:t>
                      </a:r>
                      <a:endParaRPr lang="zh-CN" sz="1200" kern="100" dirty="0">
                        <a:effectLst/>
                        <a:latin typeface="等线" panose="02010600030101010101" charset="-122"/>
                        <a:ea typeface="等线" panose="02010600030101010101" charset="-122"/>
                        <a:cs typeface="Times New Roman" panose="02020603050405020304" pitchFamily="18" charset="0"/>
                      </a:endParaRPr>
                    </a:p>
                  </a:txBody>
                  <a:tcPr marL="67336" marR="67336" marT="0" marB="0"/>
                </a:tc>
                <a:extLst>
                  <a:ext uri="{0D108BD9-81ED-4DB2-BD59-A6C34878D82A}">
                    <a16:rowId xmlns:a16="http://schemas.microsoft.com/office/drawing/2014/main" val="10000"/>
                  </a:ext>
                </a:extLst>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16200000" flipV="1">
            <a:off x="-1099284" y="1444859"/>
            <a:ext cx="6166850" cy="396828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cxnSp>
        <p:nvCxnSpPr>
          <p:cNvPr id="14" name="直接连接符 13"/>
          <p:cNvCxnSpPr/>
          <p:nvPr/>
        </p:nvCxnSpPr>
        <p:spPr>
          <a:xfrm flipH="1">
            <a:off x="9535886" y="-1743"/>
            <a:ext cx="2656115" cy="2202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等腰三角形 29"/>
          <p:cNvSpPr/>
          <p:nvPr/>
        </p:nvSpPr>
        <p:spPr>
          <a:xfrm rot="16200000" flipV="1">
            <a:off x="3899720" y="2151953"/>
            <a:ext cx="1015660" cy="653564"/>
          </a:xfrm>
          <a:prstGeom prst="triangle">
            <a:avLst/>
          </a:prstGeom>
          <a:solidFill>
            <a:srgbClr val="4C46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cxnSp>
        <p:nvCxnSpPr>
          <p:cNvPr id="35" name="直接连接符 34"/>
          <p:cNvCxnSpPr/>
          <p:nvPr/>
        </p:nvCxnSpPr>
        <p:spPr>
          <a:xfrm flipH="1">
            <a:off x="3578217" y="4767072"/>
            <a:ext cx="1156115" cy="95881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4840859" y="1970902"/>
            <a:ext cx="2180405" cy="1015663"/>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black">
                    <a:lumMod val="75000"/>
                    <a:lumOff val="25000"/>
                  </a:prstClr>
                </a:solidFill>
                <a:effectLst/>
                <a:uLnTx/>
                <a:uFillTx/>
                <a:latin typeface="Agency FB" panose="020B0503020202020204" pitchFamily="34" charset="0"/>
                <a:ea typeface="微软雅黑" panose="020B0503020204020204" charset="-122"/>
                <a:cs typeface="+mn-cs"/>
              </a:rPr>
              <a:t>PART 04</a:t>
            </a:r>
            <a:endParaRPr kumimoji="0" lang="zh-CN" altLang="en-US" sz="6000" b="0" i="0" u="none" strike="noStrike" kern="1200" cap="none" spc="0" normalizeH="0" baseline="0" noProof="0" dirty="0">
              <a:ln>
                <a:noFill/>
              </a:ln>
              <a:solidFill>
                <a:prstClr val="black">
                  <a:lumMod val="75000"/>
                  <a:lumOff val="25000"/>
                </a:prstClr>
              </a:solidFill>
              <a:effectLst/>
              <a:uLnTx/>
              <a:uFillTx/>
              <a:latin typeface="Agency FB" panose="020B0503020202020204" pitchFamily="34" charset="0"/>
              <a:ea typeface="微软雅黑" panose="020B0503020204020204" charset="-122"/>
              <a:cs typeface="+mn-cs"/>
            </a:endParaRPr>
          </a:p>
        </p:txBody>
      </p:sp>
      <p:sp>
        <p:nvSpPr>
          <p:cNvPr id="37" name="文本框 36"/>
          <p:cNvSpPr txBox="1"/>
          <p:nvPr/>
        </p:nvSpPr>
        <p:spPr>
          <a:xfrm>
            <a:off x="4840859" y="3038719"/>
            <a:ext cx="2236510" cy="707886"/>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4000" dirty="0">
                <a:solidFill>
                  <a:prstClr val="black"/>
                </a:solidFill>
                <a:latin typeface="Agency FB" panose="020B0503020202020204" pitchFamily="34" charset="0"/>
                <a:ea typeface="微软雅黑" panose="020B0503020204020204" charset="-122"/>
              </a:rPr>
              <a:t>性能测试</a:t>
            </a:r>
            <a:endParaRPr kumimoji="0" lang="zh-CN" altLang="en-US" sz="4000" b="0" i="0" u="none" strike="noStrike" kern="1200" cap="none" spc="0" normalizeH="0" baseline="0" noProof="0" dirty="0">
              <a:ln>
                <a:noFill/>
              </a:ln>
              <a:solidFill>
                <a:prstClr val="black"/>
              </a:solidFill>
              <a:effectLst/>
              <a:uLnTx/>
              <a:uFillTx/>
              <a:latin typeface="Agency FB" panose="020B0503020202020204" pitchFamily="34" charset="0"/>
              <a:ea typeface="微软雅黑" panose="020B0503020204020204" charset="-122"/>
              <a:cs typeface="+mn-cs"/>
            </a:endParaRPr>
          </a:p>
        </p:txBody>
      </p:sp>
      <p:sp>
        <p:nvSpPr>
          <p:cNvPr id="38" name="文本框 37"/>
          <p:cNvSpPr txBox="1"/>
          <p:nvPr/>
        </p:nvSpPr>
        <p:spPr>
          <a:xfrm>
            <a:off x="4859909" y="3731960"/>
            <a:ext cx="6258034" cy="646331"/>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lumMod val="50000"/>
                    <a:lumOff val="50000"/>
                  </a:prstClr>
                </a:solidFill>
                <a:effectLst/>
                <a:uLnTx/>
                <a:uFillTx/>
                <a:latin typeface="Agency FB" panose="020B0503020202020204" pitchFamily="34" charset="0"/>
                <a:ea typeface="微软雅黑" panose="020B0503020204020204" charset="-122"/>
                <a:cs typeface="+mn-cs"/>
              </a:rPr>
              <a:t>The user can demonstrate on a projector or computer, or print the presentation and make it into a film to be used in a wider field</a:t>
            </a:r>
          </a:p>
        </p:txBody>
      </p:sp>
      <p:sp>
        <p:nvSpPr>
          <p:cNvPr id="40" name="任意多边形 39"/>
          <p:cNvSpPr/>
          <p:nvPr/>
        </p:nvSpPr>
        <p:spPr>
          <a:xfrm>
            <a:off x="10445469" y="5500915"/>
            <a:ext cx="1746531" cy="1357086"/>
          </a:xfrm>
          <a:custGeom>
            <a:avLst/>
            <a:gdLst>
              <a:gd name="connsiteX0" fmla="*/ 1319464 w 1319464"/>
              <a:gd name="connsiteY0" fmla="*/ 0 h 1025247"/>
              <a:gd name="connsiteX1" fmla="*/ 1319464 w 1319464"/>
              <a:gd name="connsiteY1" fmla="*/ 1025247 h 1025247"/>
              <a:gd name="connsiteX2" fmla="*/ 0 w 1319464"/>
              <a:gd name="connsiteY2" fmla="*/ 1025247 h 1025247"/>
            </a:gdLst>
            <a:ahLst/>
            <a:cxnLst>
              <a:cxn ang="0">
                <a:pos x="connsiteX0" y="connsiteY0"/>
              </a:cxn>
              <a:cxn ang="0">
                <a:pos x="connsiteX1" y="connsiteY1"/>
              </a:cxn>
              <a:cxn ang="0">
                <a:pos x="connsiteX2" y="connsiteY2"/>
              </a:cxn>
            </a:cxnLst>
            <a:rect l="l" t="t" r="r" b="b"/>
            <a:pathLst>
              <a:path w="1319464" h="1025247">
                <a:moveTo>
                  <a:pt x="1319464" y="0"/>
                </a:moveTo>
                <a:lnTo>
                  <a:pt x="1319464" y="1025247"/>
                </a:lnTo>
                <a:lnTo>
                  <a:pt x="0" y="102524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cxnSp>
        <p:nvCxnSpPr>
          <p:cNvPr id="41" name="直接连接符 40"/>
          <p:cNvCxnSpPr/>
          <p:nvPr/>
        </p:nvCxnSpPr>
        <p:spPr>
          <a:xfrm flipH="1">
            <a:off x="9727812" y="6378594"/>
            <a:ext cx="578056" cy="4794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6"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fill="hold"/>
                                        <p:tgtEl>
                                          <p:spTgt spid="40"/>
                                        </p:tgtEl>
                                        <p:attrNameLst>
                                          <p:attrName>ppt_x</p:attrName>
                                        </p:attrNameLst>
                                      </p:cBhvr>
                                      <p:tavLst>
                                        <p:tav tm="0">
                                          <p:val>
                                            <p:strVal val="1+#ppt_w/2"/>
                                          </p:val>
                                        </p:tav>
                                        <p:tav tm="100000">
                                          <p:val>
                                            <p:strVal val="#ppt_x"/>
                                          </p:val>
                                        </p:tav>
                                      </p:tavLst>
                                    </p:anim>
                                    <p:anim calcmode="lin" valueType="num">
                                      <p:cBhvr additive="base">
                                        <p:cTn id="12" dur="500" fill="hold"/>
                                        <p:tgtEl>
                                          <p:spTgt spid="40"/>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30"/>
                                        </p:tgtEl>
                                        <p:attrNameLst>
                                          <p:attrName>style.visibility</p:attrName>
                                        </p:attrNameLst>
                                      </p:cBhvr>
                                      <p:to>
                                        <p:strVal val="visible"/>
                                      </p:to>
                                    </p:set>
                                    <p:anim calcmode="lin" valueType="num">
                                      <p:cBhvr>
                                        <p:cTn id="16" dur="500" fill="hold"/>
                                        <p:tgtEl>
                                          <p:spTgt spid="30"/>
                                        </p:tgtEl>
                                        <p:attrNameLst>
                                          <p:attrName>ppt_w</p:attrName>
                                        </p:attrNameLst>
                                      </p:cBhvr>
                                      <p:tavLst>
                                        <p:tav tm="0">
                                          <p:val>
                                            <p:fltVal val="0"/>
                                          </p:val>
                                        </p:tav>
                                        <p:tav tm="100000">
                                          <p:val>
                                            <p:strVal val="#ppt_w"/>
                                          </p:val>
                                        </p:tav>
                                      </p:tavLst>
                                    </p:anim>
                                    <p:anim calcmode="lin" valueType="num">
                                      <p:cBhvr>
                                        <p:cTn id="17" dur="500" fill="hold"/>
                                        <p:tgtEl>
                                          <p:spTgt spid="30"/>
                                        </p:tgtEl>
                                        <p:attrNameLst>
                                          <p:attrName>ppt_h</p:attrName>
                                        </p:attrNameLst>
                                      </p:cBhvr>
                                      <p:tavLst>
                                        <p:tav tm="0">
                                          <p:val>
                                            <p:fltVal val="0"/>
                                          </p:val>
                                        </p:tav>
                                        <p:tav tm="100000">
                                          <p:val>
                                            <p:strVal val="#ppt_h"/>
                                          </p:val>
                                        </p:tav>
                                      </p:tavLst>
                                    </p:anim>
                                    <p:animEffect transition="in" filter="fade">
                                      <p:cBhvr>
                                        <p:cTn id="18" dur="500"/>
                                        <p:tgtEl>
                                          <p:spTgt spid="30"/>
                                        </p:tgtEl>
                                      </p:cBhvr>
                                    </p:animEffect>
                                  </p:childTnLst>
                                </p:cTn>
                              </p:par>
                            </p:childTnLst>
                          </p:cTn>
                        </p:par>
                        <p:par>
                          <p:cTn id="19" fill="hold">
                            <p:stCondLst>
                              <p:cond delay="1000"/>
                            </p:stCondLst>
                            <p:childTnLst>
                              <p:par>
                                <p:cTn id="20" presetID="2" presetClass="entr" presetSubtype="2" fill="hold" grpId="0" nodeType="afterEffect">
                                  <p:stCondLst>
                                    <p:cond delay="0"/>
                                  </p:stCondLst>
                                  <p:childTnLst>
                                    <p:set>
                                      <p:cBhvr>
                                        <p:cTn id="21" dur="1" fill="hold">
                                          <p:stCondLst>
                                            <p:cond delay="0"/>
                                          </p:stCondLst>
                                        </p:cTn>
                                        <p:tgtEl>
                                          <p:spTgt spid="36"/>
                                        </p:tgtEl>
                                        <p:attrNameLst>
                                          <p:attrName>style.visibility</p:attrName>
                                        </p:attrNameLst>
                                      </p:cBhvr>
                                      <p:to>
                                        <p:strVal val="visible"/>
                                      </p:to>
                                    </p:set>
                                    <p:anim calcmode="lin" valueType="num">
                                      <p:cBhvr additive="base">
                                        <p:cTn id="22" dur="500" fill="hold"/>
                                        <p:tgtEl>
                                          <p:spTgt spid="36"/>
                                        </p:tgtEl>
                                        <p:attrNameLst>
                                          <p:attrName>ppt_x</p:attrName>
                                        </p:attrNameLst>
                                      </p:cBhvr>
                                      <p:tavLst>
                                        <p:tav tm="0">
                                          <p:val>
                                            <p:strVal val="1+#ppt_w/2"/>
                                          </p:val>
                                        </p:tav>
                                        <p:tav tm="100000">
                                          <p:val>
                                            <p:strVal val="#ppt_x"/>
                                          </p:val>
                                        </p:tav>
                                      </p:tavLst>
                                    </p:anim>
                                    <p:anim calcmode="lin" valueType="num">
                                      <p:cBhvr additive="base">
                                        <p:cTn id="23" dur="500" fill="hold"/>
                                        <p:tgtEl>
                                          <p:spTgt spid="36"/>
                                        </p:tgtEl>
                                        <p:attrNameLst>
                                          <p:attrName>ppt_y</p:attrName>
                                        </p:attrNameLst>
                                      </p:cBhvr>
                                      <p:tavLst>
                                        <p:tav tm="0">
                                          <p:val>
                                            <p:strVal val="#ppt_y"/>
                                          </p:val>
                                        </p:tav>
                                        <p:tav tm="100000">
                                          <p:val>
                                            <p:strVal val="#ppt_y"/>
                                          </p:val>
                                        </p:tav>
                                      </p:tavLst>
                                    </p:anim>
                                  </p:childTnLst>
                                </p:cTn>
                              </p:par>
                            </p:childTnLst>
                          </p:cTn>
                        </p:par>
                        <p:par>
                          <p:cTn id="24" fill="hold">
                            <p:stCondLst>
                              <p:cond delay="1500"/>
                            </p:stCondLst>
                            <p:childTnLst>
                              <p:par>
                                <p:cTn id="25" presetID="22" presetClass="entr" presetSubtype="8"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childTnLst>
                                </p:cTn>
                              </p:par>
                            </p:childTnLst>
                          </p:cTn>
                        </p:par>
                        <p:par>
                          <p:cTn id="32" fill="hold">
                            <p:stCondLst>
                              <p:cond delay="2500"/>
                            </p:stCondLst>
                            <p:childTnLst>
                              <p:par>
                                <p:cTn id="33" presetID="22" presetClass="entr" presetSubtype="1" fill="hold"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up)">
                                      <p:cBhvr>
                                        <p:cTn id="35" dur="500"/>
                                        <p:tgtEl>
                                          <p:spTgt spid="14"/>
                                        </p:tgtEl>
                                      </p:cBhvr>
                                    </p:animEffect>
                                  </p:childTnLst>
                                </p:cTn>
                              </p:par>
                              <p:par>
                                <p:cTn id="36" presetID="22" presetClass="entr" presetSubtype="4" fill="hold"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wipe(down)">
                                      <p:cBhvr>
                                        <p:cTn id="38" dur="500"/>
                                        <p:tgtEl>
                                          <p:spTgt spid="35"/>
                                        </p:tgtEl>
                                      </p:cBhvr>
                                    </p:animEffect>
                                  </p:childTnLst>
                                </p:cTn>
                              </p:par>
                              <p:par>
                                <p:cTn id="39" presetID="22" presetClass="entr" presetSubtype="1"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wipe(up)">
                                      <p:cBhvr>
                                        <p:cTn id="4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0" grpId="0" animBg="1"/>
      <p:bldP spid="36" grpId="0"/>
      <p:bldP spid="37" grpId="0"/>
      <p:bldP spid="38" grpId="0"/>
      <p:bldP spid="4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5182934" y="345292"/>
            <a:ext cx="1826141"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性能测试</a:t>
            </a:r>
          </a:p>
        </p:txBody>
      </p:sp>
      <p:sp>
        <p:nvSpPr>
          <p:cNvPr id="37" name="文本框 36"/>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grpSp>
        <p:nvGrpSpPr>
          <p:cNvPr id="104" name="组合 103"/>
          <p:cNvGrpSpPr/>
          <p:nvPr/>
        </p:nvGrpSpPr>
        <p:grpSpPr>
          <a:xfrm>
            <a:off x="3225895" y="2389759"/>
            <a:ext cx="1701138" cy="1644861"/>
            <a:chOff x="1004890" y="2075502"/>
            <a:chExt cx="2264502" cy="2193351"/>
          </a:xfrm>
        </p:grpSpPr>
        <p:sp>
          <p:nvSpPr>
            <p:cNvPr id="105" name="ïṧḷïḓê-矩形: 圆角 2"/>
            <p:cNvSpPr/>
            <p:nvPr/>
          </p:nvSpPr>
          <p:spPr>
            <a:xfrm>
              <a:off x="1004890" y="2075502"/>
              <a:ext cx="2264502" cy="2193351"/>
            </a:xfrm>
            <a:prstGeom prst="roundRect">
              <a:avLst>
                <a:gd name="adj" fmla="val 42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06" name="椭圆 105"/>
            <p:cNvSpPr/>
            <p:nvPr/>
          </p:nvSpPr>
          <p:spPr>
            <a:xfrm>
              <a:off x="1822268" y="2316802"/>
              <a:ext cx="762000" cy="762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31"/>
            <p:cNvSpPr/>
            <p:nvPr/>
          </p:nvSpPr>
          <p:spPr>
            <a:xfrm>
              <a:off x="2033405" y="2563197"/>
              <a:ext cx="339726" cy="269210"/>
            </a:xfrm>
            <a:custGeom>
              <a:avLst/>
              <a:gdLst>
                <a:gd name="connsiteX0" fmla="*/ 511657 w 606157"/>
                <a:gd name="connsiteY0" fmla="*/ 343654 h 480339"/>
                <a:gd name="connsiteX1" fmla="*/ 521432 w 606157"/>
                <a:gd name="connsiteY1" fmla="*/ 353421 h 480339"/>
                <a:gd name="connsiteX2" fmla="*/ 521432 w 606157"/>
                <a:gd name="connsiteY2" fmla="*/ 376178 h 480339"/>
                <a:gd name="connsiteX3" fmla="*/ 544305 w 606157"/>
                <a:gd name="connsiteY3" fmla="*/ 376178 h 480339"/>
                <a:gd name="connsiteX4" fmla="*/ 554080 w 606157"/>
                <a:gd name="connsiteY4" fmla="*/ 385945 h 480339"/>
                <a:gd name="connsiteX5" fmla="*/ 544305 w 606157"/>
                <a:gd name="connsiteY5" fmla="*/ 395712 h 480339"/>
                <a:gd name="connsiteX6" fmla="*/ 521432 w 606157"/>
                <a:gd name="connsiteY6" fmla="*/ 395712 h 480339"/>
                <a:gd name="connsiteX7" fmla="*/ 521432 w 606157"/>
                <a:gd name="connsiteY7" fmla="*/ 418566 h 480339"/>
                <a:gd name="connsiteX8" fmla="*/ 511657 w 606157"/>
                <a:gd name="connsiteY8" fmla="*/ 428333 h 480339"/>
                <a:gd name="connsiteX9" fmla="*/ 501882 w 606157"/>
                <a:gd name="connsiteY9" fmla="*/ 418566 h 480339"/>
                <a:gd name="connsiteX10" fmla="*/ 501882 w 606157"/>
                <a:gd name="connsiteY10" fmla="*/ 395712 h 480339"/>
                <a:gd name="connsiteX11" fmla="*/ 479106 w 606157"/>
                <a:gd name="connsiteY11" fmla="*/ 395712 h 480339"/>
                <a:gd name="connsiteX12" fmla="*/ 469331 w 606157"/>
                <a:gd name="connsiteY12" fmla="*/ 385945 h 480339"/>
                <a:gd name="connsiteX13" fmla="*/ 479106 w 606157"/>
                <a:gd name="connsiteY13" fmla="*/ 376178 h 480339"/>
                <a:gd name="connsiteX14" fmla="*/ 501882 w 606157"/>
                <a:gd name="connsiteY14" fmla="*/ 376178 h 480339"/>
                <a:gd name="connsiteX15" fmla="*/ 501882 w 606157"/>
                <a:gd name="connsiteY15" fmla="*/ 353421 h 480339"/>
                <a:gd name="connsiteX16" fmla="*/ 511657 w 606157"/>
                <a:gd name="connsiteY16" fmla="*/ 343654 h 480339"/>
                <a:gd name="connsiteX17" fmla="*/ 511621 w 606157"/>
                <a:gd name="connsiteY17" fmla="*/ 311170 h 480339"/>
                <a:gd name="connsiteX18" fmla="*/ 436735 w 606157"/>
                <a:gd name="connsiteY18" fmla="*/ 385944 h 480339"/>
                <a:gd name="connsiteX19" fmla="*/ 511621 w 606157"/>
                <a:gd name="connsiteY19" fmla="*/ 460816 h 480339"/>
                <a:gd name="connsiteX20" fmla="*/ 586605 w 606157"/>
                <a:gd name="connsiteY20" fmla="*/ 385944 h 480339"/>
                <a:gd name="connsiteX21" fmla="*/ 511621 w 606157"/>
                <a:gd name="connsiteY21" fmla="*/ 311170 h 480339"/>
                <a:gd name="connsiteX22" fmla="*/ 511621 w 606157"/>
                <a:gd name="connsiteY22" fmla="*/ 291647 h 480339"/>
                <a:gd name="connsiteX23" fmla="*/ 606157 w 606157"/>
                <a:gd name="connsiteY23" fmla="*/ 385944 h 480339"/>
                <a:gd name="connsiteX24" fmla="*/ 511621 w 606157"/>
                <a:gd name="connsiteY24" fmla="*/ 480339 h 480339"/>
                <a:gd name="connsiteX25" fmla="*/ 417183 w 606157"/>
                <a:gd name="connsiteY25" fmla="*/ 385944 h 480339"/>
                <a:gd name="connsiteX26" fmla="*/ 511621 w 606157"/>
                <a:gd name="connsiteY26" fmla="*/ 291647 h 480339"/>
                <a:gd name="connsiteX27" fmla="*/ 368279 w 606157"/>
                <a:gd name="connsiteY27" fmla="*/ 200476 h 480339"/>
                <a:gd name="connsiteX28" fmla="*/ 489505 w 606157"/>
                <a:gd name="connsiteY28" fmla="*/ 259991 h 480339"/>
                <a:gd name="connsiteX29" fmla="*/ 487746 w 606157"/>
                <a:gd name="connsiteY29" fmla="*/ 273650 h 480339"/>
                <a:gd name="connsiteX30" fmla="*/ 481782 w 606157"/>
                <a:gd name="connsiteY30" fmla="*/ 275699 h 480339"/>
                <a:gd name="connsiteX31" fmla="*/ 474059 w 606157"/>
                <a:gd name="connsiteY31" fmla="*/ 271894 h 480339"/>
                <a:gd name="connsiteX32" fmla="*/ 368279 w 606157"/>
                <a:gd name="connsiteY32" fmla="*/ 219989 h 480339"/>
                <a:gd name="connsiteX33" fmla="*/ 293588 w 606157"/>
                <a:gd name="connsiteY33" fmla="*/ 242819 h 480339"/>
                <a:gd name="connsiteX34" fmla="*/ 279999 w 606157"/>
                <a:gd name="connsiteY34" fmla="*/ 240185 h 480339"/>
                <a:gd name="connsiteX35" fmla="*/ 282639 w 606157"/>
                <a:gd name="connsiteY35" fmla="*/ 226623 h 480339"/>
                <a:gd name="connsiteX36" fmla="*/ 368279 w 606157"/>
                <a:gd name="connsiteY36" fmla="*/ 200476 h 480339"/>
                <a:gd name="connsiteX37" fmla="*/ 153211 w 606157"/>
                <a:gd name="connsiteY37" fmla="*/ 200476 h 480339"/>
                <a:gd name="connsiteX38" fmla="*/ 306325 w 606157"/>
                <a:gd name="connsiteY38" fmla="*/ 353439 h 480339"/>
                <a:gd name="connsiteX39" fmla="*/ 296547 w 606157"/>
                <a:gd name="connsiteY39" fmla="*/ 363200 h 480339"/>
                <a:gd name="connsiteX40" fmla="*/ 286770 w 606157"/>
                <a:gd name="connsiteY40" fmla="*/ 353439 h 480339"/>
                <a:gd name="connsiteX41" fmla="*/ 153211 w 606157"/>
                <a:gd name="connsiteY41" fmla="*/ 219999 h 480339"/>
                <a:gd name="connsiteX42" fmla="*/ 19554 w 606157"/>
                <a:gd name="connsiteY42" fmla="*/ 353439 h 480339"/>
                <a:gd name="connsiteX43" fmla="*/ 9777 w 606157"/>
                <a:gd name="connsiteY43" fmla="*/ 363200 h 480339"/>
                <a:gd name="connsiteX44" fmla="*/ 0 w 606157"/>
                <a:gd name="connsiteY44" fmla="*/ 353439 h 480339"/>
                <a:gd name="connsiteX45" fmla="*/ 153211 w 606157"/>
                <a:gd name="connsiteY45" fmla="*/ 200476 h 480339"/>
                <a:gd name="connsiteX46" fmla="*/ 368295 w 606157"/>
                <a:gd name="connsiteY46" fmla="*/ 19531 h 480339"/>
                <a:gd name="connsiteX47" fmla="*/ 306326 w 606157"/>
                <a:gd name="connsiteY47" fmla="*/ 81348 h 480339"/>
                <a:gd name="connsiteX48" fmla="*/ 368295 w 606157"/>
                <a:gd name="connsiteY48" fmla="*/ 143262 h 480339"/>
                <a:gd name="connsiteX49" fmla="*/ 430165 w 606157"/>
                <a:gd name="connsiteY49" fmla="*/ 81348 h 480339"/>
                <a:gd name="connsiteX50" fmla="*/ 368295 w 606157"/>
                <a:gd name="connsiteY50" fmla="*/ 19531 h 480339"/>
                <a:gd name="connsiteX51" fmla="*/ 153211 w 606157"/>
                <a:gd name="connsiteY51" fmla="*/ 19531 h 480339"/>
                <a:gd name="connsiteX52" fmla="*/ 91242 w 606157"/>
                <a:gd name="connsiteY52" fmla="*/ 81348 h 480339"/>
                <a:gd name="connsiteX53" fmla="*/ 153211 w 606157"/>
                <a:gd name="connsiteY53" fmla="*/ 143262 h 480339"/>
                <a:gd name="connsiteX54" fmla="*/ 215081 w 606157"/>
                <a:gd name="connsiteY54" fmla="*/ 81348 h 480339"/>
                <a:gd name="connsiteX55" fmla="*/ 153211 w 606157"/>
                <a:gd name="connsiteY55" fmla="*/ 19531 h 480339"/>
                <a:gd name="connsiteX56" fmla="*/ 368295 w 606157"/>
                <a:gd name="connsiteY56" fmla="*/ 0 h 480339"/>
                <a:gd name="connsiteX57" fmla="*/ 449714 w 606157"/>
                <a:gd name="connsiteY57" fmla="*/ 81348 h 480339"/>
                <a:gd name="connsiteX58" fmla="*/ 368295 w 606157"/>
                <a:gd name="connsiteY58" fmla="*/ 162794 h 480339"/>
                <a:gd name="connsiteX59" fmla="*/ 286778 w 606157"/>
                <a:gd name="connsiteY59" fmla="*/ 81348 h 480339"/>
                <a:gd name="connsiteX60" fmla="*/ 368295 w 606157"/>
                <a:gd name="connsiteY60" fmla="*/ 0 h 480339"/>
                <a:gd name="connsiteX61" fmla="*/ 153211 w 606157"/>
                <a:gd name="connsiteY61" fmla="*/ 0 h 480339"/>
                <a:gd name="connsiteX62" fmla="*/ 234630 w 606157"/>
                <a:gd name="connsiteY62" fmla="*/ 81348 h 480339"/>
                <a:gd name="connsiteX63" fmla="*/ 153211 w 606157"/>
                <a:gd name="connsiteY63" fmla="*/ 162794 h 480339"/>
                <a:gd name="connsiteX64" fmla="*/ 71694 w 606157"/>
                <a:gd name="connsiteY64" fmla="*/ 81348 h 480339"/>
                <a:gd name="connsiteX65" fmla="*/ 153211 w 606157"/>
                <a:gd name="connsiteY65" fmla="*/ 0 h 48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6157" h="480339">
                  <a:moveTo>
                    <a:pt x="511657" y="343654"/>
                  </a:moveTo>
                  <a:cubicBezTo>
                    <a:pt x="517131" y="343654"/>
                    <a:pt x="521432" y="348049"/>
                    <a:pt x="521432" y="353421"/>
                  </a:cubicBezTo>
                  <a:lnTo>
                    <a:pt x="521432" y="376178"/>
                  </a:lnTo>
                  <a:lnTo>
                    <a:pt x="544305" y="376178"/>
                  </a:lnTo>
                  <a:cubicBezTo>
                    <a:pt x="549682" y="376178"/>
                    <a:pt x="554080" y="380573"/>
                    <a:pt x="554080" y="385945"/>
                  </a:cubicBezTo>
                  <a:cubicBezTo>
                    <a:pt x="554080" y="391414"/>
                    <a:pt x="549682" y="395712"/>
                    <a:pt x="544305" y="395712"/>
                  </a:cubicBezTo>
                  <a:lnTo>
                    <a:pt x="521432" y="395712"/>
                  </a:lnTo>
                  <a:lnTo>
                    <a:pt x="521432" y="418566"/>
                  </a:lnTo>
                  <a:cubicBezTo>
                    <a:pt x="521432" y="423938"/>
                    <a:pt x="517131" y="428333"/>
                    <a:pt x="511657" y="428333"/>
                  </a:cubicBezTo>
                  <a:cubicBezTo>
                    <a:pt x="506281" y="428333"/>
                    <a:pt x="501882" y="423938"/>
                    <a:pt x="501882" y="418566"/>
                  </a:cubicBezTo>
                  <a:lnTo>
                    <a:pt x="501882" y="395712"/>
                  </a:lnTo>
                  <a:lnTo>
                    <a:pt x="479106" y="395712"/>
                  </a:lnTo>
                  <a:cubicBezTo>
                    <a:pt x="473730" y="395712"/>
                    <a:pt x="469331" y="391414"/>
                    <a:pt x="469331" y="385945"/>
                  </a:cubicBezTo>
                  <a:cubicBezTo>
                    <a:pt x="469331" y="380573"/>
                    <a:pt x="473730" y="376178"/>
                    <a:pt x="479106" y="376178"/>
                  </a:cubicBezTo>
                  <a:lnTo>
                    <a:pt x="501882" y="376178"/>
                  </a:lnTo>
                  <a:lnTo>
                    <a:pt x="501882" y="353421"/>
                  </a:lnTo>
                  <a:cubicBezTo>
                    <a:pt x="501882" y="348049"/>
                    <a:pt x="506281" y="343654"/>
                    <a:pt x="511657" y="343654"/>
                  </a:cubicBezTo>
                  <a:close/>
                  <a:moveTo>
                    <a:pt x="511621" y="311170"/>
                  </a:moveTo>
                  <a:cubicBezTo>
                    <a:pt x="470366" y="311170"/>
                    <a:pt x="436735" y="344750"/>
                    <a:pt x="436735" y="385944"/>
                  </a:cubicBezTo>
                  <a:cubicBezTo>
                    <a:pt x="436735" y="427236"/>
                    <a:pt x="470366" y="460816"/>
                    <a:pt x="511621" y="460816"/>
                  </a:cubicBezTo>
                  <a:cubicBezTo>
                    <a:pt x="552975" y="460816"/>
                    <a:pt x="586605" y="427236"/>
                    <a:pt x="586605" y="385944"/>
                  </a:cubicBezTo>
                  <a:cubicBezTo>
                    <a:pt x="586605" y="344750"/>
                    <a:pt x="552975" y="311170"/>
                    <a:pt x="511621" y="311170"/>
                  </a:cubicBezTo>
                  <a:close/>
                  <a:moveTo>
                    <a:pt x="511621" y="291647"/>
                  </a:moveTo>
                  <a:cubicBezTo>
                    <a:pt x="563729" y="291647"/>
                    <a:pt x="606157" y="333915"/>
                    <a:pt x="606157" y="385944"/>
                  </a:cubicBezTo>
                  <a:cubicBezTo>
                    <a:pt x="606157" y="437974"/>
                    <a:pt x="563729" y="480339"/>
                    <a:pt x="511621" y="480339"/>
                  </a:cubicBezTo>
                  <a:cubicBezTo>
                    <a:pt x="459514" y="480339"/>
                    <a:pt x="417183" y="437974"/>
                    <a:pt x="417183" y="385944"/>
                  </a:cubicBezTo>
                  <a:cubicBezTo>
                    <a:pt x="417183" y="333915"/>
                    <a:pt x="459514" y="291647"/>
                    <a:pt x="511621" y="291647"/>
                  </a:cubicBezTo>
                  <a:close/>
                  <a:moveTo>
                    <a:pt x="368279" y="200476"/>
                  </a:moveTo>
                  <a:cubicBezTo>
                    <a:pt x="416085" y="200476"/>
                    <a:pt x="460274" y="222135"/>
                    <a:pt x="489505" y="259991"/>
                  </a:cubicBezTo>
                  <a:cubicBezTo>
                    <a:pt x="492829" y="264284"/>
                    <a:pt x="492047" y="270333"/>
                    <a:pt x="487746" y="273650"/>
                  </a:cubicBezTo>
                  <a:cubicBezTo>
                    <a:pt x="485986" y="275016"/>
                    <a:pt x="483835" y="275699"/>
                    <a:pt x="481782" y="275699"/>
                  </a:cubicBezTo>
                  <a:cubicBezTo>
                    <a:pt x="478849" y="275699"/>
                    <a:pt x="475916" y="274430"/>
                    <a:pt x="474059" y="271894"/>
                  </a:cubicBezTo>
                  <a:cubicBezTo>
                    <a:pt x="448542" y="238917"/>
                    <a:pt x="409926" y="219989"/>
                    <a:pt x="368279" y="219989"/>
                  </a:cubicBezTo>
                  <a:cubicBezTo>
                    <a:pt x="341492" y="219989"/>
                    <a:pt x="315683" y="227892"/>
                    <a:pt x="293588" y="242819"/>
                  </a:cubicBezTo>
                  <a:cubicBezTo>
                    <a:pt x="289091" y="245844"/>
                    <a:pt x="283030" y="244673"/>
                    <a:pt x="279999" y="240185"/>
                  </a:cubicBezTo>
                  <a:cubicBezTo>
                    <a:pt x="276969" y="235697"/>
                    <a:pt x="278142" y="229648"/>
                    <a:pt x="282639" y="226623"/>
                  </a:cubicBezTo>
                  <a:cubicBezTo>
                    <a:pt x="307960" y="209549"/>
                    <a:pt x="337582" y="200476"/>
                    <a:pt x="368279" y="200476"/>
                  </a:cubicBezTo>
                  <a:close/>
                  <a:moveTo>
                    <a:pt x="153211" y="200476"/>
                  </a:moveTo>
                  <a:cubicBezTo>
                    <a:pt x="237688" y="200476"/>
                    <a:pt x="306325" y="269099"/>
                    <a:pt x="306325" y="353439"/>
                  </a:cubicBezTo>
                  <a:cubicBezTo>
                    <a:pt x="306325" y="358808"/>
                    <a:pt x="302023" y="363200"/>
                    <a:pt x="296547" y="363200"/>
                  </a:cubicBezTo>
                  <a:cubicBezTo>
                    <a:pt x="291170" y="363200"/>
                    <a:pt x="286770" y="358808"/>
                    <a:pt x="286770" y="353439"/>
                  </a:cubicBezTo>
                  <a:cubicBezTo>
                    <a:pt x="286770" y="279837"/>
                    <a:pt x="226835" y="219999"/>
                    <a:pt x="153211" y="219999"/>
                  </a:cubicBezTo>
                  <a:cubicBezTo>
                    <a:pt x="79490" y="219999"/>
                    <a:pt x="19554" y="279837"/>
                    <a:pt x="19554" y="353439"/>
                  </a:cubicBezTo>
                  <a:cubicBezTo>
                    <a:pt x="19554" y="358808"/>
                    <a:pt x="15155" y="363200"/>
                    <a:pt x="9777" y="363200"/>
                  </a:cubicBezTo>
                  <a:cubicBezTo>
                    <a:pt x="4400" y="363200"/>
                    <a:pt x="0" y="358808"/>
                    <a:pt x="0" y="353439"/>
                  </a:cubicBezTo>
                  <a:cubicBezTo>
                    <a:pt x="0" y="269099"/>
                    <a:pt x="68735" y="200476"/>
                    <a:pt x="153211" y="200476"/>
                  </a:cubicBezTo>
                  <a:close/>
                  <a:moveTo>
                    <a:pt x="368295" y="19531"/>
                  </a:moveTo>
                  <a:cubicBezTo>
                    <a:pt x="334085" y="19531"/>
                    <a:pt x="306326" y="47266"/>
                    <a:pt x="306326" y="81348"/>
                  </a:cubicBezTo>
                  <a:cubicBezTo>
                    <a:pt x="306326" y="115528"/>
                    <a:pt x="334085" y="143262"/>
                    <a:pt x="368295" y="143262"/>
                  </a:cubicBezTo>
                  <a:cubicBezTo>
                    <a:pt x="402407" y="143262"/>
                    <a:pt x="430165" y="115528"/>
                    <a:pt x="430165" y="81348"/>
                  </a:cubicBezTo>
                  <a:cubicBezTo>
                    <a:pt x="430165" y="47266"/>
                    <a:pt x="402407" y="19531"/>
                    <a:pt x="368295" y="19531"/>
                  </a:cubicBezTo>
                  <a:close/>
                  <a:moveTo>
                    <a:pt x="153211" y="19531"/>
                  </a:moveTo>
                  <a:cubicBezTo>
                    <a:pt x="119001" y="19531"/>
                    <a:pt x="91242" y="47266"/>
                    <a:pt x="91242" y="81348"/>
                  </a:cubicBezTo>
                  <a:cubicBezTo>
                    <a:pt x="91242" y="115528"/>
                    <a:pt x="119001" y="143262"/>
                    <a:pt x="153211" y="143262"/>
                  </a:cubicBezTo>
                  <a:cubicBezTo>
                    <a:pt x="187323" y="143262"/>
                    <a:pt x="215081" y="115528"/>
                    <a:pt x="215081" y="81348"/>
                  </a:cubicBezTo>
                  <a:cubicBezTo>
                    <a:pt x="215081" y="47266"/>
                    <a:pt x="187323" y="19531"/>
                    <a:pt x="153211" y="19531"/>
                  </a:cubicBezTo>
                  <a:close/>
                  <a:moveTo>
                    <a:pt x="368295" y="0"/>
                  </a:moveTo>
                  <a:cubicBezTo>
                    <a:pt x="413158" y="0"/>
                    <a:pt x="449714" y="36523"/>
                    <a:pt x="449714" y="81348"/>
                  </a:cubicBezTo>
                  <a:cubicBezTo>
                    <a:pt x="449714" y="126270"/>
                    <a:pt x="413158" y="162794"/>
                    <a:pt x="368295" y="162794"/>
                  </a:cubicBezTo>
                  <a:cubicBezTo>
                    <a:pt x="323333" y="162794"/>
                    <a:pt x="286778" y="126270"/>
                    <a:pt x="286778" y="81348"/>
                  </a:cubicBezTo>
                  <a:cubicBezTo>
                    <a:pt x="286778" y="36523"/>
                    <a:pt x="323333" y="0"/>
                    <a:pt x="368295" y="0"/>
                  </a:cubicBezTo>
                  <a:close/>
                  <a:moveTo>
                    <a:pt x="153211" y="0"/>
                  </a:moveTo>
                  <a:cubicBezTo>
                    <a:pt x="198074" y="0"/>
                    <a:pt x="234630" y="36523"/>
                    <a:pt x="234630" y="81348"/>
                  </a:cubicBezTo>
                  <a:cubicBezTo>
                    <a:pt x="234630" y="126270"/>
                    <a:pt x="198074" y="162794"/>
                    <a:pt x="153211" y="162794"/>
                  </a:cubicBezTo>
                  <a:cubicBezTo>
                    <a:pt x="108249" y="162794"/>
                    <a:pt x="71694" y="126270"/>
                    <a:pt x="71694" y="81348"/>
                  </a:cubicBezTo>
                  <a:cubicBezTo>
                    <a:pt x="71694" y="36523"/>
                    <a:pt x="108249" y="0"/>
                    <a:pt x="15321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0" name="矩形 109"/>
            <p:cNvSpPr/>
            <p:nvPr/>
          </p:nvSpPr>
          <p:spPr>
            <a:xfrm>
              <a:off x="1495120" y="3330506"/>
              <a:ext cx="1515380" cy="51711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b="1" dirty="0"/>
                <a:t>场景设计</a:t>
              </a:r>
            </a:p>
          </p:txBody>
        </p:sp>
      </p:grpSp>
      <p:grpSp>
        <p:nvGrpSpPr>
          <p:cNvPr id="111" name="组合 110"/>
          <p:cNvGrpSpPr/>
          <p:nvPr/>
        </p:nvGrpSpPr>
        <p:grpSpPr>
          <a:xfrm>
            <a:off x="7480720" y="2402977"/>
            <a:ext cx="2289060" cy="1617579"/>
            <a:chOff x="3609572" y="2075502"/>
            <a:chExt cx="2883209" cy="2188766"/>
          </a:xfrm>
        </p:grpSpPr>
        <p:sp>
          <p:nvSpPr>
            <p:cNvPr id="112" name="ïṧḷïḓê-矩形: 圆角 12"/>
            <p:cNvSpPr/>
            <p:nvPr/>
          </p:nvSpPr>
          <p:spPr>
            <a:xfrm>
              <a:off x="3609572" y="2075502"/>
              <a:ext cx="2344863" cy="2188766"/>
            </a:xfrm>
            <a:prstGeom prst="roundRect">
              <a:avLst>
                <a:gd name="adj" fmla="val 42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13" name="椭圆 112"/>
            <p:cNvSpPr/>
            <p:nvPr/>
          </p:nvSpPr>
          <p:spPr>
            <a:xfrm>
              <a:off x="4426949" y="2316802"/>
              <a:ext cx="762000" cy="76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35"/>
            <p:cNvSpPr/>
            <p:nvPr/>
          </p:nvSpPr>
          <p:spPr>
            <a:xfrm>
              <a:off x="4643053" y="2527939"/>
              <a:ext cx="329791" cy="339726"/>
            </a:xfrm>
            <a:custGeom>
              <a:avLst/>
              <a:gdLst>
                <a:gd name="connsiteX0" fmla="*/ 288471 w 590280"/>
                <a:gd name="connsiteY0" fmla="*/ 493393 h 608062"/>
                <a:gd name="connsiteX1" fmla="*/ 301667 w 590280"/>
                <a:gd name="connsiteY1" fmla="*/ 493393 h 608062"/>
                <a:gd name="connsiteX2" fmla="*/ 311369 w 590280"/>
                <a:gd name="connsiteY2" fmla="*/ 499110 h 608062"/>
                <a:gd name="connsiteX3" fmla="*/ 311078 w 590280"/>
                <a:gd name="connsiteY3" fmla="*/ 510446 h 608062"/>
                <a:gd name="connsiteX4" fmla="*/ 307876 w 590280"/>
                <a:gd name="connsiteY4" fmla="*/ 515485 h 608062"/>
                <a:gd name="connsiteX5" fmla="*/ 302249 w 590280"/>
                <a:gd name="connsiteY5" fmla="*/ 518585 h 608062"/>
                <a:gd name="connsiteX6" fmla="*/ 287889 w 590280"/>
                <a:gd name="connsiteY6" fmla="*/ 518585 h 608062"/>
                <a:gd name="connsiteX7" fmla="*/ 282261 w 590280"/>
                <a:gd name="connsiteY7" fmla="*/ 515485 h 608062"/>
                <a:gd name="connsiteX8" fmla="*/ 279059 w 590280"/>
                <a:gd name="connsiteY8" fmla="*/ 510446 h 608062"/>
                <a:gd name="connsiteX9" fmla="*/ 278768 w 590280"/>
                <a:gd name="connsiteY9" fmla="*/ 499110 h 608062"/>
                <a:gd name="connsiteX10" fmla="*/ 288471 w 590280"/>
                <a:gd name="connsiteY10" fmla="*/ 493393 h 608062"/>
                <a:gd name="connsiteX11" fmla="*/ 253371 w 590280"/>
                <a:gd name="connsiteY11" fmla="*/ 486196 h 608062"/>
                <a:gd name="connsiteX12" fmla="*/ 282769 w 590280"/>
                <a:gd name="connsiteY12" fmla="*/ 557899 h 608062"/>
                <a:gd name="connsiteX13" fmla="*/ 282769 w 590280"/>
                <a:gd name="connsiteY13" fmla="*/ 535807 h 608062"/>
                <a:gd name="connsiteX14" fmla="*/ 290337 w 590280"/>
                <a:gd name="connsiteY14" fmla="*/ 528249 h 608062"/>
                <a:gd name="connsiteX15" fmla="*/ 300039 w 590280"/>
                <a:gd name="connsiteY15" fmla="*/ 528249 h 608062"/>
                <a:gd name="connsiteX16" fmla="*/ 307607 w 590280"/>
                <a:gd name="connsiteY16" fmla="*/ 535807 h 608062"/>
                <a:gd name="connsiteX17" fmla="*/ 307607 w 590280"/>
                <a:gd name="connsiteY17" fmla="*/ 557608 h 608062"/>
                <a:gd name="connsiteX18" fmla="*/ 336810 w 590280"/>
                <a:gd name="connsiteY18" fmla="*/ 486196 h 608062"/>
                <a:gd name="connsiteX19" fmla="*/ 357767 w 590280"/>
                <a:gd name="connsiteY19" fmla="*/ 500634 h 608062"/>
                <a:gd name="connsiteX20" fmla="*/ 372417 w 590280"/>
                <a:gd name="connsiteY20" fmla="*/ 538907 h 608062"/>
                <a:gd name="connsiteX21" fmla="*/ 374843 w 590280"/>
                <a:gd name="connsiteY21" fmla="*/ 545109 h 608062"/>
                <a:gd name="connsiteX22" fmla="*/ 300039 w 590280"/>
                <a:gd name="connsiteY22" fmla="*/ 576987 h 608062"/>
                <a:gd name="connsiteX23" fmla="*/ 295188 w 590280"/>
                <a:gd name="connsiteY23" fmla="*/ 577084 h 608062"/>
                <a:gd name="connsiteX24" fmla="*/ 291016 w 590280"/>
                <a:gd name="connsiteY24" fmla="*/ 576987 h 608062"/>
                <a:gd name="connsiteX25" fmla="*/ 215436 w 590280"/>
                <a:gd name="connsiteY25" fmla="*/ 545109 h 608062"/>
                <a:gd name="connsiteX26" fmla="*/ 217764 w 590280"/>
                <a:gd name="connsiteY26" fmla="*/ 538907 h 608062"/>
                <a:gd name="connsiteX27" fmla="*/ 232221 w 590280"/>
                <a:gd name="connsiteY27" fmla="*/ 500827 h 608062"/>
                <a:gd name="connsiteX28" fmla="*/ 253371 w 590280"/>
                <a:gd name="connsiteY28" fmla="*/ 486196 h 608062"/>
                <a:gd name="connsiteX29" fmla="*/ 295188 w 590280"/>
                <a:gd name="connsiteY29" fmla="*/ 366279 h 608062"/>
                <a:gd name="connsiteX30" fmla="*/ 262960 w 590280"/>
                <a:gd name="connsiteY30" fmla="*/ 414607 h 608062"/>
                <a:gd name="connsiteX31" fmla="*/ 295188 w 590280"/>
                <a:gd name="connsiteY31" fmla="*/ 462839 h 608062"/>
                <a:gd name="connsiteX32" fmla="*/ 327320 w 590280"/>
                <a:gd name="connsiteY32" fmla="*/ 414607 h 608062"/>
                <a:gd name="connsiteX33" fmla="*/ 295188 w 590280"/>
                <a:gd name="connsiteY33" fmla="*/ 366279 h 608062"/>
                <a:gd name="connsiteX34" fmla="*/ 295188 w 590280"/>
                <a:gd name="connsiteY34" fmla="*/ 351557 h 608062"/>
                <a:gd name="connsiteX35" fmla="*/ 342172 w 590280"/>
                <a:gd name="connsiteY35" fmla="*/ 414607 h 608062"/>
                <a:gd name="connsiteX36" fmla="*/ 322757 w 590280"/>
                <a:gd name="connsiteY36" fmla="*/ 465551 h 608062"/>
                <a:gd name="connsiteX37" fmla="*/ 295188 w 590280"/>
                <a:gd name="connsiteY37" fmla="*/ 477657 h 608062"/>
                <a:gd name="connsiteX38" fmla="*/ 267522 w 590280"/>
                <a:gd name="connsiteY38" fmla="*/ 465551 h 608062"/>
                <a:gd name="connsiteX39" fmla="*/ 248108 w 590280"/>
                <a:gd name="connsiteY39" fmla="*/ 414607 h 608062"/>
                <a:gd name="connsiteX40" fmla="*/ 295188 w 590280"/>
                <a:gd name="connsiteY40" fmla="*/ 351557 h 608062"/>
                <a:gd name="connsiteX41" fmla="*/ 295188 w 590280"/>
                <a:gd name="connsiteY41" fmla="*/ 336295 h 608062"/>
                <a:gd name="connsiteX42" fmla="*/ 169427 w 590280"/>
                <a:gd name="connsiteY42" fmla="*/ 461860 h 608062"/>
                <a:gd name="connsiteX43" fmla="*/ 295188 w 590280"/>
                <a:gd name="connsiteY43" fmla="*/ 587425 h 608062"/>
                <a:gd name="connsiteX44" fmla="*/ 420852 w 590280"/>
                <a:gd name="connsiteY44" fmla="*/ 461860 h 608062"/>
                <a:gd name="connsiteX45" fmla="*/ 295188 w 590280"/>
                <a:gd name="connsiteY45" fmla="*/ 336295 h 608062"/>
                <a:gd name="connsiteX46" fmla="*/ 426654 w 590280"/>
                <a:gd name="connsiteY46" fmla="*/ 149810 h 608062"/>
                <a:gd name="connsiteX47" fmla="*/ 461485 w 590280"/>
                <a:gd name="connsiteY47" fmla="*/ 179065 h 608062"/>
                <a:gd name="connsiteX48" fmla="*/ 496315 w 590280"/>
                <a:gd name="connsiteY48" fmla="*/ 149810 h 608062"/>
                <a:gd name="connsiteX49" fmla="*/ 512615 w 590280"/>
                <a:gd name="connsiteY49" fmla="*/ 162500 h 608062"/>
                <a:gd name="connsiteX50" fmla="*/ 523966 w 590280"/>
                <a:gd name="connsiteY50" fmla="*/ 192142 h 608062"/>
                <a:gd name="connsiteX51" fmla="*/ 526974 w 590280"/>
                <a:gd name="connsiteY51" fmla="*/ 200086 h 608062"/>
                <a:gd name="connsiteX52" fmla="*/ 522899 w 590280"/>
                <a:gd name="connsiteY52" fmla="*/ 212679 h 608062"/>
                <a:gd name="connsiteX53" fmla="*/ 461485 w 590280"/>
                <a:gd name="connsiteY53" fmla="*/ 230890 h 608062"/>
                <a:gd name="connsiteX54" fmla="*/ 400070 w 590280"/>
                <a:gd name="connsiteY54" fmla="*/ 212679 h 608062"/>
                <a:gd name="connsiteX55" fmla="*/ 395995 w 590280"/>
                <a:gd name="connsiteY55" fmla="*/ 200086 h 608062"/>
                <a:gd name="connsiteX56" fmla="*/ 399003 w 590280"/>
                <a:gd name="connsiteY56" fmla="*/ 192239 h 608062"/>
                <a:gd name="connsiteX57" fmla="*/ 410451 w 590280"/>
                <a:gd name="connsiteY57" fmla="*/ 162500 h 608062"/>
                <a:gd name="connsiteX58" fmla="*/ 426654 w 590280"/>
                <a:gd name="connsiteY58" fmla="*/ 149810 h 608062"/>
                <a:gd name="connsiteX59" fmla="*/ 94788 w 590280"/>
                <a:gd name="connsiteY59" fmla="*/ 142613 h 608062"/>
                <a:gd name="connsiteX60" fmla="*/ 107988 w 590280"/>
                <a:gd name="connsiteY60" fmla="*/ 174970 h 608062"/>
                <a:gd name="connsiteX61" fmla="*/ 130991 w 590280"/>
                <a:gd name="connsiteY61" fmla="*/ 190374 h 608062"/>
                <a:gd name="connsiteX62" fmla="*/ 153994 w 590280"/>
                <a:gd name="connsiteY62" fmla="*/ 174970 h 608062"/>
                <a:gd name="connsiteX63" fmla="*/ 167194 w 590280"/>
                <a:gd name="connsiteY63" fmla="*/ 142613 h 608062"/>
                <a:gd name="connsiteX64" fmla="*/ 179229 w 590280"/>
                <a:gd name="connsiteY64" fmla="*/ 150848 h 608062"/>
                <a:gd name="connsiteX65" fmla="*/ 193788 w 590280"/>
                <a:gd name="connsiteY65" fmla="*/ 188145 h 608062"/>
                <a:gd name="connsiteX66" fmla="*/ 196894 w 590280"/>
                <a:gd name="connsiteY66" fmla="*/ 196186 h 608062"/>
                <a:gd name="connsiteX67" fmla="*/ 193011 w 590280"/>
                <a:gd name="connsiteY67" fmla="*/ 208393 h 608062"/>
                <a:gd name="connsiteX68" fmla="*/ 130991 w 590280"/>
                <a:gd name="connsiteY68" fmla="*/ 227574 h 608062"/>
                <a:gd name="connsiteX69" fmla="*/ 68970 w 590280"/>
                <a:gd name="connsiteY69" fmla="*/ 208393 h 608062"/>
                <a:gd name="connsiteX70" fmla="*/ 65088 w 590280"/>
                <a:gd name="connsiteY70" fmla="*/ 196186 h 608062"/>
                <a:gd name="connsiteX71" fmla="*/ 68194 w 590280"/>
                <a:gd name="connsiteY71" fmla="*/ 188145 h 608062"/>
                <a:gd name="connsiteX72" fmla="*/ 81200 w 590280"/>
                <a:gd name="connsiteY72" fmla="*/ 154723 h 608062"/>
                <a:gd name="connsiteX73" fmla="*/ 94788 w 590280"/>
                <a:gd name="connsiteY73" fmla="*/ 142613 h 608062"/>
                <a:gd name="connsiteX74" fmla="*/ 131088 w 590280"/>
                <a:gd name="connsiteY74" fmla="*/ 70440 h 608062"/>
                <a:gd name="connsiteX75" fmla="*/ 105944 w 590280"/>
                <a:gd name="connsiteY75" fmla="*/ 87488 h 608062"/>
                <a:gd name="connsiteX76" fmla="*/ 130991 w 590280"/>
                <a:gd name="connsiteY76" fmla="*/ 123329 h 608062"/>
                <a:gd name="connsiteX77" fmla="*/ 156038 w 590280"/>
                <a:gd name="connsiteY77" fmla="*/ 86907 h 608062"/>
                <a:gd name="connsiteX78" fmla="*/ 131088 w 590280"/>
                <a:gd name="connsiteY78" fmla="*/ 70440 h 608062"/>
                <a:gd name="connsiteX79" fmla="*/ 461485 w 590280"/>
                <a:gd name="connsiteY79" fmla="*/ 52732 h 608062"/>
                <a:gd name="connsiteX80" fmla="*/ 435473 w 590280"/>
                <a:gd name="connsiteY80" fmla="*/ 91685 h 608062"/>
                <a:gd name="connsiteX81" fmla="*/ 461485 w 590280"/>
                <a:gd name="connsiteY81" fmla="*/ 130735 h 608062"/>
                <a:gd name="connsiteX82" fmla="*/ 487498 w 590280"/>
                <a:gd name="connsiteY82" fmla="*/ 91685 h 608062"/>
                <a:gd name="connsiteX83" fmla="*/ 461485 w 590280"/>
                <a:gd name="connsiteY83" fmla="*/ 52732 h 608062"/>
                <a:gd name="connsiteX84" fmla="*/ 461485 w 590280"/>
                <a:gd name="connsiteY84" fmla="*/ 40716 h 608062"/>
                <a:gd name="connsiteX85" fmla="*/ 499533 w 590280"/>
                <a:gd name="connsiteY85" fmla="*/ 91685 h 608062"/>
                <a:gd name="connsiteX86" fmla="*/ 479539 w 590280"/>
                <a:gd name="connsiteY86" fmla="*/ 136355 h 608062"/>
                <a:gd name="connsiteX87" fmla="*/ 479539 w 590280"/>
                <a:gd name="connsiteY87" fmla="*/ 149631 h 608062"/>
                <a:gd name="connsiteX88" fmla="*/ 483809 w 590280"/>
                <a:gd name="connsiteY88" fmla="*/ 149631 h 608062"/>
                <a:gd name="connsiteX89" fmla="*/ 461485 w 590280"/>
                <a:gd name="connsiteY89" fmla="*/ 167169 h 608062"/>
                <a:gd name="connsiteX90" fmla="*/ 439161 w 590280"/>
                <a:gd name="connsiteY90" fmla="*/ 149631 h 608062"/>
                <a:gd name="connsiteX91" fmla="*/ 443529 w 590280"/>
                <a:gd name="connsiteY91" fmla="*/ 149631 h 608062"/>
                <a:gd name="connsiteX92" fmla="*/ 443529 w 590280"/>
                <a:gd name="connsiteY92" fmla="*/ 136355 h 608062"/>
                <a:gd name="connsiteX93" fmla="*/ 423534 w 590280"/>
                <a:gd name="connsiteY93" fmla="*/ 91685 h 608062"/>
                <a:gd name="connsiteX94" fmla="*/ 461485 w 590280"/>
                <a:gd name="connsiteY94" fmla="*/ 40716 h 608062"/>
                <a:gd name="connsiteX95" fmla="*/ 130991 w 590280"/>
                <a:gd name="connsiteY95" fmla="*/ 32178 h 608062"/>
                <a:gd name="connsiteX96" fmla="*/ 173416 w 590280"/>
                <a:gd name="connsiteY96" fmla="*/ 86326 h 608062"/>
                <a:gd name="connsiteX97" fmla="*/ 185162 w 590280"/>
                <a:gd name="connsiteY97" fmla="*/ 114611 h 608062"/>
                <a:gd name="connsiteX98" fmla="*/ 185648 w 590280"/>
                <a:gd name="connsiteY98" fmla="*/ 120810 h 608062"/>
                <a:gd name="connsiteX99" fmla="*/ 180405 w 590280"/>
                <a:gd name="connsiteY99" fmla="*/ 124007 h 608062"/>
                <a:gd name="connsiteX100" fmla="*/ 154582 w 590280"/>
                <a:gd name="connsiteY100" fmla="*/ 124007 h 608062"/>
                <a:gd name="connsiteX101" fmla="*/ 148563 w 590280"/>
                <a:gd name="connsiteY101" fmla="*/ 129431 h 608062"/>
                <a:gd name="connsiteX102" fmla="*/ 148563 w 590280"/>
                <a:gd name="connsiteY102" fmla="*/ 142024 h 608062"/>
                <a:gd name="connsiteX103" fmla="*/ 154194 w 590280"/>
                <a:gd name="connsiteY103" fmla="*/ 142024 h 608062"/>
                <a:gd name="connsiteX104" fmla="*/ 142641 w 590280"/>
                <a:gd name="connsiteY104" fmla="*/ 170308 h 608062"/>
                <a:gd name="connsiteX105" fmla="*/ 119341 w 590280"/>
                <a:gd name="connsiteY105" fmla="*/ 170308 h 608062"/>
                <a:gd name="connsiteX106" fmla="*/ 107692 w 590280"/>
                <a:gd name="connsiteY106" fmla="*/ 142024 h 608062"/>
                <a:gd name="connsiteX107" fmla="*/ 113420 w 590280"/>
                <a:gd name="connsiteY107" fmla="*/ 142024 h 608062"/>
                <a:gd name="connsiteX108" fmla="*/ 113420 w 590280"/>
                <a:gd name="connsiteY108" fmla="*/ 129431 h 608062"/>
                <a:gd name="connsiteX109" fmla="*/ 107401 w 590280"/>
                <a:gd name="connsiteY109" fmla="*/ 124007 h 608062"/>
                <a:gd name="connsiteX110" fmla="*/ 81674 w 590280"/>
                <a:gd name="connsiteY110" fmla="*/ 124007 h 608062"/>
                <a:gd name="connsiteX111" fmla="*/ 76335 w 590280"/>
                <a:gd name="connsiteY111" fmla="*/ 120810 h 608062"/>
                <a:gd name="connsiteX112" fmla="*/ 76820 w 590280"/>
                <a:gd name="connsiteY112" fmla="*/ 114611 h 608062"/>
                <a:gd name="connsiteX113" fmla="*/ 88567 w 590280"/>
                <a:gd name="connsiteY113" fmla="*/ 86520 h 608062"/>
                <a:gd name="connsiteX114" fmla="*/ 130991 w 590280"/>
                <a:gd name="connsiteY114" fmla="*/ 32178 h 608062"/>
                <a:gd name="connsiteX115" fmla="*/ 461996 w 590280"/>
                <a:gd name="connsiteY115" fmla="*/ 27613 h 608062"/>
                <a:gd name="connsiteX116" fmla="*/ 354284 w 590280"/>
                <a:gd name="connsiteY116" fmla="*/ 135061 h 608062"/>
                <a:gd name="connsiteX117" fmla="*/ 461996 w 590280"/>
                <a:gd name="connsiteY117" fmla="*/ 242508 h 608062"/>
                <a:gd name="connsiteX118" fmla="*/ 569611 w 590280"/>
                <a:gd name="connsiteY118" fmla="*/ 135061 h 608062"/>
                <a:gd name="connsiteX119" fmla="*/ 461996 w 590280"/>
                <a:gd name="connsiteY119" fmla="*/ 27613 h 608062"/>
                <a:gd name="connsiteX120" fmla="*/ 130224 w 590280"/>
                <a:gd name="connsiteY120" fmla="*/ 20637 h 608062"/>
                <a:gd name="connsiteX121" fmla="*/ 20669 w 590280"/>
                <a:gd name="connsiteY121" fmla="*/ 130022 h 608062"/>
                <a:gd name="connsiteX122" fmla="*/ 130224 w 590280"/>
                <a:gd name="connsiteY122" fmla="*/ 239408 h 608062"/>
                <a:gd name="connsiteX123" fmla="*/ 239877 w 590280"/>
                <a:gd name="connsiteY123" fmla="*/ 130022 h 608062"/>
                <a:gd name="connsiteX124" fmla="*/ 130224 w 590280"/>
                <a:gd name="connsiteY124" fmla="*/ 20637 h 608062"/>
                <a:gd name="connsiteX125" fmla="*/ 130224 w 590280"/>
                <a:gd name="connsiteY125" fmla="*/ 0 h 608062"/>
                <a:gd name="connsiteX126" fmla="*/ 260546 w 590280"/>
                <a:gd name="connsiteY126" fmla="*/ 130022 h 608062"/>
                <a:gd name="connsiteX127" fmla="*/ 235316 w 590280"/>
                <a:gd name="connsiteY127" fmla="*/ 206854 h 608062"/>
                <a:gd name="connsiteX128" fmla="*/ 295188 w 590280"/>
                <a:gd name="connsiteY128" fmla="*/ 266536 h 608062"/>
                <a:gd name="connsiteX129" fmla="*/ 355449 w 590280"/>
                <a:gd name="connsiteY129" fmla="*/ 206369 h 608062"/>
                <a:gd name="connsiteX130" fmla="*/ 333615 w 590280"/>
                <a:gd name="connsiteY130" fmla="*/ 135061 h 608062"/>
                <a:gd name="connsiteX131" fmla="*/ 461996 w 590280"/>
                <a:gd name="connsiteY131" fmla="*/ 6976 h 608062"/>
                <a:gd name="connsiteX132" fmla="*/ 590280 w 590280"/>
                <a:gd name="connsiteY132" fmla="*/ 135061 h 608062"/>
                <a:gd name="connsiteX133" fmla="*/ 461996 w 590280"/>
                <a:gd name="connsiteY133" fmla="*/ 263145 h 608062"/>
                <a:gd name="connsiteX134" fmla="*/ 383687 w 590280"/>
                <a:gd name="connsiteY134" fmla="*/ 236501 h 608062"/>
                <a:gd name="connsiteX135" fmla="*/ 315760 w 590280"/>
                <a:gd name="connsiteY135" fmla="*/ 304322 h 608062"/>
                <a:gd name="connsiteX136" fmla="*/ 315760 w 590280"/>
                <a:gd name="connsiteY136" fmla="*/ 317111 h 608062"/>
                <a:gd name="connsiteX137" fmla="*/ 441522 w 590280"/>
                <a:gd name="connsiteY137" fmla="*/ 461860 h 608062"/>
                <a:gd name="connsiteX138" fmla="*/ 295188 w 590280"/>
                <a:gd name="connsiteY138" fmla="*/ 608062 h 608062"/>
                <a:gd name="connsiteX139" fmla="*/ 148758 w 590280"/>
                <a:gd name="connsiteY139" fmla="*/ 461860 h 608062"/>
                <a:gd name="connsiteX140" fmla="*/ 274422 w 590280"/>
                <a:gd name="connsiteY140" fmla="*/ 317111 h 608062"/>
                <a:gd name="connsiteX141" fmla="*/ 274422 w 590280"/>
                <a:gd name="connsiteY141" fmla="*/ 304322 h 608062"/>
                <a:gd name="connsiteX142" fmla="*/ 205914 w 590280"/>
                <a:gd name="connsiteY142" fmla="*/ 235823 h 608062"/>
                <a:gd name="connsiteX143" fmla="*/ 130224 w 590280"/>
                <a:gd name="connsiteY143" fmla="*/ 260141 h 608062"/>
                <a:gd name="connsiteX144" fmla="*/ 0 w 590280"/>
                <a:gd name="connsiteY144" fmla="*/ 130022 h 608062"/>
                <a:gd name="connsiteX145" fmla="*/ 130224 w 590280"/>
                <a:gd name="connsiteY145" fmla="*/ 0 h 60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90280" h="608062">
                  <a:moveTo>
                    <a:pt x="288471" y="493393"/>
                  </a:moveTo>
                  <a:lnTo>
                    <a:pt x="301667" y="493393"/>
                  </a:lnTo>
                  <a:cubicBezTo>
                    <a:pt x="305742" y="493393"/>
                    <a:pt x="309429" y="495622"/>
                    <a:pt x="311369" y="499110"/>
                  </a:cubicBezTo>
                  <a:cubicBezTo>
                    <a:pt x="313310" y="502695"/>
                    <a:pt x="313213" y="506958"/>
                    <a:pt x="311078" y="510446"/>
                  </a:cubicBezTo>
                  <a:lnTo>
                    <a:pt x="307876" y="515485"/>
                  </a:lnTo>
                  <a:cubicBezTo>
                    <a:pt x="306712" y="517423"/>
                    <a:pt x="304577" y="518585"/>
                    <a:pt x="302249" y="518585"/>
                  </a:cubicBezTo>
                  <a:lnTo>
                    <a:pt x="287889" y="518585"/>
                  </a:lnTo>
                  <a:cubicBezTo>
                    <a:pt x="285560" y="518585"/>
                    <a:pt x="283523" y="517423"/>
                    <a:pt x="282261" y="515485"/>
                  </a:cubicBezTo>
                  <a:lnTo>
                    <a:pt x="279059" y="510446"/>
                  </a:lnTo>
                  <a:cubicBezTo>
                    <a:pt x="276925" y="506958"/>
                    <a:pt x="276828" y="502695"/>
                    <a:pt x="278768" y="499110"/>
                  </a:cubicBezTo>
                  <a:cubicBezTo>
                    <a:pt x="280709" y="495622"/>
                    <a:pt x="284493" y="493393"/>
                    <a:pt x="288471" y="493393"/>
                  </a:cubicBezTo>
                  <a:close/>
                  <a:moveTo>
                    <a:pt x="253371" y="486196"/>
                  </a:moveTo>
                  <a:lnTo>
                    <a:pt x="282769" y="557899"/>
                  </a:lnTo>
                  <a:lnTo>
                    <a:pt x="282769" y="535807"/>
                  </a:lnTo>
                  <a:cubicBezTo>
                    <a:pt x="282769" y="531640"/>
                    <a:pt x="286068" y="528249"/>
                    <a:pt x="290337" y="528249"/>
                  </a:cubicBezTo>
                  <a:lnTo>
                    <a:pt x="300039" y="528249"/>
                  </a:lnTo>
                  <a:cubicBezTo>
                    <a:pt x="304211" y="528249"/>
                    <a:pt x="307607" y="531640"/>
                    <a:pt x="307607" y="535807"/>
                  </a:cubicBezTo>
                  <a:lnTo>
                    <a:pt x="307607" y="557608"/>
                  </a:lnTo>
                  <a:lnTo>
                    <a:pt x="336810" y="486196"/>
                  </a:lnTo>
                  <a:cubicBezTo>
                    <a:pt x="346124" y="486196"/>
                    <a:pt x="354468" y="491913"/>
                    <a:pt x="357767" y="500634"/>
                  </a:cubicBezTo>
                  <a:lnTo>
                    <a:pt x="372417" y="538907"/>
                  </a:lnTo>
                  <a:lnTo>
                    <a:pt x="374843" y="545109"/>
                  </a:lnTo>
                  <a:cubicBezTo>
                    <a:pt x="355147" y="563906"/>
                    <a:pt x="328951" y="575825"/>
                    <a:pt x="300039" y="576987"/>
                  </a:cubicBezTo>
                  <a:cubicBezTo>
                    <a:pt x="298389" y="577084"/>
                    <a:pt x="296740" y="577084"/>
                    <a:pt x="295188" y="577084"/>
                  </a:cubicBezTo>
                  <a:cubicBezTo>
                    <a:pt x="293732" y="577084"/>
                    <a:pt x="292374" y="577084"/>
                    <a:pt x="291016" y="576987"/>
                  </a:cubicBezTo>
                  <a:cubicBezTo>
                    <a:pt x="261715" y="575921"/>
                    <a:pt x="235228" y="564003"/>
                    <a:pt x="215436" y="545109"/>
                  </a:cubicBezTo>
                  <a:lnTo>
                    <a:pt x="217764" y="538907"/>
                  </a:lnTo>
                  <a:lnTo>
                    <a:pt x="232221" y="500827"/>
                  </a:lnTo>
                  <a:cubicBezTo>
                    <a:pt x="235519" y="492010"/>
                    <a:pt x="243960" y="486196"/>
                    <a:pt x="253371" y="486196"/>
                  </a:cubicBezTo>
                  <a:close/>
                  <a:moveTo>
                    <a:pt x="295188" y="366279"/>
                  </a:moveTo>
                  <a:cubicBezTo>
                    <a:pt x="277715" y="366279"/>
                    <a:pt x="262960" y="388457"/>
                    <a:pt x="262960" y="414607"/>
                  </a:cubicBezTo>
                  <a:cubicBezTo>
                    <a:pt x="262960" y="440757"/>
                    <a:pt x="277715" y="462839"/>
                    <a:pt x="295188" y="462839"/>
                  </a:cubicBezTo>
                  <a:cubicBezTo>
                    <a:pt x="312564" y="462839"/>
                    <a:pt x="327320" y="440757"/>
                    <a:pt x="327320" y="414607"/>
                  </a:cubicBezTo>
                  <a:cubicBezTo>
                    <a:pt x="327320" y="388457"/>
                    <a:pt x="312564" y="366279"/>
                    <a:pt x="295188" y="366279"/>
                  </a:cubicBezTo>
                  <a:close/>
                  <a:moveTo>
                    <a:pt x="295188" y="351557"/>
                  </a:moveTo>
                  <a:cubicBezTo>
                    <a:pt x="321107" y="351557"/>
                    <a:pt x="342172" y="379838"/>
                    <a:pt x="342172" y="414607"/>
                  </a:cubicBezTo>
                  <a:cubicBezTo>
                    <a:pt x="342172" y="435527"/>
                    <a:pt x="334503" y="454026"/>
                    <a:pt x="322757" y="465551"/>
                  </a:cubicBezTo>
                  <a:cubicBezTo>
                    <a:pt x="314991" y="473105"/>
                    <a:pt x="305478" y="477657"/>
                    <a:pt x="295188" y="477657"/>
                  </a:cubicBezTo>
                  <a:cubicBezTo>
                    <a:pt x="284801" y="477657"/>
                    <a:pt x="275288" y="473105"/>
                    <a:pt x="267522" y="465551"/>
                  </a:cubicBezTo>
                  <a:cubicBezTo>
                    <a:pt x="255777" y="454026"/>
                    <a:pt x="248108" y="435527"/>
                    <a:pt x="248108" y="414607"/>
                  </a:cubicBezTo>
                  <a:cubicBezTo>
                    <a:pt x="248108" y="379838"/>
                    <a:pt x="269173" y="351557"/>
                    <a:pt x="295188" y="351557"/>
                  </a:cubicBezTo>
                  <a:close/>
                  <a:moveTo>
                    <a:pt x="295188" y="336295"/>
                  </a:moveTo>
                  <a:cubicBezTo>
                    <a:pt x="225806" y="336295"/>
                    <a:pt x="169427" y="392586"/>
                    <a:pt x="169427" y="461860"/>
                  </a:cubicBezTo>
                  <a:cubicBezTo>
                    <a:pt x="169427" y="531037"/>
                    <a:pt x="225806" y="587425"/>
                    <a:pt x="295188" y="587425"/>
                  </a:cubicBezTo>
                  <a:cubicBezTo>
                    <a:pt x="364473" y="587425"/>
                    <a:pt x="420852" y="531037"/>
                    <a:pt x="420852" y="461860"/>
                  </a:cubicBezTo>
                  <a:cubicBezTo>
                    <a:pt x="420852" y="392586"/>
                    <a:pt x="364473" y="336295"/>
                    <a:pt x="295188" y="336295"/>
                  </a:cubicBezTo>
                  <a:close/>
                  <a:moveTo>
                    <a:pt x="426654" y="149810"/>
                  </a:moveTo>
                  <a:cubicBezTo>
                    <a:pt x="429565" y="166375"/>
                    <a:pt x="444021" y="179065"/>
                    <a:pt x="461485" y="179065"/>
                  </a:cubicBezTo>
                  <a:cubicBezTo>
                    <a:pt x="478948" y="179065"/>
                    <a:pt x="493405" y="166375"/>
                    <a:pt x="496315" y="149810"/>
                  </a:cubicBezTo>
                  <a:cubicBezTo>
                    <a:pt x="503689" y="150682"/>
                    <a:pt x="509995" y="155622"/>
                    <a:pt x="512615" y="162500"/>
                  </a:cubicBezTo>
                  <a:lnTo>
                    <a:pt x="523966" y="192142"/>
                  </a:lnTo>
                  <a:lnTo>
                    <a:pt x="526974" y="200086"/>
                  </a:lnTo>
                  <a:cubicBezTo>
                    <a:pt x="528817" y="204735"/>
                    <a:pt x="527071" y="209966"/>
                    <a:pt x="522899" y="212679"/>
                  </a:cubicBezTo>
                  <a:cubicBezTo>
                    <a:pt x="505144" y="224206"/>
                    <a:pt x="484091" y="230890"/>
                    <a:pt x="461485" y="230890"/>
                  </a:cubicBezTo>
                  <a:cubicBezTo>
                    <a:pt x="438879" y="230890"/>
                    <a:pt x="417825" y="224206"/>
                    <a:pt x="400070" y="212679"/>
                  </a:cubicBezTo>
                  <a:cubicBezTo>
                    <a:pt x="395898" y="209966"/>
                    <a:pt x="394249" y="204735"/>
                    <a:pt x="395995" y="200086"/>
                  </a:cubicBezTo>
                  <a:lnTo>
                    <a:pt x="399003" y="192239"/>
                  </a:lnTo>
                  <a:lnTo>
                    <a:pt x="410451" y="162500"/>
                  </a:lnTo>
                  <a:cubicBezTo>
                    <a:pt x="413071" y="155622"/>
                    <a:pt x="419280" y="150682"/>
                    <a:pt x="426654" y="149810"/>
                  </a:cubicBezTo>
                  <a:close/>
                  <a:moveTo>
                    <a:pt x="94788" y="142613"/>
                  </a:moveTo>
                  <a:lnTo>
                    <a:pt x="107988" y="174970"/>
                  </a:lnTo>
                  <a:cubicBezTo>
                    <a:pt x="111870" y="184367"/>
                    <a:pt x="120897" y="190374"/>
                    <a:pt x="130991" y="190374"/>
                  </a:cubicBezTo>
                  <a:cubicBezTo>
                    <a:pt x="141085" y="190374"/>
                    <a:pt x="150111" y="184367"/>
                    <a:pt x="153994" y="174970"/>
                  </a:cubicBezTo>
                  <a:lnTo>
                    <a:pt x="167194" y="142613"/>
                  </a:lnTo>
                  <a:cubicBezTo>
                    <a:pt x="172532" y="142613"/>
                    <a:pt x="177288" y="145907"/>
                    <a:pt x="179229" y="150848"/>
                  </a:cubicBezTo>
                  <a:lnTo>
                    <a:pt x="193788" y="188145"/>
                  </a:lnTo>
                  <a:lnTo>
                    <a:pt x="196894" y="196186"/>
                  </a:lnTo>
                  <a:cubicBezTo>
                    <a:pt x="198641" y="200642"/>
                    <a:pt x="196991" y="205777"/>
                    <a:pt x="193011" y="208393"/>
                  </a:cubicBezTo>
                  <a:cubicBezTo>
                    <a:pt x="175347" y="220502"/>
                    <a:pt x="153994" y="227574"/>
                    <a:pt x="130991" y="227574"/>
                  </a:cubicBezTo>
                  <a:cubicBezTo>
                    <a:pt x="107988" y="227574"/>
                    <a:pt x="86635" y="220502"/>
                    <a:pt x="68970" y="208393"/>
                  </a:cubicBezTo>
                  <a:cubicBezTo>
                    <a:pt x="64991" y="205680"/>
                    <a:pt x="63438" y="200642"/>
                    <a:pt x="65088" y="196186"/>
                  </a:cubicBezTo>
                  <a:lnTo>
                    <a:pt x="68194" y="188145"/>
                  </a:lnTo>
                  <a:lnTo>
                    <a:pt x="81200" y="154723"/>
                  </a:lnTo>
                  <a:cubicBezTo>
                    <a:pt x="83529" y="148813"/>
                    <a:pt x="88576" y="144260"/>
                    <a:pt x="94788" y="142613"/>
                  </a:cubicBezTo>
                  <a:close/>
                  <a:moveTo>
                    <a:pt x="131088" y="70440"/>
                  </a:moveTo>
                  <a:cubicBezTo>
                    <a:pt x="117400" y="70440"/>
                    <a:pt x="106333" y="77996"/>
                    <a:pt x="105944" y="87488"/>
                  </a:cubicBezTo>
                  <a:cubicBezTo>
                    <a:pt x="106721" y="107055"/>
                    <a:pt x="117788" y="123329"/>
                    <a:pt x="130991" y="123329"/>
                  </a:cubicBezTo>
                  <a:cubicBezTo>
                    <a:pt x="144291" y="123329"/>
                    <a:pt x="155553" y="106765"/>
                    <a:pt x="156038" y="86907"/>
                  </a:cubicBezTo>
                  <a:cubicBezTo>
                    <a:pt x="155164" y="77705"/>
                    <a:pt x="144485" y="70440"/>
                    <a:pt x="131088" y="70440"/>
                  </a:cubicBezTo>
                  <a:close/>
                  <a:moveTo>
                    <a:pt x="461485" y="52732"/>
                  </a:moveTo>
                  <a:cubicBezTo>
                    <a:pt x="447411" y="52732"/>
                    <a:pt x="435473" y="70561"/>
                    <a:pt x="435473" y="91685"/>
                  </a:cubicBezTo>
                  <a:cubicBezTo>
                    <a:pt x="435473" y="112906"/>
                    <a:pt x="447411" y="130735"/>
                    <a:pt x="461485" y="130735"/>
                  </a:cubicBezTo>
                  <a:cubicBezTo>
                    <a:pt x="475559" y="130735"/>
                    <a:pt x="487498" y="112906"/>
                    <a:pt x="487498" y="91685"/>
                  </a:cubicBezTo>
                  <a:cubicBezTo>
                    <a:pt x="487498" y="70561"/>
                    <a:pt x="475559" y="52732"/>
                    <a:pt x="461485" y="52732"/>
                  </a:cubicBezTo>
                  <a:close/>
                  <a:moveTo>
                    <a:pt x="461485" y="40716"/>
                  </a:moveTo>
                  <a:cubicBezTo>
                    <a:pt x="482450" y="40716"/>
                    <a:pt x="499533" y="63584"/>
                    <a:pt x="499533" y="91685"/>
                  </a:cubicBezTo>
                  <a:cubicBezTo>
                    <a:pt x="499533" y="111065"/>
                    <a:pt x="491380" y="127731"/>
                    <a:pt x="479539" y="136355"/>
                  </a:cubicBezTo>
                  <a:lnTo>
                    <a:pt x="479539" y="149631"/>
                  </a:lnTo>
                  <a:lnTo>
                    <a:pt x="483809" y="149631"/>
                  </a:lnTo>
                  <a:cubicBezTo>
                    <a:pt x="481092" y="159611"/>
                    <a:pt x="472356" y="167169"/>
                    <a:pt x="461485" y="167169"/>
                  </a:cubicBezTo>
                  <a:cubicBezTo>
                    <a:pt x="450614" y="167169"/>
                    <a:pt x="441879" y="159611"/>
                    <a:pt x="439161" y="149631"/>
                  </a:cubicBezTo>
                  <a:lnTo>
                    <a:pt x="443529" y="149631"/>
                  </a:lnTo>
                  <a:lnTo>
                    <a:pt x="443529" y="136355"/>
                  </a:lnTo>
                  <a:cubicBezTo>
                    <a:pt x="431687" y="127731"/>
                    <a:pt x="423534" y="111065"/>
                    <a:pt x="423534" y="91685"/>
                  </a:cubicBezTo>
                  <a:cubicBezTo>
                    <a:pt x="423534" y="63584"/>
                    <a:pt x="440520" y="40716"/>
                    <a:pt x="461485" y="40716"/>
                  </a:cubicBezTo>
                  <a:close/>
                  <a:moveTo>
                    <a:pt x="130991" y="32178"/>
                  </a:moveTo>
                  <a:cubicBezTo>
                    <a:pt x="164193" y="32178"/>
                    <a:pt x="172639" y="81483"/>
                    <a:pt x="173416" y="86326"/>
                  </a:cubicBezTo>
                  <a:cubicBezTo>
                    <a:pt x="174678" y="95528"/>
                    <a:pt x="179241" y="106377"/>
                    <a:pt x="185162" y="114611"/>
                  </a:cubicBezTo>
                  <a:cubicBezTo>
                    <a:pt x="186522" y="116451"/>
                    <a:pt x="186716" y="118776"/>
                    <a:pt x="185648" y="120810"/>
                  </a:cubicBezTo>
                  <a:cubicBezTo>
                    <a:pt x="184677" y="122747"/>
                    <a:pt x="182541" y="124007"/>
                    <a:pt x="180405" y="124007"/>
                  </a:cubicBezTo>
                  <a:lnTo>
                    <a:pt x="154582" y="124007"/>
                  </a:lnTo>
                  <a:cubicBezTo>
                    <a:pt x="152737" y="126041"/>
                    <a:pt x="150699" y="127881"/>
                    <a:pt x="148563" y="129431"/>
                  </a:cubicBezTo>
                  <a:lnTo>
                    <a:pt x="148563" y="142024"/>
                  </a:lnTo>
                  <a:lnTo>
                    <a:pt x="154194" y="142024"/>
                  </a:lnTo>
                  <a:lnTo>
                    <a:pt x="142641" y="170308"/>
                  </a:lnTo>
                  <a:cubicBezTo>
                    <a:pt x="138758" y="179801"/>
                    <a:pt x="123225" y="179801"/>
                    <a:pt x="119341" y="170308"/>
                  </a:cubicBezTo>
                  <a:lnTo>
                    <a:pt x="107692" y="142024"/>
                  </a:lnTo>
                  <a:lnTo>
                    <a:pt x="113420" y="142024"/>
                  </a:lnTo>
                  <a:lnTo>
                    <a:pt x="113420" y="129431"/>
                  </a:lnTo>
                  <a:cubicBezTo>
                    <a:pt x="111284" y="127881"/>
                    <a:pt x="109245" y="126041"/>
                    <a:pt x="107401" y="124007"/>
                  </a:cubicBezTo>
                  <a:lnTo>
                    <a:pt x="81674" y="124007"/>
                  </a:lnTo>
                  <a:cubicBezTo>
                    <a:pt x="79441" y="124007"/>
                    <a:pt x="77402" y="122747"/>
                    <a:pt x="76335" y="120810"/>
                  </a:cubicBezTo>
                  <a:cubicBezTo>
                    <a:pt x="75364" y="118776"/>
                    <a:pt x="75558" y="116451"/>
                    <a:pt x="76820" y="114611"/>
                  </a:cubicBezTo>
                  <a:cubicBezTo>
                    <a:pt x="82742" y="106377"/>
                    <a:pt x="88567" y="95722"/>
                    <a:pt x="88567" y="86520"/>
                  </a:cubicBezTo>
                  <a:cubicBezTo>
                    <a:pt x="88567" y="72474"/>
                    <a:pt x="100896" y="32178"/>
                    <a:pt x="130991" y="32178"/>
                  </a:cubicBezTo>
                  <a:close/>
                  <a:moveTo>
                    <a:pt x="461996" y="27613"/>
                  </a:moveTo>
                  <a:cubicBezTo>
                    <a:pt x="402609" y="27613"/>
                    <a:pt x="354284" y="75766"/>
                    <a:pt x="354284" y="135061"/>
                  </a:cubicBezTo>
                  <a:cubicBezTo>
                    <a:pt x="354284" y="194355"/>
                    <a:pt x="402609" y="242508"/>
                    <a:pt x="461996" y="242508"/>
                  </a:cubicBezTo>
                  <a:cubicBezTo>
                    <a:pt x="521286" y="242508"/>
                    <a:pt x="569611" y="194355"/>
                    <a:pt x="569611" y="135061"/>
                  </a:cubicBezTo>
                  <a:cubicBezTo>
                    <a:pt x="569611" y="75766"/>
                    <a:pt x="521286" y="27613"/>
                    <a:pt x="461996" y="27613"/>
                  </a:cubicBezTo>
                  <a:close/>
                  <a:moveTo>
                    <a:pt x="130224" y="20637"/>
                  </a:moveTo>
                  <a:cubicBezTo>
                    <a:pt x="69867" y="20637"/>
                    <a:pt x="20669" y="69759"/>
                    <a:pt x="20669" y="130022"/>
                  </a:cubicBezTo>
                  <a:cubicBezTo>
                    <a:pt x="20669" y="190383"/>
                    <a:pt x="69867" y="239408"/>
                    <a:pt x="130224" y="239408"/>
                  </a:cubicBezTo>
                  <a:cubicBezTo>
                    <a:pt x="190679" y="239408"/>
                    <a:pt x="239877" y="190383"/>
                    <a:pt x="239877" y="130022"/>
                  </a:cubicBezTo>
                  <a:cubicBezTo>
                    <a:pt x="239877" y="69759"/>
                    <a:pt x="190679" y="20637"/>
                    <a:pt x="130224" y="20637"/>
                  </a:cubicBezTo>
                  <a:close/>
                  <a:moveTo>
                    <a:pt x="130224" y="0"/>
                  </a:moveTo>
                  <a:cubicBezTo>
                    <a:pt x="202032" y="0"/>
                    <a:pt x="260546" y="58326"/>
                    <a:pt x="260546" y="130022"/>
                  </a:cubicBezTo>
                  <a:cubicBezTo>
                    <a:pt x="260546" y="158701"/>
                    <a:pt x="251133" y="185248"/>
                    <a:pt x="235316" y="206854"/>
                  </a:cubicBezTo>
                  <a:lnTo>
                    <a:pt x="295188" y="266536"/>
                  </a:lnTo>
                  <a:lnTo>
                    <a:pt x="355449" y="206369"/>
                  </a:lnTo>
                  <a:cubicBezTo>
                    <a:pt x="341669" y="186023"/>
                    <a:pt x="333615" y="161414"/>
                    <a:pt x="333615" y="135061"/>
                  </a:cubicBezTo>
                  <a:cubicBezTo>
                    <a:pt x="333615" y="64430"/>
                    <a:pt x="391256" y="6976"/>
                    <a:pt x="461996" y="6976"/>
                  </a:cubicBezTo>
                  <a:cubicBezTo>
                    <a:pt x="532737" y="6976"/>
                    <a:pt x="590280" y="64430"/>
                    <a:pt x="590280" y="135061"/>
                  </a:cubicBezTo>
                  <a:cubicBezTo>
                    <a:pt x="590280" y="205691"/>
                    <a:pt x="532737" y="263145"/>
                    <a:pt x="461996" y="263145"/>
                  </a:cubicBezTo>
                  <a:cubicBezTo>
                    <a:pt x="432497" y="263145"/>
                    <a:pt x="405423" y="253263"/>
                    <a:pt x="383687" y="236501"/>
                  </a:cubicBezTo>
                  <a:lnTo>
                    <a:pt x="315760" y="304322"/>
                  </a:lnTo>
                  <a:lnTo>
                    <a:pt x="315760" y="317111"/>
                  </a:lnTo>
                  <a:cubicBezTo>
                    <a:pt x="386792" y="327187"/>
                    <a:pt x="441522" y="388226"/>
                    <a:pt x="441522" y="461860"/>
                  </a:cubicBezTo>
                  <a:cubicBezTo>
                    <a:pt x="441522" y="542470"/>
                    <a:pt x="375924" y="608062"/>
                    <a:pt x="295188" y="608062"/>
                  </a:cubicBezTo>
                  <a:cubicBezTo>
                    <a:pt x="214453" y="608062"/>
                    <a:pt x="148758" y="542470"/>
                    <a:pt x="148758" y="461860"/>
                  </a:cubicBezTo>
                  <a:cubicBezTo>
                    <a:pt x="148758" y="388226"/>
                    <a:pt x="203488" y="327187"/>
                    <a:pt x="274422" y="317111"/>
                  </a:cubicBezTo>
                  <a:lnTo>
                    <a:pt x="274422" y="304322"/>
                  </a:lnTo>
                  <a:lnTo>
                    <a:pt x="205914" y="235823"/>
                  </a:lnTo>
                  <a:cubicBezTo>
                    <a:pt x="184565" y="251131"/>
                    <a:pt x="158462" y="260141"/>
                    <a:pt x="130224" y="260141"/>
                  </a:cubicBezTo>
                  <a:cubicBezTo>
                    <a:pt x="58416" y="260141"/>
                    <a:pt x="0" y="201719"/>
                    <a:pt x="0" y="130022"/>
                  </a:cubicBezTo>
                  <a:cubicBezTo>
                    <a:pt x="0" y="58326"/>
                    <a:pt x="58416" y="0"/>
                    <a:pt x="13022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7" name="矩形 116"/>
            <p:cNvSpPr/>
            <p:nvPr/>
          </p:nvSpPr>
          <p:spPr>
            <a:xfrm>
              <a:off x="4199806" y="3261092"/>
              <a:ext cx="2292975" cy="490291"/>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b="1" dirty="0"/>
                <a:t>结果分析</a:t>
              </a:r>
            </a:p>
          </p:txBody>
        </p:sp>
      </p:grpSp>
      <p:sp>
        <p:nvSpPr>
          <p:cNvPr id="121" name="椭圆 38"/>
          <p:cNvSpPr/>
          <p:nvPr/>
        </p:nvSpPr>
        <p:spPr>
          <a:xfrm>
            <a:off x="5691089" y="2828293"/>
            <a:ext cx="290739" cy="262842"/>
          </a:xfrm>
          <a:custGeom>
            <a:avLst/>
            <a:gdLst>
              <a:gd name="connsiteX0" fmla="*/ 303775 w 607639"/>
              <a:gd name="connsiteY0" fmla="*/ 525007 h 606722"/>
              <a:gd name="connsiteX1" fmla="*/ 315710 w 607639"/>
              <a:gd name="connsiteY1" fmla="*/ 536902 h 606722"/>
              <a:gd name="connsiteX2" fmla="*/ 315710 w 607639"/>
              <a:gd name="connsiteY2" fmla="*/ 552347 h 606722"/>
              <a:gd name="connsiteX3" fmla="*/ 303775 w 607639"/>
              <a:gd name="connsiteY3" fmla="*/ 564241 h 606722"/>
              <a:gd name="connsiteX4" fmla="*/ 291929 w 607639"/>
              <a:gd name="connsiteY4" fmla="*/ 552347 h 606722"/>
              <a:gd name="connsiteX5" fmla="*/ 291929 w 607639"/>
              <a:gd name="connsiteY5" fmla="*/ 536902 h 606722"/>
              <a:gd name="connsiteX6" fmla="*/ 303775 w 607639"/>
              <a:gd name="connsiteY6" fmla="*/ 525007 h 606722"/>
              <a:gd name="connsiteX7" fmla="*/ 429885 w 607639"/>
              <a:gd name="connsiteY7" fmla="*/ 509483 h 606722"/>
              <a:gd name="connsiteX8" fmla="*/ 441811 w 607639"/>
              <a:gd name="connsiteY8" fmla="*/ 521409 h 606722"/>
              <a:gd name="connsiteX9" fmla="*/ 429885 w 607639"/>
              <a:gd name="connsiteY9" fmla="*/ 533335 h 606722"/>
              <a:gd name="connsiteX10" fmla="*/ 417959 w 607639"/>
              <a:gd name="connsiteY10" fmla="*/ 521409 h 606722"/>
              <a:gd name="connsiteX11" fmla="*/ 429885 w 607639"/>
              <a:gd name="connsiteY11" fmla="*/ 509483 h 606722"/>
              <a:gd name="connsiteX12" fmla="*/ 177720 w 607639"/>
              <a:gd name="connsiteY12" fmla="*/ 509483 h 606722"/>
              <a:gd name="connsiteX13" fmla="*/ 189611 w 607639"/>
              <a:gd name="connsiteY13" fmla="*/ 521409 h 606722"/>
              <a:gd name="connsiteX14" fmla="*/ 177720 w 607639"/>
              <a:gd name="connsiteY14" fmla="*/ 533335 h 606722"/>
              <a:gd name="connsiteX15" fmla="*/ 165829 w 607639"/>
              <a:gd name="connsiteY15" fmla="*/ 521409 h 606722"/>
              <a:gd name="connsiteX16" fmla="*/ 177720 w 607639"/>
              <a:gd name="connsiteY16" fmla="*/ 509483 h 606722"/>
              <a:gd name="connsiteX17" fmla="*/ 522185 w 607639"/>
              <a:gd name="connsiteY17" fmla="*/ 417324 h 606722"/>
              <a:gd name="connsiteX18" fmla="*/ 534111 w 607639"/>
              <a:gd name="connsiteY18" fmla="*/ 429250 h 606722"/>
              <a:gd name="connsiteX19" fmla="*/ 522185 w 607639"/>
              <a:gd name="connsiteY19" fmla="*/ 441176 h 606722"/>
              <a:gd name="connsiteX20" fmla="*/ 510259 w 607639"/>
              <a:gd name="connsiteY20" fmla="*/ 429250 h 606722"/>
              <a:gd name="connsiteX21" fmla="*/ 522185 w 607639"/>
              <a:gd name="connsiteY21" fmla="*/ 417324 h 606722"/>
              <a:gd name="connsiteX22" fmla="*/ 85420 w 607639"/>
              <a:gd name="connsiteY22" fmla="*/ 417324 h 606722"/>
              <a:gd name="connsiteX23" fmla="*/ 97311 w 607639"/>
              <a:gd name="connsiteY23" fmla="*/ 429250 h 606722"/>
              <a:gd name="connsiteX24" fmla="*/ 85420 w 607639"/>
              <a:gd name="connsiteY24" fmla="*/ 441176 h 606722"/>
              <a:gd name="connsiteX25" fmla="*/ 73529 w 607639"/>
              <a:gd name="connsiteY25" fmla="*/ 429250 h 606722"/>
              <a:gd name="connsiteX26" fmla="*/ 85420 w 607639"/>
              <a:gd name="connsiteY26" fmla="*/ 417324 h 606722"/>
              <a:gd name="connsiteX27" fmla="*/ 537643 w 607639"/>
              <a:gd name="connsiteY27" fmla="*/ 291506 h 606722"/>
              <a:gd name="connsiteX28" fmla="*/ 555628 w 607639"/>
              <a:gd name="connsiteY28" fmla="*/ 291506 h 606722"/>
              <a:gd name="connsiteX29" fmla="*/ 567558 w 607639"/>
              <a:gd name="connsiteY29" fmla="*/ 303316 h 606722"/>
              <a:gd name="connsiteX30" fmla="*/ 555628 w 607639"/>
              <a:gd name="connsiteY30" fmla="*/ 315216 h 606722"/>
              <a:gd name="connsiteX31" fmla="*/ 537643 w 607639"/>
              <a:gd name="connsiteY31" fmla="*/ 315216 h 606722"/>
              <a:gd name="connsiteX32" fmla="*/ 525713 w 607639"/>
              <a:gd name="connsiteY32" fmla="*/ 303316 h 606722"/>
              <a:gd name="connsiteX33" fmla="*/ 537643 w 607639"/>
              <a:gd name="connsiteY33" fmla="*/ 291506 h 606722"/>
              <a:gd name="connsiteX34" fmla="*/ 51991 w 607639"/>
              <a:gd name="connsiteY34" fmla="*/ 291506 h 606722"/>
              <a:gd name="connsiteX35" fmla="*/ 69946 w 607639"/>
              <a:gd name="connsiteY35" fmla="*/ 291506 h 606722"/>
              <a:gd name="connsiteX36" fmla="*/ 81856 w 607639"/>
              <a:gd name="connsiteY36" fmla="*/ 303316 h 606722"/>
              <a:gd name="connsiteX37" fmla="*/ 69946 w 607639"/>
              <a:gd name="connsiteY37" fmla="*/ 315216 h 606722"/>
              <a:gd name="connsiteX38" fmla="*/ 51991 w 607639"/>
              <a:gd name="connsiteY38" fmla="*/ 315216 h 606722"/>
              <a:gd name="connsiteX39" fmla="*/ 40081 w 607639"/>
              <a:gd name="connsiteY39" fmla="*/ 303316 h 606722"/>
              <a:gd name="connsiteX40" fmla="*/ 51991 w 607639"/>
              <a:gd name="connsiteY40" fmla="*/ 291506 h 606722"/>
              <a:gd name="connsiteX41" fmla="*/ 412608 w 607639"/>
              <a:gd name="connsiteY41" fmla="*/ 222096 h 606722"/>
              <a:gd name="connsiteX42" fmla="*/ 345491 w 607639"/>
              <a:gd name="connsiteY42" fmla="*/ 334245 h 606722"/>
              <a:gd name="connsiteX43" fmla="*/ 412608 w 607639"/>
              <a:gd name="connsiteY43" fmla="*/ 334245 h 606722"/>
              <a:gd name="connsiteX44" fmla="*/ 427651 w 607639"/>
              <a:gd name="connsiteY44" fmla="*/ 167533 h 606722"/>
              <a:gd name="connsiteX45" fmla="*/ 436375 w 607639"/>
              <a:gd name="connsiteY45" fmla="*/ 178996 h 606722"/>
              <a:gd name="connsiteX46" fmla="*/ 436375 w 607639"/>
              <a:gd name="connsiteY46" fmla="*/ 334245 h 606722"/>
              <a:gd name="connsiteX47" fmla="*/ 469399 w 607639"/>
              <a:gd name="connsiteY47" fmla="*/ 334245 h 606722"/>
              <a:gd name="connsiteX48" fmla="*/ 481327 w 607639"/>
              <a:gd name="connsiteY48" fmla="*/ 346153 h 606722"/>
              <a:gd name="connsiteX49" fmla="*/ 469399 w 607639"/>
              <a:gd name="connsiteY49" fmla="*/ 357973 h 606722"/>
              <a:gd name="connsiteX50" fmla="*/ 436375 w 607639"/>
              <a:gd name="connsiteY50" fmla="*/ 357973 h 606722"/>
              <a:gd name="connsiteX51" fmla="*/ 436375 w 607639"/>
              <a:gd name="connsiteY51" fmla="*/ 427733 h 606722"/>
              <a:gd name="connsiteX52" fmla="*/ 424536 w 607639"/>
              <a:gd name="connsiteY52" fmla="*/ 439552 h 606722"/>
              <a:gd name="connsiteX53" fmla="*/ 412608 w 607639"/>
              <a:gd name="connsiteY53" fmla="*/ 427733 h 606722"/>
              <a:gd name="connsiteX54" fmla="*/ 412608 w 607639"/>
              <a:gd name="connsiteY54" fmla="*/ 357973 h 606722"/>
              <a:gd name="connsiteX55" fmla="*/ 324573 w 607639"/>
              <a:gd name="connsiteY55" fmla="*/ 357973 h 606722"/>
              <a:gd name="connsiteX56" fmla="*/ 314158 w 607639"/>
              <a:gd name="connsiteY56" fmla="*/ 352019 h 606722"/>
              <a:gd name="connsiteX57" fmla="*/ 314336 w 607639"/>
              <a:gd name="connsiteY57" fmla="*/ 340022 h 606722"/>
              <a:gd name="connsiteX58" fmla="*/ 414299 w 607639"/>
              <a:gd name="connsiteY58" fmla="*/ 172953 h 606722"/>
              <a:gd name="connsiteX59" fmla="*/ 427651 w 607639"/>
              <a:gd name="connsiteY59" fmla="*/ 167533 h 606722"/>
              <a:gd name="connsiteX60" fmla="*/ 216270 w 607639"/>
              <a:gd name="connsiteY60" fmla="*/ 167099 h 606722"/>
              <a:gd name="connsiteX61" fmla="*/ 290518 w 607639"/>
              <a:gd name="connsiteY61" fmla="*/ 241210 h 606722"/>
              <a:gd name="connsiteX62" fmla="*/ 242978 w 607639"/>
              <a:gd name="connsiteY62" fmla="*/ 355754 h 606722"/>
              <a:gd name="connsiteX63" fmla="*/ 182707 w 607639"/>
              <a:gd name="connsiteY63" fmla="*/ 415825 h 606722"/>
              <a:gd name="connsiteX64" fmla="*/ 278588 w 607639"/>
              <a:gd name="connsiteY64" fmla="*/ 415825 h 606722"/>
              <a:gd name="connsiteX65" fmla="*/ 290518 w 607639"/>
              <a:gd name="connsiteY65" fmla="*/ 427734 h 606722"/>
              <a:gd name="connsiteX66" fmla="*/ 278588 w 607639"/>
              <a:gd name="connsiteY66" fmla="*/ 439552 h 606722"/>
              <a:gd name="connsiteX67" fmla="*/ 154040 w 607639"/>
              <a:gd name="connsiteY67" fmla="*/ 439552 h 606722"/>
              <a:gd name="connsiteX68" fmla="*/ 143001 w 607639"/>
              <a:gd name="connsiteY68" fmla="*/ 432265 h 606722"/>
              <a:gd name="connsiteX69" fmla="*/ 145582 w 607639"/>
              <a:gd name="connsiteY69" fmla="*/ 419292 h 606722"/>
              <a:gd name="connsiteX70" fmla="*/ 226152 w 607639"/>
              <a:gd name="connsiteY70" fmla="*/ 338959 h 606722"/>
              <a:gd name="connsiteX71" fmla="*/ 266659 w 607639"/>
              <a:gd name="connsiteY71" fmla="*/ 241210 h 606722"/>
              <a:gd name="connsiteX72" fmla="*/ 216270 w 607639"/>
              <a:gd name="connsiteY72" fmla="*/ 190914 h 606722"/>
              <a:gd name="connsiteX73" fmla="*/ 165880 w 607639"/>
              <a:gd name="connsiteY73" fmla="*/ 241210 h 606722"/>
              <a:gd name="connsiteX74" fmla="*/ 154040 w 607639"/>
              <a:gd name="connsiteY74" fmla="*/ 253029 h 606722"/>
              <a:gd name="connsiteX75" fmla="*/ 142110 w 607639"/>
              <a:gd name="connsiteY75" fmla="*/ 241210 h 606722"/>
              <a:gd name="connsiteX76" fmla="*/ 216270 w 607639"/>
              <a:gd name="connsiteY76" fmla="*/ 167099 h 606722"/>
              <a:gd name="connsiteX77" fmla="*/ 522185 w 607639"/>
              <a:gd name="connsiteY77" fmla="*/ 165547 h 606722"/>
              <a:gd name="connsiteX78" fmla="*/ 534111 w 607639"/>
              <a:gd name="connsiteY78" fmla="*/ 177438 h 606722"/>
              <a:gd name="connsiteX79" fmla="*/ 522185 w 607639"/>
              <a:gd name="connsiteY79" fmla="*/ 189329 h 606722"/>
              <a:gd name="connsiteX80" fmla="*/ 510259 w 607639"/>
              <a:gd name="connsiteY80" fmla="*/ 177438 h 606722"/>
              <a:gd name="connsiteX81" fmla="*/ 522185 w 607639"/>
              <a:gd name="connsiteY81" fmla="*/ 165547 h 606722"/>
              <a:gd name="connsiteX82" fmla="*/ 85420 w 607639"/>
              <a:gd name="connsiteY82" fmla="*/ 165547 h 606722"/>
              <a:gd name="connsiteX83" fmla="*/ 97311 w 607639"/>
              <a:gd name="connsiteY83" fmla="*/ 177438 h 606722"/>
              <a:gd name="connsiteX84" fmla="*/ 85420 w 607639"/>
              <a:gd name="connsiteY84" fmla="*/ 189329 h 606722"/>
              <a:gd name="connsiteX85" fmla="*/ 73529 w 607639"/>
              <a:gd name="connsiteY85" fmla="*/ 177438 h 606722"/>
              <a:gd name="connsiteX86" fmla="*/ 85420 w 607639"/>
              <a:gd name="connsiteY86" fmla="*/ 165547 h 606722"/>
              <a:gd name="connsiteX87" fmla="*/ 429885 w 607639"/>
              <a:gd name="connsiteY87" fmla="*/ 73388 h 606722"/>
              <a:gd name="connsiteX88" fmla="*/ 441811 w 607639"/>
              <a:gd name="connsiteY88" fmla="*/ 85279 h 606722"/>
              <a:gd name="connsiteX89" fmla="*/ 429885 w 607639"/>
              <a:gd name="connsiteY89" fmla="*/ 97170 h 606722"/>
              <a:gd name="connsiteX90" fmla="*/ 417959 w 607639"/>
              <a:gd name="connsiteY90" fmla="*/ 85279 h 606722"/>
              <a:gd name="connsiteX91" fmla="*/ 429885 w 607639"/>
              <a:gd name="connsiteY91" fmla="*/ 73388 h 606722"/>
              <a:gd name="connsiteX92" fmla="*/ 177720 w 607639"/>
              <a:gd name="connsiteY92" fmla="*/ 73388 h 606722"/>
              <a:gd name="connsiteX93" fmla="*/ 189611 w 607639"/>
              <a:gd name="connsiteY93" fmla="*/ 85279 h 606722"/>
              <a:gd name="connsiteX94" fmla="*/ 177720 w 607639"/>
              <a:gd name="connsiteY94" fmla="*/ 97170 h 606722"/>
              <a:gd name="connsiteX95" fmla="*/ 165829 w 607639"/>
              <a:gd name="connsiteY95" fmla="*/ 85279 h 606722"/>
              <a:gd name="connsiteX96" fmla="*/ 177720 w 607639"/>
              <a:gd name="connsiteY96" fmla="*/ 73388 h 606722"/>
              <a:gd name="connsiteX97" fmla="*/ 303775 w 607639"/>
              <a:gd name="connsiteY97" fmla="*/ 42480 h 606722"/>
              <a:gd name="connsiteX98" fmla="*/ 315710 w 607639"/>
              <a:gd name="connsiteY98" fmla="*/ 54396 h 606722"/>
              <a:gd name="connsiteX99" fmla="*/ 315710 w 607639"/>
              <a:gd name="connsiteY99" fmla="*/ 69869 h 606722"/>
              <a:gd name="connsiteX100" fmla="*/ 303775 w 607639"/>
              <a:gd name="connsiteY100" fmla="*/ 81785 h 606722"/>
              <a:gd name="connsiteX101" fmla="*/ 291929 w 607639"/>
              <a:gd name="connsiteY101" fmla="*/ 69869 h 606722"/>
              <a:gd name="connsiteX102" fmla="*/ 291929 w 607639"/>
              <a:gd name="connsiteY102" fmla="*/ 54396 h 606722"/>
              <a:gd name="connsiteX103" fmla="*/ 303775 w 607639"/>
              <a:gd name="connsiteY103" fmla="*/ 42480 h 606722"/>
              <a:gd name="connsiteX104" fmla="*/ 303775 w 607639"/>
              <a:gd name="connsiteY104" fmla="*/ 0 h 606722"/>
              <a:gd name="connsiteX105" fmla="*/ 537058 w 607639"/>
              <a:gd name="connsiteY105" fmla="*/ 108956 h 606722"/>
              <a:gd name="connsiteX106" fmla="*/ 537058 w 607639"/>
              <a:gd name="connsiteY106" fmla="*/ 93048 h 606722"/>
              <a:gd name="connsiteX107" fmla="*/ 548895 w 607639"/>
              <a:gd name="connsiteY107" fmla="*/ 81139 h 606722"/>
              <a:gd name="connsiteX108" fmla="*/ 560822 w 607639"/>
              <a:gd name="connsiteY108" fmla="*/ 93048 h 606722"/>
              <a:gd name="connsiteX109" fmla="*/ 560822 w 607639"/>
              <a:gd name="connsiteY109" fmla="*/ 138994 h 606722"/>
              <a:gd name="connsiteX110" fmla="*/ 548895 w 607639"/>
              <a:gd name="connsiteY110" fmla="*/ 150903 h 606722"/>
              <a:gd name="connsiteX111" fmla="*/ 502880 w 607639"/>
              <a:gd name="connsiteY111" fmla="*/ 150903 h 606722"/>
              <a:gd name="connsiteX112" fmla="*/ 490953 w 607639"/>
              <a:gd name="connsiteY112" fmla="*/ 138994 h 606722"/>
              <a:gd name="connsiteX113" fmla="*/ 502880 w 607639"/>
              <a:gd name="connsiteY113" fmla="*/ 127174 h 606722"/>
              <a:gd name="connsiteX114" fmla="*/ 521126 w 607639"/>
              <a:gd name="connsiteY114" fmla="*/ 127174 h 606722"/>
              <a:gd name="connsiteX115" fmla="*/ 303775 w 607639"/>
              <a:gd name="connsiteY115" fmla="*/ 23728 h 606722"/>
              <a:gd name="connsiteX116" fmla="*/ 23764 w 607639"/>
              <a:gd name="connsiteY116" fmla="*/ 303316 h 606722"/>
              <a:gd name="connsiteX117" fmla="*/ 303775 w 607639"/>
              <a:gd name="connsiteY117" fmla="*/ 582905 h 606722"/>
              <a:gd name="connsiteX118" fmla="*/ 583786 w 607639"/>
              <a:gd name="connsiteY118" fmla="*/ 303316 h 606722"/>
              <a:gd name="connsiteX119" fmla="*/ 573906 w 607639"/>
              <a:gd name="connsiteY119" fmla="*/ 229376 h 606722"/>
              <a:gd name="connsiteX120" fmla="*/ 582273 w 607639"/>
              <a:gd name="connsiteY120" fmla="*/ 214801 h 606722"/>
              <a:gd name="connsiteX121" fmla="*/ 596869 w 607639"/>
              <a:gd name="connsiteY121" fmla="*/ 223066 h 606722"/>
              <a:gd name="connsiteX122" fmla="*/ 607639 w 607639"/>
              <a:gd name="connsiteY122" fmla="*/ 303316 h 606722"/>
              <a:gd name="connsiteX123" fmla="*/ 303775 w 607639"/>
              <a:gd name="connsiteY123" fmla="*/ 606722 h 606722"/>
              <a:gd name="connsiteX124" fmla="*/ 0 w 607639"/>
              <a:gd name="connsiteY124" fmla="*/ 303316 h 606722"/>
              <a:gd name="connsiteX125" fmla="*/ 303775 w 607639"/>
              <a:gd name="connsiteY125"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07639" h="606722">
                <a:moveTo>
                  <a:pt x="303775" y="525007"/>
                </a:moveTo>
                <a:cubicBezTo>
                  <a:pt x="310366" y="525007"/>
                  <a:pt x="315710" y="530333"/>
                  <a:pt x="315710" y="536902"/>
                </a:cubicBezTo>
                <a:lnTo>
                  <a:pt x="315710" y="552347"/>
                </a:lnTo>
                <a:cubicBezTo>
                  <a:pt x="315710" y="558915"/>
                  <a:pt x="310366" y="564241"/>
                  <a:pt x="303775" y="564241"/>
                </a:cubicBezTo>
                <a:cubicBezTo>
                  <a:pt x="297184" y="564241"/>
                  <a:pt x="291929" y="558915"/>
                  <a:pt x="291929" y="552347"/>
                </a:cubicBezTo>
                <a:lnTo>
                  <a:pt x="291929" y="536902"/>
                </a:lnTo>
                <a:cubicBezTo>
                  <a:pt x="291929" y="530333"/>
                  <a:pt x="297184" y="525007"/>
                  <a:pt x="303775" y="525007"/>
                </a:cubicBezTo>
                <a:close/>
                <a:moveTo>
                  <a:pt x="429885" y="509483"/>
                </a:moveTo>
                <a:cubicBezTo>
                  <a:pt x="436472" y="509483"/>
                  <a:pt x="441811" y="514822"/>
                  <a:pt x="441811" y="521409"/>
                </a:cubicBezTo>
                <a:cubicBezTo>
                  <a:pt x="441811" y="527996"/>
                  <a:pt x="436472" y="533335"/>
                  <a:pt x="429885" y="533335"/>
                </a:cubicBezTo>
                <a:cubicBezTo>
                  <a:pt x="423298" y="533335"/>
                  <a:pt x="417959" y="527996"/>
                  <a:pt x="417959" y="521409"/>
                </a:cubicBezTo>
                <a:cubicBezTo>
                  <a:pt x="417959" y="514822"/>
                  <a:pt x="423298" y="509483"/>
                  <a:pt x="429885" y="509483"/>
                </a:cubicBezTo>
                <a:close/>
                <a:moveTo>
                  <a:pt x="177720" y="509483"/>
                </a:moveTo>
                <a:cubicBezTo>
                  <a:pt x="184287" y="509483"/>
                  <a:pt x="189611" y="514822"/>
                  <a:pt x="189611" y="521409"/>
                </a:cubicBezTo>
                <a:cubicBezTo>
                  <a:pt x="189611" y="527996"/>
                  <a:pt x="184287" y="533335"/>
                  <a:pt x="177720" y="533335"/>
                </a:cubicBezTo>
                <a:cubicBezTo>
                  <a:pt x="171153" y="533335"/>
                  <a:pt x="165829" y="527996"/>
                  <a:pt x="165829" y="521409"/>
                </a:cubicBezTo>
                <a:cubicBezTo>
                  <a:pt x="165829" y="514822"/>
                  <a:pt x="171153" y="509483"/>
                  <a:pt x="177720" y="509483"/>
                </a:cubicBezTo>
                <a:close/>
                <a:moveTo>
                  <a:pt x="522185" y="417324"/>
                </a:moveTo>
                <a:cubicBezTo>
                  <a:pt x="528772" y="417324"/>
                  <a:pt x="534111" y="422663"/>
                  <a:pt x="534111" y="429250"/>
                </a:cubicBezTo>
                <a:cubicBezTo>
                  <a:pt x="534111" y="435837"/>
                  <a:pt x="528772" y="441176"/>
                  <a:pt x="522185" y="441176"/>
                </a:cubicBezTo>
                <a:cubicBezTo>
                  <a:pt x="515598" y="441176"/>
                  <a:pt x="510259" y="435837"/>
                  <a:pt x="510259" y="429250"/>
                </a:cubicBezTo>
                <a:cubicBezTo>
                  <a:pt x="510259" y="422663"/>
                  <a:pt x="515598" y="417324"/>
                  <a:pt x="522185" y="417324"/>
                </a:cubicBezTo>
                <a:close/>
                <a:moveTo>
                  <a:pt x="85420" y="417324"/>
                </a:moveTo>
                <a:cubicBezTo>
                  <a:pt x="91987" y="417324"/>
                  <a:pt x="97311" y="422663"/>
                  <a:pt x="97311" y="429250"/>
                </a:cubicBezTo>
                <a:cubicBezTo>
                  <a:pt x="97311" y="435837"/>
                  <a:pt x="91987" y="441176"/>
                  <a:pt x="85420" y="441176"/>
                </a:cubicBezTo>
                <a:cubicBezTo>
                  <a:pt x="78853" y="441176"/>
                  <a:pt x="73529" y="435837"/>
                  <a:pt x="73529" y="429250"/>
                </a:cubicBezTo>
                <a:cubicBezTo>
                  <a:pt x="73529" y="422663"/>
                  <a:pt x="78853" y="417324"/>
                  <a:pt x="85420" y="417324"/>
                </a:cubicBezTo>
                <a:close/>
                <a:moveTo>
                  <a:pt x="537643" y="291506"/>
                </a:moveTo>
                <a:lnTo>
                  <a:pt x="555628" y="291506"/>
                </a:lnTo>
                <a:cubicBezTo>
                  <a:pt x="562216" y="291506"/>
                  <a:pt x="567558" y="296745"/>
                  <a:pt x="567558" y="303316"/>
                </a:cubicBezTo>
                <a:cubicBezTo>
                  <a:pt x="567558" y="309888"/>
                  <a:pt x="562216" y="315216"/>
                  <a:pt x="555628" y="315216"/>
                </a:cubicBezTo>
                <a:lnTo>
                  <a:pt x="537643" y="315216"/>
                </a:lnTo>
                <a:cubicBezTo>
                  <a:pt x="531055" y="315216"/>
                  <a:pt x="525713" y="309888"/>
                  <a:pt x="525713" y="303316"/>
                </a:cubicBezTo>
                <a:cubicBezTo>
                  <a:pt x="525713" y="296745"/>
                  <a:pt x="531055" y="291506"/>
                  <a:pt x="537643" y="291506"/>
                </a:cubicBezTo>
                <a:close/>
                <a:moveTo>
                  <a:pt x="51991" y="291506"/>
                </a:moveTo>
                <a:lnTo>
                  <a:pt x="69946" y="291506"/>
                </a:lnTo>
                <a:cubicBezTo>
                  <a:pt x="76523" y="291506"/>
                  <a:pt x="81856" y="296745"/>
                  <a:pt x="81856" y="303316"/>
                </a:cubicBezTo>
                <a:cubicBezTo>
                  <a:pt x="81856" y="309888"/>
                  <a:pt x="76523" y="315216"/>
                  <a:pt x="69946" y="315216"/>
                </a:cubicBezTo>
                <a:lnTo>
                  <a:pt x="51991" y="315216"/>
                </a:lnTo>
                <a:cubicBezTo>
                  <a:pt x="45414" y="315216"/>
                  <a:pt x="40081" y="309888"/>
                  <a:pt x="40081" y="303316"/>
                </a:cubicBezTo>
                <a:cubicBezTo>
                  <a:pt x="40081" y="296745"/>
                  <a:pt x="45414" y="291506"/>
                  <a:pt x="51991" y="291506"/>
                </a:cubicBezTo>
                <a:close/>
                <a:moveTo>
                  <a:pt x="412608" y="222096"/>
                </a:moveTo>
                <a:lnTo>
                  <a:pt x="345491" y="334245"/>
                </a:lnTo>
                <a:lnTo>
                  <a:pt x="412608" y="334245"/>
                </a:lnTo>
                <a:close/>
                <a:moveTo>
                  <a:pt x="427651" y="167533"/>
                </a:moveTo>
                <a:cubicBezTo>
                  <a:pt x="432814" y="168954"/>
                  <a:pt x="436375" y="173664"/>
                  <a:pt x="436375" y="178996"/>
                </a:cubicBezTo>
                <a:lnTo>
                  <a:pt x="436375" y="334245"/>
                </a:lnTo>
                <a:lnTo>
                  <a:pt x="469399" y="334245"/>
                </a:lnTo>
                <a:cubicBezTo>
                  <a:pt x="475986" y="334245"/>
                  <a:pt x="481327" y="339577"/>
                  <a:pt x="481327" y="346153"/>
                </a:cubicBezTo>
                <a:cubicBezTo>
                  <a:pt x="481327" y="352641"/>
                  <a:pt x="475986" y="357973"/>
                  <a:pt x="469399" y="357973"/>
                </a:cubicBezTo>
                <a:lnTo>
                  <a:pt x="436375" y="357973"/>
                </a:lnTo>
                <a:lnTo>
                  <a:pt x="436375" y="427733"/>
                </a:lnTo>
                <a:cubicBezTo>
                  <a:pt x="436375" y="434220"/>
                  <a:pt x="431123" y="439552"/>
                  <a:pt x="424536" y="439552"/>
                </a:cubicBezTo>
                <a:cubicBezTo>
                  <a:pt x="417949" y="439552"/>
                  <a:pt x="412608" y="434220"/>
                  <a:pt x="412608" y="427733"/>
                </a:cubicBezTo>
                <a:lnTo>
                  <a:pt x="412608" y="357973"/>
                </a:lnTo>
                <a:lnTo>
                  <a:pt x="324573" y="357973"/>
                </a:lnTo>
                <a:cubicBezTo>
                  <a:pt x="320300" y="357973"/>
                  <a:pt x="316295" y="355662"/>
                  <a:pt x="314158" y="352019"/>
                </a:cubicBezTo>
                <a:cubicBezTo>
                  <a:pt x="312111" y="348286"/>
                  <a:pt x="312111" y="343665"/>
                  <a:pt x="314336" y="340022"/>
                </a:cubicBezTo>
                <a:lnTo>
                  <a:pt x="414299" y="172953"/>
                </a:lnTo>
                <a:cubicBezTo>
                  <a:pt x="417059" y="168332"/>
                  <a:pt x="422489" y="166111"/>
                  <a:pt x="427651" y="167533"/>
                </a:cubicBezTo>
                <a:close/>
                <a:moveTo>
                  <a:pt x="216270" y="167099"/>
                </a:moveTo>
                <a:cubicBezTo>
                  <a:pt x="257222" y="167099"/>
                  <a:pt x="290518" y="200333"/>
                  <a:pt x="290518" y="241210"/>
                </a:cubicBezTo>
                <a:cubicBezTo>
                  <a:pt x="290518" y="284486"/>
                  <a:pt x="273603" y="325097"/>
                  <a:pt x="242978" y="355754"/>
                </a:cubicBezTo>
                <a:lnTo>
                  <a:pt x="182707" y="415825"/>
                </a:lnTo>
                <a:lnTo>
                  <a:pt x="278588" y="415825"/>
                </a:lnTo>
                <a:cubicBezTo>
                  <a:pt x="285176" y="415825"/>
                  <a:pt x="290518" y="421158"/>
                  <a:pt x="290518" y="427734"/>
                </a:cubicBezTo>
                <a:cubicBezTo>
                  <a:pt x="290518" y="434220"/>
                  <a:pt x="285176" y="439552"/>
                  <a:pt x="278588" y="439552"/>
                </a:cubicBezTo>
                <a:lnTo>
                  <a:pt x="154040" y="439552"/>
                </a:lnTo>
                <a:cubicBezTo>
                  <a:pt x="149232" y="439552"/>
                  <a:pt x="144870" y="436709"/>
                  <a:pt x="143001" y="432265"/>
                </a:cubicBezTo>
                <a:cubicBezTo>
                  <a:pt x="141131" y="427822"/>
                  <a:pt x="142199" y="422668"/>
                  <a:pt x="145582" y="419292"/>
                </a:cubicBezTo>
                <a:lnTo>
                  <a:pt x="226152" y="338959"/>
                </a:lnTo>
                <a:cubicBezTo>
                  <a:pt x="252236" y="312834"/>
                  <a:pt x="266659" y="278088"/>
                  <a:pt x="266659" y="241210"/>
                </a:cubicBezTo>
                <a:cubicBezTo>
                  <a:pt x="266659" y="213485"/>
                  <a:pt x="244046" y="190914"/>
                  <a:pt x="216270" y="190914"/>
                </a:cubicBezTo>
                <a:cubicBezTo>
                  <a:pt x="188493" y="190914"/>
                  <a:pt x="165880" y="213485"/>
                  <a:pt x="165880" y="241210"/>
                </a:cubicBezTo>
                <a:cubicBezTo>
                  <a:pt x="165880" y="247786"/>
                  <a:pt x="160539" y="253029"/>
                  <a:pt x="154040" y="253029"/>
                </a:cubicBezTo>
                <a:cubicBezTo>
                  <a:pt x="147452" y="253029"/>
                  <a:pt x="142110" y="247786"/>
                  <a:pt x="142110" y="241210"/>
                </a:cubicBezTo>
                <a:cubicBezTo>
                  <a:pt x="142110" y="200333"/>
                  <a:pt x="175406" y="167099"/>
                  <a:pt x="216270" y="167099"/>
                </a:cubicBezTo>
                <a:close/>
                <a:moveTo>
                  <a:pt x="522185" y="165547"/>
                </a:moveTo>
                <a:cubicBezTo>
                  <a:pt x="528772" y="165547"/>
                  <a:pt x="534111" y="170871"/>
                  <a:pt x="534111" y="177438"/>
                </a:cubicBezTo>
                <a:cubicBezTo>
                  <a:pt x="534111" y="184005"/>
                  <a:pt x="528772" y="189329"/>
                  <a:pt x="522185" y="189329"/>
                </a:cubicBezTo>
                <a:cubicBezTo>
                  <a:pt x="515598" y="189329"/>
                  <a:pt x="510259" y="184005"/>
                  <a:pt x="510259" y="177438"/>
                </a:cubicBezTo>
                <a:cubicBezTo>
                  <a:pt x="510259" y="170871"/>
                  <a:pt x="515598" y="165547"/>
                  <a:pt x="522185" y="165547"/>
                </a:cubicBezTo>
                <a:close/>
                <a:moveTo>
                  <a:pt x="85420" y="165547"/>
                </a:moveTo>
                <a:cubicBezTo>
                  <a:pt x="91987" y="165547"/>
                  <a:pt x="97311" y="170871"/>
                  <a:pt x="97311" y="177438"/>
                </a:cubicBezTo>
                <a:cubicBezTo>
                  <a:pt x="97311" y="184005"/>
                  <a:pt x="91987" y="189329"/>
                  <a:pt x="85420" y="189329"/>
                </a:cubicBezTo>
                <a:cubicBezTo>
                  <a:pt x="78853" y="189329"/>
                  <a:pt x="73529" y="184005"/>
                  <a:pt x="73529" y="177438"/>
                </a:cubicBezTo>
                <a:cubicBezTo>
                  <a:pt x="73529" y="170871"/>
                  <a:pt x="78853" y="165547"/>
                  <a:pt x="85420" y="165547"/>
                </a:cubicBezTo>
                <a:close/>
                <a:moveTo>
                  <a:pt x="429885" y="73388"/>
                </a:moveTo>
                <a:cubicBezTo>
                  <a:pt x="436472" y="73388"/>
                  <a:pt x="441811" y="78712"/>
                  <a:pt x="441811" y="85279"/>
                </a:cubicBezTo>
                <a:cubicBezTo>
                  <a:pt x="441811" y="91846"/>
                  <a:pt x="436472" y="97170"/>
                  <a:pt x="429885" y="97170"/>
                </a:cubicBezTo>
                <a:cubicBezTo>
                  <a:pt x="423298" y="97170"/>
                  <a:pt x="417959" y="91846"/>
                  <a:pt x="417959" y="85279"/>
                </a:cubicBezTo>
                <a:cubicBezTo>
                  <a:pt x="417959" y="78712"/>
                  <a:pt x="423298" y="73388"/>
                  <a:pt x="429885" y="73388"/>
                </a:cubicBezTo>
                <a:close/>
                <a:moveTo>
                  <a:pt x="177720" y="73388"/>
                </a:moveTo>
                <a:cubicBezTo>
                  <a:pt x="184287" y="73388"/>
                  <a:pt x="189611" y="78712"/>
                  <a:pt x="189611" y="85279"/>
                </a:cubicBezTo>
                <a:cubicBezTo>
                  <a:pt x="189611" y="91846"/>
                  <a:pt x="184287" y="97170"/>
                  <a:pt x="177720" y="97170"/>
                </a:cubicBezTo>
                <a:cubicBezTo>
                  <a:pt x="171153" y="97170"/>
                  <a:pt x="165829" y="91846"/>
                  <a:pt x="165829" y="85279"/>
                </a:cubicBezTo>
                <a:cubicBezTo>
                  <a:pt x="165829" y="78712"/>
                  <a:pt x="171153" y="73388"/>
                  <a:pt x="177720" y="73388"/>
                </a:cubicBezTo>
                <a:close/>
                <a:moveTo>
                  <a:pt x="303775" y="42480"/>
                </a:moveTo>
                <a:cubicBezTo>
                  <a:pt x="310366" y="42480"/>
                  <a:pt x="315710" y="47815"/>
                  <a:pt x="315710" y="54396"/>
                </a:cubicBezTo>
                <a:lnTo>
                  <a:pt x="315710" y="69869"/>
                </a:lnTo>
                <a:cubicBezTo>
                  <a:pt x="315710" y="76449"/>
                  <a:pt x="310366" y="81785"/>
                  <a:pt x="303775" y="81785"/>
                </a:cubicBezTo>
                <a:cubicBezTo>
                  <a:pt x="297184" y="81785"/>
                  <a:pt x="291929" y="76449"/>
                  <a:pt x="291929" y="69869"/>
                </a:cubicBezTo>
                <a:lnTo>
                  <a:pt x="291929" y="54396"/>
                </a:lnTo>
                <a:cubicBezTo>
                  <a:pt x="291929" y="47815"/>
                  <a:pt x="297184" y="42480"/>
                  <a:pt x="303775" y="42480"/>
                </a:cubicBezTo>
                <a:close/>
                <a:moveTo>
                  <a:pt x="303775" y="0"/>
                </a:moveTo>
                <a:cubicBezTo>
                  <a:pt x="394204" y="0"/>
                  <a:pt x="479560" y="40347"/>
                  <a:pt x="537058" y="108956"/>
                </a:cubicBezTo>
                <a:lnTo>
                  <a:pt x="537058" y="93048"/>
                </a:lnTo>
                <a:cubicBezTo>
                  <a:pt x="537058" y="86471"/>
                  <a:pt x="542309" y="81139"/>
                  <a:pt x="548895" y="81139"/>
                </a:cubicBezTo>
                <a:cubicBezTo>
                  <a:pt x="555482" y="81139"/>
                  <a:pt x="560822" y="86471"/>
                  <a:pt x="560822" y="93048"/>
                </a:cubicBezTo>
                <a:lnTo>
                  <a:pt x="560822" y="138994"/>
                </a:lnTo>
                <a:cubicBezTo>
                  <a:pt x="560822" y="145570"/>
                  <a:pt x="555482" y="150903"/>
                  <a:pt x="548895" y="150903"/>
                </a:cubicBezTo>
                <a:lnTo>
                  <a:pt x="502880" y="150903"/>
                </a:lnTo>
                <a:cubicBezTo>
                  <a:pt x="496293" y="150903"/>
                  <a:pt x="490953" y="145570"/>
                  <a:pt x="490953" y="138994"/>
                </a:cubicBezTo>
                <a:cubicBezTo>
                  <a:pt x="490953" y="132417"/>
                  <a:pt x="496293" y="127174"/>
                  <a:pt x="502880" y="127174"/>
                </a:cubicBezTo>
                <a:lnTo>
                  <a:pt x="521126" y="127174"/>
                </a:lnTo>
                <a:cubicBezTo>
                  <a:pt x="468168" y="62032"/>
                  <a:pt x="388419" y="23728"/>
                  <a:pt x="303775" y="23728"/>
                </a:cubicBezTo>
                <a:cubicBezTo>
                  <a:pt x="149440" y="23728"/>
                  <a:pt x="23764" y="149214"/>
                  <a:pt x="23764" y="303316"/>
                </a:cubicBezTo>
                <a:cubicBezTo>
                  <a:pt x="23764" y="457508"/>
                  <a:pt x="149440" y="582905"/>
                  <a:pt x="303775" y="582905"/>
                </a:cubicBezTo>
                <a:cubicBezTo>
                  <a:pt x="458199" y="582905"/>
                  <a:pt x="583786" y="457508"/>
                  <a:pt x="583786" y="303316"/>
                </a:cubicBezTo>
                <a:cubicBezTo>
                  <a:pt x="583786" y="278255"/>
                  <a:pt x="580492" y="253371"/>
                  <a:pt x="573906" y="229376"/>
                </a:cubicBezTo>
                <a:cubicBezTo>
                  <a:pt x="572126" y="223066"/>
                  <a:pt x="575864" y="216489"/>
                  <a:pt x="582273" y="214801"/>
                </a:cubicBezTo>
                <a:cubicBezTo>
                  <a:pt x="588592" y="213023"/>
                  <a:pt x="595089" y="216756"/>
                  <a:pt x="596869" y="223066"/>
                </a:cubicBezTo>
                <a:cubicBezTo>
                  <a:pt x="603990" y="249194"/>
                  <a:pt x="607639" y="276122"/>
                  <a:pt x="607639" y="303316"/>
                </a:cubicBezTo>
                <a:cubicBezTo>
                  <a:pt x="607639" y="470572"/>
                  <a:pt x="471283" y="606722"/>
                  <a:pt x="303775" y="606722"/>
                </a:cubicBezTo>
                <a:cubicBezTo>
                  <a:pt x="136267" y="606722"/>
                  <a:pt x="0" y="470572"/>
                  <a:pt x="0" y="303316"/>
                </a:cubicBezTo>
                <a:cubicBezTo>
                  <a:pt x="0" y="136061"/>
                  <a:pt x="136267"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31" name="组合 30"/>
          <p:cNvGrpSpPr/>
          <p:nvPr/>
        </p:nvGrpSpPr>
        <p:grpSpPr>
          <a:xfrm>
            <a:off x="9767725" y="2403094"/>
            <a:ext cx="2361889" cy="1542629"/>
            <a:chOff x="6214253" y="2075503"/>
            <a:chExt cx="2759844" cy="1990854"/>
          </a:xfrm>
        </p:grpSpPr>
        <p:sp>
          <p:nvSpPr>
            <p:cNvPr id="32" name="ïṧḷïḓê-矩形: 圆角 13"/>
            <p:cNvSpPr/>
            <p:nvPr/>
          </p:nvSpPr>
          <p:spPr>
            <a:xfrm>
              <a:off x="6214253" y="2075503"/>
              <a:ext cx="2086257" cy="1990854"/>
            </a:xfrm>
            <a:prstGeom prst="roundRect">
              <a:avLst>
                <a:gd name="adj" fmla="val 42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椭圆 32"/>
            <p:cNvSpPr/>
            <p:nvPr/>
          </p:nvSpPr>
          <p:spPr>
            <a:xfrm>
              <a:off x="6834104" y="2316803"/>
              <a:ext cx="762000" cy="762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8"/>
            <p:cNvSpPr/>
            <p:nvPr/>
          </p:nvSpPr>
          <p:spPr>
            <a:xfrm>
              <a:off x="7045241" y="2528196"/>
              <a:ext cx="339726" cy="339213"/>
            </a:xfrm>
            <a:custGeom>
              <a:avLst/>
              <a:gdLst>
                <a:gd name="connsiteX0" fmla="*/ 303775 w 607639"/>
                <a:gd name="connsiteY0" fmla="*/ 525007 h 606722"/>
                <a:gd name="connsiteX1" fmla="*/ 315710 w 607639"/>
                <a:gd name="connsiteY1" fmla="*/ 536902 h 606722"/>
                <a:gd name="connsiteX2" fmla="*/ 315710 w 607639"/>
                <a:gd name="connsiteY2" fmla="*/ 552347 h 606722"/>
                <a:gd name="connsiteX3" fmla="*/ 303775 w 607639"/>
                <a:gd name="connsiteY3" fmla="*/ 564241 h 606722"/>
                <a:gd name="connsiteX4" fmla="*/ 291929 w 607639"/>
                <a:gd name="connsiteY4" fmla="*/ 552347 h 606722"/>
                <a:gd name="connsiteX5" fmla="*/ 291929 w 607639"/>
                <a:gd name="connsiteY5" fmla="*/ 536902 h 606722"/>
                <a:gd name="connsiteX6" fmla="*/ 303775 w 607639"/>
                <a:gd name="connsiteY6" fmla="*/ 525007 h 606722"/>
                <a:gd name="connsiteX7" fmla="*/ 429885 w 607639"/>
                <a:gd name="connsiteY7" fmla="*/ 509483 h 606722"/>
                <a:gd name="connsiteX8" fmla="*/ 441811 w 607639"/>
                <a:gd name="connsiteY8" fmla="*/ 521409 h 606722"/>
                <a:gd name="connsiteX9" fmla="*/ 429885 w 607639"/>
                <a:gd name="connsiteY9" fmla="*/ 533335 h 606722"/>
                <a:gd name="connsiteX10" fmla="*/ 417959 w 607639"/>
                <a:gd name="connsiteY10" fmla="*/ 521409 h 606722"/>
                <a:gd name="connsiteX11" fmla="*/ 429885 w 607639"/>
                <a:gd name="connsiteY11" fmla="*/ 509483 h 606722"/>
                <a:gd name="connsiteX12" fmla="*/ 177720 w 607639"/>
                <a:gd name="connsiteY12" fmla="*/ 509483 h 606722"/>
                <a:gd name="connsiteX13" fmla="*/ 189611 w 607639"/>
                <a:gd name="connsiteY13" fmla="*/ 521409 h 606722"/>
                <a:gd name="connsiteX14" fmla="*/ 177720 w 607639"/>
                <a:gd name="connsiteY14" fmla="*/ 533335 h 606722"/>
                <a:gd name="connsiteX15" fmla="*/ 165829 w 607639"/>
                <a:gd name="connsiteY15" fmla="*/ 521409 h 606722"/>
                <a:gd name="connsiteX16" fmla="*/ 177720 w 607639"/>
                <a:gd name="connsiteY16" fmla="*/ 509483 h 606722"/>
                <a:gd name="connsiteX17" fmla="*/ 522185 w 607639"/>
                <a:gd name="connsiteY17" fmla="*/ 417324 h 606722"/>
                <a:gd name="connsiteX18" fmla="*/ 534111 w 607639"/>
                <a:gd name="connsiteY18" fmla="*/ 429250 h 606722"/>
                <a:gd name="connsiteX19" fmla="*/ 522185 w 607639"/>
                <a:gd name="connsiteY19" fmla="*/ 441176 h 606722"/>
                <a:gd name="connsiteX20" fmla="*/ 510259 w 607639"/>
                <a:gd name="connsiteY20" fmla="*/ 429250 h 606722"/>
                <a:gd name="connsiteX21" fmla="*/ 522185 w 607639"/>
                <a:gd name="connsiteY21" fmla="*/ 417324 h 606722"/>
                <a:gd name="connsiteX22" fmla="*/ 85420 w 607639"/>
                <a:gd name="connsiteY22" fmla="*/ 417324 h 606722"/>
                <a:gd name="connsiteX23" fmla="*/ 97311 w 607639"/>
                <a:gd name="connsiteY23" fmla="*/ 429250 h 606722"/>
                <a:gd name="connsiteX24" fmla="*/ 85420 w 607639"/>
                <a:gd name="connsiteY24" fmla="*/ 441176 h 606722"/>
                <a:gd name="connsiteX25" fmla="*/ 73529 w 607639"/>
                <a:gd name="connsiteY25" fmla="*/ 429250 h 606722"/>
                <a:gd name="connsiteX26" fmla="*/ 85420 w 607639"/>
                <a:gd name="connsiteY26" fmla="*/ 417324 h 606722"/>
                <a:gd name="connsiteX27" fmla="*/ 537643 w 607639"/>
                <a:gd name="connsiteY27" fmla="*/ 291506 h 606722"/>
                <a:gd name="connsiteX28" fmla="*/ 555628 w 607639"/>
                <a:gd name="connsiteY28" fmla="*/ 291506 h 606722"/>
                <a:gd name="connsiteX29" fmla="*/ 567558 w 607639"/>
                <a:gd name="connsiteY29" fmla="*/ 303316 h 606722"/>
                <a:gd name="connsiteX30" fmla="*/ 555628 w 607639"/>
                <a:gd name="connsiteY30" fmla="*/ 315216 h 606722"/>
                <a:gd name="connsiteX31" fmla="*/ 537643 w 607639"/>
                <a:gd name="connsiteY31" fmla="*/ 315216 h 606722"/>
                <a:gd name="connsiteX32" fmla="*/ 525713 w 607639"/>
                <a:gd name="connsiteY32" fmla="*/ 303316 h 606722"/>
                <a:gd name="connsiteX33" fmla="*/ 537643 w 607639"/>
                <a:gd name="connsiteY33" fmla="*/ 291506 h 606722"/>
                <a:gd name="connsiteX34" fmla="*/ 51991 w 607639"/>
                <a:gd name="connsiteY34" fmla="*/ 291506 h 606722"/>
                <a:gd name="connsiteX35" fmla="*/ 69946 w 607639"/>
                <a:gd name="connsiteY35" fmla="*/ 291506 h 606722"/>
                <a:gd name="connsiteX36" fmla="*/ 81856 w 607639"/>
                <a:gd name="connsiteY36" fmla="*/ 303316 h 606722"/>
                <a:gd name="connsiteX37" fmla="*/ 69946 w 607639"/>
                <a:gd name="connsiteY37" fmla="*/ 315216 h 606722"/>
                <a:gd name="connsiteX38" fmla="*/ 51991 w 607639"/>
                <a:gd name="connsiteY38" fmla="*/ 315216 h 606722"/>
                <a:gd name="connsiteX39" fmla="*/ 40081 w 607639"/>
                <a:gd name="connsiteY39" fmla="*/ 303316 h 606722"/>
                <a:gd name="connsiteX40" fmla="*/ 51991 w 607639"/>
                <a:gd name="connsiteY40" fmla="*/ 291506 h 606722"/>
                <a:gd name="connsiteX41" fmla="*/ 412608 w 607639"/>
                <a:gd name="connsiteY41" fmla="*/ 222096 h 606722"/>
                <a:gd name="connsiteX42" fmla="*/ 345491 w 607639"/>
                <a:gd name="connsiteY42" fmla="*/ 334245 h 606722"/>
                <a:gd name="connsiteX43" fmla="*/ 412608 w 607639"/>
                <a:gd name="connsiteY43" fmla="*/ 334245 h 606722"/>
                <a:gd name="connsiteX44" fmla="*/ 427651 w 607639"/>
                <a:gd name="connsiteY44" fmla="*/ 167533 h 606722"/>
                <a:gd name="connsiteX45" fmla="*/ 436375 w 607639"/>
                <a:gd name="connsiteY45" fmla="*/ 178996 h 606722"/>
                <a:gd name="connsiteX46" fmla="*/ 436375 w 607639"/>
                <a:gd name="connsiteY46" fmla="*/ 334245 h 606722"/>
                <a:gd name="connsiteX47" fmla="*/ 469399 w 607639"/>
                <a:gd name="connsiteY47" fmla="*/ 334245 h 606722"/>
                <a:gd name="connsiteX48" fmla="*/ 481327 w 607639"/>
                <a:gd name="connsiteY48" fmla="*/ 346153 h 606722"/>
                <a:gd name="connsiteX49" fmla="*/ 469399 w 607639"/>
                <a:gd name="connsiteY49" fmla="*/ 357973 h 606722"/>
                <a:gd name="connsiteX50" fmla="*/ 436375 w 607639"/>
                <a:gd name="connsiteY50" fmla="*/ 357973 h 606722"/>
                <a:gd name="connsiteX51" fmla="*/ 436375 w 607639"/>
                <a:gd name="connsiteY51" fmla="*/ 427733 h 606722"/>
                <a:gd name="connsiteX52" fmla="*/ 424536 w 607639"/>
                <a:gd name="connsiteY52" fmla="*/ 439552 h 606722"/>
                <a:gd name="connsiteX53" fmla="*/ 412608 w 607639"/>
                <a:gd name="connsiteY53" fmla="*/ 427733 h 606722"/>
                <a:gd name="connsiteX54" fmla="*/ 412608 w 607639"/>
                <a:gd name="connsiteY54" fmla="*/ 357973 h 606722"/>
                <a:gd name="connsiteX55" fmla="*/ 324573 w 607639"/>
                <a:gd name="connsiteY55" fmla="*/ 357973 h 606722"/>
                <a:gd name="connsiteX56" fmla="*/ 314158 w 607639"/>
                <a:gd name="connsiteY56" fmla="*/ 352019 h 606722"/>
                <a:gd name="connsiteX57" fmla="*/ 314336 w 607639"/>
                <a:gd name="connsiteY57" fmla="*/ 340022 h 606722"/>
                <a:gd name="connsiteX58" fmla="*/ 414299 w 607639"/>
                <a:gd name="connsiteY58" fmla="*/ 172953 h 606722"/>
                <a:gd name="connsiteX59" fmla="*/ 427651 w 607639"/>
                <a:gd name="connsiteY59" fmla="*/ 167533 h 606722"/>
                <a:gd name="connsiteX60" fmla="*/ 216270 w 607639"/>
                <a:gd name="connsiteY60" fmla="*/ 167099 h 606722"/>
                <a:gd name="connsiteX61" fmla="*/ 290518 w 607639"/>
                <a:gd name="connsiteY61" fmla="*/ 241210 h 606722"/>
                <a:gd name="connsiteX62" fmla="*/ 242978 w 607639"/>
                <a:gd name="connsiteY62" fmla="*/ 355754 h 606722"/>
                <a:gd name="connsiteX63" fmla="*/ 182707 w 607639"/>
                <a:gd name="connsiteY63" fmla="*/ 415825 h 606722"/>
                <a:gd name="connsiteX64" fmla="*/ 278588 w 607639"/>
                <a:gd name="connsiteY64" fmla="*/ 415825 h 606722"/>
                <a:gd name="connsiteX65" fmla="*/ 290518 w 607639"/>
                <a:gd name="connsiteY65" fmla="*/ 427734 h 606722"/>
                <a:gd name="connsiteX66" fmla="*/ 278588 w 607639"/>
                <a:gd name="connsiteY66" fmla="*/ 439552 h 606722"/>
                <a:gd name="connsiteX67" fmla="*/ 154040 w 607639"/>
                <a:gd name="connsiteY67" fmla="*/ 439552 h 606722"/>
                <a:gd name="connsiteX68" fmla="*/ 143001 w 607639"/>
                <a:gd name="connsiteY68" fmla="*/ 432265 h 606722"/>
                <a:gd name="connsiteX69" fmla="*/ 145582 w 607639"/>
                <a:gd name="connsiteY69" fmla="*/ 419292 h 606722"/>
                <a:gd name="connsiteX70" fmla="*/ 226152 w 607639"/>
                <a:gd name="connsiteY70" fmla="*/ 338959 h 606722"/>
                <a:gd name="connsiteX71" fmla="*/ 266659 w 607639"/>
                <a:gd name="connsiteY71" fmla="*/ 241210 h 606722"/>
                <a:gd name="connsiteX72" fmla="*/ 216270 w 607639"/>
                <a:gd name="connsiteY72" fmla="*/ 190914 h 606722"/>
                <a:gd name="connsiteX73" fmla="*/ 165880 w 607639"/>
                <a:gd name="connsiteY73" fmla="*/ 241210 h 606722"/>
                <a:gd name="connsiteX74" fmla="*/ 154040 w 607639"/>
                <a:gd name="connsiteY74" fmla="*/ 253029 h 606722"/>
                <a:gd name="connsiteX75" fmla="*/ 142110 w 607639"/>
                <a:gd name="connsiteY75" fmla="*/ 241210 h 606722"/>
                <a:gd name="connsiteX76" fmla="*/ 216270 w 607639"/>
                <a:gd name="connsiteY76" fmla="*/ 167099 h 606722"/>
                <a:gd name="connsiteX77" fmla="*/ 522185 w 607639"/>
                <a:gd name="connsiteY77" fmla="*/ 165547 h 606722"/>
                <a:gd name="connsiteX78" fmla="*/ 534111 w 607639"/>
                <a:gd name="connsiteY78" fmla="*/ 177438 h 606722"/>
                <a:gd name="connsiteX79" fmla="*/ 522185 w 607639"/>
                <a:gd name="connsiteY79" fmla="*/ 189329 h 606722"/>
                <a:gd name="connsiteX80" fmla="*/ 510259 w 607639"/>
                <a:gd name="connsiteY80" fmla="*/ 177438 h 606722"/>
                <a:gd name="connsiteX81" fmla="*/ 522185 w 607639"/>
                <a:gd name="connsiteY81" fmla="*/ 165547 h 606722"/>
                <a:gd name="connsiteX82" fmla="*/ 85420 w 607639"/>
                <a:gd name="connsiteY82" fmla="*/ 165547 h 606722"/>
                <a:gd name="connsiteX83" fmla="*/ 97311 w 607639"/>
                <a:gd name="connsiteY83" fmla="*/ 177438 h 606722"/>
                <a:gd name="connsiteX84" fmla="*/ 85420 w 607639"/>
                <a:gd name="connsiteY84" fmla="*/ 189329 h 606722"/>
                <a:gd name="connsiteX85" fmla="*/ 73529 w 607639"/>
                <a:gd name="connsiteY85" fmla="*/ 177438 h 606722"/>
                <a:gd name="connsiteX86" fmla="*/ 85420 w 607639"/>
                <a:gd name="connsiteY86" fmla="*/ 165547 h 606722"/>
                <a:gd name="connsiteX87" fmla="*/ 429885 w 607639"/>
                <a:gd name="connsiteY87" fmla="*/ 73388 h 606722"/>
                <a:gd name="connsiteX88" fmla="*/ 441811 w 607639"/>
                <a:gd name="connsiteY88" fmla="*/ 85279 h 606722"/>
                <a:gd name="connsiteX89" fmla="*/ 429885 w 607639"/>
                <a:gd name="connsiteY89" fmla="*/ 97170 h 606722"/>
                <a:gd name="connsiteX90" fmla="*/ 417959 w 607639"/>
                <a:gd name="connsiteY90" fmla="*/ 85279 h 606722"/>
                <a:gd name="connsiteX91" fmla="*/ 429885 w 607639"/>
                <a:gd name="connsiteY91" fmla="*/ 73388 h 606722"/>
                <a:gd name="connsiteX92" fmla="*/ 177720 w 607639"/>
                <a:gd name="connsiteY92" fmla="*/ 73388 h 606722"/>
                <a:gd name="connsiteX93" fmla="*/ 189611 w 607639"/>
                <a:gd name="connsiteY93" fmla="*/ 85279 h 606722"/>
                <a:gd name="connsiteX94" fmla="*/ 177720 w 607639"/>
                <a:gd name="connsiteY94" fmla="*/ 97170 h 606722"/>
                <a:gd name="connsiteX95" fmla="*/ 165829 w 607639"/>
                <a:gd name="connsiteY95" fmla="*/ 85279 h 606722"/>
                <a:gd name="connsiteX96" fmla="*/ 177720 w 607639"/>
                <a:gd name="connsiteY96" fmla="*/ 73388 h 606722"/>
                <a:gd name="connsiteX97" fmla="*/ 303775 w 607639"/>
                <a:gd name="connsiteY97" fmla="*/ 42480 h 606722"/>
                <a:gd name="connsiteX98" fmla="*/ 315710 w 607639"/>
                <a:gd name="connsiteY98" fmla="*/ 54396 h 606722"/>
                <a:gd name="connsiteX99" fmla="*/ 315710 w 607639"/>
                <a:gd name="connsiteY99" fmla="*/ 69869 h 606722"/>
                <a:gd name="connsiteX100" fmla="*/ 303775 w 607639"/>
                <a:gd name="connsiteY100" fmla="*/ 81785 h 606722"/>
                <a:gd name="connsiteX101" fmla="*/ 291929 w 607639"/>
                <a:gd name="connsiteY101" fmla="*/ 69869 h 606722"/>
                <a:gd name="connsiteX102" fmla="*/ 291929 w 607639"/>
                <a:gd name="connsiteY102" fmla="*/ 54396 h 606722"/>
                <a:gd name="connsiteX103" fmla="*/ 303775 w 607639"/>
                <a:gd name="connsiteY103" fmla="*/ 42480 h 606722"/>
                <a:gd name="connsiteX104" fmla="*/ 303775 w 607639"/>
                <a:gd name="connsiteY104" fmla="*/ 0 h 606722"/>
                <a:gd name="connsiteX105" fmla="*/ 537058 w 607639"/>
                <a:gd name="connsiteY105" fmla="*/ 108956 h 606722"/>
                <a:gd name="connsiteX106" fmla="*/ 537058 w 607639"/>
                <a:gd name="connsiteY106" fmla="*/ 93048 h 606722"/>
                <a:gd name="connsiteX107" fmla="*/ 548895 w 607639"/>
                <a:gd name="connsiteY107" fmla="*/ 81139 h 606722"/>
                <a:gd name="connsiteX108" fmla="*/ 560822 w 607639"/>
                <a:gd name="connsiteY108" fmla="*/ 93048 h 606722"/>
                <a:gd name="connsiteX109" fmla="*/ 560822 w 607639"/>
                <a:gd name="connsiteY109" fmla="*/ 138994 h 606722"/>
                <a:gd name="connsiteX110" fmla="*/ 548895 w 607639"/>
                <a:gd name="connsiteY110" fmla="*/ 150903 h 606722"/>
                <a:gd name="connsiteX111" fmla="*/ 502880 w 607639"/>
                <a:gd name="connsiteY111" fmla="*/ 150903 h 606722"/>
                <a:gd name="connsiteX112" fmla="*/ 490953 w 607639"/>
                <a:gd name="connsiteY112" fmla="*/ 138994 h 606722"/>
                <a:gd name="connsiteX113" fmla="*/ 502880 w 607639"/>
                <a:gd name="connsiteY113" fmla="*/ 127174 h 606722"/>
                <a:gd name="connsiteX114" fmla="*/ 521126 w 607639"/>
                <a:gd name="connsiteY114" fmla="*/ 127174 h 606722"/>
                <a:gd name="connsiteX115" fmla="*/ 303775 w 607639"/>
                <a:gd name="connsiteY115" fmla="*/ 23728 h 606722"/>
                <a:gd name="connsiteX116" fmla="*/ 23764 w 607639"/>
                <a:gd name="connsiteY116" fmla="*/ 303316 h 606722"/>
                <a:gd name="connsiteX117" fmla="*/ 303775 w 607639"/>
                <a:gd name="connsiteY117" fmla="*/ 582905 h 606722"/>
                <a:gd name="connsiteX118" fmla="*/ 583786 w 607639"/>
                <a:gd name="connsiteY118" fmla="*/ 303316 h 606722"/>
                <a:gd name="connsiteX119" fmla="*/ 573906 w 607639"/>
                <a:gd name="connsiteY119" fmla="*/ 229376 h 606722"/>
                <a:gd name="connsiteX120" fmla="*/ 582273 w 607639"/>
                <a:gd name="connsiteY120" fmla="*/ 214801 h 606722"/>
                <a:gd name="connsiteX121" fmla="*/ 596869 w 607639"/>
                <a:gd name="connsiteY121" fmla="*/ 223066 h 606722"/>
                <a:gd name="connsiteX122" fmla="*/ 607639 w 607639"/>
                <a:gd name="connsiteY122" fmla="*/ 303316 h 606722"/>
                <a:gd name="connsiteX123" fmla="*/ 303775 w 607639"/>
                <a:gd name="connsiteY123" fmla="*/ 606722 h 606722"/>
                <a:gd name="connsiteX124" fmla="*/ 0 w 607639"/>
                <a:gd name="connsiteY124" fmla="*/ 303316 h 606722"/>
                <a:gd name="connsiteX125" fmla="*/ 303775 w 607639"/>
                <a:gd name="connsiteY125"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07639" h="606722">
                  <a:moveTo>
                    <a:pt x="303775" y="525007"/>
                  </a:moveTo>
                  <a:cubicBezTo>
                    <a:pt x="310366" y="525007"/>
                    <a:pt x="315710" y="530333"/>
                    <a:pt x="315710" y="536902"/>
                  </a:cubicBezTo>
                  <a:lnTo>
                    <a:pt x="315710" y="552347"/>
                  </a:lnTo>
                  <a:cubicBezTo>
                    <a:pt x="315710" y="558915"/>
                    <a:pt x="310366" y="564241"/>
                    <a:pt x="303775" y="564241"/>
                  </a:cubicBezTo>
                  <a:cubicBezTo>
                    <a:pt x="297184" y="564241"/>
                    <a:pt x="291929" y="558915"/>
                    <a:pt x="291929" y="552347"/>
                  </a:cubicBezTo>
                  <a:lnTo>
                    <a:pt x="291929" y="536902"/>
                  </a:lnTo>
                  <a:cubicBezTo>
                    <a:pt x="291929" y="530333"/>
                    <a:pt x="297184" y="525007"/>
                    <a:pt x="303775" y="525007"/>
                  </a:cubicBezTo>
                  <a:close/>
                  <a:moveTo>
                    <a:pt x="429885" y="509483"/>
                  </a:moveTo>
                  <a:cubicBezTo>
                    <a:pt x="436472" y="509483"/>
                    <a:pt x="441811" y="514822"/>
                    <a:pt x="441811" y="521409"/>
                  </a:cubicBezTo>
                  <a:cubicBezTo>
                    <a:pt x="441811" y="527996"/>
                    <a:pt x="436472" y="533335"/>
                    <a:pt x="429885" y="533335"/>
                  </a:cubicBezTo>
                  <a:cubicBezTo>
                    <a:pt x="423298" y="533335"/>
                    <a:pt x="417959" y="527996"/>
                    <a:pt x="417959" y="521409"/>
                  </a:cubicBezTo>
                  <a:cubicBezTo>
                    <a:pt x="417959" y="514822"/>
                    <a:pt x="423298" y="509483"/>
                    <a:pt x="429885" y="509483"/>
                  </a:cubicBezTo>
                  <a:close/>
                  <a:moveTo>
                    <a:pt x="177720" y="509483"/>
                  </a:moveTo>
                  <a:cubicBezTo>
                    <a:pt x="184287" y="509483"/>
                    <a:pt x="189611" y="514822"/>
                    <a:pt x="189611" y="521409"/>
                  </a:cubicBezTo>
                  <a:cubicBezTo>
                    <a:pt x="189611" y="527996"/>
                    <a:pt x="184287" y="533335"/>
                    <a:pt x="177720" y="533335"/>
                  </a:cubicBezTo>
                  <a:cubicBezTo>
                    <a:pt x="171153" y="533335"/>
                    <a:pt x="165829" y="527996"/>
                    <a:pt x="165829" y="521409"/>
                  </a:cubicBezTo>
                  <a:cubicBezTo>
                    <a:pt x="165829" y="514822"/>
                    <a:pt x="171153" y="509483"/>
                    <a:pt x="177720" y="509483"/>
                  </a:cubicBezTo>
                  <a:close/>
                  <a:moveTo>
                    <a:pt x="522185" y="417324"/>
                  </a:moveTo>
                  <a:cubicBezTo>
                    <a:pt x="528772" y="417324"/>
                    <a:pt x="534111" y="422663"/>
                    <a:pt x="534111" y="429250"/>
                  </a:cubicBezTo>
                  <a:cubicBezTo>
                    <a:pt x="534111" y="435837"/>
                    <a:pt x="528772" y="441176"/>
                    <a:pt x="522185" y="441176"/>
                  </a:cubicBezTo>
                  <a:cubicBezTo>
                    <a:pt x="515598" y="441176"/>
                    <a:pt x="510259" y="435837"/>
                    <a:pt x="510259" y="429250"/>
                  </a:cubicBezTo>
                  <a:cubicBezTo>
                    <a:pt x="510259" y="422663"/>
                    <a:pt x="515598" y="417324"/>
                    <a:pt x="522185" y="417324"/>
                  </a:cubicBezTo>
                  <a:close/>
                  <a:moveTo>
                    <a:pt x="85420" y="417324"/>
                  </a:moveTo>
                  <a:cubicBezTo>
                    <a:pt x="91987" y="417324"/>
                    <a:pt x="97311" y="422663"/>
                    <a:pt x="97311" y="429250"/>
                  </a:cubicBezTo>
                  <a:cubicBezTo>
                    <a:pt x="97311" y="435837"/>
                    <a:pt x="91987" y="441176"/>
                    <a:pt x="85420" y="441176"/>
                  </a:cubicBezTo>
                  <a:cubicBezTo>
                    <a:pt x="78853" y="441176"/>
                    <a:pt x="73529" y="435837"/>
                    <a:pt x="73529" y="429250"/>
                  </a:cubicBezTo>
                  <a:cubicBezTo>
                    <a:pt x="73529" y="422663"/>
                    <a:pt x="78853" y="417324"/>
                    <a:pt x="85420" y="417324"/>
                  </a:cubicBezTo>
                  <a:close/>
                  <a:moveTo>
                    <a:pt x="537643" y="291506"/>
                  </a:moveTo>
                  <a:lnTo>
                    <a:pt x="555628" y="291506"/>
                  </a:lnTo>
                  <a:cubicBezTo>
                    <a:pt x="562216" y="291506"/>
                    <a:pt x="567558" y="296745"/>
                    <a:pt x="567558" y="303316"/>
                  </a:cubicBezTo>
                  <a:cubicBezTo>
                    <a:pt x="567558" y="309888"/>
                    <a:pt x="562216" y="315216"/>
                    <a:pt x="555628" y="315216"/>
                  </a:cubicBezTo>
                  <a:lnTo>
                    <a:pt x="537643" y="315216"/>
                  </a:lnTo>
                  <a:cubicBezTo>
                    <a:pt x="531055" y="315216"/>
                    <a:pt x="525713" y="309888"/>
                    <a:pt x="525713" y="303316"/>
                  </a:cubicBezTo>
                  <a:cubicBezTo>
                    <a:pt x="525713" y="296745"/>
                    <a:pt x="531055" y="291506"/>
                    <a:pt x="537643" y="291506"/>
                  </a:cubicBezTo>
                  <a:close/>
                  <a:moveTo>
                    <a:pt x="51991" y="291506"/>
                  </a:moveTo>
                  <a:lnTo>
                    <a:pt x="69946" y="291506"/>
                  </a:lnTo>
                  <a:cubicBezTo>
                    <a:pt x="76523" y="291506"/>
                    <a:pt x="81856" y="296745"/>
                    <a:pt x="81856" y="303316"/>
                  </a:cubicBezTo>
                  <a:cubicBezTo>
                    <a:pt x="81856" y="309888"/>
                    <a:pt x="76523" y="315216"/>
                    <a:pt x="69946" y="315216"/>
                  </a:cubicBezTo>
                  <a:lnTo>
                    <a:pt x="51991" y="315216"/>
                  </a:lnTo>
                  <a:cubicBezTo>
                    <a:pt x="45414" y="315216"/>
                    <a:pt x="40081" y="309888"/>
                    <a:pt x="40081" y="303316"/>
                  </a:cubicBezTo>
                  <a:cubicBezTo>
                    <a:pt x="40081" y="296745"/>
                    <a:pt x="45414" y="291506"/>
                    <a:pt x="51991" y="291506"/>
                  </a:cubicBezTo>
                  <a:close/>
                  <a:moveTo>
                    <a:pt x="412608" y="222096"/>
                  </a:moveTo>
                  <a:lnTo>
                    <a:pt x="345491" y="334245"/>
                  </a:lnTo>
                  <a:lnTo>
                    <a:pt x="412608" y="334245"/>
                  </a:lnTo>
                  <a:close/>
                  <a:moveTo>
                    <a:pt x="427651" y="167533"/>
                  </a:moveTo>
                  <a:cubicBezTo>
                    <a:pt x="432814" y="168954"/>
                    <a:pt x="436375" y="173664"/>
                    <a:pt x="436375" y="178996"/>
                  </a:cubicBezTo>
                  <a:lnTo>
                    <a:pt x="436375" y="334245"/>
                  </a:lnTo>
                  <a:lnTo>
                    <a:pt x="469399" y="334245"/>
                  </a:lnTo>
                  <a:cubicBezTo>
                    <a:pt x="475986" y="334245"/>
                    <a:pt x="481327" y="339577"/>
                    <a:pt x="481327" y="346153"/>
                  </a:cubicBezTo>
                  <a:cubicBezTo>
                    <a:pt x="481327" y="352641"/>
                    <a:pt x="475986" y="357973"/>
                    <a:pt x="469399" y="357973"/>
                  </a:cubicBezTo>
                  <a:lnTo>
                    <a:pt x="436375" y="357973"/>
                  </a:lnTo>
                  <a:lnTo>
                    <a:pt x="436375" y="427733"/>
                  </a:lnTo>
                  <a:cubicBezTo>
                    <a:pt x="436375" y="434220"/>
                    <a:pt x="431123" y="439552"/>
                    <a:pt x="424536" y="439552"/>
                  </a:cubicBezTo>
                  <a:cubicBezTo>
                    <a:pt x="417949" y="439552"/>
                    <a:pt x="412608" y="434220"/>
                    <a:pt x="412608" y="427733"/>
                  </a:cubicBezTo>
                  <a:lnTo>
                    <a:pt x="412608" y="357973"/>
                  </a:lnTo>
                  <a:lnTo>
                    <a:pt x="324573" y="357973"/>
                  </a:lnTo>
                  <a:cubicBezTo>
                    <a:pt x="320300" y="357973"/>
                    <a:pt x="316295" y="355662"/>
                    <a:pt x="314158" y="352019"/>
                  </a:cubicBezTo>
                  <a:cubicBezTo>
                    <a:pt x="312111" y="348286"/>
                    <a:pt x="312111" y="343665"/>
                    <a:pt x="314336" y="340022"/>
                  </a:cubicBezTo>
                  <a:lnTo>
                    <a:pt x="414299" y="172953"/>
                  </a:lnTo>
                  <a:cubicBezTo>
                    <a:pt x="417059" y="168332"/>
                    <a:pt x="422489" y="166111"/>
                    <a:pt x="427651" y="167533"/>
                  </a:cubicBezTo>
                  <a:close/>
                  <a:moveTo>
                    <a:pt x="216270" y="167099"/>
                  </a:moveTo>
                  <a:cubicBezTo>
                    <a:pt x="257222" y="167099"/>
                    <a:pt x="290518" y="200333"/>
                    <a:pt x="290518" y="241210"/>
                  </a:cubicBezTo>
                  <a:cubicBezTo>
                    <a:pt x="290518" y="284486"/>
                    <a:pt x="273603" y="325097"/>
                    <a:pt x="242978" y="355754"/>
                  </a:cubicBezTo>
                  <a:lnTo>
                    <a:pt x="182707" y="415825"/>
                  </a:lnTo>
                  <a:lnTo>
                    <a:pt x="278588" y="415825"/>
                  </a:lnTo>
                  <a:cubicBezTo>
                    <a:pt x="285176" y="415825"/>
                    <a:pt x="290518" y="421158"/>
                    <a:pt x="290518" y="427734"/>
                  </a:cubicBezTo>
                  <a:cubicBezTo>
                    <a:pt x="290518" y="434220"/>
                    <a:pt x="285176" y="439552"/>
                    <a:pt x="278588" y="439552"/>
                  </a:cubicBezTo>
                  <a:lnTo>
                    <a:pt x="154040" y="439552"/>
                  </a:lnTo>
                  <a:cubicBezTo>
                    <a:pt x="149232" y="439552"/>
                    <a:pt x="144870" y="436709"/>
                    <a:pt x="143001" y="432265"/>
                  </a:cubicBezTo>
                  <a:cubicBezTo>
                    <a:pt x="141131" y="427822"/>
                    <a:pt x="142199" y="422668"/>
                    <a:pt x="145582" y="419292"/>
                  </a:cubicBezTo>
                  <a:lnTo>
                    <a:pt x="226152" y="338959"/>
                  </a:lnTo>
                  <a:cubicBezTo>
                    <a:pt x="252236" y="312834"/>
                    <a:pt x="266659" y="278088"/>
                    <a:pt x="266659" y="241210"/>
                  </a:cubicBezTo>
                  <a:cubicBezTo>
                    <a:pt x="266659" y="213485"/>
                    <a:pt x="244046" y="190914"/>
                    <a:pt x="216270" y="190914"/>
                  </a:cubicBezTo>
                  <a:cubicBezTo>
                    <a:pt x="188493" y="190914"/>
                    <a:pt x="165880" y="213485"/>
                    <a:pt x="165880" y="241210"/>
                  </a:cubicBezTo>
                  <a:cubicBezTo>
                    <a:pt x="165880" y="247786"/>
                    <a:pt x="160539" y="253029"/>
                    <a:pt x="154040" y="253029"/>
                  </a:cubicBezTo>
                  <a:cubicBezTo>
                    <a:pt x="147452" y="253029"/>
                    <a:pt x="142110" y="247786"/>
                    <a:pt x="142110" y="241210"/>
                  </a:cubicBezTo>
                  <a:cubicBezTo>
                    <a:pt x="142110" y="200333"/>
                    <a:pt x="175406" y="167099"/>
                    <a:pt x="216270" y="167099"/>
                  </a:cubicBezTo>
                  <a:close/>
                  <a:moveTo>
                    <a:pt x="522185" y="165547"/>
                  </a:moveTo>
                  <a:cubicBezTo>
                    <a:pt x="528772" y="165547"/>
                    <a:pt x="534111" y="170871"/>
                    <a:pt x="534111" y="177438"/>
                  </a:cubicBezTo>
                  <a:cubicBezTo>
                    <a:pt x="534111" y="184005"/>
                    <a:pt x="528772" y="189329"/>
                    <a:pt x="522185" y="189329"/>
                  </a:cubicBezTo>
                  <a:cubicBezTo>
                    <a:pt x="515598" y="189329"/>
                    <a:pt x="510259" y="184005"/>
                    <a:pt x="510259" y="177438"/>
                  </a:cubicBezTo>
                  <a:cubicBezTo>
                    <a:pt x="510259" y="170871"/>
                    <a:pt x="515598" y="165547"/>
                    <a:pt x="522185" y="165547"/>
                  </a:cubicBezTo>
                  <a:close/>
                  <a:moveTo>
                    <a:pt x="85420" y="165547"/>
                  </a:moveTo>
                  <a:cubicBezTo>
                    <a:pt x="91987" y="165547"/>
                    <a:pt x="97311" y="170871"/>
                    <a:pt x="97311" y="177438"/>
                  </a:cubicBezTo>
                  <a:cubicBezTo>
                    <a:pt x="97311" y="184005"/>
                    <a:pt x="91987" y="189329"/>
                    <a:pt x="85420" y="189329"/>
                  </a:cubicBezTo>
                  <a:cubicBezTo>
                    <a:pt x="78853" y="189329"/>
                    <a:pt x="73529" y="184005"/>
                    <a:pt x="73529" y="177438"/>
                  </a:cubicBezTo>
                  <a:cubicBezTo>
                    <a:pt x="73529" y="170871"/>
                    <a:pt x="78853" y="165547"/>
                    <a:pt x="85420" y="165547"/>
                  </a:cubicBezTo>
                  <a:close/>
                  <a:moveTo>
                    <a:pt x="429885" y="73388"/>
                  </a:moveTo>
                  <a:cubicBezTo>
                    <a:pt x="436472" y="73388"/>
                    <a:pt x="441811" y="78712"/>
                    <a:pt x="441811" y="85279"/>
                  </a:cubicBezTo>
                  <a:cubicBezTo>
                    <a:pt x="441811" y="91846"/>
                    <a:pt x="436472" y="97170"/>
                    <a:pt x="429885" y="97170"/>
                  </a:cubicBezTo>
                  <a:cubicBezTo>
                    <a:pt x="423298" y="97170"/>
                    <a:pt x="417959" y="91846"/>
                    <a:pt x="417959" y="85279"/>
                  </a:cubicBezTo>
                  <a:cubicBezTo>
                    <a:pt x="417959" y="78712"/>
                    <a:pt x="423298" y="73388"/>
                    <a:pt x="429885" y="73388"/>
                  </a:cubicBezTo>
                  <a:close/>
                  <a:moveTo>
                    <a:pt x="177720" y="73388"/>
                  </a:moveTo>
                  <a:cubicBezTo>
                    <a:pt x="184287" y="73388"/>
                    <a:pt x="189611" y="78712"/>
                    <a:pt x="189611" y="85279"/>
                  </a:cubicBezTo>
                  <a:cubicBezTo>
                    <a:pt x="189611" y="91846"/>
                    <a:pt x="184287" y="97170"/>
                    <a:pt x="177720" y="97170"/>
                  </a:cubicBezTo>
                  <a:cubicBezTo>
                    <a:pt x="171153" y="97170"/>
                    <a:pt x="165829" y="91846"/>
                    <a:pt x="165829" y="85279"/>
                  </a:cubicBezTo>
                  <a:cubicBezTo>
                    <a:pt x="165829" y="78712"/>
                    <a:pt x="171153" y="73388"/>
                    <a:pt x="177720" y="73388"/>
                  </a:cubicBezTo>
                  <a:close/>
                  <a:moveTo>
                    <a:pt x="303775" y="42480"/>
                  </a:moveTo>
                  <a:cubicBezTo>
                    <a:pt x="310366" y="42480"/>
                    <a:pt x="315710" y="47815"/>
                    <a:pt x="315710" y="54396"/>
                  </a:cubicBezTo>
                  <a:lnTo>
                    <a:pt x="315710" y="69869"/>
                  </a:lnTo>
                  <a:cubicBezTo>
                    <a:pt x="315710" y="76449"/>
                    <a:pt x="310366" y="81785"/>
                    <a:pt x="303775" y="81785"/>
                  </a:cubicBezTo>
                  <a:cubicBezTo>
                    <a:pt x="297184" y="81785"/>
                    <a:pt x="291929" y="76449"/>
                    <a:pt x="291929" y="69869"/>
                  </a:cubicBezTo>
                  <a:lnTo>
                    <a:pt x="291929" y="54396"/>
                  </a:lnTo>
                  <a:cubicBezTo>
                    <a:pt x="291929" y="47815"/>
                    <a:pt x="297184" y="42480"/>
                    <a:pt x="303775" y="42480"/>
                  </a:cubicBezTo>
                  <a:close/>
                  <a:moveTo>
                    <a:pt x="303775" y="0"/>
                  </a:moveTo>
                  <a:cubicBezTo>
                    <a:pt x="394204" y="0"/>
                    <a:pt x="479560" y="40347"/>
                    <a:pt x="537058" y="108956"/>
                  </a:cubicBezTo>
                  <a:lnTo>
                    <a:pt x="537058" y="93048"/>
                  </a:lnTo>
                  <a:cubicBezTo>
                    <a:pt x="537058" y="86471"/>
                    <a:pt x="542309" y="81139"/>
                    <a:pt x="548895" y="81139"/>
                  </a:cubicBezTo>
                  <a:cubicBezTo>
                    <a:pt x="555482" y="81139"/>
                    <a:pt x="560822" y="86471"/>
                    <a:pt x="560822" y="93048"/>
                  </a:cubicBezTo>
                  <a:lnTo>
                    <a:pt x="560822" y="138994"/>
                  </a:lnTo>
                  <a:cubicBezTo>
                    <a:pt x="560822" y="145570"/>
                    <a:pt x="555482" y="150903"/>
                    <a:pt x="548895" y="150903"/>
                  </a:cubicBezTo>
                  <a:lnTo>
                    <a:pt x="502880" y="150903"/>
                  </a:lnTo>
                  <a:cubicBezTo>
                    <a:pt x="496293" y="150903"/>
                    <a:pt x="490953" y="145570"/>
                    <a:pt x="490953" y="138994"/>
                  </a:cubicBezTo>
                  <a:cubicBezTo>
                    <a:pt x="490953" y="132417"/>
                    <a:pt x="496293" y="127174"/>
                    <a:pt x="502880" y="127174"/>
                  </a:cubicBezTo>
                  <a:lnTo>
                    <a:pt x="521126" y="127174"/>
                  </a:lnTo>
                  <a:cubicBezTo>
                    <a:pt x="468168" y="62032"/>
                    <a:pt x="388419" y="23728"/>
                    <a:pt x="303775" y="23728"/>
                  </a:cubicBezTo>
                  <a:cubicBezTo>
                    <a:pt x="149440" y="23728"/>
                    <a:pt x="23764" y="149214"/>
                    <a:pt x="23764" y="303316"/>
                  </a:cubicBezTo>
                  <a:cubicBezTo>
                    <a:pt x="23764" y="457508"/>
                    <a:pt x="149440" y="582905"/>
                    <a:pt x="303775" y="582905"/>
                  </a:cubicBezTo>
                  <a:cubicBezTo>
                    <a:pt x="458199" y="582905"/>
                    <a:pt x="583786" y="457508"/>
                    <a:pt x="583786" y="303316"/>
                  </a:cubicBezTo>
                  <a:cubicBezTo>
                    <a:pt x="583786" y="278255"/>
                    <a:pt x="580492" y="253371"/>
                    <a:pt x="573906" y="229376"/>
                  </a:cubicBezTo>
                  <a:cubicBezTo>
                    <a:pt x="572126" y="223066"/>
                    <a:pt x="575864" y="216489"/>
                    <a:pt x="582273" y="214801"/>
                  </a:cubicBezTo>
                  <a:cubicBezTo>
                    <a:pt x="588592" y="213023"/>
                    <a:pt x="595089" y="216756"/>
                    <a:pt x="596869" y="223066"/>
                  </a:cubicBezTo>
                  <a:cubicBezTo>
                    <a:pt x="603990" y="249194"/>
                    <a:pt x="607639" y="276122"/>
                    <a:pt x="607639" y="303316"/>
                  </a:cubicBezTo>
                  <a:cubicBezTo>
                    <a:pt x="607639" y="470572"/>
                    <a:pt x="471283" y="606722"/>
                    <a:pt x="303775" y="606722"/>
                  </a:cubicBezTo>
                  <a:cubicBezTo>
                    <a:pt x="136267" y="606722"/>
                    <a:pt x="0" y="470572"/>
                    <a:pt x="0" y="303316"/>
                  </a:cubicBezTo>
                  <a:cubicBezTo>
                    <a:pt x="0" y="136061"/>
                    <a:pt x="136267"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9" name="矩形 38"/>
            <p:cNvSpPr/>
            <p:nvPr/>
          </p:nvSpPr>
          <p:spPr>
            <a:xfrm>
              <a:off x="6889711" y="3147009"/>
              <a:ext cx="2084386" cy="465391"/>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b="1" dirty="0"/>
                <a:t>总结</a:t>
              </a:r>
            </a:p>
          </p:txBody>
        </p:sp>
      </p:grpSp>
      <p:grpSp>
        <p:nvGrpSpPr>
          <p:cNvPr id="40" name="组合 39"/>
          <p:cNvGrpSpPr/>
          <p:nvPr/>
        </p:nvGrpSpPr>
        <p:grpSpPr>
          <a:xfrm>
            <a:off x="847488" y="2386365"/>
            <a:ext cx="2099056" cy="1630487"/>
            <a:chOff x="3632838" y="2075502"/>
            <a:chExt cx="2629054" cy="2210399"/>
          </a:xfrm>
        </p:grpSpPr>
        <p:sp>
          <p:nvSpPr>
            <p:cNvPr id="41" name="ïṧḷïḓê-矩形: 圆角 12"/>
            <p:cNvSpPr/>
            <p:nvPr/>
          </p:nvSpPr>
          <p:spPr>
            <a:xfrm>
              <a:off x="3632838" y="2075502"/>
              <a:ext cx="2360301" cy="2210399"/>
            </a:xfrm>
            <a:prstGeom prst="roundRect">
              <a:avLst>
                <a:gd name="adj" fmla="val 42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42" name="椭圆 41"/>
            <p:cNvSpPr/>
            <p:nvPr/>
          </p:nvSpPr>
          <p:spPr>
            <a:xfrm>
              <a:off x="4426949" y="2316802"/>
              <a:ext cx="762000" cy="76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35"/>
            <p:cNvSpPr/>
            <p:nvPr/>
          </p:nvSpPr>
          <p:spPr>
            <a:xfrm>
              <a:off x="4643053" y="2527939"/>
              <a:ext cx="329791" cy="339726"/>
            </a:xfrm>
            <a:custGeom>
              <a:avLst/>
              <a:gdLst>
                <a:gd name="connsiteX0" fmla="*/ 288471 w 590280"/>
                <a:gd name="connsiteY0" fmla="*/ 493393 h 608062"/>
                <a:gd name="connsiteX1" fmla="*/ 301667 w 590280"/>
                <a:gd name="connsiteY1" fmla="*/ 493393 h 608062"/>
                <a:gd name="connsiteX2" fmla="*/ 311369 w 590280"/>
                <a:gd name="connsiteY2" fmla="*/ 499110 h 608062"/>
                <a:gd name="connsiteX3" fmla="*/ 311078 w 590280"/>
                <a:gd name="connsiteY3" fmla="*/ 510446 h 608062"/>
                <a:gd name="connsiteX4" fmla="*/ 307876 w 590280"/>
                <a:gd name="connsiteY4" fmla="*/ 515485 h 608062"/>
                <a:gd name="connsiteX5" fmla="*/ 302249 w 590280"/>
                <a:gd name="connsiteY5" fmla="*/ 518585 h 608062"/>
                <a:gd name="connsiteX6" fmla="*/ 287889 w 590280"/>
                <a:gd name="connsiteY6" fmla="*/ 518585 h 608062"/>
                <a:gd name="connsiteX7" fmla="*/ 282261 w 590280"/>
                <a:gd name="connsiteY7" fmla="*/ 515485 h 608062"/>
                <a:gd name="connsiteX8" fmla="*/ 279059 w 590280"/>
                <a:gd name="connsiteY8" fmla="*/ 510446 h 608062"/>
                <a:gd name="connsiteX9" fmla="*/ 278768 w 590280"/>
                <a:gd name="connsiteY9" fmla="*/ 499110 h 608062"/>
                <a:gd name="connsiteX10" fmla="*/ 288471 w 590280"/>
                <a:gd name="connsiteY10" fmla="*/ 493393 h 608062"/>
                <a:gd name="connsiteX11" fmla="*/ 253371 w 590280"/>
                <a:gd name="connsiteY11" fmla="*/ 486196 h 608062"/>
                <a:gd name="connsiteX12" fmla="*/ 282769 w 590280"/>
                <a:gd name="connsiteY12" fmla="*/ 557899 h 608062"/>
                <a:gd name="connsiteX13" fmla="*/ 282769 w 590280"/>
                <a:gd name="connsiteY13" fmla="*/ 535807 h 608062"/>
                <a:gd name="connsiteX14" fmla="*/ 290337 w 590280"/>
                <a:gd name="connsiteY14" fmla="*/ 528249 h 608062"/>
                <a:gd name="connsiteX15" fmla="*/ 300039 w 590280"/>
                <a:gd name="connsiteY15" fmla="*/ 528249 h 608062"/>
                <a:gd name="connsiteX16" fmla="*/ 307607 w 590280"/>
                <a:gd name="connsiteY16" fmla="*/ 535807 h 608062"/>
                <a:gd name="connsiteX17" fmla="*/ 307607 w 590280"/>
                <a:gd name="connsiteY17" fmla="*/ 557608 h 608062"/>
                <a:gd name="connsiteX18" fmla="*/ 336810 w 590280"/>
                <a:gd name="connsiteY18" fmla="*/ 486196 h 608062"/>
                <a:gd name="connsiteX19" fmla="*/ 357767 w 590280"/>
                <a:gd name="connsiteY19" fmla="*/ 500634 h 608062"/>
                <a:gd name="connsiteX20" fmla="*/ 372417 w 590280"/>
                <a:gd name="connsiteY20" fmla="*/ 538907 h 608062"/>
                <a:gd name="connsiteX21" fmla="*/ 374843 w 590280"/>
                <a:gd name="connsiteY21" fmla="*/ 545109 h 608062"/>
                <a:gd name="connsiteX22" fmla="*/ 300039 w 590280"/>
                <a:gd name="connsiteY22" fmla="*/ 576987 h 608062"/>
                <a:gd name="connsiteX23" fmla="*/ 295188 w 590280"/>
                <a:gd name="connsiteY23" fmla="*/ 577084 h 608062"/>
                <a:gd name="connsiteX24" fmla="*/ 291016 w 590280"/>
                <a:gd name="connsiteY24" fmla="*/ 576987 h 608062"/>
                <a:gd name="connsiteX25" fmla="*/ 215436 w 590280"/>
                <a:gd name="connsiteY25" fmla="*/ 545109 h 608062"/>
                <a:gd name="connsiteX26" fmla="*/ 217764 w 590280"/>
                <a:gd name="connsiteY26" fmla="*/ 538907 h 608062"/>
                <a:gd name="connsiteX27" fmla="*/ 232221 w 590280"/>
                <a:gd name="connsiteY27" fmla="*/ 500827 h 608062"/>
                <a:gd name="connsiteX28" fmla="*/ 253371 w 590280"/>
                <a:gd name="connsiteY28" fmla="*/ 486196 h 608062"/>
                <a:gd name="connsiteX29" fmla="*/ 295188 w 590280"/>
                <a:gd name="connsiteY29" fmla="*/ 366279 h 608062"/>
                <a:gd name="connsiteX30" fmla="*/ 262960 w 590280"/>
                <a:gd name="connsiteY30" fmla="*/ 414607 h 608062"/>
                <a:gd name="connsiteX31" fmla="*/ 295188 w 590280"/>
                <a:gd name="connsiteY31" fmla="*/ 462839 h 608062"/>
                <a:gd name="connsiteX32" fmla="*/ 327320 w 590280"/>
                <a:gd name="connsiteY32" fmla="*/ 414607 h 608062"/>
                <a:gd name="connsiteX33" fmla="*/ 295188 w 590280"/>
                <a:gd name="connsiteY33" fmla="*/ 366279 h 608062"/>
                <a:gd name="connsiteX34" fmla="*/ 295188 w 590280"/>
                <a:gd name="connsiteY34" fmla="*/ 351557 h 608062"/>
                <a:gd name="connsiteX35" fmla="*/ 342172 w 590280"/>
                <a:gd name="connsiteY35" fmla="*/ 414607 h 608062"/>
                <a:gd name="connsiteX36" fmla="*/ 322757 w 590280"/>
                <a:gd name="connsiteY36" fmla="*/ 465551 h 608062"/>
                <a:gd name="connsiteX37" fmla="*/ 295188 w 590280"/>
                <a:gd name="connsiteY37" fmla="*/ 477657 h 608062"/>
                <a:gd name="connsiteX38" fmla="*/ 267522 w 590280"/>
                <a:gd name="connsiteY38" fmla="*/ 465551 h 608062"/>
                <a:gd name="connsiteX39" fmla="*/ 248108 w 590280"/>
                <a:gd name="connsiteY39" fmla="*/ 414607 h 608062"/>
                <a:gd name="connsiteX40" fmla="*/ 295188 w 590280"/>
                <a:gd name="connsiteY40" fmla="*/ 351557 h 608062"/>
                <a:gd name="connsiteX41" fmla="*/ 295188 w 590280"/>
                <a:gd name="connsiteY41" fmla="*/ 336295 h 608062"/>
                <a:gd name="connsiteX42" fmla="*/ 169427 w 590280"/>
                <a:gd name="connsiteY42" fmla="*/ 461860 h 608062"/>
                <a:gd name="connsiteX43" fmla="*/ 295188 w 590280"/>
                <a:gd name="connsiteY43" fmla="*/ 587425 h 608062"/>
                <a:gd name="connsiteX44" fmla="*/ 420852 w 590280"/>
                <a:gd name="connsiteY44" fmla="*/ 461860 h 608062"/>
                <a:gd name="connsiteX45" fmla="*/ 295188 w 590280"/>
                <a:gd name="connsiteY45" fmla="*/ 336295 h 608062"/>
                <a:gd name="connsiteX46" fmla="*/ 426654 w 590280"/>
                <a:gd name="connsiteY46" fmla="*/ 149810 h 608062"/>
                <a:gd name="connsiteX47" fmla="*/ 461485 w 590280"/>
                <a:gd name="connsiteY47" fmla="*/ 179065 h 608062"/>
                <a:gd name="connsiteX48" fmla="*/ 496315 w 590280"/>
                <a:gd name="connsiteY48" fmla="*/ 149810 h 608062"/>
                <a:gd name="connsiteX49" fmla="*/ 512615 w 590280"/>
                <a:gd name="connsiteY49" fmla="*/ 162500 h 608062"/>
                <a:gd name="connsiteX50" fmla="*/ 523966 w 590280"/>
                <a:gd name="connsiteY50" fmla="*/ 192142 h 608062"/>
                <a:gd name="connsiteX51" fmla="*/ 526974 w 590280"/>
                <a:gd name="connsiteY51" fmla="*/ 200086 h 608062"/>
                <a:gd name="connsiteX52" fmla="*/ 522899 w 590280"/>
                <a:gd name="connsiteY52" fmla="*/ 212679 h 608062"/>
                <a:gd name="connsiteX53" fmla="*/ 461485 w 590280"/>
                <a:gd name="connsiteY53" fmla="*/ 230890 h 608062"/>
                <a:gd name="connsiteX54" fmla="*/ 400070 w 590280"/>
                <a:gd name="connsiteY54" fmla="*/ 212679 h 608062"/>
                <a:gd name="connsiteX55" fmla="*/ 395995 w 590280"/>
                <a:gd name="connsiteY55" fmla="*/ 200086 h 608062"/>
                <a:gd name="connsiteX56" fmla="*/ 399003 w 590280"/>
                <a:gd name="connsiteY56" fmla="*/ 192239 h 608062"/>
                <a:gd name="connsiteX57" fmla="*/ 410451 w 590280"/>
                <a:gd name="connsiteY57" fmla="*/ 162500 h 608062"/>
                <a:gd name="connsiteX58" fmla="*/ 426654 w 590280"/>
                <a:gd name="connsiteY58" fmla="*/ 149810 h 608062"/>
                <a:gd name="connsiteX59" fmla="*/ 94788 w 590280"/>
                <a:gd name="connsiteY59" fmla="*/ 142613 h 608062"/>
                <a:gd name="connsiteX60" fmla="*/ 107988 w 590280"/>
                <a:gd name="connsiteY60" fmla="*/ 174970 h 608062"/>
                <a:gd name="connsiteX61" fmla="*/ 130991 w 590280"/>
                <a:gd name="connsiteY61" fmla="*/ 190374 h 608062"/>
                <a:gd name="connsiteX62" fmla="*/ 153994 w 590280"/>
                <a:gd name="connsiteY62" fmla="*/ 174970 h 608062"/>
                <a:gd name="connsiteX63" fmla="*/ 167194 w 590280"/>
                <a:gd name="connsiteY63" fmla="*/ 142613 h 608062"/>
                <a:gd name="connsiteX64" fmla="*/ 179229 w 590280"/>
                <a:gd name="connsiteY64" fmla="*/ 150848 h 608062"/>
                <a:gd name="connsiteX65" fmla="*/ 193788 w 590280"/>
                <a:gd name="connsiteY65" fmla="*/ 188145 h 608062"/>
                <a:gd name="connsiteX66" fmla="*/ 196894 w 590280"/>
                <a:gd name="connsiteY66" fmla="*/ 196186 h 608062"/>
                <a:gd name="connsiteX67" fmla="*/ 193011 w 590280"/>
                <a:gd name="connsiteY67" fmla="*/ 208393 h 608062"/>
                <a:gd name="connsiteX68" fmla="*/ 130991 w 590280"/>
                <a:gd name="connsiteY68" fmla="*/ 227574 h 608062"/>
                <a:gd name="connsiteX69" fmla="*/ 68970 w 590280"/>
                <a:gd name="connsiteY69" fmla="*/ 208393 h 608062"/>
                <a:gd name="connsiteX70" fmla="*/ 65088 w 590280"/>
                <a:gd name="connsiteY70" fmla="*/ 196186 h 608062"/>
                <a:gd name="connsiteX71" fmla="*/ 68194 w 590280"/>
                <a:gd name="connsiteY71" fmla="*/ 188145 h 608062"/>
                <a:gd name="connsiteX72" fmla="*/ 81200 w 590280"/>
                <a:gd name="connsiteY72" fmla="*/ 154723 h 608062"/>
                <a:gd name="connsiteX73" fmla="*/ 94788 w 590280"/>
                <a:gd name="connsiteY73" fmla="*/ 142613 h 608062"/>
                <a:gd name="connsiteX74" fmla="*/ 131088 w 590280"/>
                <a:gd name="connsiteY74" fmla="*/ 70440 h 608062"/>
                <a:gd name="connsiteX75" fmla="*/ 105944 w 590280"/>
                <a:gd name="connsiteY75" fmla="*/ 87488 h 608062"/>
                <a:gd name="connsiteX76" fmla="*/ 130991 w 590280"/>
                <a:gd name="connsiteY76" fmla="*/ 123329 h 608062"/>
                <a:gd name="connsiteX77" fmla="*/ 156038 w 590280"/>
                <a:gd name="connsiteY77" fmla="*/ 86907 h 608062"/>
                <a:gd name="connsiteX78" fmla="*/ 131088 w 590280"/>
                <a:gd name="connsiteY78" fmla="*/ 70440 h 608062"/>
                <a:gd name="connsiteX79" fmla="*/ 461485 w 590280"/>
                <a:gd name="connsiteY79" fmla="*/ 52732 h 608062"/>
                <a:gd name="connsiteX80" fmla="*/ 435473 w 590280"/>
                <a:gd name="connsiteY80" fmla="*/ 91685 h 608062"/>
                <a:gd name="connsiteX81" fmla="*/ 461485 w 590280"/>
                <a:gd name="connsiteY81" fmla="*/ 130735 h 608062"/>
                <a:gd name="connsiteX82" fmla="*/ 487498 w 590280"/>
                <a:gd name="connsiteY82" fmla="*/ 91685 h 608062"/>
                <a:gd name="connsiteX83" fmla="*/ 461485 w 590280"/>
                <a:gd name="connsiteY83" fmla="*/ 52732 h 608062"/>
                <a:gd name="connsiteX84" fmla="*/ 461485 w 590280"/>
                <a:gd name="connsiteY84" fmla="*/ 40716 h 608062"/>
                <a:gd name="connsiteX85" fmla="*/ 499533 w 590280"/>
                <a:gd name="connsiteY85" fmla="*/ 91685 h 608062"/>
                <a:gd name="connsiteX86" fmla="*/ 479539 w 590280"/>
                <a:gd name="connsiteY86" fmla="*/ 136355 h 608062"/>
                <a:gd name="connsiteX87" fmla="*/ 479539 w 590280"/>
                <a:gd name="connsiteY87" fmla="*/ 149631 h 608062"/>
                <a:gd name="connsiteX88" fmla="*/ 483809 w 590280"/>
                <a:gd name="connsiteY88" fmla="*/ 149631 h 608062"/>
                <a:gd name="connsiteX89" fmla="*/ 461485 w 590280"/>
                <a:gd name="connsiteY89" fmla="*/ 167169 h 608062"/>
                <a:gd name="connsiteX90" fmla="*/ 439161 w 590280"/>
                <a:gd name="connsiteY90" fmla="*/ 149631 h 608062"/>
                <a:gd name="connsiteX91" fmla="*/ 443529 w 590280"/>
                <a:gd name="connsiteY91" fmla="*/ 149631 h 608062"/>
                <a:gd name="connsiteX92" fmla="*/ 443529 w 590280"/>
                <a:gd name="connsiteY92" fmla="*/ 136355 h 608062"/>
                <a:gd name="connsiteX93" fmla="*/ 423534 w 590280"/>
                <a:gd name="connsiteY93" fmla="*/ 91685 h 608062"/>
                <a:gd name="connsiteX94" fmla="*/ 461485 w 590280"/>
                <a:gd name="connsiteY94" fmla="*/ 40716 h 608062"/>
                <a:gd name="connsiteX95" fmla="*/ 130991 w 590280"/>
                <a:gd name="connsiteY95" fmla="*/ 32178 h 608062"/>
                <a:gd name="connsiteX96" fmla="*/ 173416 w 590280"/>
                <a:gd name="connsiteY96" fmla="*/ 86326 h 608062"/>
                <a:gd name="connsiteX97" fmla="*/ 185162 w 590280"/>
                <a:gd name="connsiteY97" fmla="*/ 114611 h 608062"/>
                <a:gd name="connsiteX98" fmla="*/ 185648 w 590280"/>
                <a:gd name="connsiteY98" fmla="*/ 120810 h 608062"/>
                <a:gd name="connsiteX99" fmla="*/ 180405 w 590280"/>
                <a:gd name="connsiteY99" fmla="*/ 124007 h 608062"/>
                <a:gd name="connsiteX100" fmla="*/ 154582 w 590280"/>
                <a:gd name="connsiteY100" fmla="*/ 124007 h 608062"/>
                <a:gd name="connsiteX101" fmla="*/ 148563 w 590280"/>
                <a:gd name="connsiteY101" fmla="*/ 129431 h 608062"/>
                <a:gd name="connsiteX102" fmla="*/ 148563 w 590280"/>
                <a:gd name="connsiteY102" fmla="*/ 142024 h 608062"/>
                <a:gd name="connsiteX103" fmla="*/ 154194 w 590280"/>
                <a:gd name="connsiteY103" fmla="*/ 142024 h 608062"/>
                <a:gd name="connsiteX104" fmla="*/ 142641 w 590280"/>
                <a:gd name="connsiteY104" fmla="*/ 170308 h 608062"/>
                <a:gd name="connsiteX105" fmla="*/ 119341 w 590280"/>
                <a:gd name="connsiteY105" fmla="*/ 170308 h 608062"/>
                <a:gd name="connsiteX106" fmla="*/ 107692 w 590280"/>
                <a:gd name="connsiteY106" fmla="*/ 142024 h 608062"/>
                <a:gd name="connsiteX107" fmla="*/ 113420 w 590280"/>
                <a:gd name="connsiteY107" fmla="*/ 142024 h 608062"/>
                <a:gd name="connsiteX108" fmla="*/ 113420 w 590280"/>
                <a:gd name="connsiteY108" fmla="*/ 129431 h 608062"/>
                <a:gd name="connsiteX109" fmla="*/ 107401 w 590280"/>
                <a:gd name="connsiteY109" fmla="*/ 124007 h 608062"/>
                <a:gd name="connsiteX110" fmla="*/ 81674 w 590280"/>
                <a:gd name="connsiteY110" fmla="*/ 124007 h 608062"/>
                <a:gd name="connsiteX111" fmla="*/ 76335 w 590280"/>
                <a:gd name="connsiteY111" fmla="*/ 120810 h 608062"/>
                <a:gd name="connsiteX112" fmla="*/ 76820 w 590280"/>
                <a:gd name="connsiteY112" fmla="*/ 114611 h 608062"/>
                <a:gd name="connsiteX113" fmla="*/ 88567 w 590280"/>
                <a:gd name="connsiteY113" fmla="*/ 86520 h 608062"/>
                <a:gd name="connsiteX114" fmla="*/ 130991 w 590280"/>
                <a:gd name="connsiteY114" fmla="*/ 32178 h 608062"/>
                <a:gd name="connsiteX115" fmla="*/ 461996 w 590280"/>
                <a:gd name="connsiteY115" fmla="*/ 27613 h 608062"/>
                <a:gd name="connsiteX116" fmla="*/ 354284 w 590280"/>
                <a:gd name="connsiteY116" fmla="*/ 135061 h 608062"/>
                <a:gd name="connsiteX117" fmla="*/ 461996 w 590280"/>
                <a:gd name="connsiteY117" fmla="*/ 242508 h 608062"/>
                <a:gd name="connsiteX118" fmla="*/ 569611 w 590280"/>
                <a:gd name="connsiteY118" fmla="*/ 135061 h 608062"/>
                <a:gd name="connsiteX119" fmla="*/ 461996 w 590280"/>
                <a:gd name="connsiteY119" fmla="*/ 27613 h 608062"/>
                <a:gd name="connsiteX120" fmla="*/ 130224 w 590280"/>
                <a:gd name="connsiteY120" fmla="*/ 20637 h 608062"/>
                <a:gd name="connsiteX121" fmla="*/ 20669 w 590280"/>
                <a:gd name="connsiteY121" fmla="*/ 130022 h 608062"/>
                <a:gd name="connsiteX122" fmla="*/ 130224 w 590280"/>
                <a:gd name="connsiteY122" fmla="*/ 239408 h 608062"/>
                <a:gd name="connsiteX123" fmla="*/ 239877 w 590280"/>
                <a:gd name="connsiteY123" fmla="*/ 130022 h 608062"/>
                <a:gd name="connsiteX124" fmla="*/ 130224 w 590280"/>
                <a:gd name="connsiteY124" fmla="*/ 20637 h 608062"/>
                <a:gd name="connsiteX125" fmla="*/ 130224 w 590280"/>
                <a:gd name="connsiteY125" fmla="*/ 0 h 608062"/>
                <a:gd name="connsiteX126" fmla="*/ 260546 w 590280"/>
                <a:gd name="connsiteY126" fmla="*/ 130022 h 608062"/>
                <a:gd name="connsiteX127" fmla="*/ 235316 w 590280"/>
                <a:gd name="connsiteY127" fmla="*/ 206854 h 608062"/>
                <a:gd name="connsiteX128" fmla="*/ 295188 w 590280"/>
                <a:gd name="connsiteY128" fmla="*/ 266536 h 608062"/>
                <a:gd name="connsiteX129" fmla="*/ 355449 w 590280"/>
                <a:gd name="connsiteY129" fmla="*/ 206369 h 608062"/>
                <a:gd name="connsiteX130" fmla="*/ 333615 w 590280"/>
                <a:gd name="connsiteY130" fmla="*/ 135061 h 608062"/>
                <a:gd name="connsiteX131" fmla="*/ 461996 w 590280"/>
                <a:gd name="connsiteY131" fmla="*/ 6976 h 608062"/>
                <a:gd name="connsiteX132" fmla="*/ 590280 w 590280"/>
                <a:gd name="connsiteY132" fmla="*/ 135061 h 608062"/>
                <a:gd name="connsiteX133" fmla="*/ 461996 w 590280"/>
                <a:gd name="connsiteY133" fmla="*/ 263145 h 608062"/>
                <a:gd name="connsiteX134" fmla="*/ 383687 w 590280"/>
                <a:gd name="connsiteY134" fmla="*/ 236501 h 608062"/>
                <a:gd name="connsiteX135" fmla="*/ 315760 w 590280"/>
                <a:gd name="connsiteY135" fmla="*/ 304322 h 608062"/>
                <a:gd name="connsiteX136" fmla="*/ 315760 w 590280"/>
                <a:gd name="connsiteY136" fmla="*/ 317111 h 608062"/>
                <a:gd name="connsiteX137" fmla="*/ 441522 w 590280"/>
                <a:gd name="connsiteY137" fmla="*/ 461860 h 608062"/>
                <a:gd name="connsiteX138" fmla="*/ 295188 w 590280"/>
                <a:gd name="connsiteY138" fmla="*/ 608062 h 608062"/>
                <a:gd name="connsiteX139" fmla="*/ 148758 w 590280"/>
                <a:gd name="connsiteY139" fmla="*/ 461860 h 608062"/>
                <a:gd name="connsiteX140" fmla="*/ 274422 w 590280"/>
                <a:gd name="connsiteY140" fmla="*/ 317111 h 608062"/>
                <a:gd name="connsiteX141" fmla="*/ 274422 w 590280"/>
                <a:gd name="connsiteY141" fmla="*/ 304322 h 608062"/>
                <a:gd name="connsiteX142" fmla="*/ 205914 w 590280"/>
                <a:gd name="connsiteY142" fmla="*/ 235823 h 608062"/>
                <a:gd name="connsiteX143" fmla="*/ 130224 w 590280"/>
                <a:gd name="connsiteY143" fmla="*/ 260141 h 608062"/>
                <a:gd name="connsiteX144" fmla="*/ 0 w 590280"/>
                <a:gd name="connsiteY144" fmla="*/ 130022 h 608062"/>
                <a:gd name="connsiteX145" fmla="*/ 130224 w 590280"/>
                <a:gd name="connsiteY145" fmla="*/ 0 h 60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90280" h="608062">
                  <a:moveTo>
                    <a:pt x="288471" y="493393"/>
                  </a:moveTo>
                  <a:lnTo>
                    <a:pt x="301667" y="493393"/>
                  </a:lnTo>
                  <a:cubicBezTo>
                    <a:pt x="305742" y="493393"/>
                    <a:pt x="309429" y="495622"/>
                    <a:pt x="311369" y="499110"/>
                  </a:cubicBezTo>
                  <a:cubicBezTo>
                    <a:pt x="313310" y="502695"/>
                    <a:pt x="313213" y="506958"/>
                    <a:pt x="311078" y="510446"/>
                  </a:cubicBezTo>
                  <a:lnTo>
                    <a:pt x="307876" y="515485"/>
                  </a:lnTo>
                  <a:cubicBezTo>
                    <a:pt x="306712" y="517423"/>
                    <a:pt x="304577" y="518585"/>
                    <a:pt x="302249" y="518585"/>
                  </a:cubicBezTo>
                  <a:lnTo>
                    <a:pt x="287889" y="518585"/>
                  </a:lnTo>
                  <a:cubicBezTo>
                    <a:pt x="285560" y="518585"/>
                    <a:pt x="283523" y="517423"/>
                    <a:pt x="282261" y="515485"/>
                  </a:cubicBezTo>
                  <a:lnTo>
                    <a:pt x="279059" y="510446"/>
                  </a:lnTo>
                  <a:cubicBezTo>
                    <a:pt x="276925" y="506958"/>
                    <a:pt x="276828" y="502695"/>
                    <a:pt x="278768" y="499110"/>
                  </a:cubicBezTo>
                  <a:cubicBezTo>
                    <a:pt x="280709" y="495622"/>
                    <a:pt x="284493" y="493393"/>
                    <a:pt x="288471" y="493393"/>
                  </a:cubicBezTo>
                  <a:close/>
                  <a:moveTo>
                    <a:pt x="253371" y="486196"/>
                  </a:moveTo>
                  <a:lnTo>
                    <a:pt x="282769" y="557899"/>
                  </a:lnTo>
                  <a:lnTo>
                    <a:pt x="282769" y="535807"/>
                  </a:lnTo>
                  <a:cubicBezTo>
                    <a:pt x="282769" y="531640"/>
                    <a:pt x="286068" y="528249"/>
                    <a:pt x="290337" y="528249"/>
                  </a:cubicBezTo>
                  <a:lnTo>
                    <a:pt x="300039" y="528249"/>
                  </a:lnTo>
                  <a:cubicBezTo>
                    <a:pt x="304211" y="528249"/>
                    <a:pt x="307607" y="531640"/>
                    <a:pt x="307607" y="535807"/>
                  </a:cubicBezTo>
                  <a:lnTo>
                    <a:pt x="307607" y="557608"/>
                  </a:lnTo>
                  <a:lnTo>
                    <a:pt x="336810" y="486196"/>
                  </a:lnTo>
                  <a:cubicBezTo>
                    <a:pt x="346124" y="486196"/>
                    <a:pt x="354468" y="491913"/>
                    <a:pt x="357767" y="500634"/>
                  </a:cubicBezTo>
                  <a:lnTo>
                    <a:pt x="372417" y="538907"/>
                  </a:lnTo>
                  <a:lnTo>
                    <a:pt x="374843" y="545109"/>
                  </a:lnTo>
                  <a:cubicBezTo>
                    <a:pt x="355147" y="563906"/>
                    <a:pt x="328951" y="575825"/>
                    <a:pt x="300039" y="576987"/>
                  </a:cubicBezTo>
                  <a:cubicBezTo>
                    <a:pt x="298389" y="577084"/>
                    <a:pt x="296740" y="577084"/>
                    <a:pt x="295188" y="577084"/>
                  </a:cubicBezTo>
                  <a:cubicBezTo>
                    <a:pt x="293732" y="577084"/>
                    <a:pt x="292374" y="577084"/>
                    <a:pt x="291016" y="576987"/>
                  </a:cubicBezTo>
                  <a:cubicBezTo>
                    <a:pt x="261715" y="575921"/>
                    <a:pt x="235228" y="564003"/>
                    <a:pt x="215436" y="545109"/>
                  </a:cubicBezTo>
                  <a:lnTo>
                    <a:pt x="217764" y="538907"/>
                  </a:lnTo>
                  <a:lnTo>
                    <a:pt x="232221" y="500827"/>
                  </a:lnTo>
                  <a:cubicBezTo>
                    <a:pt x="235519" y="492010"/>
                    <a:pt x="243960" y="486196"/>
                    <a:pt x="253371" y="486196"/>
                  </a:cubicBezTo>
                  <a:close/>
                  <a:moveTo>
                    <a:pt x="295188" y="366279"/>
                  </a:moveTo>
                  <a:cubicBezTo>
                    <a:pt x="277715" y="366279"/>
                    <a:pt x="262960" y="388457"/>
                    <a:pt x="262960" y="414607"/>
                  </a:cubicBezTo>
                  <a:cubicBezTo>
                    <a:pt x="262960" y="440757"/>
                    <a:pt x="277715" y="462839"/>
                    <a:pt x="295188" y="462839"/>
                  </a:cubicBezTo>
                  <a:cubicBezTo>
                    <a:pt x="312564" y="462839"/>
                    <a:pt x="327320" y="440757"/>
                    <a:pt x="327320" y="414607"/>
                  </a:cubicBezTo>
                  <a:cubicBezTo>
                    <a:pt x="327320" y="388457"/>
                    <a:pt x="312564" y="366279"/>
                    <a:pt x="295188" y="366279"/>
                  </a:cubicBezTo>
                  <a:close/>
                  <a:moveTo>
                    <a:pt x="295188" y="351557"/>
                  </a:moveTo>
                  <a:cubicBezTo>
                    <a:pt x="321107" y="351557"/>
                    <a:pt x="342172" y="379838"/>
                    <a:pt x="342172" y="414607"/>
                  </a:cubicBezTo>
                  <a:cubicBezTo>
                    <a:pt x="342172" y="435527"/>
                    <a:pt x="334503" y="454026"/>
                    <a:pt x="322757" y="465551"/>
                  </a:cubicBezTo>
                  <a:cubicBezTo>
                    <a:pt x="314991" y="473105"/>
                    <a:pt x="305478" y="477657"/>
                    <a:pt x="295188" y="477657"/>
                  </a:cubicBezTo>
                  <a:cubicBezTo>
                    <a:pt x="284801" y="477657"/>
                    <a:pt x="275288" y="473105"/>
                    <a:pt x="267522" y="465551"/>
                  </a:cubicBezTo>
                  <a:cubicBezTo>
                    <a:pt x="255777" y="454026"/>
                    <a:pt x="248108" y="435527"/>
                    <a:pt x="248108" y="414607"/>
                  </a:cubicBezTo>
                  <a:cubicBezTo>
                    <a:pt x="248108" y="379838"/>
                    <a:pt x="269173" y="351557"/>
                    <a:pt x="295188" y="351557"/>
                  </a:cubicBezTo>
                  <a:close/>
                  <a:moveTo>
                    <a:pt x="295188" y="336295"/>
                  </a:moveTo>
                  <a:cubicBezTo>
                    <a:pt x="225806" y="336295"/>
                    <a:pt x="169427" y="392586"/>
                    <a:pt x="169427" y="461860"/>
                  </a:cubicBezTo>
                  <a:cubicBezTo>
                    <a:pt x="169427" y="531037"/>
                    <a:pt x="225806" y="587425"/>
                    <a:pt x="295188" y="587425"/>
                  </a:cubicBezTo>
                  <a:cubicBezTo>
                    <a:pt x="364473" y="587425"/>
                    <a:pt x="420852" y="531037"/>
                    <a:pt x="420852" y="461860"/>
                  </a:cubicBezTo>
                  <a:cubicBezTo>
                    <a:pt x="420852" y="392586"/>
                    <a:pt x="364473" y="336295"/>
                    <a:pt x="295188" y="336295"/>
                  </a:cubicBezTo>
                  <a:close/>
                  <a:moveTo>
                    <a:pt x="426654" y="149810"/>
                  </a:moveTo>
                  <a:cubicBezTo>
                    <a:pt x="429565" y="166375"/>
                    <a:pt x="444021" y="179065"/>
                    <a:pt x="461485" y="179065"/>
                  </a:cubicBezTo>
                  <a:cubicBezTo>
                    <a:pt x="478948" y="179065"/>
                    <a:pt x="493405" y="166375"/>
                    <a:pt x="496315" y="149810"/>
                  </a:cubicBezTo>
                  <a:cubicBezTo>
                    <a:pt x="503689" y="150682"/>
                    <a:pt x="509995" y="155622"/>
                    <a:pt x="512615" y="162500"/>
                  </a:cubicBezTo>
                  <a:lnTo>
                    <a:pt x="523966" y="192142"/>
                  </a:lnTo>
                  <a:lnTo>
                    <a:pt x="526974" y="200086"/>
                  </a:lnTo>
                  <a:cubicBezTo>
                    <a:pt x="528817" y="204735"/>
                    <a:pt x="527071" y="209966"/>
                    <a:pt x="522899" y="212679"/>
                  </a:cubicBezTo>
                  <a:cubicBezTo>
                    <a:pt x="505144" y="224206"/>
                    <a:pt x="484091" y="230890"/>
                    <a:pt x="461485" y="230890"/>
                  </a:cubicBezTo>
                  <a:cubicBezTo>
                    <a:pt x="438879" y="230890"/>
                    <a:pt x="417825" y="224206"/>
                    <a:pt x="400070" y="212679"/>
                  </a:cubicBezTo>
                  <a:cubicBezTo>
                    <a:pt x="395898" y="209966"/>
                    <a:pt x="394249" y="204735"/>
                    <a:pt x="395995" y="200086"/>
                  </a:cubicBezTo>
                  <a:lnTo>
                    <a:pt x="399003" y="192239"/>
                  </a:lnTo>
                  <a:lnTo>
                    <a:pt x="410451" y="162500"/>
                  </a:lnTo>
                  <a:cubicBezTo>
                    <a:pt x="413071" y="155622"/>
                    <a:pt x="419280" y="150682"/>
                    <a:pt x="426654" y="149810"/>
                  </a:cubicBezTo>
                  <a:close/>
                  <a:moveTo>
                    <a:pt x="94788" y="142613"/>
                  </a:moveTo>
                  <a:lnTo>
                    <a:pt x="107988" y="174970"/>
                  </a:lnTo>
                  <a:cubicBezTo>
                    <a:pt x="111870" y="184367"/>
                    <a:pt x="120897" y="190374"/>
                    <a:pt x="130991" y="190374"/>
                  </a:cubicBezTo>
                  <a:cubicBezTo>
                    <a:pt x="141085" y="190374"/>
                    <a:pt x="150111" y="184367"/>
                    <a:pt x="153994" y="174970"/>
                  </a:cubicBezTo>
                  <a:lnTo>
                    <a:pt x="167194" y="142613"/>
                  </a:lnTo>
                  <a:cubicBezTo>
                    <a:pt x="172532" y="142613"/>
                    <a:pt x="177288" y="145907"/>
                    <a:pt x="179229" y="150848"/>
                  </a:cubicBezTo>
                  <a:lnTo>
                    <a:pt x="193788" y="188145"/>
                  </a:lnTo>
                  <a:lnTo>
                    <a:pt x="196894" y="196186"/>
                  </a:lnTo>
                  <a:cubicBezTo>
                    <a:pt x="198641" y="200642"/>
                    <a:pt x="196991" y="205777"/>
                    <a:pt x="193011" y="208393"/>
                  </a:cubicBezTo>
                  <a:cubicBezTo>
                    <a:pt x="175347" y="220502"/>
                    <a:pt x="153994" y="227574"/>
                    <a:pt x="130991" y="227574"/>
                  </a:cubicBezTo>
                  <a:cubicBezTo>
                    <a:pt x="107988" y="227574"/>
                    <a:pt x="86635" y="220502"/>
                    <a:pt x="68970" y="208393"/>
                  </a:cubicBezTo>
                  <a:cubicBezTo>
                    <a:pt x="64991" y="205680"/>
                    <a:pt x="63438" y="200642"/>
                    <a:pt x="65088" y="196186"/>
                  </a:cubicBezTo>
                  <a:lnTo>
                    <a:pt x="68194" y="188145"/>
                  </a:lnTo>
                  <a:lnTo>
                    <a:pt x="81200" y="154723"/>
                  </a:lnTo>
                  <a:cubicBezTo>
                    <a:pt x="83529" y="148813"/>
                    <a:pt x="88576" y="144260"/>
                    <a:pt x="94788" y="142613"/>
                  </a:cubicBezTo>
                  <a:close/>
                  <a:moveTo>
                    <a:pt x="131088" y="70440"/>
                  </a:moveTo>
                  <a:cubicBezTo>
                    <a:pt x="117400" y="70440"/>
                    <a:pt x="106333" y="77996"/>
                    <a:pt x="105944" y="87488"/>
                  </a:cubicBezTo>
                  <a:cubicBezTo>
                    <a:pt x="106721" y="107055"/>
                    <a:pt x="117788" y="123329"/>
                    <a:pt x="130991" y="123329"/>
                  </a:cubicBezTo>
                  <a:cubicBezTo>
                    <a:pt x="144291" y="123329"/>
                    <a:pt x="155553" y="106765"/>
                    <a:pt x="156038" y="86907"/>
                  </a:cubicBezTo>
                  <a:cubicBezTo>
                    <a:pt x="155164" y="77705"/>
                    <a:pt x="144485" y="70440"/>
                    <a:pt x="131088" y="70440"/>
                  </a:cubicBezTo>
                  <a:close/>
                  <a:moveTo>
                    <a:pt x="461485" y="52732"/>
                  </a:moveTo>
                  <a:cubicBezTo>
                    <a:pt x="447411" y="52732"/>
                    <a:pt x="435473" y="70561"/>
                    <a:pt x="435473" y="91685"/>
                  </a:cubicBezTo>
                  <a:cubicBezTo>
                    <a:pt x="435473" y="112906"/>
                    <a:pt x="447411" y="130735"/>
                    <a:pt x="461485" y="130735"/>
                  </a:cubicBezTo>
                  <a:cubicBezTo>
                    <a:pt x="475559" y="130735"/>
                    <a:pt x="487498" y="112906"/>
                    <a:pt x="487498" y="91685"/>
                  </a:cubicBezTo>
                  <a:cubicBezTo>
                    <a:pt x="487498" y="70561"/>
                    <a:pt x="475559" y="52732"/>
                    <a:pt x="461485" y="52732"/>
                  </a:cubicBezTo>
                  <a:close/>
                  <a:moveTo>
                    <a:pt x="461485" y="40716"/>
                  </a:moveTo>
                  <a:cubicBezTo>
                    <a:pt x="482450" y="40716"/>
                    <a:pt x="499533" y="63584"/>
                    <a:pt x="499533" y="91685"/>
                  </a:cubicBezTo>
                  <a:cubicBezTo>
                    <a:pt x="499533" y="111065"/>
                    <a:pt x="491380" y="127731"/>
                    <a:pt x="479539" y="136355"/>
                  </a:cubicBezTo>
                  <a:lnTo>
                    <a:pt x="479539" y="149631"/>
                  </a:lnTo>
                  <a:lnTo>
                    <a:pt x="483809" y="149631"/>
                  </a:lnTo>
                  <a:cubicBezTo>
                    <a:pt x="481092" y="159611"/>
                    <a:pt x="472356" y="167169"/>
                    <a:pt x="461485" y="167169"/>
                  </a:cubicBezTo>
                  <a:cubicBezTo>
                    <a:pt x="450614" y="167169"/>
                    <a:pt x="441879" y="159611"/>
                    <a:pt x="439161" y="149631"/>
                  </a:cubicBezTo>
                  <a:lnTo>
                    <a:pt x="443529" y="149631"/>
                  </a:lnTo>
                  <a:lnTo>
                    <a:pt x="443529" y="136355"/>
                  </a:lnTo>
                  <a:cubicBezTo>
                    <a:pt x="431687" y="127731"/>
                    <a:pt x="423534" y="111065"/>
                    <a:pt x="423534" y="91685"/>
                  </a:cubicBezTo>
                  <a:cubicBezTo>
                    <a:pt x="423534" y="63584"/>
                    <a:pt x="440520" y="40716"/>
                    <a:pt x="461485" y="40716"/>
                  </a:cubicBezTo>
                  <a:close/>
                  <a:moveTo>
                    <a:pt x="130991" y="32178"/>
                  </a:moveTo>
                  <a:cubicBezTo>
                    <a:pt x="164193" y="32178"/>
                    <a:pt x="172639" y="81483"/>
                    <a:pt x="173416" y="86326"/>
                  </a:cubicBezTo>
                  <a:cubicBezTo>
                    <a:pt x="174678" y="95528"/>
                    <a:pt x="179241" y="106377"/>
                    <a:pt x="185162" y="114611"/>
                  </a:cubicBezTo>
                  <a:cubicBezTo>
                    <a:pt x="186522" y="116451"/>
                    <a:pt x="186716" y="118776"/>
                    <a:pt x="185648" y="120810"/>
                  </a:cubicBezTo>
                  <a:cubicBezTo>
                    <a:pt x="184677" y="122747"/>
                    <a:pt x="182541" y="124007"/>
                    <a:pt x="180405" y="124007"/>
                  </a:cubicBezTo>
                  <a:lnTo>
                    <a:pt x="154582" y="124007"/>
                  </a:lnTo>
                  <a:cubicBezTo>
                    <a:pt x="152737" y="126041"/>
                    <a:pt x="150699" y="127881"/>
                    <a:pt x="148563" y="129431"/>
                  </a:cubicBezTo>
                  <a:lnTo>
                    <a:pt x="148563" y="142024"/>
                  </a:lnTo>
                  <a:lnTo>
                    <a:pt x="154194" y="142024"/>
                  </a:lnTo>
                  <a:lnTo>
                    <a:pt x="142641" y="170308"/>
                  </a:lnTo>
                  <a:cubicBezTo>
                    <a:pt x="138758" y="179801"/>
                    <a:pt x="123225" y="179801"/>
                    <a:pt x="119341" y="170308"/>
                  </a:cubicBezTo>
                  <a:lnTo>
                    <a:pt x="107692" y="142024"/>
                  </a:lnTo>
                  <a:lnTo>
                    <a:pt x="113420" y="142024"/>
                  </a:lnTo>
                  <a:lnTo>
                    <a:pt x="113420" y="129431"/>
                  </a:lnTo>
                  <a:cubicBezTo>
                    <a:pt x="111284" y="127881"/>
                    <a:pt x="109245" y="126041"/>
                    <a:pt x="107401" y="124007"/>
                  </a:cubicBezTo>
                  <a:lnTo>
                    <a:pt x="81674" y="124007"/>
                  </a:lnTo>
                  <a:cubicBezTo>
                    <a:pt x="79441" y="124007"/>
                    <a:pt x="77402" y="122747"/>
                    <a:pt x="76335" y="120810"/>
                  </a:cubicBezTo>
                  <a:cubicBezTo>
                    <a:pt x="75364" y="118776"/>
                    <a:pt x="75558" y="116451"/>
                    <a:pt x="76820" y="114611"/>
                  </a:cubicBezTo>
                  <a:cubicBezTo>
                    <a:pt x="82742" y="106377"/>
                    <a:pt x="88567" y="95722"/>
                    <a:pt x="88567" y="86520"/>
                  </a:cubicBezTo>
                  <a:cubicBezTo>
                    <a:pt x="88567" y="72474"/>
                    <a:pt x="100896" y="32178"/>
                    <a:pt x="130991" y="32178"/>
                  </a:cubicBezTo>
                  <a:close/>
                  <a:moveTo>
                    <a:pt x="461996" y="27613"/>
                  </a:moveTo>
                  <a:cubicBezTo>
                    <a:pt x="402609" y="27613"/>
                    <a:pt x="354284" y="75766"/>
                    <a:pt x="354284" y="135061"/>
                  </a:cubicBezTo>
                  <a:cubicBezTo>
                    <a:pt x="354284" y="194355"/>
                    <a:pt x="402609" y="242508"/>
                    <a:pt x="461996" y="242508"/>
                  </a:cubicBezTo>
                  <a:cubicBezTo>
                    <a:pt x="521286" y="242508"/>
                    <a:pt x="569611" y="194355"/>
                    <a:pt x="569611" y="135061"/>
                  </a:cubicBezTo>
                  <a:cubicBezTo>
                    <a:pt x="569611" y="75766"/>
                    <a:pt x="521286" y="27613"/>
                    <a:pt x="461996" y="27613"/>
                  </a:cubicBezTo>
                  <a:close/>
                  <a:moveTo>
                    <a:pt x="130224" y="20637"/>
                  </a:moveTo>
                  <a:cubicBezTo>
                    <a:pt x="69867" y="20637"/>
                    <a:pt x="20669" y="69759"/>
                    <a:pt x="20669" y="130022"/>
                  </a:cubicBezTo>
                  <a:cubicBezTo>
                    <a:pt x="20669" y="190383"/>
                    <a:pt x="69867" y="239408"/>
                    <a:pt x="130224" y="239408"/>
                  </a:cubicBezTo>
                  <a:cubicBezTo>
                    <a:pt x="190679" y="239408"/>
                    <a:pt x="239877" y="190383"/>
                    <a:pt x="239877" y="130022"/>
                  </a:cubicBezTo>
                  <a:cubicBezTo>
                    <a:pt x="239877" y="69759"/>
                    <a:pt x="190679" y="20637"/>
                    <a:pt x="130224" y="20637"/>
                  </a:cubicBezTo>
                  <a:close/>
                  <a:moveTo>
                    <a:pt x="130224" y="0"/>
                  </a:moveTo>
                  <a:cubicBezTo>
                    <a:pt x="202032" y="0"/>
                    <a:pt x="260546" y="58326"/>
                    <a:pt x="260546" y="130022"/>
                  </a:cubicBezTo>
                  <a:cubicBezTo>
                    <a:pt x="260546" y="158701"/>
                    <a:pt x="251133" y="185248"/>
                    <a:pt x="235316" y="206854"/>
                  </a:cubicBezTo>
                  <a:lnTo>
                    <a:pt x="295188" y="266536"/>
                  </a:lnTo>
                  <a:lnTo>
                    <a:pt x="355449" y="206369"/>
                  </a:lnTo>
                  <a:cubicBezTo>
                    <a:pt x="341669" y="186023"/>
                    <a:pt x="333615" y="161414"/>
                    <a:pt x="333615" y="135061"/>
                  </a:cubicBezTo>
                  <a:cubicBezTo>
                    <a:pt x="333615" y="64430"/>
                    <a:pt x="391256" y="6976"/>
                    <a:pt x="461996" y="6976"/>
                  </a:cubicBezTo>
                  <a:cubicBezTo>
                    <a:pt x="532737" y="6976"/>
                    <a:pt x="590280" y="64430"/>
                    <a:pt x="590280" y="135061"/>
                  </a:cubicBezTo>
                  <a:cubicBezTo>
                    <a:pt x="590280" y="205691"/>
                    <a:pt x="532737" y="263145"/>
                    <a:pt x="461996" y="263145"/>
                  </a:cubicBezTo>
                  <a:cubicBezTo>
                    <a:pt x="432497" y="263145"/>
                    <a:pt x="405423" y="253263"/>
                    <a:pt x="383687" y="236501"/>
                  </a:cubicBezTo>
                  <a:lnTo>
                    <a:pt x="315760" y="304322"/>
                  </a:lnTo>
                  <a:lnTo>
                    <a:pt x="315760" y="317111"/>
                  </a:lnTo>
                  <a:cubicBezTo>
                    <a:pt x="386792" y="327187"/>
                    <a:pt x="441522" y="388226"/>
                    <a:pt x="441522" y="461860"/>
                  </a:cubicBezTo>
                  <a:cubicBezTo>
                    <a:pt x="441522" y="542470"/>
                    <a:pt x="375924" y="608062"/>
                    <a:pt x="295188" y="608062"/>
                  </a:cubicBezTo>
                  <a:cubicBezTo>
                    <a:pt x="214453" y="608062"/>
                    <a:pt x="148758" y="542470"/>
                    <a:pt x="148758" y="461860"/>
                  </a:cubicBezTo>
                  <a:cubicBezTo>
                    <a:pt x="148758" y="388226"/>
                    <a:pt x="203488" y="327187"/>
                    <a:pt x="274422" y="317111"/>
                  </a:cubicBezTo>
                  <a:lnTo>
                    <a:pt x="274422" y="304322"/>
                  </a:lnTo>
                  <a:lnTo>
                    <a:pt x="205914" y="235823"/>
                  </a:lnTo>
                  <a:cubicBezTo>
                    <a:pt x="184565" y="251131"/>
                    <a:pt x="158462" y="260141"/>
                    <a:pt x="130224" y="260141"/>
                  </a:cubicBezTo>
                  <a:cubicBezTo>
                    <a:pt x="58416" y="260141"/>
                    <a:pt x="0" y="201719"/>
                    <a:pt x="0" y="130022"/>
                  </a:cubicBezTo>
                  <a:cubicBezTo>
                    <a:pt x="0" y="58326"/>
                    <a:pt x="58416" y="0"/>
                    <a:pt x="13022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4" name="矩形 43"/>
            <p:cNvSpPr/>
            <p:nvPr/>
          </p:nvSpPr>
          <p:spPr>
            <a:xfrm>
              <a:off x="4177504" y="3288885"/>
              <a:ext cx="2084388" cy="48794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b="1" dirty="0"/>
                <a:t>脚本录制</a:t>
              </a:r>
            </a:p>
          </p:txBody>
        </p:sp>
      </p:grpSp>
      <p:grpSp>
        <p:nvGrpSpPr>
          <p:cNvPr id="139" name="组合 138"/>
          <p:cNvGrpSpPr/>
          <p:nvPr/>
        </p:nvGrpSpPr>
        <p:grpSpPr>
          <a:xfrm>
            <a:off x="5419651" y="2403520"/>
            <a:ext cx="1880886" cy="1630488"/>
            <a:chOff x="1004890" y="2075502"/>
            <a:chExt cx="2575306" cy="2508303"/>
          </a:xfrm>
        </p:grpSpPr>
        <p:sp>
          <p:nvSpPr>
            <p:cNvPr id="140" name="ïṧḷïḓê-矩形: 圆角 2"/>
            <p:cNvSpPr/>
            <p:nvPr/>
          </p:nvSpPr>
          <p:spPr>
            <a:xfrm>
              <a:off x="1004890" y="2075502"/>
              <a:ext cx="2240571" cy="2508303"/>
            </a:xfrm>
            <a:prstGeom prst="roundRect">
              <a:avLst>
                <a:gd name="adj" fmla="val 42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41" name="椭圆 140"/>
            <p:cNvSpPr/>
            <p:nvPr/>
          </p:nvSpPr>
          <p:spPr>
            <a:xfrm>
              <a:off x="1822268" y="2316802"/>
              <a:ext cx="762000" cy="762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31"/>
            <p:cNvSpPr/>
            <p:nvPr/>
          </p:nvSpPr>
          <p:spPr>
            <a:xfrm>
              <a:off x="2033405" y="2563197"/>
              <a:ext cx="339726" cy="269210"/>
            </a:xfrm>
            <a:custGeom>
              <a:avLst/>
              <a:gdLst>
                <a:gd name="connsiteX0" fmla="*/ 511657 w 606157"/>
                <a:gd name="connsiteY0" fmla="*/ 343654 h 480339"/>
                <a:gd name="connsiteX1" fmla="*/ 521432 w 606157"/>
                <a:gd name="connsiteY1" fmla="*/ 353421 h 480339"/>
                <a:gd name="connsiteX2" fmla="*/ 521432 w 606157"/>
                <a:gd name="connsiteY2" fmla="*/ 376178 h 480339"/>
                <a:gd name="connsiteX3" fmla="*/ 544305 w 606157"/>
                <a:gd name="connsiteY3" fmla="*/ 376178 h 480339"/>
                <a:gd name="connsiteX4" fmla="*/ 554080 w 606157"/>
                <a:gd name="connsiteY4" fmla="*/ 385945 h 480339"/>
                <a:gd name="connsiteX5" fmla="*/ 544305 w 606157"/>
                <a:gd name="connsiteY5" fmla="*/ 395712 h 480339"/>
                <a:gd name="connsiteX6" fmla="*/ 521432 w 606157"/>
                <a:gd name="connsiteY6" fmla="*/ 395712 h 480339"/>
                <a:gd name="connsiteX7" fmla="*/ 521432 w 606157"/>
                <a:gd name="connsiteY7" fmla="*/ 418566 h 480339"/>
                <a:gd name="connsiteX8" fmla="*/ 511657 w 606157"/>
                <a:gd name="connsiteY8" fmla="*/ 428333 h 480339"/>
                <a:gd name="connsiteX9" fmla="*/ 501882 w 606157"/>
                <a:gd name="connsiteY9" fmla="*/ 418566 h 480339"/>
                <a:gd name="connsiteX10" fmla="*/ 501882 w 606157"/>
                <a:gd name="connsiteY10" fmla="*/ 395712 h 480339"/>
                <a:gd name="connsiteX11" fmla="*/ 479106 w 606157"/>
                <a:gd name="connsiteY11" fmla="*/ 395712 h 480339"/>
                <a:gd name="connsiteX12" fmla="*/ 469331 w 606157"/>
                <a:gd name="connsiteY12" fmla="*/ 385945 h 480339"/>
                <a:gd name="connsiteX13" fmla="*/ 479106 w 606157"/>
                <a:gd name="connsiteY13" fmla="*/ 376178 h 480339"/>
                <a:gd name="connsiteX14" fmla="*/ 501882 w 606157"/>
                <a:gd name="connsiteY14" fmla="*/ 376178 h 480339"/>
                <a:gd name="connsiteX15" fmla="*/ 501882 w 606157"/>
                <a:gd name="connsiteY15" fmla="*/ 353421 h 480339"/>
                <a:gd name="connsiteX16" fmla="*/ 511657 w 606157"/>
                <a:gd name="connsiteY16" fmla="*/ 343654 h 480339"/>
                <a:gd name="connsiteX17" fmla="*/ 511621 w 606157"/>
                <a:gd name="connsiteY17" fmla="*/ 311170 h 480339"/>
                <a:gd name="connsiteX18" fmla="*/ 436735 w 606157"/>
                <a:gd name="connsiteY18" fmla="*/ 385944 h 480339"/>
                <a:gd name="connsiteX19" fmla="*/ 511621 w 606157"/>
                <a:gd name="connsiteY19" fmla="*/ 460816 h 480339"/>
                <a:gd name="connsiteX20" fmla="*/ 586605 w 606157"/>
                <a:gd name="connsiteY20" fmla="*/ 385944 h 480339"/>
                <a:gd name="connsiteX21" fmla="*/ 511621 w 606157"/>
                <a:gd name="connsiteY21" fmla="*/ 311170 h 480339"/>
                <a:gd name="connsiteX22" fmla="*/ 511621 w 606157"/>
                <a:gd name="connsiteY22" fmla="*/ 291647 h 480339"/>
                <a:gd name="connsiteX23" fmla="*/ 606157 w 606157"/>
                <a:gd name="connsiteY23" fmla="*/ 385944 h 480339"/>
                <a:gd name="connsiteX24" fmla="*/ 511621 w 606157"/>
                <a:gd name="connsiteY24" fmla="*/ 480339 h 480339"/>
                <a:gd name="connsiteX25" fmla="*/ 417183 w 606157"/>
                <a:gd name="connsiteY25" fmla="*/ 385944 h 480339"/>
                <a:gd name="connsiteX26" fmla="*/ 511621 w 606157"/>
                <a:gd name="connsiteY26" fmla="*/ 291647 h 480339"/>
                <a:gd name="connsiteX27" fmla="*/ 368279 w 606157"/>
                <a:gd name="connsiteY27" fmla="*/ 200476 h 480339"/>
                <a:gd name="connsiteX28" fmla="*/ 489505 w 606157"/>
                <a:gd name="connsiteY28" fmla="*/ 259991 h 480339"/>
                <a:gd name="connsiteX29" fmla="*/ 487746 w 606157"/>
                <a:gd name="connsiteY29" fmla="*/ 273650 h 480339"/>
                <a:gd name="connsiteX30" fmla="*/ 481782 w 606157"/>
                <a:gd name="connsiteY30" fmla="*/ 275699 h 480339"/>
                <a:gd name="connsiteX31" fmla="*/ 474059 w 606157"/>
                <a:gd name="connsiteY31" fmla="*/ 271894 h 480339"/>
                <a:gd name="connsiteX32" fmla="*/ 368279 w 606157"/>
                <a:gd name="connsiteY32" fmla="*/ 219989 h 480339"/>
                <a:gd name="connsiteX33" fmla="*/ 293588 w 606157"/>
                <a:gd name="connsiteY33" fmla="*/ 242819 h 480339"/>
                <a:gd name="connsiteX34" fmla="*/ 279999 w 606157"/>
                <a:gd name="connsiteY34" fmla="*/ 240185 h 480339"/>
                <a:gd name="connsiteX35" fmla="*/ 282639 w 606157"/>
                <a:gd name="connsiteY35" fmla="*/ 226623 h 480339"/>
                <a:gd name="connsiteX36" fmla="*/ 368279 w 606157"/>
                <a:gd name="connsiteY36" fmla="*/ 200476 h 480339"/>
                <a:gd name="connsiteX37" fmla="*/ 153211 w 606157"/>
                <a:gd name="connsiteY37" fmla="*/ 200476 h 480339"/>
                <a:gd name="connsiteX38" fmla="*/ 306325 w 606157"/>
                <a:gd name="connsiteY38" fmla="*/ 353439 h 480339"/>
                <a:gd name="connsiteX39" fmla="*/ 296547 w 606157"/>
                <a:gd name="connsiteY39" fmla="*/ 363200 h 480339"/>
                <a:gd name="connsiteX40" fmla="*/ 286770 w 606157"/>
                <a:gd name="connsiteY40" fmla="*/ 353439 h 480339"/>
                <a:gd name="connsiteX41" fmla="*/ 153211 w 606157"/>
                <a:gd name="connsiteY41" fmla="*/ 219999 h 480339"/>
                <a:gd name="connsiteX42" fmla="*/ 19554 w 606157"/>
                <a:gd name="connsiteY42" fmla="*/ 353439 h 480339"/>
                <a:gd name="connsiteX43" fmla="*/ 9777 w 606157"/>
                <a:gd name="connsiteY43" fmla="*/ 363200 h 480339"/>
                <a:gd name="connsiteX44" fmla="*/ 0 w 606157"/>
                <a:gd name="connsiteY44" fmla="*/ 353439 h 480339"/>
                <a:gd name="connsiteX45" fmla="*/ 153211 w 606157"/>
                <a:gd name="connsiteY45" fmla="*/ 200476 h 480339"/>
                <a:gd name="connsiteX46" fmla="*/ 368295 w 606157"/>
                <a:gd name="connsiteY46" fmla="*/ 19531 h 480339"/>
                <a:gd name="connsiteX47" fmla="*/ 306326 w 606157"/>
                <a:gd name="connsiteY47" fmla="*/ 81348 h 480339"/>
                <a:gd name="connsiteX48" fmla="*/ 368295 w 606157"/>
                <a:gd name="connsiteY48" fmla="*/ 143262 h 480339"/>
                <a:gd name="connsiteX49" fmla="*/ 430165 w 606157"/>
                <a:gd name="connsiteY49" fmla="*/ 81348 h 480339"/>
                <a:gd name="connsiteX50" fmla="*/ 368295 w 606157"/>
                <a:gd name="connsiteY50" fmla="*/ 19531 h 480339"/>
                <a:gd name="connsiteX51" fmla="*/ 153211 w 606157"/>
                <a:gd name="connsiteY51" fmla="*/ 19531 h 480339"/>
                <a:gd name="connsiteX52" fmla="*/ 91242 w 606157"/>
                <a:gd name="connsiteY52" fmla="*/ 81348 h 480339"/>
                <a:gd name="connsiteX53" fmla="*/ 153211 w 606157"/>
                <a:gd name="connsiteY53" fmla="*/ 143262 h 480339"/>
                <a:gd name="connsiteX54" fmla="*/ 215081 w 606157"/>
                <a:gd name="connsiteY54" fmla="*/ 81348 h 480339"/>
                <a:gd name="connsiteX55" fmla="*/ 153211 w 606157"/>
                <a:gd name="connsiteY55" fmla="*/ 19531 h 480339"/>
                <a:gd name="connsiteX56" fmla="*/ 368295 w 606157"/>
                <a:gd name="connsiteY56" fmla="*/ 0 h 480339"/>
                <a:gd name="connsiteX57" fmla="*/ 449714 w 606157"/>
                <a:gd name="connsiteY57" fmla="*/ 81348 h 480339"/>
                <a:gd name="connsiteX58" fmla="*/ 368295 w 606157"/>
                <a:gd name="connsiteY58" fmla="*/ 162794 h 480339"/>
                <a:gd name="connsiteX59" fmla="*/ 286778 w 606157"/>
                <a:gd name="connsiteY59" fmla="*/ 81348 h 480339"/>
                <a:gd name="connsiteX60" fmla="*/ 368295 w 606157"/>
                <a:gd name="connsiteY60" fmla="*/ 0 h 480339"/>
                <a:gd name="connsiteX61" fmla="*/ 153211 w 606157"/>
                <a:gd name="connsiteY61" fmla="*/ 0 h 480339"/>
                <a:gd name="connsiteX62" fmla="*/ 234630 w 606157"/>
                <a:gd name="connsiteY62" fmla="*/ 81348 h 480339"/>
                <a:gd name="connsiteX63" fmla="*/ 153211 w 606157"/>
                <a:gd name="connsiteY63" fmla="*/ 162794 h 480339"/>
                <a:gd name="connsiteX64" fmla="*/ 71694 w 606157"/>
                <a:gd name="connsiteY64" fmla="*/ 81348 h 480339"/>
                <a:gd name="connsiteX65" fmla="*/ 153211 w 606157"/>
                <a:gd name="connsiteY65" fmla="*/ 0 h 48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6157" h="480339">
                  <a:moveTo>
                    <a:pt x="511657" y="343654"/>
                  </a:moveTo>
                  <a:cubicBezTo>
                    <a:pt x="517131" y="343654"/>
                    <a:pt x="521432" y="348049"/>
                    <a:pt x="521432" y="353421"/>
                  </a:cubicBezTo>
                  <a:lnTo>
                    <a:pt x="521432" y="376178"/>
                  </a:lnTo>
                  <a:lnTo>
                    <a:pt x="544305" y="376178"/>
                  </a:lnTo>
                  <a:cubicBezTo>
                    <a:pt x="549682" y="376178"/>
                    <a:pt x="554080" y="380573"/>
                    <a:pt x="554080" y="385945"/>
                  </a:cubicBezTo>
                  <a:cubicBezTo>
                    <a:pt x="554080" y="391414"/>
                    <a:pt x="549682" y="395712"/>
                    <a:pt x="544305" y="395712"/>
                  </a:cubicBezTo>
                  <a:lnTo>
                    <a:pt x="521432" y="395712"/>
                  </a:lnTo>
                  <a:lnTo>
                    <a:pt x="521432" y="418566"/>
                  </a:lnTo>
                  <a:cubicBezTo>
                    <a:pt x="521432" y="423938"/>
                    <a:pt x="517131" y="428333"/>
                    <a:pt x="511657" y="428333"/>
                  </a:cubicBezTo>
                  <a:cubicBezTo>
                    <a:pt x="506281" y="428333"/>
                    <a:pt x="501882" y="423938"/>
                    <a:pt x="501882" y="418566"/>
                  </a:cubicBezTo>
                  <a:lnTo>
                    <a:pt x="501882" y="395712"/>
                  </a:lnTo>
                  <a:lnTo>
                    <a:pt x="479106" y="395712"/>
                  </a:lnTo>
                  <a:cubicBezTo>
                    <a:pt x="473730" y="395712"/>
                    <a:pt x="469331" y="391414"/>
                    <a:pt x="469331" y="385945"/>
                  </a:cubicBezTo>
                  <a:cubicBezTo>
                    <a:pt x="469331" y="380573"/>
                    <a:pt x="473730" y="376178"/>
                    <a:pt x="479106" y="376178"/>
                  </a:cubicBezTo>
                  <a:lnTo>
                    <a:pt x="501882" y="376178"/>
                  </a:lnTo>
                  <a:lnTo>
                    <a:pt x="501882" y="353421"/>
                  </a:lnTo>
                  <a:cubicBezTo>
                    <a:pt x="501882" y="348049"/>
                    <a:pt x="506281" y="343654"/>
                    <a:pt x="511657" y="343654"/>
                  </a:cubicBezTo>
                  <a:close/>
                  <a:moveTo>
                    <a:pt x="511621" y="311170"/>
                  </a:moveTo>
                  <a:cubicBezTo>
                    <a:pt x="470366" y="311170"/>
                    <a:pt x="436735" y="344750"/>
                    <a:pt x="436735" y="385944"/>
                  </a:cubicBezTo>
                  <a:cubicBezTo>
                    <a:pt x="436735" y="427236"/>
                    <a:pt x="470366" y="460816"/>
                    <a:pt x="511621" y="460816"/>
                  </a:cubicBezTo>
                  <a:cubicBezTo>
                    <a:pt x="552975" y="460816"/>
                    <a:pt x="586605" y="427236"/>
                    <a:pt x="586605" y="385944"/>
                  </a:cubicBezTo>
                  <a:cubicBezTo>
                    <a:pt x="586605" y="344750"/>
                    <a:pt x="552975" y="311170"/>
                    <a:pt x="511621" y="311170"/>
                  </a:cubicBezTo>
                  <a:close/>
                  <a:moveTo>
                    <a:pt x="511621" y="291647"/>
                  </a:moveTo>
                  <a:cubicBezTo>
                    <a:pt x="563729" y="291647"/>
                    <a:pt x="606157" y="333915"/>
                    <a:pt x="606157" y="385944"/>
                  </a:cubicBezTo>
                  <a:cubicBezTo>
                    <a:pt x="606157" y="437974"/>
                    <a:pt x="563729" y="480339"/>
                    <a:pt x="511621" y="480339"/>
                  </a:cubicBezTo>
                  <a:cubicBezTo>
                    <a:pt x="459514" y="480339"/>
                    <a:pt x="417183" y="437974"/>
                    <a:pt x="417183" y="385944"/>
                  </a:cubicBezTo>
                  <a:cubicBezTo>
                    <a:pt x="417183" y="333915"/>
                    <a:pt x="459514" y="291647"/>
                    <a:pt x="511621" y="291647"/>
                  </a:cubicBezTo>
                  <a:close/>
                  <a:moveTo>
                    <a:pt x="368279" y="200476"/>
                  </a:moveTo>
                  <a:cubicBezTo>
                    <a:pt x="416085" y="200476"/>
                    <a:pt x="460274" y="222135"/>
                    <a:pt x="489505" y="259991"/>
                  </a:cubicBezTo>
                  <a:cubicBezTo>
                    <a:pt x="492829" y="264284"/>
                    <a:pt x="492047" y="270333"/>
                    <a:pt x="487746" y="273650"/>
                  </a:cubicBezTo>
                  <a:cubicBezTo>
                    <a:pt x="485986" y="275016"/>
                    <a:pt x="483835" y="275699"/>
                    <a:pt x="481782" y="275699"/>
                  </a:cubicBezTo>
                  <a:cubicBezTo>
                    <a:pt x="478849" y="275699"/>
                    <a:pt x="475916" y="274430"/>
                    <a:pt x="474059" y="271894"/>
                  </a:cubicBezTo>
                  <a:cubicBezTo>
                    <a:pt x="448542" y="238917"/>
                    <a:pt x="409926" y="219989"/>
                    <a:pt x="368279" y="219989"/>
                  </a:cubicBezTo>
                  <a:cubicBezTo>
                    <a:pt x="341492" y="219989"/>
                    <a:pt x="315683" y="227892"/>
                    <a:pt x="293588" y="242819"/>
                  </a:cubicBezTo>
                  <a:cubicBezTo>
                    <a:pt x="289091" y="245844"/>
                    <a:pt x="283030" y="244673"/>
                    <a:pt x="279999" y="240185"/>
                  </a:cubicBezTo>
                  <a:cubicBezTo>
                    <a:pt x="276969" y="235697"/>
                    <a:pt x="278142" y="229648"/>
                    <a:pt x="282639" y="226623"/>
                  </a:cubicBezTo>
                  <a:cubicBezTo>
                    <a:pt x="307960" y="209549"/>
                    <a:pt x="337582" y="200476"/>
                    <a:pt x="368279" y="200476"/>
                  </a:cubicBezTo>
                  <a:close/>
                  <a:moveTo>
                    <a:pt x="153211" y="200476"/>
                  </a:moveTo>
                  <a:cubicBezTo>
                    <a:pt x="237688" y="200476"/>
                    <a:pt x="306325" y="269099"/>
                    <a:pt x="306325" y="353439"/>
                  </a:cubicBezTo>
                  <a:cubicBezTo>
                    <a:pt x="306325" y="358808"/>
                    <a:pt x="302023" y="363200"/>
                    <a:pt x="296547" y="363200"/>
                  </a:cubicBezTo>
                  <a:cubicBezTo>
                    <a:pt x="291170" y="363200"/>
                    <a:pt x="286770" y="358808"/>
                    <a:pt x="286770" y="353439"/>
                  </a:cubicBezTo>
                  <a:cubicBezTo>
                    <a:pt x="286770" y="279837"/>
                    <a:pt x="226835" y="219999"/>
                    <a:pt x="153211" y="219999"/>
                  </a:cubicBezTo>
                  <a:cubicBezTo>
                    <a:pt x="79490" y="219999"/>
                    <a:pt x="19554" y="279837"/>
                    <a:pt x="19554" y="353439"/>
                  </a:cubicBezTo>
                  <a:cubicBezTo>
                    <a:pt x="19554" y="358808"/>
                    <a:pt x="15155" y="363200"/>
                    <a:pt x="9777" y="363200"/>
                  </a:cubicBezTo>
                  <a:cubicBezTo>
                    <a:pt x="4400" y="363200"/>
                    <a:pt x="0" y="358808"/>
                    <a:pt x="0" y="353439"/>
                  </a:cubicBezTo>
                  <a:cubicBezTo>
                    <a:pt x="0" y="269099"/>
                    <a:pt x="68735" y="200476"/>
                    <a:pt x="153211" y="200476"/>
                  </a:cubicBezTo>
                  <a:close/>
                  <a:moveTo>
                    <a:pt x="368295" y="19531"/>
                  </a:moveTo>
                  <a:cubicBezTo>
                    <a:pt x="334085" y="19531"/>
                    <a:pt x="306326" y="47266"/>
                    <a:pt x="306326" y="81348"/>
                  </a:cubicBezTo>
                  <a:cubicBezTo>
                    <a:pt x="306326" y="115528"/>
                    <a:pt x="334085" y="143262"/>
                    <a:pt x="368295" y="143262"/>
                  </a:cubicBezTo>
                  <a:cubicBezTo>
                    <a:pt x="402407" y="143262"/>
                    <a:pt x="430165" y="115528"/>
                    <a:pt x="430165" y="81348"/>
                  </a:cubicBezTo>
                  <a:cubicBezTo>
                    <a:pt x="430165" y="47266"/>
                    <a:pt x="402407" y="19531"/>
                    <a:pt x="368295" y="19531"/>
                  </a:cubicBezTo>
                  <a:close/>
                  <a:moveTo>
                    <a:pt x="153211" y="19531"/>
                  </a:moveTo>
                  <a:cubicBezTo>
                    <a:pt x="119001" y="19531"/>
                    <a:pt x="91242" y="47266"/>
                    <a:pt x="91242" y="81348"/>
                  </a:cubicBezTo>
                  <a:cubicBezTo>
                    <a:pt x="91242" y="115528"/>
                    <a:pt x="119001" y="143262"/>
                    <a:pt x="153211" y="143262"/>
                  </a:cubicBezTo>
                  <a:cubicBezTo>
                    <a:pt x="187323" y="143262"/>
                    <a:pt x="215081" y="115528"/>
                    <a:pt x="215081" y="81348"/>
                  </a:cubicBezTo>
                  <a:cubicBezTo>
                    <a:pt x="215081" y="47266"/>
                    <a:pt x="187323" y="19531"/>
                    <a:pt x="153211" y="19531"/>
                  </a:cubicBezTo>
                  <a:close/>
                  <a:moveTo>
                    <a:pt x="368295" y="0"/>
                  </a:moveTo>
                  <a:cubicBezTo>
                    <a:pt x="413158" y="0"/>
                    <a:pt x="449714" y="36523"/>
                    <a:pt x="449714" y="81348"/>
                  </a:cubicBezTo>
                  <a:cubicBezTo>
                    <a:pt x="449714" y="126270"/>
                    <a:pt x="413158" y="162794"/>
                    <a:pt x="368295" y="162794"/>
                  </a:cubicBezTo>
                  <a:cubicBezTo>
                    <a:pt x="323333" y="162794"/>
                    <a:pt x="286778" y="126270"/>
                    <a:pt x="286778" y="81348"/>
                  </a:cubicBezTo>
                  <a:cubicBezTo>
                    <a:pt x="286778" y="36523"/>
                    <a:pt x="323333" y="0"/>
                    <a:pt x="368295" y="0"/>
                  </a:cubicBezTo>
                  <a:close/>
                  <a:moveTo>
                    <a:pt x="153211" y="0"/>
                  </a:moveTo>
                  <a:cubicBezTo>
                    <a:pt x="198074" y="0"/>
                    <a:pt x="234630" y="36523"/>
                    <a:pt x="234630" y="81348"/>
                  </a:cubicBezTo>
                  <a:cubicBezTo>
                    <a:pt x="234630" y="126270"/>
                    <a:pt x="198074" y="162794"/>
                    <a:pt x="153211" y="162794"/>
                  </a:cubicBezTo>
                  <a:cubicBezTo>
                    <a:pt x="108249" y="162794"/>
                    <a:pt x="71694" y="126270"/>
                    <a:pt x="71694" y="81348"/>
                  </a:cubicBezTo>
                  <a:cubicBezTo>
                    <a:pt x="71694" y="36523"/>
                    <a:pt x="108249" y="0"/>
                    <a:pt x="15321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45" name="矩形 144"/>
            <p:cNvSpPr/>
            <p:nvPr/>
          </p:nvSpPr>
          <p:spPr>
            <a:xfrm>
              <a:off x="1495809" y="3502775"/>
              <a:ext cx="2084387" cy="593936"/>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b="1" dirty="0"/>
                <a:t>测试环境</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104"/>
                                        </p:tgtEl>
                                        <p:attrNameLst>
                                          <p:attrName>style.visibility</p:attrName>
                                        </p:attrNameLst>
                                      </p:cBhvr>
                                      <p:to>
                                        <p:strVal val="visible"/>
                                      </p:to>
                                    </p:set>
                                    <p:anim calcmode="lin" valueType="num">
                                      <p:cBhvr additive="base">
                                        <p:cTn id="7" dur="500"/>
                                        <p:tgtEl>
                                          <p:spTgt spid="104"/>
                                        </p:tgtEl>
                                        <p:attrNameLst>
                                          <p:attrName>ppt_y</p:attrName>
                                        </p:attrNameLst>
                                      </p:cBhvr>
                                      <p:tavLst>
                                        <p:tav tm="0">
                                          <p:val>
                                            <p:strVal val="#ppt_y-#ppt_h*1.125000"/>
                                          </p:val>
                                        </p:tav>
                                        <p:tav tm="100000">
                                          <p:val>
                                            <p:strVal val="#ppt_y"/>
                                          </p:val>
                                        </p:tav>
                                      </p:tavLst>
                                    </p:anim>
                                    <p:animEffect transition="in" filter="wipe(down)">
                                      <p:cBhvr>
                                        <p:cTn id="8" dur="500"/>
                                        <p:tgtEl>
                                          <p:spTgt spid="104"/>
                                        </p:tgtEl>
                                      </p:cBhvr>
                                    </p:animEffect>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111"/>
                                        </p:tgtEl>
                                        <p:attrNameLst>
                                          <p:attrName>style.visibility</p:attrName>
                                        </p:attrNameLst>
                                      </p:cBhvr>
                                      <p:to>
                                        <p:strVal val="visible"/>
                                      </p:to>
                                    </p:set>
                                    <p:anim calcmode="lin" valueType="num">
                                      <p:cBhvr additive="base">
                                        <p:cTn id="12" dur="500"/>
                                        <p:tgtEl>
                                          <p:spTgt spid="111"/>
                                        </p:tgtEl>
                                        <p:attrNameLst>
                                          <p:attrName>ppt_y</p:attrName>
                                        </p:attrNameLst>
                                      </p:cBhvr>
                                      <p:tavLst>
                                        <p:tav tm="0">
                                          <p:val>
                                            <p:strVal val="#ppt_y-#ppt_h*1.125000"/>
                                          </p:val>
                                        </p:tav>
                                        <p:tav tm="100000">
                                          <p:val>
                                            <p:strVal val="#ppt_y"/>
                                          </p:val>
                                        </p:tav>
                                      </p:tavLst>
                                    </p:anim>
                                    <p:animEffect transition="in" filter="wipe(down)">
                                      <p:cBhvr>
                                        <p:cTn id="13" dur="500"/>
                                        <p:tgtEl>
                                          <p:spTgt spid="111"/>
                                        </p:tgtEl>
                                      </p:cBhvr>
                                    </p:animEffect>
                                  </p:childTnLst>
                                </p:cTn>
                              </p:par>
                            </p:childTnLst>
                          </p:cTn>
                        </p:par>
                        <p:par>
                          <p:cTn id="14" fill="hold">
                            <p:stCondLst>
                              <p:cond delay="1000"/>
                            </p:stCondLst>
                            <p:childTnLst>
                              <p:par>
                                <p:cTn id="15" presetID="12" presetClass="entr" presetSubtype="1" fill="hold" nodeType="after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additive="base">
                                        <p:cTn id="17" dur="500"/>
                                        <p:tgtEl>
                                          <p:spTgt spid="31"/>
                                        </p:tgtEl>
                                        <p:attrNameLst>
                                          <p:attrName>ppt_y</p:attrName>
                                        </p:attrNameLst>
                                      </p:cBhvr>
                                      <p:tavLst>
                                        <p:tav tm="0">
                                          <p:val>
                                            <p:strVal val="#ppt_y-#ppt_h*1.125000"/>
                                          </p:val>
                                        </p:tav>
                                        <p:tav tm="100000">
                                          <p:val>
                                            <p:strVal val="#ppt_y"/>
                                          </p:val>
                                        </p:tav>
                                      </p:tavLst>
                                    </p:anim>
                                    <p:animEffect transition="in" filter="wipe(down)">
                                      <p:cBhvr>
                                        <p:cTn id="18" dur="500"/>
                                        <p:tgtEl>
                                          <p:spTgt spid="31"/>
                                        </p:tgtEl>
                                      </p:cBhvr>
                                    </p:animEffect>
                                  </p:childTnLst>
                                </p:cTn>
                              </p:par>
                            </p:childTnLst>
                          </p:cTn>
                        </p:par>
                        <p:par>
                          <p:cTn id="19" fill="hold">
                            <p:stCondLst>
                              <p:cond delay="1500"/>
                            </p:stCondLst>
                            <p:childTnLst>
                              <p:par>
                                <p:cTn id="20" presetID="12" presetClass="entr" presetSubtype="1" fill="hold" nodeType="afterEffect">
                                  <p:stCondLst>
                                    <p:cond delay="0"/>
                                  </p:stCondLst>
                                  <p:childTnLst>
                                    <p:set>
                                      <p:cBhvr>
                                        <p:cTn id="21" dur="1" fill="hold">
                                          <p:stCondLst>
                                            <p:cond delay="0"/>
                                          </p:stCondLst>
                                        </p:cTn>
                                        <p:tgtEl>
                                          <p:spTgt spid="40"/>
                                        </p:tgtEl>
                                        <p:attrNameLst>
                                          <p:attrName>style.visibility</p:attrName>
                                        </p:attrNameLst>
                                      </p:cBhvr>
                                      <p:to>
                                        <p:strVal val="visible"/>
                                      </p:to>
                                    </p:set>
                                    <p:anim calcmode="lin" valueType="num">
                                      <p:cBhvr additive="base">
                                        <p:cTn id="22" dur="500"/>
                                        <p:tgtEl>
                                          <p:spTgt spid="40"/>
                                        </p:tgtEl>
                                        <p:attrNameLst>
                                          <p:attrName>ppt_y</p:attrName>
                                        </p:attrNameLst>
                                      </p:cBhvr>
                                      <p:tavLst>
                                        <p:tav tm="0">
                                          <p:val>
                                            <p:strVal val="#ppt_y-#ppt_h*1.125000"/>
                                          </p:val>
                                        </p:tav>
                                        <p:tav tm="100000">
                                          <p:val>
                                            <p:strVal val="#ppt_y"/>
                                          </p:val>
                                        </p:tav>
                                      </p:tavLst>
                                    </p:anim>
                                    <p:animEffect transition="in" filter="wipe(down)">
                                      <p:cBhvr>
                                        <p:cTn id="23" dur="500"/>
                                        <p:tgtEl>
                                          <p:spTgt spid="40"/>
                                        </p:tgtEl>
                                      </p:cBhvr>
                                    </p:animEffect>
                                  </p:childTnLst>
                                </p:cTn>
                              </p:par>
                            </p:childTnLst>
                          </p:cTn>
                        </p:par>
                        <p:par>
                          <p:cTn id="24" fill="hold">
                            <p:stCondLst>
                              <p:cond delay="2000"/>
                            </p:stCondLst>
                            <p:childTnLst>
                              <p:par>
                                <p:cTn id="25" presetID="12" presetClass="entr" presetSubtype="1" fill="hold" nodeType="afterEffect">
                                  <p:stCondLst>
                                    <p:cond delay="0"/>
                                  </p:stCondLst>
                                  <p:childTnLst>
                                    <p:set>
                                      <p:cBhvr>
                                        <p:cTn id="26" dur="1" fill="hold">
                                          <p:stCondLst>
                                            <p:cond delay="0"/>
                                          </p:stCondLst>
                                        </p:cTn>
                                        <p:tgtEl>
                                          <p:spTgt spid="139"/>
                                        </p:tgtEl>
                                        <p:attrNameLst>
                                          <p:attrName>style.visibility</p:attrName>
                                        </p:attrNameLst>
                                      </p:cBhvr>
                                      <p:to>
                                        <p:strVal val="visible"/>
                                      </p:to>
                                    </p:set>
                                    <p:anim calcmode="lin" valueType="num">
                                      <p:cBhvr additive="base">
                                        <p:cTn id="27" dur="500"/>
                                        <p:tgtEl>
                                          <p:spTgt spid="139"/>
                                        </p:tgtEl>
                                        <p:attrNameLst>
                                          <p:attrName>ppt_y</p:attrName>
                                        </p:attrNameLst>
                                      </p:cBhvr>
                                      <p:tavLst>
                                        <p:tav tm="0">
                                          <p:val>
                                            <p:strVal val="#ppt_y-#ppt_h*1.125000"/>
                                          </p:val>
                                        </p:tav>
                                        <p:tav tm="100000">
                                          <p:val>
                                            <p:strVal val="#ppt_y"/>
                                          </p:val>
                                        </p:tav>
                                      </p:tavLst>
                                    </p:anim>
                                    <p:animEffect transition="in" filter="wipe(down)">
                                      <p:cBhvr>
                                        <p:cTn id="28"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直接连接符 24"/>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5182931" y="345292"/>
            <a:ext cx="1826142"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脚本录制</a:t>
            </a:r>
          </a:p>
        </p:txBody>
      </p:sp>
      <p:sp>
        <p:nvSpPr>
          <p:cNvPr id="28" name="文本框 27"/>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5" name="图片 4"/>
          <p:cNvPicPr>
            <a:picLocks noChangeAspect="1"/>
          </p:cNvPicPr>
          <p:nvPr/>
        </p:nvPicPr>
        <p:blipFill>
          <a:blip r:embed="rId4"/>
          <a:stretch>
            <a:fillRect/>
          </a:stretch>
        </p:blipFill>
        <p:spPr>
          <a:xfrm>
            <a:off x="2004538" y="1460749"/>
            <a:ext cx="3564990" cy="3083826"/>
          </a:xfrm>
          <a:prstGeom prst="rect">
            <a:avLst/>
          </a:prstGeom>
        </p:spPr>
      </p:pic>
      <p:pic>
        <p:nvPicPr>
          <p:cNvPr id="6" name="图片 5"/>
          <p:cNvPicPr>
            <a:picLocks noChangeAspect="1"/>
          </p:cNvPicPr>
          <p:nvPr/>
        </p:nvPicPr>
        <p:blipFill>
          <a:blip r:embed="rId5"/>
          <a:stretch>
            <a:fillRect/>
          </a:stretch>
        </p:blipFill>
        <p:spPr>
          <a:xfrm>
            <a:off x="4091203" y="2730233"/>
            <a:ext cx="4637891" cy="2801665"/>
          </a:xfrm>
          <a:prstGeom prst="rect">
            <a:avLst/>
          </a:prstGeom>
        </p:spPr>
      </p:pic>
      <p:pic>
        <p:nvPicPr>
          <p:cNvPr id="7" name="图片 6"/>
          <p:cNvPicPr>
            <a:picLocks noChangeAspect="1"/>
          </p:cNvPicPr>
          <p:nvPr/>
        </p:nvPicPr>
        <p:blipFill>
          <a:blip r:embed="rId6"/>
          <a:stretch>
            <a:fillRect/>
          </a:stretch>
        </p:blipFill>
        <p:spPr>
          <a:xfrm>
            <a:off x="5319033" y="5079813"/>
            <a:ext cx="6432192" cy="1410394"/>
          </a:xfrm>
          <a:prstGeom prst="rect">
            <a:avLst/>
          </a:prstGeom>
        </p:spPr>
      </p:pic>
      <p:sp>
        <p:nvSpPr>
          <p:cNvPr id="8" name="文本框 7"/>
          <p:cNvSpPr txBox="1"/>
          <p:nvPr/>
        </p:nvSpPr>
        <p:spPr>
          <a:xfrm>
            <a:off x="434109" y="1276083"/>
            <a:ext cx="1338828" cy="369332"/>
          </a:xfrm>
          <a:prstGeom prst="rect">
            <a:avLst/>
          </a:prstGeom>
          <a:noFill/>
        </p:spPr>
        <p:txBody>
          <a:bodyPr wrap="none" rtlCol="0">
            <a:spAutoFit/>
          </a:bodyPr>
          <a:lstStyle/>
          <a:p>
            <a:r>
              <a:rPr lang="zh-CN" altLang="en-US" dirty="0"/>
              <a:t>录制的事务</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直接连接符 24"/>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5182931" y="345292"/>
            <a:ext cx="1826142"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脚本录制</a:t>
            </a:r>
          </a:p>
        </p:txBody>
      </p:sp>
      <p:sp>
        <p:nvSpPr>
          <p:cNvPr id="28" name="文本框 27"/>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3" name="图片 2"/>
          <p:cNvPicPr>
            <a:picLocks noChangeAspect="1"/>
          </p:cNvPicPr>
          <p:nvPr/>
        </p:nvPicPr>
        <p:blipFill>
          <a:blip r:embed="rId4"/>
          <a:stretch>
            <a:fillRect/>
          </a:stretch>
        </p:blipFill>
        <p:spPr>
          <a:xfrm>
            <a:off x="1201724" y="1628527"/>
            <a:ext cx="3981207" cy="2938690"/>
          </a:xfrm>
          <a:prstGeom prst="rect">
            <a:avLst/>
          </a:prstGeom>
        </p:spPr>
      </p:pic>
      <p:pic>
        <p:nvPicPr>
          <p:cNvPr id="4" name="图片 3"/>
          <p:cNvPicPr>
            <a:picLocks noChangeAspect="1"/>
          </p:cNvPicPr>
          <p:nvPr/>
        </p:nvPicPr>
        <p:blipFill>
          <a:blip r:embed="rId5"/>
          <a:stretch>
            <a:fillRect/>
          </a:stretch>
        </p:blipFill>
        <p:spPr>
          <a:xfrm>
            <a:off x="4154629" y="1871762"/>
            <a:ext cx="4677071" cy="2311779"/>
          </a:xfrm>
          <a:prstGeom prst="rect">
            <a:avLst/>
          </a:prstGeom>
        </p:spPr>
      </p:pic>
      <p:pic>
        <p:nvPicPr>
          <p:cNvPr id="8" name="图片 7"/>
          <p:cNvPicPr>
            <a:picLocks noChangeAspect="1"/>
          </p:cNvPicPr>
          <p:nvPr/>
        </p:nvPicPr>
        <p:blipFill>
          <a:blip r:embed="rId6"/>
          <a:stretch>
            <a:fillRect/>
          </a:stretch>
        </p:blipFill>
        <p:spPr>
          <a:xfrm>
            <a:off x="7916974" y="1683655"/>
            <a:ext cx="4275026" cy="2312421"/>
          </a:xfrm>
          <a:prstGeom prst="rect">
            <a:avLst/>
          </a:prstGeom>
        </p:spPr>
      </p:pic>
      <p:pic>
        <p:nvPicPr>
          <p:cNvPr id="13" name="图片 12"/>
          <p:cNvPicPr/>
          <p:nvPr/>
        </p:nvPicPr>
        <p:blipFill>
          <a:blip r:embed="rId7"/>
          <a:stretch>
            <a:fillRect/>
          </a:stretch>
        </p:blipFill>
        <p:spPr>
          <a:xfrm>
            <a:off x="4229100" y="4399439"/>
            <a:ext cx="5274310" cy="2289175"/>
          </a:xfrm>
          <a:prstGeom prst="rect">
            <a:avLst/>
          </a:prstGeom>
        </p:spPr>
      </p:pic>
      <p:sp>
        <p:nvSpPr>
          <p:cNvPr id="9" name="文本框 8"/>
          <p:cNvSpPr txBox="1"/>
          <p:nvPr/>
        </p:nvSpPr>
        <p:spPr>
          <a:xfrm>
            <a:off x="711620" y="1110555"/>
            <a:ext cx="1541476" cy="369332"/>
          </a:xfrm>
          <a:prstGeom prst="rect">
            <a:avLst/>
          </a:prstGeom>
          <a:noFill/>
        </p:spPr>
        <p:txBody>
          <a:bodyPr wrap="square" rtlCol="0">
            <a:spAutoFit/>
          </a:bodyPr>
          <a:lstStyle/>
          <a:p>
            <a:r>
              <a:rPr lang="zh-CN" altLang="en-US" dirty="0"/>
              <a:t>录制的脚本</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直接连接符 24"/>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5182929" y="345292"/>
            <a:ext cx="1826142"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场景设计</a:t>
            </a:r>
          </a:p>
        </p:txBody>
      </p:sp>
      <p:sp>
        <p:nvSpPr>
          <p:cNvPr id="28" name="文本框 27"/>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1560945" y="1683655"/>
            <a:ext cx="4921540" cy="369332"/>
          </a:xfrm>
          <a:prstGeom prst="rect">
            <a:avLst/>
          </a:prstGeom>
          <a:noFill/>
        </p:spPr>
        <p:txBody>
          <a:bodyPr wrap="none" rtlCol="0">
            <a:spAutoFit/>
          </a:bodyPr>
          <a:lstStyle/>
          <a:p>
            <a:r>
              <a:rPr lang="zh-CN" altLang="en-US" dirty="0"/>
              <a:t>因为管理员的特殊性，所以设计了两个场景：</a:t>
            </a:r>
          </a:p>
        </p:txBody>
      </p:sp>
      <p:sp>
        <p:nvSpPr>
          <p:cNvPr id="3" name="文本框 2"/>
          <p:cNvSpPr txBox="1"/>
          <p:nvPr/>
        </p:nvSpPr>
        <p:spPr>
          <a:xfrm>
            <a:off x="2900218" y="2732309"/>
            <a:ext cx="7180580" cy="368300"/>
          </a:xfrm>
          <a:prstGeom prst="rect">
            <a:avLst/>
          </a:prstGeom>
          <a:noFill/>
        </p:spPr>
        <p:txBody>
          <a:bodyPr wrap="none" rtlCol="0">
            <a:spAutoFit/>
          </a:bodyPr>
          <a:lstStyle/>
          <a:p>
            <a:r>
              <a:rPr lang="zh-CN" altLang="en-US" dirty="0"/>
              <a:t>场景</a:t>
            </a:r>
            <a:r>
              <a:rPr lang="en-US" altLang="zh-CN" dirty="0"/>
              <a:t>1</a:t>
            </a:r>
            <a:r>
              <a:rPr lang="zh-CN" altLang="en-US" dirty="0"/>
              <a:t>：启动</a:t>
            </a:r>
            <a:r>
              <a:rPr lang="en-US" altLang="zh-CN" dirty="0"/>
              <a:t>50</a:t>
            </a:r>
            <a:r>
              <a:rPr lang="zh-CN" altLang="en-US" dirty="0"/>
              <a:t>个用户</a:t>
            </a:r>
            <a:r>
              <a:rPr lang="en-US" altLang="zh-CN" dirty="0"/>
              <a:t>(</a:t>
            </a:r>
            <a:r>
              <a:rPr lang="zh-CN" altLang="en-US" dirty="0"/>
              <a:t>每</a:t>
            </a:r>
            <a:r>
              <a:rPr lang="en-US" altLang="zh-CN" dirty="0"/>
              <a:t>3s</a:t>
            </a:r>
            <a:r>
              <a:rPr lang="zh-CN" altLang="en-US" dirty="0"/>
              <a:t>启动</a:t>
            </a:r>
            <a:r>
              <a:rPr lang="en-US" altLang="zh-CN" dirty="0"/>
              <a:t>2</a:t>
            </a:r>
            <a:r>
              <a:rPr lang="zh-CN" altLang="en-US" dirty="0"/>
              <a:t>个</a:t>
            </a:r>
            <a:r>
              <a:rPr lang="en-US" altLang="zh-CN" dirty="0"/>
              <a:t>)</a:t>
            </a:r>
            <a:r>
              <a:rPr lang="zh-CN" altLang="en-US" dirty="0"/>
              <a:t>结束时每</a:t>
            </a:r>
            <a:r>
              <a:rPr lang="en-US" altLang="zh-CN" dirty="0"/>
              <a:t>3</a:t>
            </a:r>
            <a:r>
              <a:rPr lang="zh-CN" altLang="en-US" dirty="0"/>
              <a:t>秒结束</a:t>
            </a:r>
            <a:r>
              <a:rPr lang="en-US" altLang="zh-CN" dirty="0"/>
              <a:t>2</a:t>
            </a:r>
            <a:r>
              <a:rPr lang="zh-CN" altLang="en-US" dirty="0"/>
              <a:t>个，运行</a:t>
            </a:r>
            <a:r>
              <a:rPr lang="en-US" altLang="zh-CN" dirty="0"/>
              <a:t>5</a:t>
            </a:r>
            <a:r>
              <a:rPr lang="zh-CN" altLang="en-US" dirty="0"/>
              <a:t>分钟</a:t>
            </a:r>
            <a:endParaRPr lang="en-US" altLang="zh-CN" dirty="0"/>
          </a:p>
        </p:txBody>
      </p:sp>
      <p:sp>
        <p:nvSpPr>
          <p:cNvPr id="4" name="矩形 3"/>
          <p:cNvSpPr/>
          <p:nvPr/>
        </p:nvSpPr>
        <p:spPr>
          <a:xfrm>
            <a:off x="2900218" y="3411631"/>
            <a:ext cx="7853432" cy="368300"/>
          </a:xfrm>
          <a:prstGeom prst="rect">
            <a:avLst/>
          </a:prstGeom>
        </p:spPr>
        <p:txBody>
          <a:bodyPr wrap="square">
            <a:spAutoFit/>
          </a:bodyPr>
          <a:lstStyle/>
          <a:p>
            <a:r>
              <a:rPr lang="zh-CN" altLang="en-US" dirty="0"/>
              <a:t>场景</a:t>
            </a:r>
            <a:r>
              <a:rPr lang="en-US" altLang="zh-CN" dirty="0"/>
              <a:t>2</a:t>
            </a:r>
            <a:r>
              <a:rPr lang="zh-CN" altLang="en-US" dirty="0"/>
              <a:t>：启动</a:t>
            </a:r>
            <a:r>
              <a:rPr lang="en-US" altLang="zh-CN" dirty="0"/>
              <a:t>10</a:t>
            </a:r>
            <a:r>
              <a:rPr lang="zh-CN" altLang="en-US" dirty="0"/>
              <a:t>个用户，</a:t>
            </a:r>
            <a:r>
              <a:rPr lang="en-US" altLang="zh-CN" dirty="0"/>
              <a:t>(</a:t>
            </a:r>
            <a:r>
              <a:rPr lang="zh-CN" altLang="en-US" dirty="0"/>
              <a:t>每</a:t>
            </a:r>
            <a:r>
              <a:rPr lang="en-US" altLang="zh-CN" dirty="0"/>
              <a:t>3s</a:t>
            </a:r>
            <a:r>
              <a:rPr lang="zh-CN" altLang="en-US" dirty="0"/>
              <a:t>启动</a:t>
            </a:r>
            <a:r>
              <a:rPr lang="en-US" altLang="zh-CN" dirty="0"/>
              <a:t>2</a:t>
            </a:r>
            <a:r>
              <a:rPr lang="zh-CN" altLang="en-US" dirty="0"/>
              <a:t>个</a:t>
            </a:r>
            <a:r>
              <a:rPr lang="en-US" altLang="zh-CN" dirty="0"/>
              <a:t>)</a:t>
            </a:r>
            <a:r>
              <a:rPr lang="zh-CN" altLang="en-US" dirty="0"/>
              <a:t>结束时每</a:t>
            </a:r>
            <a:r>
              <a:rPr lang="en-US" altLang="zh-CN" dirty="0"/>
              <a:t>3s</a:t>
            </a:r>
            <a:r>
              <a:rPr lang="zh-CN" altLang="en-US" dirty="0"/>
              <a:t>结束</a:t>
            </a:r>
            <a:r>
              <a:rPr lang="en-US" altLang="zh-CN" dirty="0"/>
              <a:t>2</a:t>
            </a:r>
            <a:r>
              <a:rPr lang="zh-CN" altLang="en-US" dirty="0"/>
              <a:t>个，运行</a:t>
            </a:r>
            <a:r>
              <a:rPr lang="en-US" altLang="zh-CN" dirty="0"/>
              <a:t>5</a:t>
            </a:r>
            <a:r>
              <a:rPr lang="zh-CN" altLang="en-US" dirty="0"/>
              <a:t>分钟</a:t>
            </a:r>
            <a:endParaRPr lang="en-US" altLang="zh-CN"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182930" y="345292"/>
            <a:ext cx="1826142"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场景设计</a:t>
            </a:r>
          </a:p>
        </p:txBody>
      </p:sp>
      <p:sp>
        <p:nvSpPr>
          <p:cNvPr id="32" name="文本框 31"/>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3" name="文本框 2"/>
          <p:cNvSpPr txBox="1"/>
          <p:nvPr/>
        </p:nvSpPr>
        <p:spPr>
          <a:xfrm>
            <a:off x="1191491" y="1357745"/>
            <a:ext cx="6955750" cy="369332"/>
          </a:xfrm>
          <a:prstGeom prst="rect">
            <a:avLst/>
          </a:prstGeom>
          <a:noFill/>
        </p:spPr>
        <p:txBody>
          <a:bodyPr wrap="none" rtlCol="0">
            <a:spAutoFit/>
          </a:bodyPr>
          <a:lstStyle/>
          <a:p>
            <a:r>
              <a:rPr lang="zh-CN" altLang="en-US" dirty="0"/>
              <a:t>设计</a:t>
            </a:r>
            <a:r>
              <a:rPr lang="en-US" altLang="zh-CN" dirty="0"/>
              <a:t>50</a:t>
            </a:r>
            <a:r>
              <a:rPr lang="zh-CN" altLang="en-US" dirty="0"/>
              <a:t>个虚拟用户，每</a:t>
            </a:r>
            <a:r>
              <a:rPr lang="en-US" altLang="zh-CN" dirty="0"/>
              <a:t>3</a:t>
            </a:r>
            <a:r>
              <a:rPr lang="zh-CN" altLang="en-US" dirty="0"/>
              <a:t>秒增加</a:t>
            </a:r>
            <a:r>
              <a:rPr lang="en-US" altLang="zh-CN" dirty="0"/>
              <a:t>2</a:t>
            </a:r>
            <a:r>
              <a:rPr lang="zh-CN" altLang="en-US" dirty="0"/>
              <a:t>个用户，结束时每</a:t>
            </a:r>
            <a:r>
              <a:rPr lang="en-US" altLang="zh-CN" dirty="0"/>
              <a:t>3</a:t>
            </a:r>
            <a:r>
              <a:rPr lang="zh-CN" altLang="en-US" dirty="0"/>
              <a:t>秒退出</a:t>
            </a:r>
            <a:r>
              <a:rPr lang="en-US" altLang="zh-CN" dirty="0"/>
              <a:t>2</a:t>
            </a:r>
            <a:r>
              <a:rPr lang="zh-CN" altLang="en-US" dirty="0"/>
              <a:t>个用户</a:t>
            </a:r>
          </a:p>
        </p:txBody>
      </p:sp>
      <p:pic>
        <p:nvPicPr>
          <p:cNvPr id="7" name="图片 6"/>
          <p:cNvPicPr>
            <a:picLocks noChangeAspect="1"/>
          </p:cNvPicPr>
          <p:nvPr/>
        </p:nvPicPr>
        <p:blipFill>
          <a:blip r:embed="rId4"/>
          <a:stretch>
            <a:fillRect/>
          </a:stretch>
        </p:blipFill>
        <p:spPr>
          <a:xfrm>
            <a:off x="1744222" y="1946828"/>
            <a:ext cx="4351779" cy="3119040"/>
          </a:xfrm>
          <a:prstGeom prst="rect">
            <a:avLst/>
          </a:prstGeom>
        </p:spPr>
      </p:pic>
      <p:pic>
        <p:nvPicPr>
          <p:cNvPr id="8" name="图片 7"/>
          <p:cNvPicPr>
            <a:picLocks noChangeAspect="1"/>
          </p:cNvPicPr>
          <p:nvPr/>
        </p:nvPicPr>
        <p:blipFill>
          <a:blip r:embed="rId5"/>
          <a:stretch>
            <a:fillRect/>
          </a:stretch>
        </p:blipFill>
        <p:spPr>
          <a:xfrm>
            <a:off x="5866428" y="3813935"/>
            <a:ext cx="4876898" cy="2503866"/>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182930" y="345292"/>
            <a:ext cx="1826142"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场景设计</a:t>
            </a:r>
          </a:p>
        </p:txBody>
      </p:sp>
      <p:sp>
        <p:nvSpPr>
          <p:cNvPr id="32" name="文本框 31"/>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7" name="文本框 6"/>
          <p:cNvSpPr txBox="1"/>
          <p:nvPr/>
        </p:nvSpPr>
        <p:spPr>
          <a:xfrm>
            <a:off x="1596504" y="1248434"/>
            <a:ext cx="7038110" cy="369332"/>
          </a:xfrm>
          <a:prstGeom prst="rect">
            <a:avLst/>
          </a:prstGeom>
          <a:noFill/>
        </p:spPr>
        <p:txBody>
          <a:bodyPr wrap="square" rtlCol="0">
            <a:spAutoFit/>
          </a:bodyPr>
          <a:lstStyle/>
          <a:p>
            <a:r>
              <a:rPr lang="zh-CN" altLang="en-US" dirty="0"/>
              <a:t>设计</a:t>
            </a:r>
            <a:r>
              <a:rPr lang="en-US" altLang="zh-CN" dirty="0"/>
              <a:t>10</a:t>
            </a:r>
            <a:r>
              <a:rPr lang="zh-CN" altLang="en-US" dirty="0"/>
              <a:t>个用户，每</a:t>
            </a:r>
            <a:r>
              <a:rPr lang="en-US" altLang="zh-CN" dirty="0"/>
              <a:t>3</a:t>
            </a:r>
            <a:r>
              <a:rPr lang="zh-CN" altLang="en-US" dirty="0"/>
              <a:t>秒增加</a:t>
            </a:r>
            <a:r>
              <a:rPr lang="en-US" altLang="zh-CN" dirty="0"/>
              <a:t>2</a:t>
            </a:r>
            <a:r>
              <a:rPr lang="zh-CN" altLang="en-US" dirty="0"/>
              <a:t>个用户，退出时每</a:t>
            </a:r>
            <a:r>
              <a:rPr lang="en-US" altLang="zh-CN" dirty="0"/>
              <a:t>3</a:t>
            </a:r>
            <a:r>
              <a:rPr lang="zh-CN" altLang="en-US" dirty="0"/>
              <a:t>秒退出</a:t>
            </a:r>
            <a:r>
              <a:rPr lang="en-US" altLang="zh-CN" dirty="0"/>
              <a:t>2</a:t>
            </a:r>
            <a:r>
              <a:rPr lang="zh-CN" altLang="en-US" dirty="0"/>
              <a:t>个用户</a:t>
            </a:r>
          </a:p>
        </p:txBody>
      </p:sp>
      <p:pic>
        <p:nvPicPr>
          <p:cNvPr id="8" name="图片 7"/>
          <p:cNvPicPr>
            <a:picLocks noChangeAspect="1"/>
          </p:cNvPicPr>
          <p:nvPr/>
        </p:nvPicPr>
        <p:blipFill>
          <a:blip r:embed="rId4"/>
          <a:stretch>
            <a:fillRect/>
          </a:stretch>
        </p:blipFill>
        <p:spPr>
          <a:xfrm>
            <a:off x="1596504" y="1923071"/>
            <a:ext cx="4599236" cy="2426903"/>
          </a:xfrm>
          <a:prstGeom prst="rect">
            <a:avLst/>
          </a:prstGeom>
        </p:spPr>
      </p:pic>
      <p:pic>
        <p:nvPicPr>
          <p:cNvPr id="9" name="图片 8"/>
          <p:cNvPicPr>
            <a:picLocks noChangeAspect="1"/>
          </p:cNvPicPr>
          <p:nvPr/>
        </p:nvPicPr>
        <p:blipFill>
          <a:blip r:embed="rId5"/>
          <a:stretch>
            <a:fillRect/>
          </a:stretch>
        </p:blipFill>
        <p:spPr>
          <a:xfrm>
            <a:off x="5745018" y="3654495"/>
            <a:ext cx="5174685" cy="2684754"/>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191761" y="345292"/>
            <a:ext cx="1808480" cy="58356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测试环境</a:t>
            </a:r>
          </a:p>
        </p:txBody>
      </p:sp>
      <p:sp>
        <p:nvSpPr>
          <p:cNvPr id="32" name="文本框 31"/>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2" name="图片 1"/>
          <p:cNvPicPr>
            <a:picLocks noChangeAspect="1"/>
          </p:cNvPicPr>
          <p:nvPr>
            <p:custDataLst>
              <p:tags r:id="rId2"/>
            </p:custDataLst>
          </p:nvPr>
        </p:nvPicPr>
        <p:blipFill>
          <a:blip r:embed="rId5"/>
          <a:stretch>
            <a:fillRect/>
          </a:stretch>
        </p:blipFill>
        <p:spPr>
          <a:xfrm>
            <a:off x="4058920" y="1897380"/>
            <a:ext cx="4274820" cy="1988820"/>
          </a:xfrm>
          <a:prstGeom prst="rect">
            <a:avLst/>
          </a:prstGeom>
        </p:spPr>
      </p:pic>
      <p:sp>
        <p:nvSpPr>
          <p:cNvPr id="4" name="文本框 3"/>
          <p:cNvSpPr txBox="1"/>
          <p:nvPr/>
        </p:nvSpPr>
        <p:spPr>
          <a:xfrm>
            <a:off x="2895600" y="4817745"/>
            <a:ext cx="6601460" cy="368300"/>
          </a:xfrm>
          <a:prstGeom prst="rect">
            <a:avLst/>
          </a:prstGeom>
          <a:noFill/>
        </p:spPr>
        <p:txBody>
          <a:bodyPr wrap="square" rtlCol="0">
            <a:spAutoFit/>
          </a:bodyPr>
          <a:lstStyle/>
          <a:p>
            <a:r>
              <a:rPr lang="zh-CN" altLang="en-US"/>
              <a:t>这里使用的是阿里云学生服务器进行部署，配置是</a:t>
            </a:r>
            <a:r>
              <a:rPr lang="en-US" altLang="zh-CN"/>
              <a:t>1</a:t>
            </a:r>
            <a:r>
              <a:rPr lang="zh-CN" altLang="en-US"/>
              <a:t>核</a:t>
            </a:r>
            <a:r>
              <a:rPr lang="en-US" altLang="zh-CN"/>
              <a:t>2GB</a:t>
            </a:r>
            <a:r>
              <a:rPr lang="zh-CN" altLang="en-US"/>
              <a:t>内存</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182930" y="345292"/>
            <a:ext cx="1826142"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结果分析</a:t>
            </a:r>
          </a:p>
        </p:txBody>
      </p:sp>
      <p:sp>
        <p:nvSpPr>
          <p:cNvPr id="32" name="文本框 31"/>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pic>
        <p:nvPicPr>
          <p:cNvPr id="6" name="图片 5"/>
          <p:cNvPicPr>
            <a:picLocks noChangeAspect="1"/>
          </p:cNvPicPr>
          <p:nvPr/>
        </p:nvPicPr>
        <p:blipFill>
          <a:blip r:embed="rId4"/>
          <a:stretch>
            <a:fillRect/>
          </a:stretch>
        </p:blipFill>
        <p:spPr>
          <a:xfrm>
            <a:off x="2009288" y="1272815"/>
            <a:ext cx="3680312" cy="3742167"/>
          </a:xfrm>
          <a:prstGeom prst="rect">
            <a:avLst/>
          </a:prstGeom>
        </p:spPr>
      </p:pic>
      <p:sp>
        <p:nvSpPr>
          <p:cNvPr id="12" name="文本框 11"/>
          <p:cNvSpPr txBox="1"/>
          <p:nvPr/>
        </p:nvSpPr>
        <p:spPr>
          <a:xfrm>
            <a:off x="1778379" y="5237888"/>
            <a:ext cx="9088582" cy="1477328"/>
          </a:xfrm>
          <a:prstGeom prst="rect">
            <a:avLst/>
          </a:prstGeom>
          <a:noFill/>
        </p:spPr>
        <p:txBody>
          <a:bodyPr wrap="square" rtlCol="0">
            <a:spAutoFit/>
          </a:bodyPr>
          <a:lstStyle/>
          <a:p>
            <a:r>
              <a:rPr lang="zh-CN" altLang="en-US" dirty="0"/>
              <a:t>通过上面两幅图，我们可以看到登陆的响应时间相近，一个是</a:t>
            </a:r>
            <a:r>
              <a:rPr lang="en-US" altLang="zh-CN" dirty="0"/>
              <a:t>1.006</a:t>
            </a:r>
            <a:r>
              <a:rPr lang="zh-CN" altLang="en-US" dirty="0"/>
              <a:t>，一个是</a:t>
            </a:r>
            <a:r>
              <a:rPr lang="en-US" altLang="zh-CN" dirty="0"/>
              <a:t>1.007</a:t>
            </a:r>
            <a:r>
              <a:rPr lang="zh-CN" altLang="en-US" dirty="0"/>
              <a:t>。</a:t>
            </a:r>
            <a:endParaRPr lang="en-US" altLang="zh-CN" dirty="0"/>
          </a:p>
          <a:p>
            <a:r>
              <a:rPr lang="zh-CN" altLang="en-US" dirty="0"/>
              <a:t>而商品上下架上出现了响应时间的差异，主要是因为登陆是对数据库只进行了简单的查询操作，而商品上下架是对数据库进行了读写操作，时间较长，所以响应时间较久。并且在</a:t>
            </a:r>
            <a:r>
              <a:rPr lang="en-US" altLang="zh-CN" dirty="0"/>
              <a:t>50</a:t>
            </a:r>
            <a:r>
              <a:rPr lang="zh-CN" altLang="en-US" dirty="0"/>
              <a:t>个用户的场景下，商品上下架出现了错误，可能是因为频繁的插入和删除数据，降低了数据库服务器的性能，导致了错误的出现。</a:t>
            </a:r>
          </a:p>
        </p:txBody>
      </p:sp>
      <p:pic>
        <p:nvPicPr>
          <p:cNvPr id="14" name="图片 13"/>
          <p:cNvPicPr>
            <a:picLocks noChangeAspect="1"/>
          </p:cNvPicPr>
          <p:nvPr/>
        </p:nvPicPr>
        <p:blipFill>
          <a:blip r:embed="rId5"/>
          <a:stretch>
            <a:fillRect/>
          </a:stretch>
        </p:blipFill>
        <p:spPr>
          <a:xfrm>
            <a:off x="6883367" y="1272815"/>
            <a:ext cx="3663984" cy="3738408"/>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174918" y="345292"/>
            <a:ext cx="1842172"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结果分析</a:t>
            </a:r>
          </a:p>
        </p:txBody>
      </p:sp>
      <p:sp>
        <p:nvSpPr>
          <p:cNvPr id="32" name="文本框 31"/>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3" name="文本框 2"/>
          <p:cNvSpPr txBox="1"/>
          <p:nvPr/>
        </p:nvSpPr>
        <p:spPr>
          <a:xfrm>
            <a:off x="552450" y="1209280"/>
            <a:ext cx="2262158" cy="369332"/>
          </a:xfrm>
          <a:prstGeom prst="rect">
            <a:avLst/>
          </a:prstGeom>
          <a:noFill/>
        </p:spPr>
        <p:txBody>
          <a:bodyPr wrap="none" rtlCol="0">
            <a:spAutoFit/>
          </a:bodyPr>
          <a:lstStyle/>
          <a:p>
            <a:r>
              <a:rPr lang="zh-CN" altLang="en-US" dirty="0"/>
              <a:t>事务的平均响应时间</a:t>
            </a:r>
          </a:p>
        </p:txBody>
      </p:sp>
      <p:sp>
        <p:nvSpPr>
          <p:cNvPr id="5" name="文本框 4"/>
          <p:cNvSpPr txBox="1"/>
          <p:nvPr/>
        </p:nvSpPr>
        <p:spPr>
          <a:xfrm>
            <a:off x="1143688" y="1919859"/>
            <a:ext cx="3705404" cy="3693319"/>
          </a:xfrm>
          <a:prstGeom prst="rect">
            <a:avLst/>
          </a:prstGeom>
          <a:noFill/>
        </p:spPr>
        <p:txBody>
          <a:bodyPr wrap="square" rtlCol="0">
            <a:spAutoFit/>
          </a:bodyPr>
          <a:lstStyle/>
          <a:p>
            <a:r>
              <a:rPr lang="zh-CN" altLang="en-US" dirty="0"/>
              <a:t>从右图可以看出登陆的平均响应时间比较平稳，在</a:t>
            </a:r>
            <a:r>
              <a:rPr lang="en-US" altLang="zh-CN" dirty="0"/>
              <a:t>1.006</a:t>
            </a:r>
            <a:r>
              <a:rPr lang="zh-CN" altLang="en-US" dirty="0"/>
              <a:t>左右，说明用户的增加并没有影响登陆事务的响应时间，而对于商品的上下架，用户较少的情况下，响应时间相对平稳，对于波动情况，我认为是因为网络的原因造成的。而对于</a:t>
            </a:r>
            <a:r>
              <a:rPr lang="en-US" altLang="zh-CN" dirty="0"/>
              <a:t>50</a:t>
            </a:r>
            <a:r>
              <a:rPr lang="zh-CN" altLang="en-US" dirty="0"/>
              <a:t>个用户的情况，随着用户的增加，商品上下架的的响应时间出现剧增，说明随着用户的增多，商品上下架的响应时间不断增多，说明该系统对于高并发场景下的上下架商品的处理能力还有待提高。</a:t>
            </a:r>
          </a:p>
        </p:txBody>
      </p:sp>
      <p:pic>
        <p:nvPicPr>
          <p:cNvPr id="13" name="图片 12"/>
          <p:cNvPicPr>
            <a:picLocks noChangeAspect="1"/>
          </p:cNvPicPr>
          <p:nvPr/>
        </p:nvPicPr>
        <p:blipFill>
          <a:blip r:embed="rId4"/>
          <a:stretch>
            <a:fillRect/>
          </a:stretch>
        </p:blipFill>
        <p:spPr>
          <a:xfrm>
            <a:off x="5516664" y="4414982"/>
            <a:ext cx="5304673" cy="2215138"/>
          </a:xfrm>
          <a:prstGeom prst="rect">
            <a:avLst/>
          </a:prstGeom>
        </p:spPr>
      </p:pic>
      <p:pic>
        <p:nvPicPr>
          <p:cNvPr id="14" name="图片 13"/>
          <p:cNvPicPr>
            <a:picLocks noChangeAspect="1"/>
          </p:cNvPicPr>
          <p:nvPr/>
        </p:nvPicPr>
        <p:blipFill>
          <a:blip r:embed="rId5"/>
          <a:stretch>
            <a:fillRect/>
          </a:stretch>
        </p:blipFill>
        <p:spPr>
          <a:xfrm>
            <a:off x="5516664" y="1578612"/>
            <a:ext cx="5745978" cy="2103302"/>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174918" y="345292"/>
            <a:ext cx="1842172"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结果分析</a:t>
            </a:r>
          </a:p>
        </p:txBody>
      </p:sp>
      <p:sp>
        <p:nvSpPr>
          <p:cNvPr id="32" name="文本框 31"/>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3" name="文本框 2"/>
          <p:cNvSpPr txBox="1"/>
          <p:nvPr/>
        </p:nvSpPr>
        <p:spPr>
          <a:xfrm>
            <a:off x="552450" y="1209279"/>
            <a:ext cx="1165514" cy="369332"/>
          </a:xfrm>
          <a:prstGeom prst="rect">
            <a:avLst/>
          </a:prstGeom>
          <a:noFill/>
        </p:spPr>
        <p:txBody>
          <a:bodyPr wrap="square" rtlCol="0">
            <a:spAutoFit/>
          </a:bodyPr>
          <a:lstStyle/>
          <a:p>
            <a:r>
              <a:rPr lang="zh-CN" altLang="en-US" dirty="0"/>
              <a:t>吞吐量</a:t>
            </a:r>
          </a:p>
        </p:txBody>
      </p:sp>
      <p:sp>
        <p:nvSpPr>
          <p:cNvPr id="5" name="文本框 4"/>
          <p:cNvSpPr txBox="1"/>
          <p:nvPr/>
        </p:nvSpPr>
        <p:spPr>
          <a:xfrm>
            <a:off x="1291470" y="1919859"/>
            <a:ext cx="3012676" cy="3187850"/>
          </a:xfrm>
          <a:prstGeom prst="rect">
            <a:avLst/>
          </a:prstGeom>
          <a:noFill/>
        </p:spPr>
        <p:txBody>
          <a:bodyPr wrap="square" rtlCol="0">
            <a:spAutoFit/>
          </a:bodyPr>
          <a:lstStyle/>
          <a:p>
            <a:r>
              <a:rPr lang="zh-CN" altLang="en-US" dirty="0"/>
              <a:t>从右图可以看出当用户较少时，系统的吞吐量由于网络原因上下浮动，但是较为稳定，而用户较多时，随着时间的推移，出现了骤降的情况，说明用户的增多，导致了系统吞吐量的下降，这与前面的平均事务响应时间是想吻合的。说明系统在用户量比较高时，性能不稳定，有待提高。</a:t>
            </a:r>
          </a:p>
        </p:txBody>
      </p:sp>
      <p:pic>
        <p:nvPicPr>
          <p:cNvPr id="10" name="图片 9"/>
          <p:cNvPicPr>
            <a:picLocks noChangeAspect="1"/>
          </p:cNvPicPr>
          <p:nvPr/>
        </p:nvPicPr>
        <p:blipFill>
          <a:blip r:embed="rId4"/>
          <a:stretch>
            <a:fillRect/>
          </a:stretch>
        </p:blipFill>
        <p:spPr>
          <a:xfrm>
            <a:off x="5516664" y="4309987"/>
            <a:ext cx="4955808" cy="2275541"/>
          </a:xfrm>
          <a:prstGeom prst="rect">
            <a:avLst/>
          </a:prstGeom>
        </p:spPr>
      </p:pic>
      <p:pic>
        <p:nvPicPr>
          <p:cNvPr id="11" name="图片 10" descr="I44ZLM_PK5{3)MX)4LUZZ`A"/>
          <p:cNvPicPr>
            <a:picLocks noChangeAspect="1"/>
          </p:cNvPicPr>
          <p:nvPr/>
        </p:nvPicPr>
        <p:blipFill>
          <a:blip r:embed="rId5"/>
          <a:stretch>
            <a:fillRect/>
          </a:stretch>
        </p:blipFill>
        <p:spPr>
          <a:xfrm>
            <a:off x="5516664" y="1243140"/>
            <a:ext cx="5059867" cy="2349806"/>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0" y="635000"/>
            <a:ext cx="4229100" cy="0"/>
          </a:xfrm>
          <a:prstGeom prst="line">
            <a:avLst/>
          </a:prstGeom>
          <a:ln>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962900" y="635000"/>
            <a:ext cx="4229100" cy="0"/>
          </a:xfrm>
          <a:prstGeom prst="line">
            <a:avLst/>
          </a:prstGeom>
          <a:ln>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593299" y="345292"/>
            <a:ext cx="1005403" cy="584775"/>
          </a:xfrm>
          <a:prstGeom prst="rect">
            <a:avLst/>
          </a:prstGeom>
          <a:noFill/>
        </p:spPr>
        <p:txBody>
          <a:bodyPr wrap="none" rtlCol="0">
            <a:spAutoFit/>
            <a:scene3d>
              <a:camera prst="orthographicFront"/>
              <a:lightRig rig="threePt" dir="t"/>
            </a:scene3d>
            <a:sp3d contourW="12700"/>
          </a:bodyPr>
          <a:lstStyle/>
          <a:p>
            <a:pPr algn="ctr"/>
            <a:r>
              <a:rPr lang="zh-CN" altLang="en-US" sz="3200" dirty="0">
                <a:latin typeface="Agency FB" panose="020B0503020202020204" pitchFamily="34" charset="0"/>
              </a:rPr>
              <a:t>总结</a:t>
            </a:r>
          </a:p>
        </p:txBody>
      </p:sp>
      <p:sp>
        <p:nvSpPr>
          <p:cNvPr id="32" name="文本框 31"/>
          <p:cNvSpPr txBox="1"/>
          <p:nvPr/>
        </p:nvSpPr>
        <p:spPr>
          <a:xfrm>
            <a:off x="2514599" y="875974"/>
            <a:ext cx="7188202" cy="276999"/>
          </a:xfrm>
          <a:prstGeom prst="rect">
            <a:avLst/>
          </a:prstGeom>
          <a:noFill/>
        </p:spPr>
        <p:txBody>
          <a:bodyPr wrap="square" rtlCol="0">
            <a:spAutoFit/>
            <a:scene3d>
              <a:camera prst="orthographicFront"/>
              <a:lightRig rig="threePt" dir="t"/>
            </a:scene3d>
            <a:sp3d contourW="12700"/>
          </a:bodyPr>
          <a:lstStyle/>
          <a:p>
            <a:pPr algn="ctr"/>
            <a:r>
              <a:rPr lang="en-US" altLang="zh-CN" sz="1200" dirty="0">
                <a:solidFill>
                  <a:schemeClr val="tx1">
                    <a:lumMod val="50000"/>
                    <a:lumOff val="50000"/>
                  </a:schemeClr>
                </a:solidFill>
                <a:latin typeface="Agency FB" panose="020B0503020202020204" pitchFamily="34" charset="0"/>
              </a:rPr>
              <a:t>The user can demonstrate on a projector or computer, or print the presentation and make it into a film to be used in a wider field</a:t>
            </a:r>
          </a:p>
        </p:txBody>
      </p:sp>
      <p:sp>
        <p:nvSpPr>
          <p:cNvPr id="2" name="文本框 1"/>
          <p:cNvSpPr txBox="1"/>
          <p:nvPr/>
        </p:nvSpPr>
        <p:spPr>
          <a:xfrm>
            <a:off x="3297381" y="1958108"/>
            <a:ext cx="6123710" cy="4246245"/>
          </a:xfrm>
          <a:prstGeom prst="rect">
            <a:avLst/>
          </a:prstGeom>
          <a:noFill/>
        </p:spPr>
        <p:txBody>
          <a:bodyPr wrap="square" rtlCol="0">
            <a:spAutoFit/>
          </a:bodyPr>
          <a:lstStyle/>
          <a:p>
            <a:r>
              <a:rPr lang="zh-CN" altLang="en-US" dirty="0"/>
              <a:t>本次性能测试，针对</a:t>
            </a:r>
            <a:r>
              <a:rPr lang="en-US" altLang="zh-CN" dirty="0" err="1"/>
              <a:t>litemall</a:t>
            </a:r>
            <a:r>
              <a:rPr lang="zh-CN" altLang="en-US" dirty="0"/>
              <a:t>的管理员登陆和商品上下架进行测试，通过测试发现，该模块对于用户数较多的情况下是一个不稳定的状态，不能较好的适应高并发，有待改进的空间，而对于用户量较少的情况下，该系统性能趋于稳定。</a:t>
            </a:r>
            <a:endParaRPr lang="en-US" altLang="zh-CN" dirty="0"/>
          </a:p>
          <a:p>
            <a:endParaRPr lang="en-US" altLang="zh-CN" dirty="0"/>
          </a:p>
          <a:p>
            <a:r>
              <a:rPr lang="zh-CN" altLang="en-US" dirty="0"/>
              <a:t>所以对于管理员这种特殊的身份，如果该系统被广泛应用，需要有较多的管理员来进行管理的情况的情况下，需要提升性能，对较高并发有相应的处理。比如使用消息队列或</a:t>
            </a:r>
            <a:r>
              <a:rPr lang="en-US" altLang="zh-CN" dirty="0" err="1"/>
              <a:t>redis</a:t>
            </a:r>
            <a:r>
              <a:rPr lang="zh-CN" altLang="en-US" dirty="0"/>
              <a:t>缓存的适应高并发的中间件。同时可以提高服务器的性能来适应负载。</a:t>
            </a:r>
            <a:endParaRPr lang="en-US" altLang="zh-CN" dirty="0"/>
          </a:p>
          <a:p>
            <a:endParaRPr lang="en-US" altLang="zh-CN" dirty="0"/>
          </a:p>
          <a:p>
            <a:r>
              <a:rPr lang="zh-CN" altLang="en-US" dirty="0"/>
              <a:t>但是如果是小范围的使用的话，需要的管理员人数较少，高并发场景较少的情况下，个人认为该系统性能上还是可以接受的。</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等腰三角形 4"/>
          <p:cNvSpPr/>
          <p:nvPr/>
        </p:nvSpPr>
        <p:spPr>
          <a:xfrm flipV="1">
            <a:off x="0" y="0"/>
            <a:ext cx="4961528" cy="4114800"/>
          </a:xfrm>
          <a:prstGeom prst="triangle">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6" name="等腰三角形 5"/>
          <p:cNvSpPr/>
          <p:nvPr/>
        </p:nvSpPr>
        <p:spPr>
          <a:xfrm rot="10800000" flipV="1">
            <a:off x="10055786" y="5086350"/>
            <a:ext cx="2136213" cy="1771650"/>
          </a:xfrm>
          <a:prstGeom prst="triangle">
            <a:avLst>
              <a:gd name="adj" fmla="val 0"/>
            </a:avLst>
          </a:prstGeom>
          <a:solidFill>
            <a:srgbClr val="4C46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cxnSp>
        <p:nvCxnSpPr>
          <p:cNvPr id="8" name="直接连接符 7"/>
          <p:cNvCxnSpPr/>
          <p:nvPr/>
        </p:nvCxnSpPr>
        <p:spPr>
          <a:xfrm flipH="1">
            <a:off x="1622774" y="3045418"/>
            <a:ext cx="1146506" cy="9508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1" y="4456560"/>
            <a:ext cx="2895599" cy="24014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4961528" y="0"/>
            <a:ext cx="2429874" cy="20151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4097447" y="3131519"/>
            <a:ext cx="4698722" cy="769441"/>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solidFill>
                  <a:prstClr val="black"/>
                </a:solidFill>
                <a:effectLst/>
                <a:uLnTx/>
                <a:uFillTx/>
                <a:latin typeface="Agency FB" panose="020B0503020202020204" pitchFamily="34" charset="0"/>
                <a:ea typeface="微软雅黑" panose="020B0503020204020204" charset="-122"/>
                <a:cs typeface="+mn-cs"/>
              </a:rPr>
              <a:t>感谢您的观看指导</a:t>
            </a:r>
          </a:p>
        </p:txBody>
      </p:sp>
      <p:cxnSp>
        <p:nvCxnSpPr>
          <p:cNvPr id="24" name="直接连接符 23"/>
          <p:cNvCxnSpPr/>
          <p:nvPr/>
        </p:nvCxnSpPr>
        <p:spPr>
          <a:xfrm flipH="1">
            <a:off x="11569700" y="4310556"/>
            <a:ext cx="622300" cy="5161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6"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1"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par>
                                <p:cTn id="20" presetID="22" presetClass="entr" presetSubtype="8"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1"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wipe(up)">
                                      <p:cBhvr>
                                        <p:cTn id="25" dur="500"/>
                                        <p:tgtEl>
                                          <p:spTgt spid="24"/>
                                        </p:tgtEl>
                                      </p:cBhvr>
                                    </p:animEffect>
                                  </p:childTnLst>
                                </p:cTn>
                              </p:par>
                            </p:childTnLst>
                          </p:cTn>
                        </p:par>
                        <p:par>
                          <p:cTn id="26" fill="hold">
                            <p:stCondLst>
                              <p:cond delay="1000"/>
                            </p:stCondLst>
                            <p:childTnLst>
                              <p:par>
                                <p:cTn id="27" presetID="2" presetClass="entr" presetSubtype="2" fill="hold" grpId="0" nodeType="after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1+#ppt_w/2"/>
                                          </p:val>
                                        </p:tav>
                                        <p:tav tm="100000">
                                          <p:val>
                                            <p:strVal val="#ppt_x"/>
                                          </p:val>
                                        </p:tav>
                                      </p:tavLst>
                                    </p:anim>
                                    <p:anim calcmode="lin" valueType="num">
                                      <p:cBhvr additive="base">
                                        <p:cTn id="30"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7"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ags/tag2.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3.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4.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5.xml><?xml version="1.0" encoding="utf-8"?>
<p:tagLst xmlns:a="http://schemas.openxmlformats.org/drawingml/2006/main" xmlns:r="http://schemas.openxmlformats.org/officeDocument/2006/relationships" xmlns:p="http://schemas.openxmlformats.org/presentationml/2006/main">
  <p:tag name="ISLIDE.DIAGRAM" val="0ed1754b-4077-4e8e-adb3-51bd0c33cd63"/>
</p:tagLst>
</file>

<file path=ppt/tags/tag6.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7.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8.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9.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10.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11.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12.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13.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14.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15.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16.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17.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18.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19.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20.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21.xml><?xml version="1.0" encoding="utf-8"?>
<p:tagLst xmlns:a="http://schemas.openxmlformats.org/drawingml/2006/main" xmlns:r="http://schemas.openxmlformats.org/officeDocument/2006/relationships" xmlns:p="http://schemas.openxmlformats.org/presentationml/2006/main">
  <p:tag name="ISLIDE.DIAGRAM" val="fce02f6d-e5cd-4546-9067-9c516b8d3097"/>
</p:tagLst>
</file>

<file path=ppt/tags/tag22.xml><?xml version="1.0" encoding="utf-8"?>
<p:tagLst xmlns:a="http://schemas.openxmlformats.org/drawingml/2006/main" xmlns:r="http://schemas.openxmlformats.org/officeDocument/2006/relationships" xmlns:p="http://schemas.openxmlformats.org/presentationml/2006/main">
  <p:tag name="ISLIDE.DIAGRAM" val="0ed1754b-4077-4e8e-adb3-51bd0c33cd63"/>
</p:tagLst>
</file>

<file path=ppt/tags/tag23.xml><?xml version="1.0" encoding="utf-8"?>
<p:tagLst xmlns:a="http://schemas.openxmlformats.org/drawingml/2006/main" xmlns:r="http://schemas.openxmlformats.org/officeDocument/2006/relationships" xmlns:p="http://schemas.openxmlformats.org/presentationml/2006/main">
  <p:tag name="ISLIDE.DIAGRAM" val="ad16b59c-c7c1-4f8a-adca-69ff34436f27"/>
</p:tagLst>
</file>

<file path=ppt/tags/tag24.xml><?xml version="1.0" encoding="utf-8"?>
<p:tagLst xmlns:a="http://schemas.openxmlformats.org/drawingml/2006/main" xmlns:r="http://schemas.openxmlformats.org/officeDocument/2006/relationships" xmlns:p="http://schemas.openxmlformats.org/presentationml/2006/main">
  <p:tag name="ISLIDE.DIAGRAM" val="ad16b59c-c7c1-4f8a-adca-69ff34436f27"/>
</p:tagLst>
</file>

<file path=ppt/tags/tag25.xml><?xml version="1.0" encoding="utf-8"?>
<p:tagLst xmlns:a="http://schemas.openxmlformats.org/drawingml/2006/main" xmlns:r="http://schemas.openxmlformats.org/officeDocument/2006/relationships" xmlns:p="http://schemas.openxmlformats.org/presentationml/2006/main">
  <p:tag name="ISLIDE.DIAGRAM" val="ad16b59c-c7c1-4f8a-adca-69ff34436f27"/>
</p:tagLst>
</file>

<file path=ppt/tags/tag26.xml><?xml version="1.0" encoding="utf-8"?>
<p:tagLst xmlns:a="http://schemas.openxmlformats.org/drawingml/2006/main" xmlns:r="http://schemas.openxmlformats.org/officeDocument/2006/relationships" xmlns:p="http://schemas.openxmlformats.org/presentationml/2006/main">
  <p:tag name="ISLIDE.DIAGRAM" val="ad16b59c-c7c1-4f8a-adca-69ff34436f27"/>
</p:tagLst>
</file>

<file path=ppt/tags/tag27.xml><?xml version="1.0" encoding="utf-8"?>
<p:tagLst xmlns:a="http://schemas.openxmlformats.org/drawingml/2006/main" xmlns:r="http://schemas.openxmlformats.org/officeDocument/2006/relationships" xmlns:p="http://schemas.openxmlformats.org/presentationml/2006/main">
  <p:tag name="ISLIDE.DIAGRAM" val="ad16b59c-c7c1-4f8a-adca-69ff34436f27"/>
</p:tagLst>
</file>

<file path=ppt/tags/tag28.xml><?xml version="1.0" encoding="utf-8"?>
<p:tagLst xmlns:a="http://schemas.openxmlformats.org/drawingml/2006/main" xmlns:r="http://schemas.openxmlformats.org/officeDocument/2006/relationships" xmlns:p="http://schemas.openxmlformats.org/presentationml/2006/main">
  <p:tag name="ISLIDE.DIAGRAM" val="ad16b59c-c7c1-4f8a-adca-69ff34436f27"/>
</p:tagLst>
</file>

<file path=ppt/tags/tag29.xml><?xml version="1.0" encoding="utf-8"?>
<p:tagLst xmlns:a="http://schemas.openxmlformats.org/drawingml/2006/main" xmlns:r="http://schemas.openxmlformats.org/officeDocument/2006/relationships" xmlns:p="http://schemas.openxmlformats.org/presentationml/2006/main">
  <p:tag name="ISLIDE.DIAGRAM" val="ad16b59c-c7c1-4f8a-adca-69ff34436f27"/>
</p:tagLst>
</file>

<file path=ppt/tags/tag30.xml><?xml version="1.0" encoding="utf-8"?>
<p:tagLst xmlns:a="http://schemas.openxmlformats.org/drawingml/2006/main" xmlns:r="http://schemas.openxmlformats.org/officeDocument/2006/relationships" xmlns:p="http://schemas.openxmlformats.org/presentationml/2006/main">
  <p:tag name="ISLIDE.DIAGRAM" val="ad16b59c-c7c1-4f8a-adca-69ff34436f27"/>
</p:tagLst>
</file>

<file path=ppt/tags/tag31.xml><?xml version="1.0" encoding="utf-8"?>
<p:tagLst xmlns:a="http://schemas.openxmlformats.org/drawingml/2006/main" xmlns:r="http://schemas.openxmlformats.org/officeDocument/2006/relationships" xmlns:p="http://schemas.openxmlformats.org/presentationml/2006/main">
  <p:tag name="ISLIDE.DIAGRAM" val="ad16b59c-c7c1-4f8a-adca-69ff34436f27"/>
</p:tagLst>
</file>

<file path=ppt/tags/tag32.xml><?xml version="1.0" encoding="utf-8"?>
<p:tagLst xmlns:a="http://schemas.openxmlformats.org/drawingml/2006/main" xmlns:r="http://schemas.openxmlformats.org/officeDocument/2006/relationships" xmlns:p="http://schemas.openxmlformats.org/presentationml/2006/main">
  <p:tag name="ISLIDE.DIAGRAM" val="ad16b59c-c7c1-4f8a-adca-69ff34436f27"/>
</p:tagLst>
</file>

<file path=ppt/tags/tag33.xml><?xml version="1.0" encoding="utf-8"?>
<p:tagLst xmlns:a="http://schemas.openxmlformats.org/drawingml/2006/main" xmlns:r="http://schemas.openxmlformats.org/officeDocument/2006/relationships" xmlns:p="http://schemas.openxmlformats.org/presentationml/2006/main">
  <p:tag name="ISLIDE.DIAGRAM" val="ad16b59c-c7c1-4f8a-adca-69ff34436f27"/>
</p:tagLst>
</file>

<file path=ppt/tags/tag34.xml><?xml version="1.0" encoding="utf-8"?>
<p:tagLst xmlns:a="http://schemas.openxmlformats.org/drawingml/2006/main" xmlns:r="http://schemas.openxmlformats.org/officeDocument/2006/relationships" xmlns:p="http://schemas.openxmlformats.org/presentationml/2006/main">
  <p:tag name="ISLIDE.DIAGRAM" val="97d3ba61-682d-434a-87f9-9a01dafa7468"/>
</p:tagLst>
</file>

<file path=ppt/tags/tag35.xml><?xml version="1.0" encoding="utf-8"?>
<p:tagLst xmlns:a="http://schemas.openxmlformats.org/drawingml/2006/main" xmlns:r="http://schemas.openxmlformats.org/officeDocument/2006/relationships" xmlns:p="http://schemas.openxmlformats.org/presentationml/2006/main">
  <p:tag name="ISLIDE.DIAGRAM" val="97d3ba61-682d-434a-87f9-9a01dafa7468"/>
</p:tagLst>
</file>

<file path=ppt/tags/tag36.xml><?xml version="1.0" encoding="utf-8"?>
<p:tagLst xmlns:a="http://schemas.openxmlformats.org/drawingml/2006/main" xmlns:r="http://schemas.openxmlformats.org/officeDocument/2006/relationships" xmlns:p="http://schemas.openxmlformats.org/presentationml/2006/main">
  <p:tag name="ISLIDE.DIAGRAM" val="97d3ba61-682d-434a-87f9-9a01dafa7468"/>
</p:tagLst>
</file>

<file path=ppt/tags/tag37.xml><?xml version="1.0" encoding="utf-8"?>
<p:tagLst xmlns:a="http://schemas.openxmlformats.org/drawingml/2006/main" xmlns:r="http://schemas.openxmlformats.org/officeDocument/2006/relationships" xmlns:p="http://schemas.openxmlformats.org/presentationml/2006/main">
  <p:tag name="ISLIDE.DIAGRAM" val="97d3ba61-682d-434a-87f9-9a01dafa7468"/>
</p:tagLst>
</file>

<file path=ppt/tags/tag38.xml><?xml version="1.0" encoding="utf-8"?>
<p:tagLst xmlns:a="http://schemas.openxmlformats.org/drawingml/2006/main" xmlns:r="http://schemas.openxmlformats.org/officeDocument/2006/relationships" xmlns:p="http://schemas.openxmlformats.org/presentationml/2006/main">
  <p:tag name="ISLIDE.DIAGRAM" val="97d3ba61-682d-434a-87f9-9a01dafa7468"/>
</p:tagLst>
</file>

<file path=ppt/tags/tag39.xml><?xml version="1.0" encoding="utf-8"?>
<p:tagLst xmlns:a="http://schemas.openxmlformats.org/drawingml/2006/main" xmlns:r="http://schemas.openxmlformats.org/officeDocument/2006/relationships" xmlns:p="http://schemas.openxmlformats.org/presentationml/2006/main">
  <p:tag name="ISLIDE.DIAGRAM" val="97d3ba61-682d-434a-87f9-9a01dafa7468"/>
</p:tagLst>
</file>

<file path=ppt/tags/tag40.xml><?xml version="1.0" encoding="utf-8"?>
<p:tagLst xmlns:a="http://schemas.openxmlformats.org/drawingml/2006/main" xmlns:r="http://schemas.openxmlformats.org/officeDocument/2006/relationships" xmlns:p="http://schemas.openxmlformats.org/presentationml/2006/main">
  <p:tag name="ISLIDE.DIAGRAM" val="97d3ba61-682d-434a-87f9-9a01dafa7468"/>
</p:tagLst>
</file>

<file path=ppt/tags/tag41.xml><?xml version="1.0" encoding="utf-8"?>
<p:tagLst xmlns:a="http://schemas.openxmlformats.org/drawingml/2006/main" xmlns:r="http://schemas.openxmlformats.org/officeDocument/2006/relationships" xmlns:p="http://schemas.openxmlformats.org/presentationml/2006/main">
  <p:tag name="ISLIDE.DIAGRAM" val="0ed1754b-4077-4e8e-adb3-51bd0c33cd63"/>
</p:tagLst>
</file>

<file path=ppt/tags/tag42.xml><?xml version="1.0" encoding="utf-8"?>
<p:tagLst xmlns:a="http://schemas.openxmlformats.org/drawingml/2006/main" xmlns:r="http://schemas.openxmlformats.org/officeDocument/2006/relationships" xmlns:p="http://schemas.openxmlformats.org/presentationml/2006/main">
  <p:tag name="ISLIDE.DIAGRAM" val="444c1112-77b0-44fd-b649-ab1d9e70d739"/>
</p:tagLst>
</file>

<file path=ppt/tags/tag43.xml><?xml version="1.0" encoding="utf-8"?>
<p:tagLst xmlns:a="http://schemas.openxmlformats.org/drawingml/2006/main" xmlns:r="http://schemas.openxmlformats.org/officeDocument/2006/relationships" xmlns:p="http://schemas.openxmlformats.org/presentationml/2006/main">
  <p:tag name="ISLIDE.DIAGRAM" val="444c1112-77b0-44fd-b649-ab1d9e70d739"/>
</p:tagLst>
</file>

<file path=ppt/tags/tag44.xml><?xml version="1.0" encoding="utf-8"?>
<p:tagLst xmlns:a="http://schemas.openxmlformats.org/drawingml/2006/main" xmlns:r="http://schemas.openxmlformats.org/officeDocument/2006/relationships" xmlns:p="http://schemas.openxmlformats.org/presentationml/2006/main">
  <p:tag name="ISLIDE.DIAGRAM" val="444c1112-77b0-44fd-b649-ab1d9e70d739"/>
</p:tagLst>
</file>

<file path=ppt/tags/tag45.xml><?xml version="1.0" encoding="utf-8"?>
<p:tagLst xmlns:a="http://schemas.openxmlformats.org/drawingml/2006/main" xmlns:r="http://schemas.openxmlformats.org/officeDocument/2006/relationships" xmlns:p="http://schemas.openxmlformats.org/presentationml/2006/main">
  <p:tag name="ISLIDE.DIAGRAM" val="97d3ba61-682d-434a-87f9-9a01dafa7468"/>
</p:tagLst>
</file>

<file path=ppt/tags/tag46.xml><?xml version="1.0" encoding="utf-8"?>
<p:tagLst xmlns:a="http://schemas.openxmlformats.org/drawingml/2006/main" xmlns:r="http://schemas.openxmlformats.org/officeDocument/2006/relationships" xmlns:p="http://schemas.openxmlformats.org/presentationml/2006/main">
  <p:tag name="ISLIDE.DIAGRAM" val="97d3ba61-682d-434a-87f9-9a01dafa7468"/>
</p:tagLst>
</file>

<file path=ppt/tags/tag47.xml><?xml version="1.0" encoding="utf-8"?>
<p:tagLst xmlns:a="http://schemas.openxmlformats.org/drawingml/2006/main" xmlns:r="http://schemas.openxmlformats.org/officeDocument/2006/relationships" xmlns:p="http://schemas.openxmlformats.org/presentationml/2006/main">
  <p:tag name="ISLIDE.DIAGRAM" val="97d3ba61-682d-434a-87f9-9a01dafa7468"/>
</p:tagLst>
</file>

<file path=ppt/tags/tag48.xml><?xml version="1.0" encoding="utf-8"?>
<p:tagLst xmlns:a="http://schemas.openxmlformats.org/drawingml/2006/main" xmlns:r="http://schemas.openxmlformats.org/officeDocument/2006/relationships" xmlns:p="http://schemas.openxmlformats.org/presentationml/2006/main">
  <p:tag name="REFSHAPE" val="378174516"/>
  <p:tag name="KSO_WM_UNIT_PLACING_PICTURE_USER_VIEWPORT" val="{&quot;height&quot;:3132,&quot;width&quot;:6732}"/>
</p:tagLst>
</file>

<file path=ppt/tags/tag49.xml><?xml version="1.0" encoding="utf-8"?>
<p:tagLst xmlns:a="http://schemas.openxmlformats.org/drawingml/2006/main" xmlns:r="http://schemas.openxmlformats.org/officeDocument/2006/relationships" xmlns:p="http://schemas.openxmlformats.org/presentationml/2006/main">
  <p:tag name="ISLIDE.DIAGRAM" val="97d3ba61-682d-434a-87f9-9a01dafa7468"/>
</p:tagLst>
</file>

<file path=ppt/tags/tag50.xml><?xml version="1.0" encoding="utf-8"?>
<p:tagLst xmlns:a="http://schemas.openxmlformats.org/drawingml/2006/main" xmlns:r="http://schemas.openxmlformats.org/officeDocument/2006/relationships" xmlns:p="http://schemas.openxmlformats.org/presentationml/2006/main">
  <p:tag name="ISLIDE.DIAGRAM" val="97d3ba61-682d-434a-87f9-9a01dafa7468"/>
</p:tagLst>
</file>

<file path=ppt/tags/tag51.xml><?xml version="1.0" encoding="utf-8"?>
<p:tagLst xmlns:a="http://schemas.openxmlformats.org/drawingml/2006/main" xmlns:r="http://schemas.openxmlformats.org/officeDocument/2006/relationships" xmlns:p="http://schemas.openxmlformats.org/presentationml/2006/main">
  <p:tag name="ISLIDE.DIAGRAM" val="97d3ba61-682d-434a-87f9-9a01dafa7468"/>
</p:tagLst>
</file>

<file path=ppt/tags/tag52.xml><?xml version="1.0" encoding="utf-8"?>
<p:tagLst xmlns:a="http://schemas.openxmlformats.org/drawingml/2006/main" xmlns:r="http://schemas.openxmlformats.org/officeDocument/2006/relationships" xmlns:p="http://schemas.openxmlformats.org/presentationml/2006/main">
  <p:tag name="ISLIDE.DIAGRAM" val="97d3ba61-682d-434a-87f9-9a01dafa7468"/>
</p:tagLst>
</file>

<file path=ppt/theme/theme1.xml><?xml version="1.0" encoding="utf-8"?>
<a:theme xmlns:a="http://schemas.openxmlformats.org/drawingml/2006/main" name="第一PPT，www.1ppt.com">
  <a:themeElements>
    <a:clrScheme name="自定义 102">
      <a:dk1>
        <a:sysClr val="windowText" lastClr="000000"/>
      </a:dk1>
      <a:lt1>
        <a:sysClr val="window" lastClr="FFFFFF"/>
      </a:lt1>
      <a:dk2>
        <a:srgbClr val="44546A"/>
      </a:dk2>
      <a:lt2>
        <a:srgbClr val="E7E6E6"/>
      </a:lt2>
      <a:accent1>
        <a:srgbClr val="298CC5"/>
      </a:accent1>
      <a:accent2>
        <a:srgbClr val="4C4676"/>
      </a:accent2>
      <a:accent3>
        <a:srgbClr val="298CC5"/>
      </a:accent3>
      <a:accent4>
        <a:srgbClr val="4C4676"/>
      </a:accent4>
      <a:accent5>
        <a:srgbClr val="298CC5"/>
      </a:accent5>
      <a:accent6>
        <a:srgbClr val="4C4676"/>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包图主题2</Template>
  <TotalTime>1</TotalTime>
  <Words>4022</Words>
  <Application>Microsoft Office PowerPoint</Application>
  <PresentationFormat>宽屏</PresentationFormat>
  <Paragraphs>472</Paragraphs>
  <Slides>57</Slides>
  <Notes>57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57</vt:i4>
      </vt:variant>
    </vt:vector>
  </HeadingPairs>
  <TitlesOfParts>
    <vt:vector size="65" baseType="lpstr">
      <vt:lpstr>等线</vt:lpstr>
      <vt:lpstr>宋体</vt:lpstr>
      <vt:lpstr>微软雅黑</vt:lpstr>
      <vt:lpstr>Agency FB</vt:lpstr>
      <vt:lpstr>Arial</vt:lpstr>
      <vt:lpstr>Calibri</vt:lpstr>
      <vt:lpstr>Times New Roman</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第一PPT</dc:creator>
  <cp:keywords>www.1ppt.com</cp:keywords>
  <dc:description>www.1ppt.com</dc:description>
  <cp:lastModifiedBy>China</cp:lastModifiedBy>
  <cp:revision>82</cp:revision>
  <dcterms:created xsi:type="dcterms:W3CDTF">2017-08-08T02:58:00Z</dcterms:created>
  <dcterms:modified xsi:type="dcterms:W3CDTF">2022-05-14T03:04:25Z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2052-11.1.0.9662</vt:lpwstr>
  </property>
</Properties>
</file>