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6DE33-6CD2-CA5B-D4E5-680E08DE7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FF4FA9-34CF-E3C4-F62F-640574CAB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FC098-8508-5DDD-2D41-FADA4F3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91299E-7F0B-E8E1-7975-226F0FA4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93E2D-01BF-7AA5-8B63-5AF71F5B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80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E6CBA-1812-EA7F-0447-942E7644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473E33-BD5B-925D-4F62-9A509B1BD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7BA73-93A7-9C9F-BE2D-D7C64844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92C99-81BB-BC54-FEFA-58987050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8137BA-DC34-71B2-9DFC-BBE73386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23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8146C-D49F-90ED-C2FA-5BE6B836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ABE4F-527F-24A1-C0E4-E123C0B5D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4372-17A9-F45B-5A25-28B892E0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28B65-A57D-C009-E4F9-7C974163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3D147-49ED-6D04-A497-FD0B5835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32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17D1-9A08-379D-6958-540ED712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B87C1-D709-906D-BCB9-BC9EDFEDC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6B4D2E-FF3F-CC4C-179B-2C62820AF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AA6AB-6F29-1CEE-54A0-C162346E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9EBD13-23CF-A9A9-AF8F-19CA759D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C8C5F3-380B-E03B-3838-EABA21B0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32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9E43F-3AF5-8631-0F95-4B69EA320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EAC499-2B1D-B911-0B1F-430D6AFCC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443DC-592E-B74E-23AC-F0E7BA38B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3D1E03-BCBF-967B-64FD-9C4C99B7E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DBBCD8-97AF-DECF-98B9-15FF2AEB5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63667A-92ED-15AB-126F-221850EA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F3C628-D3F4-B572-6FED-E1B1F5A7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1C319A-540C-13F5-F762-303CE670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83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738B3-AC8C-98A4-7A83-9E81ECA4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FB8EF1-6A60-C1A4-3CCD-69957F1E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1EBE70-3844-DA48-0405-F8A3BCBD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22B3C-66BD-34FA-D245-C44F4327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6E0329-D8D5-26F4-7D3A-3E5640AC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581BE-1A00-F22F-A38C-101B0306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4A4B0D-AAED-5BEC-C82B-93171C4C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2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BB72B-C5A2-7B01-1648-6A9B570C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B9C76-3F72-78AE-6C28-D1A173199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163E9A-FCF0-5335-65D2-C60567E00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64B6CB-8FDC-361E-D3F9-AAC573A4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C8A85C-D533-7816-038B-EA7F0224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A3C749-3FA5-248F-31F7-D7C4E080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20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E4152-822B-E569-E74B-17569871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14347E-1463-DEBA-B9F5-B5AA59B9C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43C5-7258-5FDC-2824-123DDF94E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E7B214-C575-3208-D002-1740386A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57E23D-7D92-E113-9724-422A82DA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53D72-5523-74E5-77C7-9F9DB9C9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8B81D-8FE3-64D4-BDFF-959CC5F6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E7CDE1-2AEB-A4A7-FCD3-DC92C8DBB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E9A9D-26E5-8E10-E2E4-DCE5ECB1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26C33-01B0-7258-A3D5-37C932EE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BA328-4E6F-111A-2991-4949AD6E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5A2093-59DD-EE7C-E928-4A87ADB49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624301-C219-EFBE-D87D-EE35E1B6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76578-93D5-9A0D-04C7-1A15EB054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5C7E0-A6FD-3F86-AA7E-790AF10E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D15FE-A612-F9B9-FDF9-A8199421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66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1E7CC4-EC33-0D95-6B8D-F78CBA84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1D59CF-27DD-3346-9E2F-17B62D187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9618F1-BF1C-8C8D-514C-7A7ED2A13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202A2-B213-43C3-8106-B76D6638547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D19B3-91C0-1BFD-27E4-7A58A2BE6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74EA6-0CC9-5311-6186-5E581243D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9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758228-9D94-F9C1-0CCF-C8A4BB567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87" y="2045663"/>
            <a:ext cx="4836082" cy="38117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907D84-831A-6172-27C5-FC9254D82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063" y="1839498"/>
            <a:ext cx="2664391" cy="21120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6F8314-B6F4-2E03-F329-649FA28DEDB0}"/>
              </a:ext>
            </a:extLst>
          </p:cNvPr>
          <p:cNvSpPr txBox="1"/>
          <p:nvPr/>
        </p:nvSpPr>
        <p:spPr>
          <a:xfrm>
            <a:off x="1085798" y="431074"/>
            <a:ext cx="462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棒球场主题建模，材质贴图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9B5C32A-39DF-AADB-1062-771BD34E3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063" y="4187084"/>
            <a:ext cx="2821418" cy="176304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FFD69CE-07B1-72E9-8370-8D35BE13B2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69" y="4187084"/>
            <a:ext cx="2989947" cy="176304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D1E6E72-03F3-2F95-8B49-C5E5C3479FC3}"/>
              </a:ext>
            </a:extLst>
          </p:cNvPr>
          <p:cNvSpPr txBox="1"/>
          <p:nvPr/>
        </p:nvSpPr>
        <p:spPr>
          <a:xfrm>
            <a:off x="6387817" y="2612571"/>
            <a:ext cx="186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材质贴图细节：</a:t>
            </a:r>
          </a:p>
        </p:txBody>
      </p:sp>
    </p:spTree>
    <p:extLst>
      <p:ext uri="{BB962C8B-B14F-4D97-AF65-F5344CB8AC3E}">
        <p14:creationId xmlns:p14="http://schemas.microsoft.com/office/powerpoint/2010/main" val="119698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8E72D30-FE72-DC7E-B2A3-F00FAA4B3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06" y="2833118"/>
            <a:ext cx="4784908" cy="286136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99A724-266B-0168-01BD-BFA616AB242E}"/>
              </a:ext>
            </a:extLst>
          </p:cNvPr>
          <p:cNvSpPr txBox="1"/>
          <p:nvPr/>
        </p:nvSpPr>
        <p:spPr>
          <a:xfrm>
            <a:off x="7517675" y="1116874"/>
            <a:ext cx="3213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下一周计划：</a:t>
            </a:r>
            <a:endParaRPr lang="en-US" altLang="zh-CN" dirty="0"/>
          </a:p>
          <a:p>
            <a:r>
              <a:rPr lang="zh-CN" altLang="en-US" dirty="0"/>
              <a:t>完善棒球场细节（包含球员准备区，入场口，照明灯与积分</a:t>
            </a:r>
            <a:r>
              <a:rPr lang="en-US" altLang="zh-CN" dirty="0"/>
              <a:t>LED</a:t>
            </a:r>
            <a:r>
              <a:rPr lang="zh-CN" altLang="en-US" dirty="0"/>
              <a:t>屏幕）</a:t>
            </a:r>
            <a:endParaRPr lang="en-US" altLang="zh-CN" dirty="0"/>
          </a:p>
          <a:p>
            <a:r>
              <a:rPr lang="zh-CN" altLang="en-US" dirty="0"/>
              <a:t>完善教室与走廊细节建模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6B4DF1B-1AA7-4010-3F3F-A250F65DD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82" y="1526968"/>
            <a:ext cx="3166969" cy="8725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9DB57F4-4883-5AAD-07AF-84CCD8E2D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82" y="2650238"/>
            <a:ext cx="3263645" cy="87253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1CD93DB-0B8E-70F0-F4A8-A77ADBC0E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2" y="3773509"/>
            <a:ext cx="3330295" cy="8797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41D7EC8-32EA-F691-A1A6-FAE209BA34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882" y="4786179"/>
            <a:ext cx="3193891" cy="90718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D3F2601-B990-E512-799B-B837B608D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882" y="5826333"/>
            <a:ext cx="3107830" cy="82266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75C94EC-552C-D473-F2A5-59C6384DA127}"/>
              </a:ext>
            </a:extLst>
          </p:cNvPr>
          <p:cNvSpPr txBox="1"/>
          <p:nvPr/>
        </p:nvSpPr>
        <p:spPr>
          <a:xfrm>
            <a:off x="542882" y="796834"/>
            <a:ext cx="3166969" cy="367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已烘焙贴图</a:t>
            </a:r>
          </a:p>
        </p:txBody>
      </p:sp>
    </p:spTree>
    <p:extLst>
      <p:ext uri="{BB962C8B-B14F-4D97-AF65-F5344CB8AC3E}">
        <p14:creationId xmlns:p14="http://schemas.microsoft.com/office/powerpoint/2010/main" val="2750599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Alan</dc:creator>
  <cp:lastModifiedBy>B Alan</cp:lastModifiedBy>
  <cp:revision>9</cp:revision>
  <dcterms:created xsi:type="dcterms:W3CDTF">2026-03-17T15:50:29Z</dcterms:created>
  <dcterms:modified xsi:type="dcterms:W3CDTF">2026-04-07T10:08:14Z</dcterms:modified>
</cp:coreProperties>
</file>