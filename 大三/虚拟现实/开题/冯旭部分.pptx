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3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64" y="3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29365-6362-4733-940B-8A25576D60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6EED5-D6CA-4D6E-9778-6BAA214F21C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6EED5-D6CA-4D6E-9778-6BAA214F21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6EED5-D6CA-4D6E-9778-6BAA214F21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F0FC-0771-4FB3-BBD7-8D0D70DAFE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BFE0E-6EFB-4F34-BBB9-FD922A3762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F0FC-0771-4FB3-BBD7-8D0D70DAFE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BFE0E-6EFB-4F34-BBB9-FD922A3762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F0FC-0771-4FB3-BBD7-8D0D70DAFE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BFE0E-6EFB-4F34-BBB9-FD922A3762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F0FC-0771-4FB3-BBD7-8D0D70DAFE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BFE0E-6EFB-4F34-BBB9-FD922A3762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F0FC-0771-4FB3-BBD7-8D0D70DAFE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BFE0E-6EFB-4F34-BBB9-FD922A3762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F0FC-0771-4FB3-BBD7-8D0D70DAFE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BFE0E-6EFB-4F34-BBB9-FD922A3762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F0FC-0771-4FB3-BBD7-8D0D70DAFE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BFE0E-6EFB-4F34-BBB9-FD922A3762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F0FC-0771-4FB3-BBD7-8D0D70DAFE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BFE0E-6EFB-4F34-BBB9-FD922A3762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F0FC-0771-4FB3-BBD7-8D0D70DAFE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BFE0E-6EFB-4F34-BBB9-FD922A3762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F0FC-0771-4FB3-BBD7-8D0D70DAFE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BFE0E-6EFB-4F34-BBB9-FD922A3762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2F0FC-0771-4FB3-BBD7-8D0D70DAFE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BFE0E-6EFB-4F34-BBB9-FD922A3762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52F0FC-0771-4FB3-BBD7-8D0D70DAFE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DBFE0E-6EFB-4F34-BBB9-FD922A37620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4669" y="153749"/>
            <a:ext cx="3204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UI</a:t>
            </a:r>
            <a:r>
              <a:rPr lang="zh-CN" altLang="en-US" sz="2800" b="1" dirty="0"/>
              <a:t>设计</a:t>
            </a:r>
            <a:endParaRPr lang="zh-CN" altLang="en-US" sz="28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3393" y="676969"/>
            <a:ext cx="8002778" cy="225992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2781" y="1536700"/>
            <a:ext cx="2222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游戏主要流程</a:t>
            </a:r>
            <a:endParaRPr lang="en-US" altLang="zh-CN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涉及界面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67" y="3723142"/>
            <a:ext cx="4490973" cy="252165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686" y="3222376"/>
            <a:ext cx="5032229" cy="3578474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075" y="3429000"/>
            <a:ext cx="4443159" cy="31595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881" y="3530279"/>
            <a:ext cx="4158308" cy="2957019"/>
          </a:xfrm>
          <a:prstGeom prst="rect">
            <a:avLst/>
          </a:prstGeom>
        </p:spPr>
      </p:pic>
      <p:cxnSp>
        <p:nvCxnSpPr>
          <p:cNvPr id="26" name="直接箭头连接符 25"/>
          <p:cNvCxnSpPr/>
          <p:nvPr/>
        </p:nvCxnSpPr>
        <p:spPr>
          <a:xfrm flipH="1">
            <a:off x="2220686" y="1536700"/>
            <a:ext cx="2141764" cy="1993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>
            <a:off x="4819650" y="2838450"/>
            <a:ext cx="1187450" cy="768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7004050" y="2838450"/>
            <a:ext cx="889000" cy="768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8286750" y="1587500"/>
            <a:ext cx="1885950" cy="1942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4669" y="153749"/>
            <a:ext cx="3204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游戏机制</a:t>
            </a:r>
            <a:endParaRPr lang="zh-CN" altLang="en-US" sz="28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1882553" y="1577901"/>
            <a:ext cx="3806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投球系统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手柄识别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882552" y="2067367"/>
            <a:ext cx="3211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击球系统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真实碰撞箱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882553" y="2689541"/>
            <a:ext cx="3806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跑垒系统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方向指向跑垒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882552" y="3311715"/>
            <a:ext cx="4047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防守接球系统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手套模型吸附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882552" y="3981039"/>
            <a:ext cx="3522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机器人系统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——AI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自动控制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886097" y="4650363"/>
            <a:ext cx="3377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剧情教学系统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动作影像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0287" y="279400"/>
            <a:ext cx="4047460" cy="62991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4669" y="153749"/>
            <a:ext cx="3204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游戏机制</a:t>
            </a:r>
            <a:endParaRPr lang="zh-CN" altLang="en-US" sz="28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333153" y="1127051"/>
            <a:ext cx="3806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投球系统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手柄识别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897524" y="1127051"/>
            <a:ext cx="3211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击球系统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真实碰撞箱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33153" y="3772679"/>
            <a:ext cx="3806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跑垒系统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方向指向跑垒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333153" y="1623299"/>
            <a:ext cx="3948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通过检测玩家的手柄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IMU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，手柄的按键，手腕的角度，来决定球的球种和球路。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975498" y="1694121"/>
            <a:ext cx="40049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通过检测玩家手柄的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IMU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，从而得到玩家在游戏当中挥出虚拟棒球棒的力度和角度，从而能够进行棒球棒和棒球的实时碰撞，从而还原击球的种类，如未击中和界外等情况。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33153" y="4357538"/>
            <a:ext cx="45507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通过检测玩家手柄的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IMU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VR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头显的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IMU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，从而得到玩家在游戏当中的具体位置，此时玩家正确击球，游戏将会自动在玩家面前脚底处显示应该跑向的垒的位置，从而实现方向指向跑垒。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4669" y="153749"/>
            <a:ext cx="3204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游戏机制</a:t>
            </a:r>
            <a:endParaRPr lang="zh-CN" altLang="en-US" sz="28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234669" y="1287126"/>
            <a:ext cx="4047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防守接球系统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手套模型吸附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6329915" y="1287125"/>
            <a:ext cx="3522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机器人系统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——AI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自动控制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301255" y="3872448"/>
            <a:ext cx="3377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剧情教学系统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动作影像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34669" y="1933456"/>
            <a:ext cx="4632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当球接近手套一定范围内，将会进行一定的模型补偿以及添加微量的吸附性。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329915" y="1841123"/>
            <a:ext cx="46925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当玩家游玩过程中出现队友或对手的场景，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AI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将会有一定的自动能力，例如玩家选择单人模式并且在攻方，需要一定的机器人来充当玩家的队友和对手，在玩家正确击球之后，机器人对手能够根据棒球的物理运动规律判断球的落点，从而达成防守方的职责。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01255" y="4518779"/>
            <a:ext cx="57628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当玩家正常游玩剧情的时候，如果玩家需要实现剧情指引，完成挥棒球棒、接棒球或跑垒动作时，将会间断性浮现正确的挥棒动作等帮助玩家正常游玩。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38"/>
          <p:cNvGrpSpPr>
            <a:grpSpLocks noGrp="1" noRot="1" noChangeAspect="1" noMove="1" noResize="1" noUngrp="1"/>
          </p:cNvGrpSpPr>
          <p:nvPr/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0" name="Rectangle 39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0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 4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485" y="853240"/>
            <a:ext cx="10201030" cy="5151519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34669" y="153749"/>
            <a:ext cx="3204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交互动作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</Words>
  <Application>WPS 演示</Application>
  <PresentationFormat>宽屏</PresentationFormat>
  <Paragraphs>67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华文宋体</vt:lpstr>
      <vt:lpstr>华文楷体</vt:lpstr>
      <vt:lpstr>等线</vt:lpstr>
      <vt:lpstr>微软雅黑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xiang wu</dc:creator>
  <cp:lastModifiedBy>WPS_1601472217</cp:lastModifiedBy>
  <cp:revision>33</cp:revision>
  <dcterms:created xsi:type="dcterms:W3CDTF">2026-03-17T13:38:00Z</dcterms:created>
  <dcterms:modified xsi:type="dcterms:W3CDTF">2026-03-17T15:39:09Z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1D886F60EA674AFE988AB229CBB9A689_12</vt:lpwstr>
  </property>
</Properties>
</file>