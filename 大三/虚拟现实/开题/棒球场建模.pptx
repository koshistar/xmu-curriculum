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44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96DE33-6CD2-CA5B-D4E5-680E08DE7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7FF4FA9-34CF-E3C4-F62F-640574CAB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7FC098-8508-5DDD-2D41-FADA4F317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202A2-B213-43C3-8106-B76D6638547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91299E-7F0B-E8E1-7975-226F0FA4E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693E2D-01BF-7AA5-8B63-5AF71F5B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97D10-DF04-421B-A5DF-5F289C03F4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802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2E6CBA-1812-EA7F-0447-942E76445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473E33-BD5B-925D-4F62-9A509B1BD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67BA73-93A7-9C9F-BE2D-D7C64844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202A2-B213-43C3-8106-B76D6638547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92C99-81BB-BC54-FEFA-589870505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8137BA-DC34-71B2-9DFC-BBE73386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97D10-DF04-421B-A5DF-5F289C03F4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232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38146C-D49F-90ED-C2FA-5BE6B836E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ABE4F-527F-24A1-C0E4-E123C0B5D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284372-17A9-F45B-5A25-28B892E0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202A2-B213-43C3-8106-B76D6638547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C28B65-A57D-C009-E4F9-7C9741637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F3D147-49ED-6D04-A497-FD0B58353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97D10-DF04-421B-A5DF-5F289C03F4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324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AE17D1-9A08-379D-6958-540ED7125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DB87C1-D709-906D-BCB9-BC9EDFEDC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6B4D2E-FF3F-CC4C-179B-2C62820AF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7AA6AB-6F29-1CEE-54A0-C162346E8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202A2-B213-43C3-8106-B76D6638547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9EBD13-23CF-A9A9-AF8F-19CA759DF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C8C5F3-380B-E03B-3838-EABA21B06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97D10-DF04-421B-A5DF-5F289C03F4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32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19E43F-3AF5-8631-0F95-4B69EA320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EAC499-2B1D-B911-0B1F-430D6AFCC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5443DC-592E-B74E-23AC-F0E7BA38B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A3D1E03-BCBF-967B-64FD-9C4C99B7EA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9DBBCD8-97AF-DECF-98B9-15FF2AEB51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163667A-92ED-15AB-126F-221850EA3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202A2-B213-43C3-8106-B76D6638547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BF3C628-D3F4-B572-6FED-E1B1F5A76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F1C319A-540C-13F5-F762-303CE670B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97D10-DF04-421B-A5DF-5F289C03F4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834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2738B3-AC8C-98A4-7A83-9E81ECA4E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4FB8EF1-6A60-C1A4-3CCD-69957F1EA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202A2-B213-43C3-8106-B76D6638547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1EBE70-3844-DA48-0405-F8A3BCBD1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722B3C-66BD-34FA-D245-C44F4327B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97D10-DF04-421B-A5DF-5F289C03F4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44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56E0329-D8D5-26F4-7D3A-3E5640ACF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202A2-B213-43C3-8106-B76D6638547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8581BE-1A00-F22F-A38C-101B03068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4A4B0D-AAED-5BEC-C82B-93171C4C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97D10-DF04-421B-A5DF-5F289C03F4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225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CBB72B-C5A2-7B01-1648-6A9B570CD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CB9C76-3F72-78AE-6C28-D1A173199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163E9A-FCF0-5335-65D2-C60567E00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64B6CB-8FDC-361E-D3F9-AAC573A4E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202A2-B213-43C3-8106-B76D6638547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C8A85C-D533-7816-038B-EA7F0224F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A3C749-3FA5-248F-31F7-D7C4E0808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97D10-DF04-421B-A5DF-5F289C03F4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208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CE4152-822B-E569-E74B-175698718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14347E-1463-DEBA-B9F5-B5AA59B9C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7A43C5-7258-5FDC-2824-123DDF94E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E7B214-C575-3208-D002-1740386AA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202A2-B213-43C3-8106-B76D6638547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57E23D-7D92-E113-9724-422A82DA3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753D72-5523-74E5-77C7-9F9DB9C9A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97D10-DF04-421B-A5DF-5F289C03F4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74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78B81D-8FE3-64D4-BDFF-959CC5F60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E7CDE1-2AEB-A4A7-FCD3-DC92C8DBB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CE9A9D-26E5-8E10-E2E4-DCE5ECB1A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202A2-B213-43C3-8106-B76D6638547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F26C33-01B0-7258-A3D5-37C932EE4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FBA328-4E6F-111A-2991-4949AD6EB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97D10-DF04-421B-A5DF-5F289C03F4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77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D5A2093-59DD-EE7C-E928-4A87ADB49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624301-C219-EFBE-D87D-EE35E1B66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576578-93D5-9A0D-04C7-1A15EB054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202A2-B213-43C3-8106-B76D6638547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85C7E0-A6FD-3F86-AA7E-790AF10E1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0D15FE-A612-F9B9-FDF9-A81994212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97D10-DF04-421B-A5DF-5F289C03F4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7669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91E7CC4-EC33-0D95-6B8D-F78CBA849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1D59CF-27DD-3346-9E2F-17B62D187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9618F1-BF1C-8C8D-514C-7A7ED2A137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1202A2-B213-43C3-8106-B76D6638547E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FD19B3-91C0-1BFD-27E4-7A58A2BE6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F74EA6-0CC9-5311-6186-5E581243DC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B97D10-DF04-421B-A5DF-5F289C03F4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91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5D64109-CBEF-D6AF-523F-925D17468D8A}"/>
              </a:ext>
            </a:extLst>
          </p:cNvPr>
          <p:cNvSpPr txBox="1"/>
          <p:nvPr/>
        </p:nvSpPr>
        <p:spPr>
          <a:xfrm>
            <a:off x="300445" y="391886"/>
            <a:ext cx="3494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按照国际标准搭建的</a:t>
            </a:r>
            <a:r>
              <a:rPr lang="en-US" altLang="zh-CN" dirty="0"/>
              <a:t>1:1</a:t>
            </a:r>
            <a:r>
              <a:rPr lang="zh-CN" altLang="en-US" dirty="0"/>
              <a:t>棒球场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1A87D45-C78D-8E13-2920-019F6563C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13" y="1528355"/>
            <a:ext cx="5578487" cy="370331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7794852-6377-2F20-0643-0A40AF77F7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606" y="3553764"/>
            <a:ext cx="4898342" cy="312572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BA2224F-463D-AE82-E5DE-66A2B3BC99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6545" y="447184"/>
            <a:ext cx="3494315" cy="298181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D587C6B-B357-64AF-7D1F-9282F7CEDD52}"/>
              </a:ext>
            </a:extLst>
          </p:cNvPr>
          <p:cNvSpPr txBox="1"/>
          <p:nvPr/>
        </p:nvSpPr>
        <p:spPr>
          <a:xfrm>
            <a:off x="517513" y="5715281"/>
            <a:ext cx="3553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材质调整</a:t>
            </a:r>
            <a:r>
              <a:rPr lang="en-US" altLang="zh-CN" sz="1400" dirty="0" err="1"/>
              <a:t>ing</a:t>
            </a:r>
            <a:r>
              <a:rPr lang="en-US" altLang="zh-CN" sz="1400" dirty="0"/>
              <a:t>……</a:t>
            </a:r>
          </a:p>
          <a:p>
            <a:r>
              <a:rPr lang="zh-CN" altLang="en-US" sz="1400" dirty="0"/>
              <a:t>仅作效果参考</a:t>
            </a:r>
          </a:p>
        </p:txBody>
      </p:sp>
    </p:spTree>
    <p:extLst>
      <p:ext uri="{BB962C8B-B14F-4D97-AF65-F5344CB8AC3E}">
        <p14:creationId xmlns:p14="http://schemas.microsoft.com/office/powerpoint/2010/main" val="1196982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</Words>
  <Application>Microsoft Office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 Alan</dc:creator>
  <cp:lastModifiedBy>B Alan</cp:lastModifiedBy>
  <cp:revision>7</cp:revision>
  <dcterms:created xsi:type="dcterms:W3CDTF">2026-03-17T15:50:29Z</dcterms:created>
  <dcterms:modified xsi:type="dcterms:W3CDTF">2026-03-17T15:56:30Z</dcterms:modified>
</cp:coreProperties>
</file>