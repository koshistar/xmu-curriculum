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60" r:id="rId5"/>
    <p:sldId id="259" r:id="rId6"/>
    <p:sldId id="25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5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19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fld id="{FF56DA85-58F4-447C-9E87-A55F806B45DC}" type="slidenum">
              <a:rPr lang="en-US" altLang="zh-CN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19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fld id="{FF56DA85-58F4-447C-9E87-A55F806B45DC}" type="slidenum">
              <a:rPr lang="en-US" altLang="zh-CN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19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fld id="{FF56DA85-58F4-447C-9E87-A55F806B45DC}" type="slidenum">
              <a:rPr lang="en-US" altLang="zh-CN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5" name="Notes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altLang="zh-CN"/>
          </a:p>
        </p:txBody>
      </p:sp>
      <p:sp>
        <p:nvSpPr>
          <p:cNvPr id="8196" name="Slide Number Placeholder 3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fld id="{FF56DA85-58F4-447C-9E87-A55F806B45DC}" type="slidenum">
              <a:rPr lang="en-US" altLang="zh-CN">
                <a:latin typeface="等线" panose="02010600030101010101" pitchFamily="2" charset="-122"/>
              </a:rPr>
            </a:fld>
            <a:endParaRPr lang="en-US" altLang="zh-CN">
              <a:latin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jpeg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12.xml"/><Relationship Id="rId2" Type="http://schemas.openxmlformats.org/officeDocument/2006/relationships/tags" Target="../tags/tag1.xml"/><Relationship Id="rId19" Type="http://schemas.openxmlformats.org/officeDocument/2006/relationships/image" Target="../media/image16.png"/><Relationship Id="rId18" Type="http://schemas.openxmlformats.org/officeDocument/2006/relationships/image" Target="../media/image15.png"/><Relationship Id="rId17" Type="http://schemas.openxmlformats.org/officeDocument/2006/relationships/image" Target="../media/image14.png"/><Relationship Id="rId16" Type="http://schemas.microsoft.com/office/2007/relationships/media" Target="../media/audio1.wav"/><Relationship Id="rId15" Type="http://schemas.openxmlformats.org/officeDocument/2006/relationships/audio" Target="../media/audio1.wav"/><Relationship Id="rId14" Type="http://schemas.openxmlformats.org/officeDocument/2006/relationships/image" Target="../media/image13.jpeg"/><Relationship Id="rId13" Type="http://schemas.openxmlformats.org/officeDocument/2006/relationships/tags" Target="../tags/tag3.xml"/><Relationship Id="rId12" Type="http://schemas.openxmlformats.org/officeDocument/2006/relationships/image" Target="../media/image12.png"/><Relationship Id="rId11" Type="http://schemas.openxmlformats.org/officeDocument/2006/relationships/image" Target="../media/image11.jpeg"/><Relationship Id="rId10" Type="http://schemas.openxmlformats.org/officeDocument/2006/relationships/tags" Target="../tags/tag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4"/>
          <p:cNvSpPr>
            <a:spLocks noChangeArrowheads="1"/>
          </p:cNvSpPr>
          <p:nvPr/>
        </p:nvSpPr>
        <p:spPr bwMode="auto">
          <a:xfrm>
            <a:off x="768351" y="546101"/>
            <a:ext cx="56896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5285"/>
              </a:lnSpc>
            </a:pPr>
            <a:r>
              <a:rPr lang="zh-CN" sz="4800" dirty="0" err="1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游戏流程</a:t>
            </a:r>
            <a:endParaRPr lang="zh-CN" sz="4800" dirty="0"/>
          </a:p>
        </p:txBody>
      </p:sp>
      <p:sp>
        <p:nvSpPr>
          <p:cNvPr id="3" name="Shape 0"/>
          <p:cNvSpPr>
            <a:spLocks noChangeArrowheads="1"/>
          </p:cNvSpPr>
          <p:nvPr/>
        </p:nvSpPr>
        <p:spPr bwMode="auto">
          <a:xfrm>
            <a:off x="897890" y="1457325"/>
            <a:ext cx="856996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/>
              <a:t>1. </a:t>
            </a:r>
            <a:r>
              <a:rPr lang="zh-CN" altLang="en-US" sz="2400" dirty="0"/>
              <a:t>引导型</a:t>
            </a:r>
            <a:r>
              <a:rPr lang="en-US" altLang="zh-CN" sz="2400" dirty="0"/>
              <a:t> </a:t>
            </a:r>
            <a:r>
              <a:rPr lang="zh-CN" altLang="en-US" sz="2400" dirty="0"/>
              <a:t>跟随剧情完成教学</a:t>
            </a:r>
            <a:endParaRPr lang="zh-CN" altLang="en-US" sz="2400" dirty="0"/>
          </a:p>
        </p:txBody>
      </p:sp>
      <p:sp>
        <p:nvSpPr>
          <p:cNvPr id="14" name="Shape 0"/>
          <p:cNvSpPr>
            <a:spLocks noChangeArrowheads="1"/>
          </p:cNvSpPr>
          <p:nvPr/>
        </p:nvSpPr>
        <p:spPr bwMode="auto">
          <a:xfrm>
            <a:off x="897890" y="2498725"/>
            <a:ext cx="1064387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/>
              <a:t>2. </a:t>
            </a:r>
            <a:r>
              <a:rPr lang="zh-CN" altLang="en-US" sz="2400" dirty="0"/>
              <a:t>游玩型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 eaLnBrk="1" hangingPunct="1"/>
            <a:r>
              <a:rPr lang="en-US" altLang="zh-CN" sz="2400" dirty="0"/>
              <a:t>  1. </a:t>
            </a:r>
            <a:r>
              <a:rPr lang="zh-CN" altLang="en-US" sz="2400" dirty="0"/>
              <a:t>单人模式下选择角色</a:t>
            </a:r>
            <a:r>
              <a:rPr lang="en-US" altLang="zh-CN" sz="2400" dirty="0"/>
              <a:t>-&gt;</a:t>
            </a:r>
            <a:r>
              <a:rPr lang="zh-CN" altLang="en-US" sz="2400" dirty="0"/>
              <a:t>选择位置（攻方与守方）</a:t>
            </a:r>
            <a:r>
              <a:rPr lang="en-US" altLang="zh-CN" sz="2400" dirty="0"/>
              <a:t>-&gt;</a:t>
            </a:r>
            <a:r>
              <a:rPr lang="zh-CN" altLang="en-US" sz="2400" dirty="0"/>
              <a:t>进入游戏，其余皆为</a:t>
            </a:r>
            <a:r>
              <a:rPr lang="en-US" altLang="zh-CN" sz="2400" dirty="0"/>
              <a:t>NPC</a:t>
            </a:r>
            <a:endParaRPr lang="en-US" altLang="zh-CN" sz="2400" dirty="0"/>
          </a:p>
          <a:p>
            <a:pPr eaLnBrk="1" hangingPunct="1"/>
            <a:r>
              <a:rPr lang="en-US" altLang="zh-CN" sz="2400" dirty="0"/>
              <a:t>  2. </a:t>
            </a:r>
            <a:r>
              <a:rPr lang="zh-CN" altLang="en-US" sz="2400" dirty="0"/>
              <a:t>多人模式下</a:t>
            </a:r>
            <a:r>
              <a:rPr lang="en-US" altLang="zh-CN" sz="2400" dirty="0"/>
              <a:t> </a:t>
            </a:r>
            <a:r>
              <a:rPr lang="zh-CN" altLang="en-US" sz="2400" dirty="0"/>
              <a:t>开房间</a:t>
            </a:r>
            <a:r>
              <a:rPr lang="en-US" altLang="zh-CN" sz="2400" dirty="0"/>
              <a:t>-&gt;</a:t>
            </a:r>
            <a:r>
              <a:rPr lang="zh-CN" altLang="en-US" sz="2400" dirty="0"/>
              <a:t>选择位置（每一方</a:t>
            </a:r>
            <a:r>
              <a:rPr lang="en-US" altLang="zh-CN" sz="2400" dirty="0"/>
              <a:t>9</a:t>
            </a:r>
            <a:r>
              <a:rPr lang="zh-CN" altLang="en-US" sz="2400" dirty="0"/>
              <a:t>人，不能重复选角，以及观赛者）</a:t>
            </a:r>
            <a:endParaRPr lang="zh-CN" altLang="en-US" sz="2400" dirty="0"/>
          </a:p>
          <a:p>
            <a:pPr eaLnBrk="1" hangingPunct="1"/>
            <a:r>
              <a:rPr lang="en-US" altLang="zh-CN" sz="2400" dirty="0"/>
              <a:t>-&gt;</a:t>
            </a:r>
            <a:r>
              <a:rPr lang="zh-CN" altLang="en-US" sz="2400" dirty="0"/>
              <a:t>全员就绪，进入游戏，成员不够的用</a:t>
            </a:r>
            <a:r>
              <a:rPr lang="en-US" altLang="zh-CN" sz="2400" dirty="0"/>
              <a:t>NPC</a:t>
            </a:r>
            <a:r>
              <a:rPr lang="zh-CN" altLang="en-US" sz="2400" dirty="0"/>
              <a:t>代替</a:t>
            </a:r>
            <a:endParaRPr lang="zh-CN" altLang="en-US" sz="2400" dirty="0"/>
          </a:p>
        </p:txBody>
      </p:sp>
      <p:sp>
        <p:nvSpPr>
          <p:cNvPr id="17" name="Shape 0"/>
          <p:cNvSpPr>
            <a:spLocks noChangeArrowheads="1"/>
          </p:cNvSpPr>
          <p:nvPr/>
        </p:nvSpPr>
        <p:spPr bwMode="auto">
          <a:xfrm>
            <a:off x="897890" y="4327525"/>
            <a:ext cx="1064387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/>
              <a:t>3. </a:t>
            </a:r>
            <a:r>
              <a:rPr lang="zh-CN" altLang="en-US" sz="2400" dirty="0"/>
              <a:t>训练模式</a:t>
            </a:r>
            <a:r>
              <a:rPr lang="en-US" altLang="zh-CN" sz="2400" dirty="0"/>
              <a:t> </a:t>
            </a:r>
            <a:r>
              <a:rPr lang="zh-CN" altLang="en-US" sz="2400" dirty="0"/>
              <a:t>单独场景用于训练挥棒，跑垒，投球等操作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4"/>
          <p:cNvSpPr>
            <a:spLocks noChangeArrowheads="1"/>
          </p:cNvSpPr>
          <p:nvPr/>
        </p:nvSpPr>
        <p:spPr bwMode="auto">
          <a:xfrm>
            <a:off x="768351" y="546101"/>
            <a:ext cx="56896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5285"/>
              </a:lnSpc>
            </a:pPr>
            <a:r>
              <a:rPr lang="zh-CN" sz="4800" dirty="0" err="1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角色设计</a:t>
            </a:r>
            <a:endParaRPr lang="zh-CN" sz="4800" dirty="0"/>
          </a:p>
        </p:txBody>
      </p:sp>
      <p:sp>
        <p:nvSpPr>
          <p:cNvPr id="3" name="Shape 0"/>
          <p:cNvSpPr>
            <a:spLocks noChangeArrowheads="1"/>
          </p:cNvSpPr>
          <p:nvPr/>
        </p:nvSpPr>
        <p:spPr bwMode="auto">
          <a:xfrm>
            <a:off x="768350" y="1403985"/>
            <a:ext cx="4934585" cy="5024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紫（</a:t>
            </a:r>
            <a:r>
              <a:rPr lang="ja-JP" altLang="en-US" sz="2400" dirty="0"/>
              <a:t>むらさき</a:t>
            </a:r>
            <a:r>
              <a:rPr lang="zh-CN" altLang="en-US" sz="2400" dirty="0"/>
              <a:t>）：主角役，吐槽役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车甫（</a:t>
            </a:r>
            <a:r>
              <a:rPr lang="ja-JP" altLang="en-US" sz="2400" dirty="0"/>
              <a:t>くるまふ</a:t>
            </a:r>
            <a:r>
              <a:rPr lang="zh-CN" altLang="en-US" sz="2400" dirty="0"/>
              <a:t>）：引导役，傻子</a:t>
            </a:r>
            <a:r>
              <a:rPr lang="en-US" altLang="zh-CN" sz="2400" dirty="0"/>
              <a:t> 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秀树（</a:t>
            </a:r>
            <a:r>
              <a:rPr lang="ja-JP" altLang="en-US" sz="2400" dirty="0"/>
              <a:t>しゅうき</a:t>
            </a:r>
            <a:r>
              <a:rPr lang="zh-CN" altLang="en-US" sz="2400" dirty="0"/>
              <a:t>）：大哥役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玉（</a:t>
            </a:r>
            <a:r>
              <a:rPr lang="ja-JP" altLang="en-US" sz="2400" dirty="0"/>
              <a:t>たま</a:t>
            </a:r>
            <a:r>
              <a:rPr lang="zh-CN" altLang="en-US" sz="2400" dirty="0"/>
              <a:t>）：团宠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真珠（</a:t>
            </a:r>
            <a:r>
              <a:rPr lang="ja-JP" altLang="en-US" sz="2400" dirty="0"/>
              <a:t>しんじゅ</a:t>
            </a:r>
            <a:r>
              <a:rPr lang="zh-CN" altLang="en-US" sz="2400" dirty="0"/>
              <a:t>）：毒舌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秤（</a:t>
            </a:r>
            <a:r>
              <a:rPr lang="ja-JP" altLang="en-US" sz="2400" dirty="0"/>
              <a:t>はかり</a:t>
            </a:r>
            <a:r>
              <a:rPr lang="zh-CN" altLang="en-US" sz="2400" dirty="0"/>
              <a:t>）：三无役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准（</a:t>
            </a:r>
            <a:r>
              <a:rPr lang="ja-JP" altLang="en-US" sz="2400" dirty="0"/>
              <a:t>じゅん</a:t>
            </a:r>
            <a:r>
              <a:rPr lang="zh-CN" altLang="en-US" sz="2400" dirty="0"/>
              <a:t>）：自恋役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向阳（</a:t>
            </a:r>
            <a:r>
              <a:rPr lang="ja-JP" altLang="en-US" sz="2400" dirty="0"/>
              <a:t>ひまわり</a:t>
            </a:r>
            <a:r>
              <a:rPr lang="zh-CN" altLang="en-US" sz="2400" dirty="0"/>
              <a:t>）：阳角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瑶光（</a:t>
            </a:r>
            <a:r>
              <a:rPr lang="ja-JP" altLang="en-US" sz="2400" dirty="0"/>
              <a:t>ゆかり</a:t>
            </a:r>
            <a:r>
              <a:rPr lang="zh-CN" altLang="en-US" sz="2400" dirty="0"/>
              <a:t>）：社恐</a:t>
            </a:r>
            <a:endParaRPr lang="zh-CN" altLang="en-US" sz="2400" dirty="0"/>
          </a:p>
        </p:txBody>
      </p:sp>
      <p:sp>
        <p:nvSpPr>
          <p:cNvPr id="2" name="Shape 0"/>
          <p:cNvSpPr>
            <a:spLocks noChangeArrowheads="1"/>
          </p:cNvSpPr>
          <p:nvPr/>
        </p:nvSpPr>
        <p:spPr bwMode="auto">
          <a:xfrm>
            <a:off x="7582535" y="1403985"/>
            <a:ext cx="368871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sz="2400" dirty="0"/>
              <a:t>9</a:t>
            </a:r>
            <a:r>
              <a:rPr lang="zh-CN" altLang="en-US" sz="2400" dirty="0"/>
              <a:t>人棒球队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投手：</a:t>
            </a:r>
            <a:r>
              <a:rPr lang="en-US" altLang="zh-CN" sz="2400" dirty="0"/>
              <a:t> </a:t>
            </a:r>
            <a:r>
              <a:rPr lang="zh-CN" altLang="en-US" sz="2400" dirty="0"/>
              <a:t>车甫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捕手：秀树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一垒：秤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二垒：玉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三垒：真珠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游击手：准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左外野：向阳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中外野：紫</a:t>
            </a:r>
            <a:endParaRPr lang="zh-CN" altLang="en-US" sz="2400" dirty="0"/>
          </a:p>
          <a:p>
            <a:pPr eaLnBrk="1" hangingPunct="1"/>
            <a:r>
              <a:rPr lang="zh-CN" altLang="en-US" sz="2400" dirty="0"/>
              <a:t>右外野：瑶光</a:t>
            </a:r>
            <a:endParaRPr lang="zh-CN" altLang="en-US" sz="2400" dirty="0"/>
          </a:p>
          <a:p>
            <a:pPr eaLnBrk="1" hangingPunct="1"/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4"/>
          <p:cNvSpPr>
            <a:spLocks noChangeArrowheads="1"/>
          </p:cNvSpPr>
          <p:nvPr/>
        </p:nvSpPr>
        <p:spPr bwMode="auto">
          <a:xfrm>
            <a:off x="768351" y="546101"/>
            <a:ext cx="56896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5285"/>
              </a:lnSpc>
            </a:pPr>
            <a:r>
              <a:rPr lang="zh-CN" sz="4800" dirty="0" err="1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故事板设计</a:t>
            </a:r>
            <a:endParaRPr lang="zh-CN" sz="4800" dirty="0"/>
          </a:p>
        </p:txBody>
      </p:sp>
      <p:sp>
        <p:nvSpPr>
          <p:cNvPr id="3" name="Shape 0"/>
          <p:cNvSpPr>
            <a:spLocks noChangeArrowheads="1"/>
          </p:cNvSpPr>
          <p:nvPr/>
        </p:nvSpPr>
        <p:spPr bwMode="auto">
          <a:xfrm>
            <a:off x="768350" y="2171700"/>
            <a:ext cx="317309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采用紫第一人称叙事</a:t>
            </a:r>
            <a:endParaRPr lang="zh-CN" altLang="en-US" sz="2400" dirty="0"/>
          </a:p>
          <a:p>
            <a:pPr eaLnBrk="1" hangingPunct="1"/>
            <a:endParaRPr lang="zh-CN" altLang="en-US" sz="2400" dirty="0"/>
          </a:p>
          <a:p>
            <a:pPr eaLnBrk="1" hangingPunct="1"/>
            <a:r>
              <a:rPr lang="zh-CN" altLang="en-US" sz="2400" dirty="0"/>
              <a:t>游戏进度由配音自动播放进度来推进</a:t>
            </a:r>
            <a:endParaRPr lang="zh-CN" altLang="en-US" sz="2400" dirty="0"/>
          </a:p>
        </p:txBody>
      </p:sp>
      <p:pic>
        <p:nvPicPr>
          <p:cNvPr id="11" name="图片 10" descr="tmp1D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805" y="0"/>
            <a:ext cx="6301105" cy="6858000"/>
          </a:xfrm>
          <a:prstGeom prst="rect">
            <a:avLst/>
          </a:prstGeom>
        </p:spPr>
      </p:pic>
      <p:sp>
        <p:nvSpPr>
          <p:cNvPr id="2" name="Shape 0"/>
          <p:cNvSpPr>
            <a:spLocks noChangeArrowheads="1"/>
          </p:cNvSpPr>
          <p:nvPr/>
        </p:nvSpPr>
        <p:spPr bwMode="auto">
          <a:xfrm>
            <a:off x="768350" y="4402455"/>
            <a:ext cx="3688715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投接球</a:t>
            </a:r>
            <a:r>
              <a:rPr lang="en-US" altLang="zh-CN" sz="2400" dirty="0"/>
              <a:t>-&gt;</a:t>
            </a:r>
            <a:r>
              <a:rPr lang="zh-CN" altLang="en-US" sz="2400" dirty="0"/>
              <a:t>挥棒</a:t>
            </a:r>
            <a:r>
              <a:rPr lang="en-US" altLang="zh-CN" sz="2400" dirty="0"/>
              <a:t>-&gt;</a:t>
            </a:r>
            <a:r>
              <a:rPr lang="zh-CN" altLang="en-US" sz="2400" dirty="0"/>
              <a:t>跑垒</a:t>
            </a:r>
            <a:r>
              <a:rPr lang="en-US" altLang="zh-CN" sz="2400" dirty="0"/>
              <a:t>-&gt;</a:t>
            </a:r>
            <a:r>
              <a:rPr lang="zh-CN" altLang="en-US" sz="2400" dirty="0"/>
              <a:t>竞技</a:t>
            </a: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850" y="-43815"/>
            <a:ext cx="540893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hape 0"/>
          <p:cNvSpPr>
            <a:spLocks noChangeArrowheads="1"/>
          </p:cNvSpPr>
          <p:nvPr/>
        </p:nvSpPr>
        <p:spPr bwMode="auto">
          <a:xfrm>
            <a:off x="410845" y="2123440"/>
            <a:ext cx="191325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sz="2400" dirty="0"/>
              <a:t>由</a:t>
            </a:r>
            <a:r>
              <a:rPr lang="en-US" altLang="zh-CN" sz="2400" dirty="0"/>
              <a:t>RVC</a:t>
            </a:r>
            <a:r>
              <a:rPr lang="zh-CN" altLang="en-US" sz="2400" dirty="0"/>
              <a:t>和</a:t>
            </a:r>
            <a:r>
              <a:rPr lang="en-US" altLang="zh-CN" sz="2400" dirty="0"/>
              <a:t>GPT-Sovit</a:t>
            </a:r>
            <a:r>
              <a:rPr lang="zh-CN" altLang="en-US" sz="2400" dirty="0"/>
              <a:t>进行配音</a:t>
            </a:r>
            <a:endParaRPr lang="zh-CN" altLang="en-US" sz="2400" dirty="0"/>
          </a:p>
        </p:txBody>
      </p:sp>
      <p:pic>
        <p:nvPicPr>
          <p:cNvPr id="7174" name="Image 0" descr="preencoded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2" y="387352"/>
            <a:ext cx="664633" cy="628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Text 4"/>
          <p:cNvSpPr>
            <a:spLocks noChangeArrowheads="1"/>
          </p:cNvSpPr>
          <p:nvPr/>
        </p:nvSpPr>
        <p:spPr bwMode="auto">
          <a:xfrm>
            <a:off x="768351" y="546101"/>
            <a:ext cx="5689600" cy="67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>
              <a:lnSpc>
                <a:spcPts val="5285"/>
              </a:lnSpc>
            </a:pPr>
            <a:r>
              <a:rPr lang="zh-CN" sz="4800" dirty="0" err="1">
                <a:solidFill>
                  <a:srgbClr val="4661CC"/>
                </a:solidFill>
                <a:latin typeface="FZRuiZhengHeiS-EB-GB" pitchFamily="2" charset="-122"/>
                <a:ea typeface="FZRuiZhengHeiS-EB-GB" pitchFamily="2" charset="-122"/>
              </a:rPr>
              <a:t>音乐音效工作流总览</a:t>
            </a:r>
            <a:endParaRPr lang="zh-CN" sz="4800" dirty="0"/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825" y="1417320"/>
            <a:ext cx="508000" cy="508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2825" y="3707130"/>
            <a:ext cx="502285" cy="502285"/>
          </a:xfrm>
          <a:prstGeom prst="rect">
            <a:avLst/>
          </a:prstGeom>
        </p:spPr>
      </p:pic>
      <p:sp>
        <p:nvSpPr>
          <p:cNvPr id="2" name="Shape 0"/>
          <p:cNvSpPr>
            <a:spLocks noChangeArrowheads="1"/>
          </p:cNvSpPr>
          <p:nvPr/>
        </p:nvSpPr>
        <p:spPr bwMode="auto">
          <a:xfrm>
            <a:off x="410845" y="4209415"/>
            <a:ext cx="191325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sz="2400" dirty="0"/>
              <a:t>AI</a:t>
            </a:r>
            <a:r>
              <a:rPr lang="zh-CN" altLang="en-US" sz="2400" dirty="0"/>
              <a:t>音乐生成</a:t>
            </a:r>
            <a:endParaRPr lang="zh-CN" altLang="en-US" sz="24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2825" y="4857115"/>
            <a:ext cx="412750" cy="412750"/>
          </a:xfrm>
          <a:prstGeom prst="rect">
            <a:avLst/>
          </a:prstGeom>
        </p:spPr>
      </p:pic>
      <p:sp>
        <p:nvSpPr>
          <p:cNvPr id="3" name="Shape 0"/>
          <p:cNvSpPr>
            <a:spLocks noChangeArrowheads="1"/>
          </p:cNvSpPr>
          <p:nvPr/>
        </p:nvSpPr>
        <p:spPr bwMode="auto">
          <a:xfrm>
            <a:off x="410845" y="5497830"/>
            <a:ext cx="191325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sz="2400" dirty="0"/>
              <a:t>免费音乐音效库</a:t>
            </a:r>
            <a:endParaRPr lang="zh-CN" sz="2400" dirty="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9"/>
          <a:srcRect l="87" r="87"/>
          <a:stretch>
            <a:fillRect/>
          </a:stretch>
        </p:blipFill>
        <p:spPr>
          <a:xfrm>
            <a:off x="5541645" y="1897380"/>
            <a:ext cx="2286000" cy="1384300"/>
          </a:xfrm>
          <a:prstGeom prst="roundRect">
            <a:avLst>
              <a:gd name="adj" fmla="val 9174"/>
            </a:avLst>
          </a:prstGeom>
          <a:noFill/>
          <a:ln w="12700" cap="flat" cmpd="sng">
            <a:solidFill>
              <a:srgbClr val="4A90E2">
                <a:alpha val="50000"/>
              </a:srgbClr>
            </a:solidFill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l="419" r="419"/>
          <a:stretch>
            <a:fillRect/>
          </a:stretch>
        </p:blipFill>
        <p:spPr>
          <a:xfrm>
            <a:off x="5922645" y="3975735"/>
            <a:ext cx="1661795" cy="89344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Shape 0"/>
          <p:cNvSpPr>
            <a:spLocks noChangeArrowheads="1"/>
          </p:cNvSpPr>
          <p:nvPr/>
        </p:nvSpPr>
        <p:spPr bwMode="auto">
          <a:xfrm>
            <a:off x="5476240" y="5380355"/>
            <a:ext cx="235077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sz="2400" dirty="0"/>
              <a:t>传统音乐宿主软件进行改编、调音等</a:t>
            </a:r>
            <a:endParaRPr lang="zh-CN" sz="2400" dirty="0"/>
          </a:p>
        </p:txBody>
      </p:sp>
      <p:pic>
        <p:nvPicPr>
          <p:cNvPr id="7" name="图片 6" descr="tmp59C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16060" y="1417320"/>
            <a:ext cx="2343150" cy="2009775"/>
          </a:xfrm>
          <a:prstGeom prst="rect">
            <a:avLst/>
          </a:prstGeom>
        </p:spPr>
      </p:pic>
      <p:sp>
        <p:nvSpPr>
          <p:cNvPr id="8" name="Shape 0"/>
          <p:cNvSpPr>
            <a:spLocks noChangeArrowheads="1"/>
          </p:cNvSpPr>
          <p:nvPr/>
        </p:nvSpPr>
        <p:spPr bwMode="auto">
          <a:xfrm>
            <a:off x="9116060" y="3702685"/>
            <a:ext cx="235077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/>
              <a:t>Wwise</a:t>
            </a:r>
            <a:r>
              <a:rPr lang="zh-CN" altLang="en-US" sz="2400" dirty="0"/>
              <a:t>中间件进行声音集成</a:t>
            </a:r>
            <a:endParaRPr lang="zh-CN" altLang="en-US" sz="2400" dirty="0"/>
          </a:p>
        </p:txBody>
      </p:sp>
      <p:pic>
        <p:nvPicPr>
          <p:cNvPr id="26" name="Picture 26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rcRect t="342" b="342"/>
          <a:stretch>
            <a:fillRect/>
          </a:stretch>
        </p:blipFill>
        <p:spPr>
          <a:xfrm>
            <a:off x="8696960" y="4905375"/>
            <a:ext cx="2762250" cy="1001395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0" name="yakyu_ruka">
            <a:hlinkClick r:id="" action="ppaction://media"/>
          </p:cNvPr>
          <p:cNvPicPr/>
          <p:nvPr>
            <a:audioFile r:link="rId15"/>
            <p:extLst>
              <p:ext uri="{DAA4B4D4-6D71-4841-9C94-3DE7FCFB9230}">
                <p14:media xmlns:p14="http://schemas.microsoft.com/office/powerpoint/2010/main" r:embed="rId16"/>
              </p:ext>
            </p:extLst>
          </p:nvPr>
        </p:nvPicPr>
        <p:blipFill>
          <a:blip r:embed="rId17"/>
          <a:stretch>
            <a:fillRect/>
          </a:stretch>
        </p:blipFill>
        <p:spPr>
          <a:xfrm>
            <a:off x="1911350" y="1581785"/>
            <a:ext cx="412750" cy="412750"/>
          </a:xfrm>
          <a:prstGeom prst="rect">
            <a:avLst/>
          </a:prstGeom>
        </p:spPr>
      </p:pic>
      <p:pic>
        <p:nvPicPr>
          <p:cNvPr id="11" name="图片 10" descr="logo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63775" y="2162810"/>
            <a:ext cx="2958465" cy="1485900"/>
          </a:xfrm>
          <a:prstGeom prst="rect">
            <a:avLst/>
          </a:prstGeom>
        </p:spPr>
      </p:pic>
      <p:sp>
        <p:nvSpPr>
          <p:cNvPr id="12" name="Shape 0"/>
          <p:cNvSpPr>
            <a:spLocks noChangeArrowheads="1"/>
          </p:cNvSpPr>
          <p:nvPr/>
        </p:nvSpPr>
        <p:spPr bwMode="auto">
          <a:xfrm>
            <a:off x="2315210" y="3654425"/>
            <a:ext cx="28067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开源项目</a:t>
            </a:r>
            <a:r>
              <a:rPr lang="en-US" altLang="zh-CN" sz="2400" dirty="0"/>
              <a:t>MSST</a:t>
            </a:r>
            <a:r>
              <a:rPr lang="zh-CN" altLang="en-US" sz="2400" dirty="0"/>
              <a:t>分离人身、和声、混响</a:t>
            </a:r>
            <a:endParaRPr lang="zh-CN" altLang="en-US" sz="2400" dirty="0"/>
          </a:p>
        </p:txBody>
      </p:sp>
      <p:pic>
        <p:nvPicPr>
          <p:cNvPr id="14" name="图片 13" descr="app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48610" y="4478655"/>
            <a:ext cx="1599565" cy="1410970"/>
          </a:xfrm>
          <a:prstGeom prst="rect">
            <a:avLst/>
          </a:prstGeom>
        </p:spPr>
      </p:pic>
      <p:sp>
        <p:nvSpPr>
          <p:cNvPr id="17" name="Shape 0"/>
          <p:cNvSpPr>
            <a:spLocks noChangeArrowheads="1"/>
          </p:cNvSpPr>
          <p:nvPr/>
        </p:nvSpPr>
        <p:spPr bwMode="auto">
          <a:xfrm>
            <a:off x="2183130" y="5852160"/>
            <a:ext cx="28067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dirty="0"/>
              <a:t>开源项目</a:t>
            </a:r>
            <a:r>
              <a:rPr lang="en-US" altLang="zh-CN" sz="2400" dirty="0"/>
              <a:t>roformer</a:t>
            </a:r>
            <a:r>
              <a:rPr lang="zh-CN" altLang="en-US" sz="2400" dirty="0"/>
              <a:t>分离音轨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90000">
                <p:cTn id="45" fill="hold" display="1">
                  <p:stCondLst>
                    <p:cond delay="indefinite"/>
                  </p:stCondLst>
                  <p:endCondLst>
                    <p:cond evt="onStopAudio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  <p:bldLst>
      <p:bldP spid="7170" grpId="0"/>
      <p:bldP spid="2" grpId="0"/>
      <p:bldP spid="3" grpId="0"/>
      <p:bldP spid="7170" grpId="1"/>
      <p:bldP spid="2" grpId="1"/>
      <p:bldP spid="3" grpId="1"/>
      <p:bldP spid="4" grpId="0"/>
      <p:bldP spid="4" grpId="1"/>
      <p:bldP spid="8" grpId="0"/>
      <p:bldP spid="8" grpId="1"/>
      <p:bldP spid="17" grpId="0"/>
      <p:bldP spid="12" grpId="0"/>
      <p:bldP spid="17" grpId="1"/>
      <p:bldP spid="12" grpId="1"/>
    </p:bldLst>
  </p:timing>
</p:sld>
</file>

<file path=ppt/tags/tag1.xml><?xml version="1.0" encoding="utf-8"?>
<p:tagLst xmlns:p="http://schemas.openxmlformats.org/presentationml/2006/main">
  <p:tag name="KSO_WM_DIAGRAM_VIRTUALLY_FRAME" val="{&quot;height&quot;:220,&quot;left&quot;:66,&quot;top&quot;:140,&quot;width&quot;:880}"/>
</p:tagLst>
</file>

<file path=ppt/tags/tag2.xml><?xml version="1.0" encoding="utf-8"?>
<p:tagLst xmlns:p="http://schemas.openxmlformats.org/presentationml/2006/main">
  <p:tag name="KSO_WM_DIAGRAM_VIRTUALLY_FRAME" val="{&quot;height&quot;:220,&quot;left&quot;:66,&quot;top&quot;:140,&quot;width&quot;:880}"/>
</p:tagLst>
</file>

<file path=ppt/tags/tag3.xml><?xml version="1.0" encoding="utf-8"?>
<p:tagLst xmlns:p="http://schemas.openxmlformats.org/presentationml/2006/main">
  <p:tag name="KSO_WM_DIAGRAM_VIRTUALLY_FRAME" val="{&quot;height&quot;:220,&quot;left&quot;:66,&quot;top&quot;:140,&quot;width&quot;:88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</Words>
  <Application>WPS 演示</Application>
  <PresentationFormat>宽屏</PresentationFormat>
  <Paragraphs>59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Calibri</vt:lpstr>
      <vt:lpstr>等线</vt:lpstr>
      <vt:lpstr>FZRuiZhengHeiS-EB-GB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koshitann</dc:creator>
  <cp:lastModifiedBy>WPS_1601472217</cp:lastModifiedBy>
  <cp:revision>9</cp:revision>
  <dcterms:created xsi:type="dcterms:W3CDTF">2023-08-09T12:44:00Z</dcterms:created>
  <dcterms:modified xsi:type="dcterms:W3CDTF">2026-03-17T13:16:06Z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53828273007E4F7A8420C5117E3C5D04_12</vt:lpwstr>
  </property>
</Properties>
</file>